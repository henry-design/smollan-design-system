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Ex1.xml" ContentType="application/vnd.ms-office.chartex+xml"/>
  <Override PartName="/ppt/charts/chartEx2.xml" ContentType="application/vnd.ms-office.chartex+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2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2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diagrams/colors1.xml" ContentType="application/vnd.openxmlformats-officedocument.drawingml.diagramColor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rawings/drawing1.xml" ContentType="application/vnd.openxmlformats-officedocument.drawingml.chartshapes+xml"/>
  <Override PartName="/ppt/drawings/drawing2.xml" ContentType="application/vnd.openxmlformats-officedocument.drawingml.chartshapes+xml"/>
  <Override PartName="/ppt/drawings/drawing3.xml" ContentType="application/vnd.openxmlformats-officedocument.drawingml.chartshap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6.svg" ContentType="image/svg+xml"/>
  <Override PartName="/ppt/media/image7.svg" ContentType="image/svg+xml"/>
  <Override PartName="/ppt/media/image8.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72" r:id="rId2"/>
    <p:sldId id="273" r:id="rId3"/>
    <p:sldId id="274" r:id="rId4"/>
    <p:sldId id="275" r:id="rId5"/>
    <p:sldId id="276" r:id="rId6"/>
    <p:sldId id="277" r:id="rId7"/>
    <p:sldId id="279" r:id="rId8"/>
    <p:sldId id="267" r:id="rId9"/>
    <p:sldId id="268" r:id="rId10"/>
    <p:sldId id="280" r:id="rId11"/>
    <p:sldId id="269" r:id="rId12"/>
    <p:sldId id="270" r:id="rId13"/>
    <p:sldId id="271" r:id="rId14"/>
    <p:sldId id="278" r:id="rId15"/>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4" r:id="rId73"/>
    <p:sldId id="335" r:id="rId74"/>
    <p:sldId id="336" r:id="rId75"/>
    <p:sldId id="337" r:id="rId76"/>
    <p:sldId id="338" r:id="rId77"/>
    <p:sldId id="339" r:id="rId78"/>
    <p:sldId id="340" r:id="rId79"/>
    <p:sldId id="341" r:id="rId80"/>
    <p:sldId id="342" r:id="rId81"/>
    <p:sldId id="343" r:id="rId82"/>
    <p:sldId id="344" r:id="rId83"/>
    <p:sldId id="345" r:id="rId84"/>
    <p:sldId id="346" r:id="rId85"/>
    <p:sldId id="347" r:id="rId86"/>
    <p:sldId id="348" r:id="rId87"/>
    <p:sldId id="349" r:id="rId88"/>
    <p:sldId id="350" r:id="rId89"/>
    <p:sldId id="351" r:id="rId90"/>
    <p:sldId id="352" r:id="rId91"/>
    <p:sldId id="353" r:id="rId92"/>
    <p:sldId id="354" r:id="rId93"/>
    <p:sldId id="355" r:id="rId94"/>
    <p:sldId id="356" r:id="rId95"/>
    <p:sldId id="357" r:id="rId96"/>
    <p:sldId id="358" r:id="rId97"/>
    <p:sldId id="359" r:id="rId98"/>
    <p:sldId id="360" r:id="rId99"/>
    <p:sldId id="361" r:id="rId100"/>
    <p:sldId id="362" r:id="rId101"/>
    <p:sldId id="363" r:id="rId102"/>
    <p:sldId id="364" r:id="rId103"/>
    <p:sldId id="365" r:id="rId104"/>
    <p:sldId id="366" r:id="rId105"/>
    <p:sldId id="367" r:id="rId106"/>
    <p:sldId id="368" r:id="rId107"/>
    <p:sldId id="369" r:id="rId108"/>
    <p:sldId id="370" r:id="rId109"/>
    <p:sldId id="371" r:id="rId110"/>
    <p:sldId id="372" r:id="rId111"/>
    <p:sldId id="373" r:id="rId112"/>
    <p:sldId id="374" r:id="rId113"/>
    <p:sldId id="375" r:id="rId114"/>
    <p:sldId id="376" r:id="rId115"/>
    <p:sldId id="377" r:id="rId116"/>
    <p:sldId id="378" r:id="rId117"/>
    <p:sldId id="379" r:id="rId118"/>
    <p:sldId id="380" r:id="rId119"/>
    <p:sldId id="381" r:id="rId120"/>
    <p:sldId id="382" r:id="rId121"/>
    <p:sldId id="383" r:id="rId122"/>
    <p:sldId id="384" r:id="rId123"/>
    <p:sldId id="385" r:id="rId124"/>
    <p:sldId id="386" r:id="rId125"/>
    <p:sldId id="387" r:id="rId126"/>
    <p:sldId id="388" r:id="rId127"/>
    <p:sldId id="389" r:id="rId128"/>
    <p:sldId id="390" r:id="rId129"/>
    <p:sldId id="391" r:id="rId130"/>
    <p:sldId id="392" r:id="rId131"/>
    <p:sldId id="393" r:id="rId132"/>
    <p:sldId id="394" r:id="rId133"/>
    <p:sldId id="395" r:id="rId134"/>
    <p:sldId id="396" r:id="rId135"/>
    <p:sldId id="397" r:id="rId136"/>
    <p:sldId id="398" r:id="rId137"/>
    <p:sldId id="399" r:id="rId138"/>
    <p:sldId id="400" r:id="rId139"/>
    <p:sldId id="401" r:id="rId140"/>
    <p:sldId id="402" r:id="rId141"/>
    <p:sldId id="403" r:id="rId142"/>
    <p:sldId id="404" r:id="rId143"/>
    <p:sldId id="405" r:id="rId144"/>
    <p:sldId id="406" r:id="rId145"/>
    <p:sldId id="407" r:id="rId146"/>
    <p:sldId id="408" r:id="rId147"/>
    <p:sldId id="409" r:id="rId148"/>
    <p:sldId id="410" r:id="rId149"/>
    <p:sldId id="411" r:id="rId150"/>
    <p:sldId id="412" r:id="rId151"/>
    <p:sldId id="413" r:id="rId152"/>
    <p:sldId id="414" r:id="rId153"/>
    <p:sldId id="415" r:id="rId154"/>
    <p:sldId id="416" r:id="rId155"/>
    <p:sldId id="417" r:id="rId156"/>
    <p:sldId id="418" r:id="rId157"/>
    <p:sldId id="419" r:id="rId158"/>
    <p:sldId id="420" r:id="rId159"/>
    <p:sldId id="421" r:id="rId160"/>
    <p:sldId id="422" r:id="rId161"/>
    <p:sldId id="423" r:id="rId162"/>
    <p:sldId id="424" r:id="rId163"/>
    <p:sldId id="425" r:id="rId164"/>
    <p:sldId id="426" r:id="rId165"/>
    <p:sldId id="427" r:id="rId166"/>
    <p:sldId id="428" r:id="rId167"/>
    <p:sldId id="429" r:id="rId168"/>
    <p:sldId id="430" r:id="rId169"/>
    <p:sldId id="431" r:id="rId170"/>
    <p:sldId id="432" r:id="rId171"/>
    <p:sldId id="433" r:id="rId172"/>
    <p:sldId id="434" r:id="rId173"/>
    <p:sldId id="435" r:id="rId174"/>
    <p:sldId id="436" r:id="rId175"/>
    <p:sldId id="437" r:id="rId176"/>
    <p:sldId id="438" r:id="rId177"/>
    <p:sldId id="439" r:id="rId178"/>
    <p:sldId id="440" r:id="rId179"/>
    <p:sldId id="441" r:id="rId180"/>
    <p:sldId id="442" r:id="rId181"/>
    <p:sldId id="443" r:id="rId182"/>
    <p:sldId id="444" r:id="rId183"/>
    <p:sldId id="445" r:id="rId184"/>
    <p:sldId id="446" r:id="rId185"/>
    <p:sldId id="447" r:id="rId186"/>
    <p:sldId id="448" r:id="rId187"/>
    <p:sldId id="449" r:id="rId188"/>
    <p:sldId id="450" r:id="rId189"/>
    <p:sldId id="451" r:id="rId190"/>
    <p:sldId id="452" r:id="rId191"/>
    <p:sldId id="453" r:id="rId192"/>
    <p:sldId id="454" r:id="rId193"/>
    <p:sldId id="455" r:id="rId1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B895"/>
    <a:srgbClr val="E8EC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2" d="100"/>
          <a:sy n="112"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s>
</file>

<file path=ppt/charts/_rels/chart1.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3.xlsx"/></Relationships>
</file>

<file path=ppt/charts/_rels/chart2.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4.xlsx"/></Relationships>
</file>

<file path=ppt/charts/_rels/chart3.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5.xlsx"/></Relationships>
</file>

<file path=ppt/charts/_rels/chart4.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6.xlsx"/></Relationships>
</file>

<file path=ppt/charts/_rels/chart5.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7.xlsx"/></Relationships>
</file>

<file path=ppt/charts/_rels/chart6.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8.xlsx"/></Relationships>
</file>

<file path=ppt/charts/_rels/chart7.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9.xlsx"/></Relationships>
</file>

<file path=ppt/charts/_rels/chart8.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Worksheet10.xlsx"/></Relationships>
</file>

<file path=ppt/charts/_rels/chart9.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1.xlsx"/></Relationships>
</file>

<file path=ppt/charts/_rels/chart10.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2.xlsx"/></Relationships>
</file>

<file path=ppt/charts/_rels/chart11.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3.xlsx"/></Relationships>
</file>

<file path=ppt/charts/_rels/chart12.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4.xlsx"/></Relationships>
</file>

<file path=ppt/charts/_rels/chart13.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Worksheet15.xlsx"/></Relationships>
</file>

<file path=ppt/charts/_rels/chart14.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Worksheet16.xlsx"/></Relationships>
</file>

<file path=ppt/charts/_rels/chart15.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Worksheet17.xlsx"/></Relationships>
</file>

<file path=ppt/charts/_rels/chart16.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Worksheet18.xlsx"/></Relationships>
</file>

<file path=ppt/charts/_rels/chart17.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Worksheet19.xlsx"/></Relationships>
</file>

<file path=ppt/charts/_rels/chart18.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Worksheet20.xlsx"/></Relationships>
</file>

<file path=ppt/charts/_rels/chart19.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Worksheet21.xlsx"/></Relationships>
</file>

<file path=ppt/charts/_rels/chart20.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package" Target="../embeddings/Microsoft_Excel_Worksheet22.xlsx"/><Relationship Id="rId3" Type="http://schemas.openxmlformats.org/officeDocument/2006/relationships/chartUserShapes" Target="../drawings/drawing1.xml"/></Relationships>
</file>

<file path=ppt/charts/_rels/chart21.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package" Target="../embeddings/Microsoft_Excel_Worksheet23.xlsx"/><Relationship Id="rId3" Type="http://schemas.openxmlformats.org/officeDocument/2006/relationships/chartUserShapes" Target="../drawings/drawing2.xml"/></Relationships>
</file>

<file path=ppt/charts/_rels/chart22.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package" Target="../embeddings/Microsoft_Excel_Worksheet24.xlsx"/><Relationship Id="rId3" Type="http://schemas.openxmlformats.org/officeDocument/2006/relationships/chartUserShapes" Target="../drawings/drawing3.xml"/></Relationships>
</file>

<file path=ppt/charts/_rels/chart23.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Worksheet25.xlsx"/></Relationships>
</file>

<file path=ppt/charts/_rels/chartEx1.xml.rels><?xml version='1.0' encoding='UTF-8' standalone='yes'?>
<Relationships xmlns="http://schemas.openxmlformats.org/package/2006/relationships"><Relationship Id="rId1" Type="http://schemas.openxmlformats.org/officeDocument/2006/relationships/package" Target="../embeddings/Microsoft_Excel_Worksheet1.xlsx"/><Relationship Id="rId2" Type="http://schemas.microsoft.com/office/2011/relationships/chartStyle" Target="style1.xml"/><Relationship Id="rId3" Type="http://schemas.microsoft.com/office/2011/relationships/chartColorStyle" Target="colors1.xml"/></Relationships>
</file>

<file path=ppt/charts/_rels/chartEx2.xml.rels><?xml version='1.0' encoding='UTF-8' standalone='yes'?>
<Relationships xmlns="http://schemas.openxmlformats.org/package/2006/relationships"><Relationship Id="rId1" Type="http://schemas.openxmlformats.org/officeDocument/2006/relationships/package" Target="../embeddings/Microsoft_Excel_Worksheet2.xlsx"/><Relationship Id="rId2" Type="http://schemas.microsoft.com/office/2011/relationships/chartStyle" Target="style2.xml"/><Relationship Id="rId3" Type="http://schemas.microsoft.com/office/2011/relationships/chartColorStyle" Target="colors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862" b="0" i="0" u="none" strike="noStrike" kern="1200" spc="0" baseline="0">
                <a:solidFill>
                  <a:schemeClr val="accent5"/>
                </a:solidFill>
                <a:latin typeface="+mj-lt"/>
                <a:ea typeface="+mn-ea"/>
                <a:cs typeface="+mn-cs"/>
              </a:defRPr>
            </a:pPr>
            <a:r>
              <a:rPr lang="en-ZA" sz="1200" b="1" dirty="0">
                <a:solidFill>
                  <a:schemeClr val="accent5">
                    <a:lumMod val="50000"/>
                  </a:schemeClr>
                </a:solidFill>
                <a:latin typeface="+mj-lt"/>
              </a:rPr>
              <a:t>Chart Title</a:t>
            </a:r>
          </a:p>
        </c:rich>
      </c:tx>
      <c:layout>
        <c:manualLayout>
          <c:xMode val="edge"/>
          <c:yMode val="edge"/>
          <c:x val="8.3895995751178027E-4"/>
          <c:y val="0"/>
        </c:manualLayout>
      </c:layout>
      <c:overlay val="0"/>
      <c:spPr>
        <a:noFill/>
        <a:ln>
          <a:noFill/>
        </a:ln>
        <a:effectLst/>
      </c:spPr>
      <c:txPr>
        <a:bodyPr rot="0" spcFirstLastPara="1" vertOverflow="ellipsis" vert="horz" wrap="square" anchor="ctr" anchorCtr="1"/>
        <a:lstStyle/>
        <a:p>
          <a:pPr algn="l">
            <a:defRPr sz="1862" b="0" i="0" u="none" strike="noStrike" kern="1200" spc="0" baseline="0">
              <a:solidFill>
                <a:schemeClr val="accent5"/>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lumMod val="20000"/>
                        <a:lumOff val="80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4.3</c:v>
                </c:pt>
                <c:pt idx="1">
                  <c:v>2.5</c:v>
                </c:pt>
                <c:pt idx="2">
                  <c:v>3.5</c:v>
                </c:pt>
                <c:pt idx="3">
                  <c:v>4.5</c:v>
                </c:pt>
                <c:pt idx="4">
                  <c:v>2.5</c:v>
                </c:pt>
              </c:numCache>
            </c:numRef>
          </c:val>
          <c:extLst>
            <c:ext xmlns:c16="http://schemas.microsoft.com/office/drawing/2014/chart" uri="{C3380CC4-5D6E-409C-BE32-E72D297353CC}">
              <c16:uniqueId val="{00000000-17CF-44CC-94A3-F6631C6B7861}"/>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2">
                        <a:lumMod val="20000"/>
                        <a:lumOff val="80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Sheet1!$C$2:$C$6</c:f>
              <c:numCache>
                <c:formatCode>General</c:formatCode>
                <c:ptCount val="5"/>
                <c:pt idx="0">
                  <c:v>2.4</c:v>
                </c:pt>
                <c:pt idx="1">
                  <c:v>4.4000000000000004</c:v>
                </c:pt>
                <c:pt idx="2">
                  <c:v>1.8</c:v>
                </c:pt>
                <c:pt idx="3">
                  <c:v>2.8</c:v>
                </c:pt>
                <c:pt idx="4">
                  <c:v>4.4000000000000004</c:v>
                </c:pt>
              </c:numCache>
            </c:numRef>
          </c:val>
          <c:extLst>
            <c:ext xmlns:c16="http://schemas.microsoft.com/office/drawing/2014/chart" uri="{C3380CC4-5D6E-409C-BE32-E72D297353CC}">
              <c16:uniqueId val="{00000001-17CF-44CC-94A3-F6631C6B7861}"/>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lumMod val="20000"/>
                        <a:lumOff val="80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Category 1</c:v>
                </c:pt>
                <c:pt idx="1">
                  <c:v>Category 2</c:v>
                </c:pt>
                <c:pt idx="2">
                  <c:v>Category 3</c:v>
                </c:pt>
                <c:pt idx="3">
                  <c:v>Category 4</c:v>
                </c:pt>
                <c:pt idx="4">
                  <c:v>Category 5</c:v>
                </c:pt>
              </c:strCache>
            </c:strRef>
          </c:cat>
          <c:val>
            <c:numRef>
              <c:f>Sheet1!$D$2:$D$6</c:f>
              <c:numCache>
                <c:formatCode>General</c:formatCode>
                <c:ptCount val="5"/>
                <c:pt idx="0">
                  <c:v>2</c:v>
                </c:pt>
                <c:pt idx="1">
                  <c:v>2</c:v>
                </c:pt>
                <c:pt idx="2">
                  <c:v>3</c:v>
                </c:pt>
                <c:pt idx="3">
                  <c:v>5</c:v>
                </c:pt>
                <c:pt idx="4">
                  <c:v>2</c:v>
                </c:pt>
              </c:numCache>
            </c:numRef>
          </c:val>
          <c:extLst>
            <c:ext xmlns:c16="http://schemas.microsoft.com/office/drawing/2014/chart" uri="{C3380CC4-5D6E-409C-BE32-E72D297353CC}">
              <c16:uniqueId val="{00000002-17CF-44CC-94A3-F6631C6B7861}"/>
            </c:ext>
          </c:extLst>
        </c:ser>
        <c:dLbls>
          <c:dLblPos val="inEnd"/>
          <c:showLegendKey val="0"/>
          <c:showVal val="1"/>
          <c:showCatName val="0"/>
          <c:showSerName val="0"/>
          <c:showPercent val="0"/>
          <c:showBubbleSize val="0"/>
        </c:dLbls>
        <c:gapWidth val="219"/>
        <c:overlap val="-27"/>
        <c:axId val="224906927"/>
        <c:axId val="1569471567"/>
      </c:barChart>
      <c:catAx>
        <c:axId val="2249069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1569471567"/>
        <c:crosses val="autoZero"/>
        <c:auto val="1"/>
        <c:lblAlgn val="ctr"/>
        <c:lblOffset val="100"/>
        <c:noMultiLvlLbl val="0"/>
      </c:catAx>
      <c:valAx>
        <c:axId val="15694715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224906927"/>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ayout>
        <c:manualLayout>
          <c:xMode val="edge"/>
          <c:yMode val="edge"/>
          <c:x val="9.198606372675304E-4"/>
          <c:y val="0.93209216297627229"/>
          <c:w val="0.19367812768679166"/>
          <c:h val="5.180045447339216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r>
              <a:rPr lang="en-ZA" sz="1200" b="1" dirty="0">
                <a:solidFill>
                  <a:schemeClr val="accent5">
                    <a:lumMod val="50000"/>
                  </a:schemeClr>
                </a:solidFill>
                <a:latin typeface="+mj-lt"/>
              </a:rPr>
              <a:t>Chart Title</a:t>
            </a:r>
          </a:p>
        </c:rich>
      </c:tx>
      <c:layout>
        <c:manualLayout>
          <c:xMode val="edge"/>
          <c:yMode val="edge"/>
          <c:x val="2.4725113755553465E-3"/>
          <c:y val="0"/>
        </c:manualLayout>
      </c:layout>
      <c:overlay val="0"/>
      <c:spPr>
        <a:noFill/>
        <a:ln>
          <a:noFill/>
        </a:ln>
        <a:effectLst/>
      </c:spPr>
      <c:txPr>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4.3</c:v>
                </c:pt>
                <c:pt idx="1">
                  <c:v>2.5</c:v>
                </c:pt>
                <c:pt idx="2">
                  <c:v>3.5</c:v>
                </c:pt>
                <c:pt idx="3">
                  <c:v>4.5</c:v>
                </c:pt>
                <c:pt idx="4">
                  <c:v>4.3</c:v>
                </c:pt>
                <c:pt idx="5">
                  <c:v>2.5</c:v>
                </c:pt>
              </c:numCache>
            </c:numRef>
          </c:val>
          <c:extLst>
            <c:ext xmlns:c16="http://schemas.microsoft.com/office/drawing/2014/chart" uri="{C3380CC4-5D6E-409C-BE32-E72D297353CC}">
              <c16:uniqueId val="{00000000-D21A-4111-85F1-327395F62830}"/>
            </c:ext>
          </c:extLst>
        </c:ser>
        <c:ser>
          <c:idx val="1"/>
          <c:order val="1"/>
          <c:tx>
            <c:strRef>
              <c:f>Sheet1!$C$1</c:f>
              <c:strCache>
                <c:ptCount val="1"/>
                <c:pt idx="0">
                  <c:v>Series 2</c:v>
                </c:pt>
              </c:strCache>
            </c:strRef>
          </c:tx>
          <c:spPr>
            <a:solidFill>
              <a:schemeClr val="accent2"/>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2.4</c:v>
                </c:pt>
                <c:pt idx="1">
                  <c:v>4.4000000000000004</c:v>
                </c:pt>
                <c:pt idx="2">
                  <c:v>1.8</c:v>
                </c:pt>
                <c:pt idx="3">
                  <c:v>2.8</c:v>
                </c:pt>
                <c:pt idx="4">
                  <c:v>2.4</c:v>
                </c:pt>
                <c:pt idx="5">
                  <c:v>4.4000000000000004</c:v>
                </c:pt>
              </c:numCache>
            </c:numRef>
          </c:val>
          <c:extLst>
            <c:ext xmlns:c16="http://schemas.microsoft.com/office/drawing/2014/chart" uri="{C3380CC4-5D6E-409C-BE32-E72D297353CC}">
              <c16:uniqueId val="{00000001-D21A-4111-85F1-327395F62830}"/>
            </c:ext>
          </c:extLst>
        </c:ser>
        <c:ser>
          <c:idx val="2"/>
          <c:order val="2"/>
          <c:tx>
            <c:strRef>
              <c:f>Sheet1!$D$1</c:f>
              <c:strCache>
                <c:ptCount val="1"/>
                <c:pt idx="0">
                  <c:v>Series 3</c:v>
                </c:pt>
              </c:strCache>
            </c:strRef>
          </c:tx>
          <c:spPr>
            <a:solidFill>
              <a:schemeClr val="accent3"/>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6</c:v>
                </c:pt>
              </c:strCache>
            </c:strRef>
          </c:cat>
          <c:val>
            <c:numRef>
              <c:f>Sheet1!$D$2:$D$7</c:f>
              <c:numCache>
                <c:formatCode>General</c:formatCode>
                <c:ptCount val="6"/>
                <c:pt idx="0">
                  <c:v>2</c:v>
                </c:pt>
                <c:pt idx="1">
                  <c:v>2</c:v>
                </c:pt>
                <c:pt idx="2">
                  <c:v>3</c:v>
                </c:pt>
                <c:pt idx="3">
                  <c:v>5</c:v>
                </c:pt>
                <c:pt idx="4">
                  <c:v>2</c:v>
                </c:pt>
                <c:pt idx="5">
                  <c:v>2</c:v>
                </c:pt>
              </c:numCache>
            </c:numRef>
          </c:val>
          <c:extLst>
            <c:ext xmlns:c16="http://schemas.microsoft.com/office/drawing/2014/chart" uri="{C3380CC4-5D6E-409C-BE32-E72D297353CC}">
              <c16:uniqueId val="{00000002-D21A-4111-85F1-327395F62830}"/>
            </c:ext>
          </c:extLst>
        </c:ser>
        <c:dLbls>
          <c:showLegendKey val="0"/>
          <c:showVal val="0"/>
          <c:showCatName val="0"/>
          <c:showSerName val="0"/>
          <c:showPercent val="0"/>
          <c:showBubbleSize val="0"/>
        </c:dLbls>
        <c:gapWidth val="182"/>
        <c:axId val="1747105343"/>
        <c:axId val="2056187471"/>
      </c:barChart>
      <c:catAx>
        <c:axId val="17471053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2056187471"/>
        <c:crosses val="autoZero"/>
        <c:auto val="1"/>
        <c:lblAlgn val="ctr"/>
        <c:lblOffset val="100"/>
        <c:noMultiLvlLbl val="0"/>
      </c:catAx>
      <c:valAx>
        <c:axId val="205618747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747105343"/>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r>
              <a:rPr lang="en-ZA" sz="1200" b="1" dirty="0">
                <a:solidFill>
                  <a:schemeClr val="accent5">
                    <a:lumMod val="50000"/>
                  </a:schemeClr>
                </a:solidFill>
                <a:latin typeface="+mj-lt"/>
              </a:rPr>
              <a:t>Chart Title</a:t>
            </a:r>
          </a:p>
        </c:rich>
      </c:tx>
      <c:layout>
        <c:manualLayout>
          <c:xMode val="edge"/>
          <c:yMode val="edge"/>
          <c:x val="0"/>
          <c:y val="0"/>
        </c:manualLayout>
      </c:layout>
      <c:overlay val="0"/>
      <c:spPr>
        <a:noFill/>
        <a:ln>
          <a:noFill/>
        </a:ln>
        <a:effectLst/>
      </c:spPr>
      <c:txPr>
        <a:bodyPr rot="0" spcFirstLastPara="1" vertOverflow="ellipsis" vert="horz" wrap="square" anchor="ctr" anchorCtr="1"/>
        <a:lstStyle/>
        <a:p>
          <a:pPr algn="l">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F4D-4367-A8F3-D7BBF7508045}"/>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F4D-4367-A8F3-D7BBF7508045}"/>
            </c:ext>
          </c:extLst>
        </c:ser>
        <c:dLbls>
          <c:showLegendKey val="0"/>
          <c:showVal val="0"/>
          <c:showCatName val="0"/>
          <c:showSerName val="0"/>
          <c:showPercent val="0"/>
          <c:showBubbleSize val="0"/>
        </c:dLbls>
        <c:gapWidth val="219"/>
        <c:overlap val="100"/>
        <c:axId val="1758770143"/>
        <c:axId val="2067782223"/>
      </c:barChart>
      <c:lineChart>
        <c:grouping val="standard"/>
        <c:varyColors val="0"/>
        <c:ser>
          <c:idx val="2"/>
          <c:order val="2"/>
          <c:tx>
            <c:strRef>
              <c:f>Sheet1!$D$1</c:f>
              <c:strCache>
                <c:ptCount val="1"/>
                <c:pt idx="0">
                  <c:v>Series 3</c:v>
                </c:pt>
              </c:strCache>
            </c:strRef>
          </c:tx>
          <c:spPr>
            <a:ln w="28575" cap="rnd">
              <a:solidFill>
                <a:schemeClr val="accent5">
                  <a:lumMod val="20000"/>
                  <a:lumOff val="80000"/>
                </a:schemeClr>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CF4D-4367-A8F3-D7BBF7508045}"/>
            </c:ext>
          </c:extLst>
        </c:ser>
        <c:dLbls>
          <c:showLegendKey val="0"/>
          <c:showVal val="0"/>
          <c:showCatName val="0"/>
          <c:showSerName val="0"/>
          <c:showPercent val="0"/>
          <c:showBubbleSize val="0"/>
        </c:dLbls>
        <c:marker val="1"/>
        <c:smooth val="0"/>
        <c:axId val="1758770143"/>
        <c:axId val="2067782223"/>
      </c:lineChart>
      <c:catAx>
        <c:axId val="1758770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2067782223"/>
        <c:crosses val="autoZero"/>
        <c:auto val="1"/>
        <c:lblAlgn val="ctr"/>
        <c:lblOffset val="100"/>
        <c:noMultiLvlLbl val="0"/>
      </c:catAx>
      <c:valAx>
        <c:axId val="206778222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758770143"/>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mn-lt"/>
                <a:ea typeface="+mn-ea"/>
                <a:cs typeface="+mn-cs"/>
              </a:defRPr>
            </a:pPr>
            <a:r>
              <a:rPr lang="en-ZA" sz="1200" b="1" dirty="0">
                <a:solidFill>
                  <a:schemeClr val="accent5">
                    <a:lumMod val="50000"/>
                  </a:schemeClr>
                </a:solidFill>
                <a:latin typeface="+mj-lt"/>
              </a:rPr>
              <a:t>Chart Title</a:t>
            </a:r>
          </a:p>
        </c:rich>
      </c:tx>
      <c:layout>
        <c:manualLayout>
          <c:xMode val="edge"/>
          <c:yMode val="edge"/>
          <c:x val="0.41239217160367103"/>
          <c:y val="1.8532818532818532E-2"/>
        </c:manualLayout>
      </c:layout>
      <c:overlay val="0"/>
      <c:spPr>
        <a:noFill/>
        <a:ln>
          <a:noFill/>
        </a:ln>
        <a:effectLst/>
      </c:spPr>
      <c:txPr>
        <a:bodyPr rot="0" spcFirstLastPara="1" vertOverflow="ellipsis" vert="horz" wrap="square" anchor="ctr" anchorCtr="1"/>
        <a:lstStyle/>
        <a:p>
          <a:pPr algn="ct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areaChart>
        <c:grouping val="stacked"/>
        <c:varyColors val="0"/>
        <c:ser>
          <c:idx val="0"/>
          <c:order val="0"/>
          <c:tx>
            <c:strRef>
              <c:f>Sheet1!$B$1</c:f>
              <c:strCache>
                <c:ptCount val="1"/>
                <c:pt idx="0">
                  <c:v>Series 1</c:v>
                </c:pt>
              </c:strCache>
            </c:strRef>
          </c:tx>
          <c:spPr>
            <a:solidFill>
              <a:schemeClr val="accent1"/>
            </a:solidFill>
            <a:ln>
              <a:noFill/>
            </a:ln>
            <a:effectLst/>
          </c:spP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326-4A28-90E6-82D603498EF0}"/>
            </c:ext>
          </c:extLst>
        </c:ser>
        <c:ser>
          <c:idx val="1"/>
          <c:order val="1"/>
          <c:tx>
            <c:strRef>
              <c:f>Sheet1!$C$1</c:f>
              <c:strCache>
                <c:ptCount val="1"/>
                <c:pt idx="0">
                  <c:v>Series 2</c:v>
                </c:pt>
              </c:strCache>
            </c:strRef>
          </c:tx>
          <c:spPr>
            <a:solidFill>
              <a:srgbClr val="F2F5F8"/>
            </a:solidFill>
            <a:ln>
              <a:noFill/>
            </a:ln>
            <a:effectLst/>
          </c:spP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326-4A28-90E6-82D603498EF0}"/>
            </c:ext>
          </c:extLst>
        </c:ser>
        <c:dLbls>
          <c:showLegendKey val="0"/>
          <c:showVal val="0"/>
          <c:showCatName val="0"/>
          <c:showSerName val="0"/>
          <c:showPercent val="0"/>
          <c:showBubbleSize val="0"/>
        </c:dLbls>
        <c:dropLines>
          <c:spPr>
            <a:ln w="28575" cap="flat" cmpd="sng" algn="ctr">
              <a:solidFill>
                <a:schemeClr val="bg1"/>
              </a:solidFill>
              <a:round/>
            </a:ln>
            <a:effectLst/>
          </c:spPr>
        </c:dropLines>
        <c:axId val="1964258335"/>
        <c:axId val="2000996751"/>
      </c:areaChart>
      <c:barChart>
        <c:barDir val="col"/>
        <c:grouping val="clustered"/>
        <c:varyColors val="0"/>
        <c:ser>
          <c:idx val="2"/>
          <c:order val="2"/>
          <c:tx>
            <c:strRef>
              <c:f>Sheet1!$D$1</c:f>
              <c:strCache>
                <c:ptCount val="1"/>
                <c:pt idx="0">
                  <c:v>Series 3</c:v>
                </c:pt>
              </c:strCache>
            </c:strRef>
          </c:tx>
          <c:spPr>
            <a:solidFill>
              <a:schemeClr val="accent4"/>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326-4A28-90E6-82D603498EF0}"/>
            </c:ext>
          </c:extLst>
        </c:ser>
        <c:dLbls>
          <c:showLegendKey val="0"/>
          <c:showVal val="0"/>
          <c:showCatName val="0"/>
          <c:showSerName val="0"/>
          <c:showPercent val="0"/>
          <c:showBubbleSize val="0"/>
        </c:dLbls>
        <c:gapWidth val="219"/>
        <c:overlap val="-27"/>
        <c:axId val="1964258335"/>
        <c:axId val="2000996751"/>
      </c:barChart>
      <c:catAx>
        <c:axId val="196425833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2000996751"/>
        <c:crosses val="autoZero"/>
        <c:auto val="1"/>
        <c:lblAlgn val="ctr"/>
        <c:lblOffset val="100"/>
        <c:noMultiLvlLbl val="0"/>
      </c:catAx>
      <c:valAx>
        <c:axId val="20009967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964258335"/>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solidFill>
        <a:schemeClr val="tx1"/>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1" i="0" u="none" strike="noStrike" kern="1200" spc="0" baseline="0">
              <a:solidFill>
                <a:schemeClr val="accent5">
                  <a:lumMod val="50000"/>
                </a:schemeClr>
              </a:solidFill>
              <a:latin typeface="+mj-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5C8-4F17-9B77-8A8396C7402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5C8-4F17-9B77-8A8396C7402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5C8-4F17-9B77-8A8396C7402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5C8-4F17-9B77-8A8396C74021}"/>
              </c:ext>
            </c:extLst>
          </c:dPt>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95A-4E0D-9AD9-9ABDD1C6A657}"/>
            </c:ext>
          </c:extLst>
        </c:ser>
        <c:dLbls>
          <c:showLegendKey val="0"/>
          <c:showVal val="1"/>
          <c:showCatName val="0"/>
          <c:showSerName val="0"/>
          <c:showPercent val="0"/>
          <c:showBubbleSize val="0"/>
          <c:showLeaderLines val="1"/>
        </c:dLbls>
        <c:firstSliceAng val="0"/>
        <c:holeSize val="47"/>
      </c:doughnutChart>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3"/>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solidFill>
        <a:schemeClr val="tx1"/>
      </a:solid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E46-4158-9824-B37878BB9969}"/>
            </c:ext>
          </c:extLst>
        </c:ser>
        <c:ser>
          <c:idx val="1"/>
          <c:order val="1"/>
          <c:tx>
            <c:strRef>
              <c:f>Sheet1!$C$1</c:f>
              <c:strCache>
                <c:ptCount val="1"/>
                <c:pt idx="0">
                  <c:v>Series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accent5">
                        <a:lumMod val="60000"/>
                        <a:lumOff val="4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E46-4158-9824-B37878BB9969}"/>
            </c:ext>
          </c:extLst>
        </c:ser>
        <c:ser>
          <c:idx val="2"/>
          <c:order val="2"/>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E46-4158-9824-B37878BB9969}"/>
            </c:ext>
          </c:extLst>
        </c:ser>
        <c:dLbls>
          <c:showLegendKey val="0"/>
          <c:showVal val="0"/>
          <c:showCatName val="0"/>
          <c:showSerName val="0"/>
          <c:showPercent val="0"/>
          <c:showBubbleSize val="0"/>
        </c:dLbls>
        <c:marker val="1"/>
        <c:smooth val="0"/>
        <c:axId val="1731177151"/>
        <c:axId val="1960938031"/>
      </c:lineChart>
      <c:catAx>
        <c:axId val="17311771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1960938031"/>
        <c:crosses val="autoZero"/>
        <c:auto val="1"/>
        <c:lblAlgn val="ctr"/>
        <c:lblOffset val="100"/>
        <c:noMultiLvlLbl val="0"/>
      </c:catAx>
      <c:valAx>
        <c:axId val="1960938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731177151"/>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solidFill>
        <a:schemeClr val="tx1"/>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Sheet1!$B$1</c:f>
              <c:strCache>
                <c:ptCount val="1"/>
                <c:pt idx="0">
                  <c:v>Series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9FA2-444D-9BB7-105A2E6AF38F}"/>
            </c:ext>
          </c:extLst>
        </c:ser>
        <c:ser>
          <c:idx val="1"/>
          <c:order val="1"/>
          <c:tx>
            <c:strRef>
              <c:f>Sheet1!$C$1</c:f>
              <c:strCache>
                <c:ptCount val="1"/>
                <c:pt idx="0">
                  <c:v>Series 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9FA2-444D-9BB7-105A2E6AF38F}"/>
            </c:ext>
          </c:extLst>
        </c:ser>
        <c:ser>
          <c:idx val="2"/>
          <c:order val="2"/>
          <c:tx>
            <c:strRef>
              <c:f>Sheet1!$D$1</c:f>
              <c:strCache>
                <c:ptCount val="1"/>
                <c:pt idx="0">
                  <c:v>Series 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9FA2-444D-9BB7-105A2E6AF38F}"/>
            </c:ext>
          </c:extLst>
        </c:ser>
        <c:dLbls>
          <c:showLegendKey val="0"/>
          <c:showVal val="0"/>
          <c:showCatName val="0"/>
          <c:showSerName val="0"/>
          <c:showPercent val="0"/>
          <c:showBubbleSize val="0"/>
        </c:dLbls>
        <c:marker val="1"/>
        <c:smooth val="0"/>
        <c:axId val="1731879263"/>
        <c:axId val="1733585983"/>
      </c:lineChart>
      <c:catAx>
        <c:axId val="17318792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1733585983"/>
        <c:crosses val="autoZero"/>
        <c:auto val="1"/>
        <c:lblAlgn val="ctr"/>
        <c:lblOffset val="100"/>
        <c:noMultiLvlLbl val="0"/>
      </c:catAx>
      <c:valAx>
        <c:axId val="17335859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731879263"/>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w="6350">
      <a:solidFill>
        <a:schemeClr val="tx1"/>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7089797914485727E-3"/>
          <c:y val="0"/>
        </c:manualLayout>
      </c:layout>
      <c:overlay val="0"/>
      <c:spPr>
        <a:noFill/>
        <a:ln>
          <a:noFill/>
        </a:ln>
        <a:effectLst/>
      </c:spPr>
      <c:txPr>
        <a:bodyPr rot="0" spcFirstLastPara="1" vertOverflow="ellipsis" vert="horz" wrap="square" anchor="ctr" anchorCtr="1"/>
        <a:lstStyle/>
        <a:p>
          <a:pPr algn="l">
            <a:defRPr sz="1100" b="1" i="0" u="none" strike="noStrike" kern="1200" spc="0" baseline="0">
              <a:solidFill>
                <a:schemeClr val="accent5">
                  <a:lumMod val="50000"/>
                </a:schemeClr>
              </a:solidFill>
              <a:latin typeface="+mj-lt"/>
              <a:ea typeface="+mn-ea"/>
              <a:cs typeface="+mn-cs"/>
            </a:defRPr>
          </a:pPr>
          <a:endParaRPr lang="en-US"/>
        </a:p>
      </c:txPr>
    </c:title>
    <c:autoTitleDeleted val="0"/>
    <c:plotArea>
      <c:layout/>
      <c:barChart>
        <c:barDir val="col"/>
        <c:grouping val="percentStacked"/>
        <c:varyColors val="0"/>
        <c:ser>
          <c:idx val="0"/>
          <c:order val="0"/>
          <c:tx>
            <c:strRef>
              <c:f>Sheet1!$B$1</c:f>
              <c:strCache>
                <c:ptCount val="1"/>
                <c:pt idx="0">
                  <c:v>Series 1</c:v>
                </c:pt>
              </c:strCache>
            </c:strRef>
          </c:tx>
          <c:spPr>
            <a:solidFill>
              <a:schemeClr val="accent1"/>
            </a:solidFill>
            <a:ln w="1905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2">
                        <a:lumMod val="10000"/>
                        <a:lumOff val="9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025-4B9A-8528-2135299FD6A6}"/>
            </c:ext>
          </c:extLst>
        </c:ser>
        <c:ser>
          <c:idx val="1"/>
          <c:order val="1"/>
          <c:tx>
            <c:strRef>
              <c:f>Sheet1!$C$1</c:f>
              <c:strCache>
                <c:ptCount val="1"/>
                <c:pt idx="0">
                  <c:v>Series 2</c:v>
                </c:pt>
              </c:strCache>
            </c:strRef>
          </c:tx>
          <c:spPr>
            <a:solidFill>
              <a:schemeClr val="accent2"/>
            </a:solidFill>
            <a:ln w="1905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2">
                        <a:lumMod val="20000"/>
                        <a:lumOff val="8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025-4B9A-8528-2135299FD6A6}"/>
            </c:ext>
          </c:extLst>
        </c:ser>
        <c:ser>
          <c:idx val="2"/>
          <c:order val="2"/>
          <c:tx>
            <c:strRef>
              <c:f>Sheet1!$D$1</c:f>
              <c:strCache>
                <c:ptCount val="1"/>
                <c:pt idx="0">
                  <c:v>Series 3</c:v>
                </c:pt>
              </c:strCache>
            </c:strRef>
          </c:tx>
          <c:spPr>
            <a:solidFill>
              <a:schemeClr val="accent3"/>
            </a:solidFill>
            <a:ln w="19050">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lumMod val="20000"/>
                        <a:lumOff val="8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025-4B9A-8528-2135299FD6A6}"/>
            </c:ext>
          </c:extLst>
        </c:ser>
        <c:dLbls>
          <c:dLblPos val="ctr"/>
          <c:showLegendKey val="0"/>
          <c:showVal val="1"/>
          <c:showCatName val="0"/>
          <c:showSerName val="0"/>
          <c:showPercent val="0"/>
          <c:showBubbleSize val="0"/>
        </c:dLbls>
        <c:gapWidth val="150"/>
        <c:overlap val="100"/>
        <c:axId val="1964266975"/>
        <c:axId val="1569451727"/>
      </c:barChart>
      <c:catAx>
        <c:axId val="19642669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1569451727"/>
        <c:crosses val="autoZero"/>
        <c:auto val="1"/>
        <c:lblAlgn val="ctr"/>
        <c:lblOffset val="100"/>
        <c:noMultiLvlLbl val="0"/>
      </c:catAx>
      <c:valAx>
        <c:axId val="156945172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964266975"/>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ayout>
        <c:manualLayout>
          <c:xMode val="edge"/>
          <c:yMode val="edge"/>
          <c:x val="0"/>
          <c:y val="0.94248682774563775"/>
          <c:w val="0.28099070150620503"/>
          <c:h val="5.7001200245631656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100" b="1" dirty="0">
                <a:solidFill>
                  <a:schemeClr val="accent5">
                    <a:lumMod val="50000"/>
                  </a:schemeClr>
                </a:solidFill>
                <a:latin typeface="+mj-lt"/>
              </a:rPr>
              <a:t>Sales</a:t>
            </a:r>
          </a:p>
        </c:rich>
      </c:tx>
      <c:layout>
        <c:manualLayout>
          <c:xMode val="edge"/>
          <c:yMode val="edge"/>
          <c:x val="0.47007499844095146"/>
          <c:y val="4.5757869212560316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w="57150">
              <a:solidFill>
                <a:srgbClr val="F2F5F8"/>
              </a:solidFill>
            </a:ln>
          </c:spPr>
          <c:dPt>
            <c:idx val="0"/>
            <c:bubble3D val="0"/>
            <c:spPr>
              <a:solidFill>
                <a:schemeClr val="accent1"/>
              </a:solidFill>
              <a:ln w="57150">
                <a:solidFill>
                  <a:srgbClr val="F2F5F8"/>
                </a:solidFill>
              </a:ln>
              <a:effectLst/>
            </c:spPr>
            <c:extLst>
              <c:ext xmlns:c16="http://schemas.microsoft.com/office/drawing/2014/chart" uri="{C3380CC4-5D6E-409C-BE32-E72D297353CC}">
                <c16:uniqueId val="{00000001-E766-4446-A940-B8A3B2E3583C}"/>
              </c:ext>
            </c:extLst>
          </c:dPt>
          <c:dPt>
            <c:idx val="1"/>
            <c:bubble3D val="0"/>
            <c:spPr>
              <a:solidFill>
                <a:schemeClr val="accent2"/>
              </a:solidFill>
              <a:ln w="57150">
                <a:solidFill>
                  <a:srgbClr val="F2F5F8"/>
                </a:solidFill>
              </a:ln>
              <a:effectLst/>
            </c:spPr>
            <c:extLst>
              <c:ext xmlns:c16="http://schemas.microsoft.com/office/drawing/2014/chart" uri="{C3380CC4-5D6E-409C-BE32-E72D297353CC}">
                <c16:uniqueId val="{00000003-E766-4446-A940-B8A3B2E3583C}"/>
              </c:ext>
            </c:extLst>
          </c:dPt>
          <c:dPt>
            <c:idx val="2"/>
            <c:bubble3D val="0"/>
            <c:spPr>
              <a:solidFill>
                <a:schemeClr val="accent3"/>
              </a:solidFill>
              <a:ln w="57150">
                <a:solidFill>
                  <a:srgbClr val="F2F5F8"/>
                </a:solidFill>
              </a:ln>
              <a:effectLst/>
            </c:spPr>
            <c:extLst>
              <c:ext xmlns:c16="http://schemas.microsoft.com/office/drawing/2014/chart" uri="{C3380CC4-5D6E-409C-BE32-E72D297353CC}">
                <c16:uniqueId val="{00000005-E766-4446-A940-B8A3B2E3583C}"/>
              </c:ext>
            </c:extLst>
          </c:dPt>
          <c:dPt>
            <c:idx val="3"/>
            <c:bubble3D val="0"/>
            <c:spPr>
              <a:solidFill>
                <a:schemeClr val="accent4"/>
              </a:solidFill>
              <a:ln w="57150">
                <a:solidFill>
                  <a:srgbClr val="F2F5F8"/>
                </a:solidFill>
              </a:ln>
              <a:effectLst/>
            </c:spPr>
            <c:extLst>
              <c:ext xmlns:c16="http://schemas.microsoft.com/office/drawing/2014/chart" uri="{C3380CC4-5D6E-409C-BE32-E72D297353CC}">
                <c16:uniqueId val="{00000007-E766-4446-A940-B8A3B2E3583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Label</c:v>
                </c:pt>
                <c:pt idx="1">
                  <c:v>2nd Label</c:v>
                </c:pt>
                <c:pt idx="2">
                  <c:v>3rd Label</c:v>
                </c:pt>
                <c:pt idx="3">
                  <c:v>4th Label</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9B4E-47F2-9003-7F91A7539E87}"/>
            </c:ext>
          </c:extLst>
        </c:ser>
        <c:dLbls>
          <c:showLegendKey val="0"/>
          <c:showVal val="1"/>
          <c:showCatName val="0"/>
          <c:showSerName val="0"/>
          <c:showPercent val="0"/>
          <c:showBubbleSize val="0"/>
          <c:showLeaderLines val="1"/>
        </c:dLbls>
        <c:firstSliceAng val="180"/>
        <c:holeSize val="50"/>
      </c:doughnutChart>
      <c:spPr>
        <a:noFill/>
        <a:ln>
          <a:noFill/>
        </a:ln>
        <a:effectLst/>
      </c:spPr>
    </c:plotArea>
    <c:legend>
      <c:legendPos val="b"/>
      <c:legendEntry>
        <c:idx val="0"/>
        <c:txPr>
          <a:bodyPr rot="0" spcFirstLastPara="1" vertOverflow="ellipsis" vert="horz" wrap="square" anchor="ctr" anchorCtr="1"/>
          <a:lstStyle/>
          <a:p>
            <a:pPr>
              <a:defRPr sz="1200" b="0" i="0" u="none" strike="noStrike" kern="1200" baseline="0">
                <a:solidFill>
                  <a:schemeClr val="accent5"/>
                </a:solidFill>
                <a:latin typeface="+mn-lt"/>
                <a:ea typeface="+mn-ea"/>
                <a:cs typeface="+mn-cs"/>
              </a:defRPr>
            </a:pPr>
            <a:endParaRPr lang="en-US"/>
          </a:p>
        </c:txPr>
      </c:legendEntry>
      <c:legendEntry>
        <c:idx val="1"/>
        <c:txPr>
          <a:bodyPr rot="0" spcFirstLastPara="1" vertOverflow="ellipsis" vert="horz" wrap="square" anchor="ctr" anchorCtr="1"/>
          <a:lstStyle/>
          <a:p>
            <a:pPr>
              <a:defRPr sz="1197" b="0" i="0" u="none" strike="noStrike" kern="1200" baseline="0">
                <a:solidFill>
                  <a:schemeClr val="accent5"/>
                </a:solidFill>
                <a:latin typeface="+mn-lt"/>
                <a:ea typeface="+mn-ea"/>
                <a:cs typeface="+mn-cs"/>
              </a:defRPr>
            </a:pPr>
            <a:endParaRPr lang="en-US"/>
          </a:p>
        </c:txPr>
      </c:legendEntry>
      <c:legendEntry>
        <c:idx val="2"/>
        <c:txPr>
          <a:bodyPr rot="0" spcFirstLastPara="1" vertOverflow="ellipsis" vert="horz" wrap="square" anchor="ctr" anchorCtr="1"/>
          <a:lstStyle/>
          <a:p>
            <a:pPr>
              <a:defRPr sz="1197" b="0" i="0" u="none" strike="noStrike" kern="1200" baseline="0">
                <a:solidFill>
                  <a:schemeClr val="accent5"/>
                </a:solidFill>
                <a:latin typeface="+mn-lt"/>
                <a:ea typeface="+mn-ea"/>
                <a:cs typeface="+mn-cs"/>
              </a:defRPr>
            </a:pPr>
            <a:endParaRPr lang="en-US"/>
          </a:p>
        </c:txPr>
      </c:legendEntry>
      <c:legendEntry>
        <c:idx val="3"/>
        <c:txPr>
          <a:bodyPr rot="0" spcFirstLastPara="1" vertOverflow="ellipsis" vert="horz" wrap="square" anchor="ctr" anchorCtr="1"/>
          <a:lstStyle/>
          <a:p>
            <a:pPr>
              <a:defRPr sz="1197" b="0" i="0" u="none" strike="noStrike" kern="1200" baseline="0">
                <a:solidFill>
                  <a:schemeClr val="accent5"/>
                </a:solidFill>
                <a:latin typeface="+mn-lt"/>
                <a:ea typeface="+mn-ea"/>
                <a:cs typeface="+mn-cs"/>
              </a:defRPr>
            </a:pPr>
            <a:endParaRPr lang="en-US"/>
          </a:p>
        </c:txPr>
      </c:legendEntry>
      <c:layout>
        <c:manualLayout>
          <c:xMode val="edge"/>
          <c:yMode val="edge"/>
          <c:x val="0.26690688049154337"/>
          <c:y val="0.89957789066231209"/>
          <c:w val="0.46618610772861396"/>
          <c:h val="5.212213627998531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rgbClr val="F2F5F8"/>
    </a:solid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826476254869973"/>
          <c:y val="2.6836634838136001E-3"/>
          <c:w val="0.8633942620448809"/>
          <c:h val="0.61919766069069049"/>
        </c:manualLayout>
      </c:layout>
      <c:barChart>
        <c:barDir val="col"/>
        <c:grouping val="clustered"/>
        <c:varyColors val="0"/>
        <c:ser>
          <c:idx val="0"/>
          <c:order val="0"/>
          <c:tx>
            <c:strRef>
              <c:f>Sheet1!$B$1</c:f>
              <c:strCache>
                <c:ptCount val="1"/>
                <c:pt idx="0">
                  <c:v>Your Title 1</c:v>
                </c:pt>
              </c:strCache>
            </c:strRef>
          </c:tx>
          <c:spPr>
            <a:solidFill>
              <a:schemeClr val="accent1"/>
            </a:solidFill>
            <a:ln>
              <a:noFill/>
            </a:ln>
            <a:effectLst/>
          </c:spPr>
          <c:invertIfNegative val="0"/>
          <c:dLbls>
            <c:delete val="1"/>
          </c:dLbls>
          <c:cat>
            <c:strRef>
              <c:f>Sheet1!$A$2:$A$3</c:f>
              <c:strCache>
                <c:ptCount val="2"/>
                <c:pt idx="0">
                  <c:v>BRAND ONE</c:v>
                </c:pt>
                <c:pt idx="1">
                  <c:v>BRAND TWO</c:v>
                </c:pt>
              </c:strCache>
            </c:strRef>
          </c:cat>
          <c:val>
            <c:numRef>
              <c:f>Sheet1!$B$2:$B$3</c:f>
              <c:numCache>
                <c:formatCode>General</c:formatCode>
                <c:ptCount val="2"/>
                <c:pt idx="0">
                  <c:v>4.3</c:v>
                </c:pt>
                <c:pt idx="1">
                  <c:v>2.5</c:v>
                </c:pt>
              </c:numCache>
            </c:numRef>
          </c:val>
          <c:extLst>
            <c:ext xmlns:c16="http://schemas.microsoft.com/office/drawing/2014/chart" uri="{C3380CC4-5D6E-409C-BE32-E72D297353CC}">
              <c16:uniqueId val="{00000000-A226-4241-8C48-24D17D0FB705}"/>
            </c:ext>
          </c:extLst>
        </c:ser>
        <c:ser>
          <c:idx val="1"/>
          <c:order val="1"/>
          <c:tx>
            <c:strRef>
              <c:f>Sheet1!$C$1</c:f>
              <c:strCache>
                <c:ptCount val="1"/>
                <c:pt idx="0">
                  <c:v>Your Title 2</c:v>
                </c:pt>
              </c:strCache>
            </c:strRef>
          </c:tx>
          <c:spPr>
            <a:solidFill>
              <a:schemeClr val="accent2"/>
            </a:solidFill>
            <a:ln>
              <a:noFill/>
            </a:ln>
            <a:effectLst/>
          </c:spPr>
          <c:invertIfNegative val="0"/>
          <c:dLbls>
            <c:delete val="1"/>
          </c:dLbls>
          <c:cat>
            <c:strRef>
              <c:f>Sheet1!$A$2:$A$3</c:f>
              <c:strCache>
                <c:ptCount val="2"/>
                <c:pt idx="0">
                  <c:v>BRAND ONE</c:v>
                </c:pt>
                <c:pt idx="1">
                  <c:v>BRAND TWO</c:v>
                </c:pt>
              </c:strCache>
            </c:strRef>
          </c:cat>
          <c:val>
            <c:numRef>
              <c:f>Sheet1!$C$2:$C$3</c:f>
              <c:numCache>
                <c:formatCode>General</c:formatCode>
                <c:ptCount val="2"/>
                <c:pt idx="0">
                  <c:v>2.4</c:v>
                </c:pt>
                <c:pt idx="1">
                  <c:v>4.4000000000000004</c:v>
                </c:pt>
              </c:numCache>
            </c:numRef>
          </c:val>
          <c:extLst>
            <c:ext xmlns:c16="http://schemas.microsoft.com/office/drawing/2014/chart" uri="{C3380CC4-5D6E-409C-BE32-E72D297353CC}">
              <c16:uniqueId val="{00000001-A226-4241-8C48-24D17D0FB705}"/>
            </c:ext>
          </c:extLst>
        </c:ser>
        <c:ser>
          <c:idx val="2"/>
          <c:order val="2"/>
          <c:tx>
            <c:strRef>
              <c:f>Sheet1!$D$1</c:f>
              <c:strCache>
                <c:ptCount val="1"/>
                <c:pt idx="0">
                  <c:v>Your Title 3</c:v>
                </c:pt>
              </c:strCache>
            </c:strRef>
          </c:tx>
          <c:spPr>
            <a:solidFill>
              <a:schemeClr val="accent3"/>
            </a:solidFill>
            <a:ln>
              <a:noFill/>
            </a:ln>
            <a:effectLst/>
          </c:spPr>
          <c:invertIfNegative val="0"/>
          <c:dLbls>
            <c:delete val="1"/>
          </c:dLbls>
          <c:cat>
            <c:strRef>
              <c:f>Sheet1!$A$2:$A$3</c:f>
              <c:strCache>
                <c:ptCount val="2"/>
                <c:pt idx="0">
                  <c:v>BRAND ONE</c:v>
                </c:pt>
                <c:pt idx="1">
                  <c:v>BRAND TWO</c:v>
                </c:pt>
              </c:strCache>
            </c:strRef>
          </c:cat>
          <c:val>
            <c:numRef>
              <c:f>Sheet1!$D$2:$D$3</c:f>
              <c:numCache>
                <c:formatCode>General</c:formatCode>
                <c:ptCount val="2"/>
                <c:pt idx="0">
                  <c:v>2</c:v>
                </c:pt>
                <c:pt idx="1">
                  <c:v>2</c:v>
                </c:pt>
              </c:numCache>
            </c:numRef>
          </c:val>
          <c:extLst>
            <c:ext xmlns:c16="http://schemas.microsoft.com/office/drawing/2014/chart" uri="{C3380CC4-5D6E-409C-BE32-E72D297353CC}">
              <c16:uniqueId val="{00000002-A226-4241-8C48-24D17D0FB705}"/>
            </c:ext>
          </c:extLst>
        </c:ser>
        <c:ser>
          <c:idx val="3"/>
          <c:order val="3"/>
          <c:tx>
            <c:strRef>
              <c:f>Sheet1!$E$1</c:f>
              <c:strCache>
                <c:ptCount val="1"/>
                <c:pt idx="0">
                  <c:v>Your Title 4</c:v>
                </c:pt>
              </c:strCache>
            </c:strRef>
          </c:tx>
          <c:spPr>
            <a:solidFill>
              <a:schemeClr val="accent4"/>
            </a:solidFill>
            <a:ln>
              <a:noFill/>
            </a:ln>
            <a:effectLst/>
          </c:spPr>
          <c:invertIfNegative val="0"/>
          <c:dLbls>
            <c:delete val="1"/>
          </c:dLbls>
          <c:cat>
            <c:strRef>
              <c:f>Sheet1!$A$2:$A$3</c:f>
              <c:strCache>
                <c:ptCount val="2"/>
                <c:pt idx="0">
                  <c:v>BRAND ONE</c:v>
                </c:pt>
                <c:pt idx="1">
                  <c:v>BRAND TWO</c:v>
                </c:pt>
              </c:strCache>
            </c:strRef>
          </c:cat>
          <c:val>
            <c:numRef>
              <c:f>Sheet1!$E$2:$E$3</c:f>
              <c:numCache>
                <c:formatCode>General</c:formatCode>
                <c:ptCount val="2"/>
                <c:pt idx="0">
                  <c:v>4.3</c:v>
                </c:pt>
                <c:pt idx="1">
                  <c:v>2.5</c:v>
                </c:pt>
              </c:numCache>
            </c:numRef>
          </c:val>
          <c:extLst>
            <c:ext xmlns:c16="http://schemas.microsoft.com/office/drawing/2014/chart" uri="{C3380CC4-5D6E-409C-BE32-E72D297353CC}">
              <c16:uniqueId val="{00000003-A226-4241-8C48-24D17D0FB705}"/>
            </c:ext>
          </c:extLst>
        </c:ser>
        <c:ser>
          <c:idx val="4"/>
          <c:order val="4"/>
          <c:tx>
            <c:strRef>
              <c:f>Sheet1!$F$1</c:f>
              <c:strCache>
                <c:ptCount val="1"/>
                <c:pt idx="0">
                  <c:v>Your Title 5</c:v>
                </c:pt>
              </c:strCache>
            </c:strRef>
          </c:tx>
          <c:spPr>
            <a:solidFill>
              <a:schemeClr val="accent5"/>
            </a:solidFill>
            <a:ln>
              <a:noFill/>
            </a:ln>
            <a:effectLst/>
          </c:spPr>
          <c:invertIfNegative val="0"/>
          <c:dLbls>
            <c:delete val="1"/>
          </c:dLbls>
          <c:cat>
            <c:strRef>
              <c:f>Sheet1!$A$2:$A$3</c:f>
              <c:strCache>
                <c:ptCount val="2"/>
                <c:pt idx="0">
                  <c:v>BRAND ONE</c:v>
                </c:pt>
                <c:pt idx="1">
                  <c:v>BRAND TWO</c:v>
                </c:pt>
              </c:strCache>
            </c:strRef>
          </c:cat>
          <c:val>
            <c:numRef>
              <c:f>Sheet1!$F$2:$F$3</c:f>
              <c:numCache>
                <c:formatCode>General</c:formatCode>
                <c:ptCount val="2"/>
                <c:pt idx="0">
                  <c:v>2</c:v>
                </c:pt>
                <c:pt idx="1">
                  <c:v>6</c:v>
                </c:pt>
              </c:numCache>
            </c:numRef>
          </c:val>
          <c:extLst>
            <c:ext xmlns:c16="http://schemas.microsoft.com/office/drawing/2014/chart" uri="{C3380CC4-5D6E-409C-BE32-E72D297353CC}">
              <c16:uniqueId val="{00000004-A226-4241-8C48-24D17D0FB705}"/>
            </c:ext>
          </c:extLst>
        </c:ser>
        <c:ser>
          <c:idx val="5"/>
          <c:order val="5"/>
          <c:tx>
            <c:strRef>
              <c:f>Sheet1!$G$1</c:f>
              <c:strCache>
                <c:ptCount val="1"/>
                <c:pt idx="0">
                  <c:v>Your Title 6</c:v>
                </c:pt>
              </c:strCache>
            </c:strRef>
          </c:tx>
          <c:spPr>
            <a:solidFill>
              <a:schemeClr val="accent6"/>
            </a:solidFill>
            <a:ln>
              <a:noFill/>
            </a:ln>
            <a:effectLst/>
          </c:spPr>
          <c:invertIfNegative val="0"/>
          <c:dLbls>
            <c:delete val="1"/>
          </c:dLbls>
          <c:cat>
            <c:strRef>
              <c:f>Sheet1!$A$2:$A$3</c:f>
              <c:strCache>
                <c:ptCount val="2"/>
                <c:pt idx="0">
                  <c:v>BRAND ONE</c:v>
                </c:pt>
                <c:pt idx="1">
                  <c:v>BRAND TWO</c:v>
                </c:pt>
              </c:strCache>
            </c:strRef>
          </c:cat>
          <c:val>
            <c:numRef>
              <c:f>Sheet1!$G$2:$G$3</c:f>
              <c:numCache>
                <c:formatCode>General</c:formatCode>
                <c:ptCount val="2"/>
                <c:pt idx="0">
                  <c:v>2.4</c:v>
                </c:pt>
                <c:pt idx="1">
                  <c:v>4.4000000000000004</c:v>
                </c:pt>
              </c:numCache>
            </c:numRef>
          </c:val>
          <c:extLst>
            <c:ext xmlns:c16="http://schemas.microsoft.com/office/drawing/2014/chart" uri="{C3380CC4-5D6E-409C-BE32-E72D297353CC}">
              <c16:uniqueId val="{00000005-A226-4241-8C48-24D17D0FB705}"/>
            </c:ext>
          </c:extLst>
        </c:ser>
        <c:dLbls>
          <c:dLblPos val="outEnd"/>
          <c:showLegendKey val="0"/>
          <c:showVal val="1"/>
          <c:showCatName val="0"/>
          <c:showSerName val="0"/>
          <c:showPercent val="0"/>
          <c:showBubbleSize val="0"/>
        </c:dLbls>
        <c:gapWidth val="444"/>
        <c:overlap val="-90"/>
        <c:axId val="1145745712"/>
        <c:axId val="1298762624"/>
      </c:barChart>
      <c:catAx>
        <c:axId val="1145745712"/>
        <c:scaling>
          <c:orientation val="minMax"/>
        </c:scaling>
        <c:delete val="0"/>
        <c:axPos val="b"/>
        <c:majorGridlines>
          <c:spPr>
            <a:ln w="9525" cap="flat" cmpd="sng" algn="ctr">
              <a:solidFill>
                <a:schemeClr val="accent5">
                  <a:lumMod val="60000"/>
                  <a:lumOff val="40000"/>
                </a:schemeClr>
              </a:solidFill>
              <a:round/>
            </a:ln>
            <a:effectLst/>
          </c:spPr>
        </c:majorGridlines>
        <c:numFmt formatCode="General" sourceLinked="1"/>
        <c:majorTickMark val="none"/>
        <c:minorTickMark val="none"/>
        <c:tickLblPos val="nextTo"/>
        <c:spPr>
          <a:noFill/>
          <a:ln w="9525" cap="flat" cmpd="sng" algn="ctr">
            <a:solidFill>
              <a:schemeClr val="accent5">
                <a:lumMod val="60000"/>
                <a:lumOff val="40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tx1">
                    <a:lumMod val="65000"/>
                    <a:lumOff val="35000"/>
                  </a:schemeClr>
                </a:solidFill>
                <a:latin typeface="+mn-lt"/>
                <a:ea typeface="+mn-ea"/>
                <a:cs typeface="+mn-cs"/>
              </a:defRPr>
            </a:pPr>
            <a:endParaRPr lang="en-US"/>
          </a:p>
        </c:txPr>
        <c:crossAx val="1298762624"/>
        <c:crosses val="autoZero"/>
        <c:auto val="1"/>
        <c:lblAlgn val="ctr"/>
        <c:lblOffset val="100"/>
        <c:noMultiLvlLbl val="0"/>
      </c:catAx>
      <c:valAx>
        <c:axId val="1298762624"/>
        <c:scaling>
          <c:orientation val="minMax"/>
        </c:scaling>
        <c:delete val="1"/>
        <c:axPos val="l"/>
        <c:title>
          <c:layout>
            <c:manualLayout>
              <c:xMode val="edge"/>
              <c:yMode val="edge"/>
              <c:x val="9.6706961233847435E-2"/>
              <c:y val="0.40095073533436021"/>
            </c:manualLayout>
          </c:layout>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crossAx val="1145745712"/>
        <c:crosses val="autoZero"/>
        <c:crossBetween val="between"/>
      </c:valAx>
      <c:dTable>
        <c:showHorzBorder val="0"/>
        <c:showVertBorder val="1"/>
        <c:showOutline val="0"/>
        <c:showKeys val="1"/>
        <c:spPr>
          <a:noFill/>
          <a:ln w="9525">
            <a:solidFill>
              <a:schemeClr val="bg1"/>
            </a:solidFill>
          </a:ln>
          <a:effectLst/>
        </c:spPr>
        <c:txPr>
          <a:bodyPr rot="0" spcFirstLastPara="1" vertOverflow="ellipsis" vert="horz" wrap="square" anchor="ctr" anchorCtr="1"/>
          <a:lstStyle/>
          <a:p>
            <a:pPr rtl="0">
              <a:defRPr sz="1100" b="0" i="0" u="none" strike="noStrike" kern="1200" baseline="0">
                <a:solidFill>
                  <a:schemeClr val="accent5">
                    <a:lumMod val="50000"/>
                  </a:schemeClr>
                </a:solidFill>
                <a:latin typeface="+mn-lt"/>
                <a:ea typeface="+mn-ea"/>
                <a:cs typeface="+mn-cs"/>
              </a:defRPr>
            </a:pPr>
            <a:endParaRPr lang="en-US"/>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5">
          <a:lumMod val="60000"/>
          <a:lumOff val="40000"/>
        </a:schemeClr>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0444509359214633E-4"/>
          <c:y val="0"/>
        </c:manualLayout>
      </c:layout>
      <c:overlay val="0"/>
      <c:spPr>
        <a:noFill/>
        <a:ln>
          <a:noFill/>
        </a:ln>
        <a:effectLst/>
      </c:spPr>
      <c:txPr>
        <a:bodyPr rot="0" spcFirstLastPara="1" vertOverflow="ellipsis" vert="horz" wrap="square" anchor="ctr" anchorCtr="1"/>
        <a:lstStyle/>
        <a:p>
          <a:pPr algn="l">
            <a:defRPr sz="1400" b="1" i="0" u="none" strike="noStrike" kern="1200" spc="0" baseline="0">
              <a:solidFill>
                <a:schemeClr val="accent5">
                  <a:lumMod val="50000"/>
                </a:schemeClr>
              </a:solidFill>
              <a:latin typeface="+mj-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4"/>
              </a:solidFill>
              <a:round/>
            </a:ln>
            <a:effectLst/>
          </c:spPr>
          <c:marker>
            <c:symbol val="circle"/>
            <c:size val="3"/>
            <c:spPr>
              <a:solidFill>
                <a:schemeClr val="accent1"/>
              </a:solidFill>
              <a:ln w="38100">
                <a:solidFill>
                  <a:schemeClr val="accent4"/>
                </a:solidFill>
              </a:ln>
              <a:effectLst/>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1"/>
          <c:extLst>
            <c:ext xmlns:c16="http://schemas.microsoft.com/office/drawing/2014/chart" uri="{C3380CC4-5D6E-409C-BE32-E72D297353CC}">
              <c16:uniqueId val="{00000000-71B4-4DBE-8126-DEBD98CE1E05}"/>
            </c:ext>
          </c:extLst>
        </c:ser>
        <c:ser>
          <c:idx val="1"/>
          <c:order val="1"/>
          <c:tx>
            <c:strRef>
              <c:f>Sheet1!$C$1</c:f>
              <c:strCache>
                <c:ptCount val="1"/>
                <c:pt idx="0">
                  <c:v>Series 2</c:v>
                </c:pt>
              </c:strCache>
            </c:strRef>
          </c:tx>
          <c:spPr>
            <a:ln w="28575" cap="rnd">
              <a:solidFill>
                <a:schemeClr val="accent2"/>
              </a:solidFill>
              <a:round/>
            </a:ln>
            <a:effectLst/>
          </c:spPr>
          <c:marker>
            <c:symbol val="circle"/>
            <c:size val="3"/>
            <c:spPr>
              <a:solidFill>
                <a:schemeClr val="accent2"/>
              </a:solidFill>
              <a:ln w="38100">
                <a:solidFill>
                  <a:schemeClr val="accent2"/>
                </a:solidFill>
              </a:ln>
              <a:effectLst/>
            </c:spPr>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1"/>
          <c:extLst>
            <c:ext xmlns:c16="http://schemas.microsoft.com/office/drawing/2014/chart" uri="{C3380CC4-5D6E-409C-BE32-E72D297353CC}">
              <c16:uniqueId val="{00000001-71B4-4DBE-8126-DEBD98CE1E05}"/>
            </c:ext>
          </c:extLst>
        </c:ser>
        <c:dLbls>
          <c:showLegendKey val="0"/>
          <c:showVal val="0"/>
          <c:showCatName val="0"/>
          <c:showSerName val="0"/>
          <c:showPercent val="0"/>
          <c:showBubbleSize val="0"/>
        </c:dLbls>
        <c:marker val="1"/>
        <c:smooth val="0"/>
        <c:axId val="876891600"/>
        <c:axId val="1416240031"/>
      </c:lineChart>
      <c:catAx>
        <c:axId val="87689160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1416240031"/>
        <c:crosses val="autoZero"/>
        <c:auto val="1"/>
        <c:lblAlgn val="ctr"/>
        <c:lblOffset val="100"/>
        <c:noMultiLvlLbl val="0"/>
      </c:catAx>
      <c:valAx>
        <c:axId val="14162400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876891600"/>
        <c:crosses val="autoZero"/>
        <c:crossBetween val="between"/>
      </c:valAx>
      <c:spPr>
        <a:noFill/>
        <a:ln>
          <a:solidFill>
            <a:schemeClr val="tx1"/>
          </a:solid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9.1068047691972949E-4"/>
          <c:y val="2.9400958934268483E-3"/>
        </c:manualLayout>
      </c:layout>
      <c:overlay val="0"/>
      <c:spPr>
        <a:noFill/>
        <a:ln>
          <a:noFill/>
        </a:ln>
        <a:effectLst/>
      </c:spPr>
      <c:txPr>
        <a:bodyPr rot="0" spcFirstLastPara="1" vertOverflow="ellipsis" vert="horz" wrap="square" anchor="t" anchorCtr="0"/>
        <a:lstStyle/>
        <a:p>
          <a:pPr>
            <a:defRPr sz="1400" b="1" i="0" u="none" strike="noStrike" kern="1200" spc="0" baseline="0">
              <a:solidFill>
                <a:schemeClr val="accent5">
                  <a:lumMod val="50000"/>
                </a:schemeClr>
              </a:solidFill>
              <a:latin typeface="+mj-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lumMod val="20000"/>
                        <a:lumOff val="80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Category 1</c:v>
                </c:pt>
                <c:pt idx="1">
                  <c:v>Category 2</c:v>
                </c:pt>
                <c:pt idx="2">
                  <c:v>Category 3</c:v>
                </c:pt>
                <c:pt idx="3">
                  <c:v>Category 4</c:v>
                </c:pt>
                <c:pt idx="4">
                  <c:v>Category 5</c:v>
                </c:pt>
                <c:pt idx="5">
                  <c:v>Category 6</c:v>
                </c:pt>
                <c:pt idx="6">
                  <c:v>Category 7</c:v>
                </c:pt>
                <c:pt idx="7">
                  <c:v>Category 8</c:v>
                </c:pt>
              </c:strCache>
            </c:strRef>
          </c:cat>
          <c:val>
            <c:numRef>
              <c:f>Sheet1!$B$2:$B$9</c:f>
              <c:numCache>
                <c:formatCode>General</c:formatCode>
                <c:ptCount val="8"/>
                <c:pt idx="0">
                  <c:v>4.3</c:v>
                </c:pt>
                <c:pt idx="1">
                  <c:v>2.5</c:v>
                </c:pt>
                <c:pt idx="2">
                  <c:v>3.5</c:v>
                </c:pt>
                <c:pt idx="3">
                  <c:v>4.5</c:v>
                </c:pt>
                <c:pt idx="4">
                  <c:v>4.3</c:v>
                </c:pt>
                <c:pt idx="5">
                  <c:v>2.5</c:v>
                </c:pt>
                <c:pt idx="6">
                  <c:v>3.5</c:v>
                </c:pt>
                <c:pt idx="7">
                  <c:v>4.5</c:v>
                </c:pt>
              </c:numCache>
            </c:numRef>
          </c:val>
          <c:extLst>
            <c:ext xmlns:c16="http://schemas.microsoft.com/office/drawing/2014/chart" uri="{C3380CC4-5D6E-409C-BE32-E72D297353CC}">
              <c16:uniqueId val="{00000000-5C8C-4F2E-9018-086319AEA7EA}"/>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2">
                        <a:lumMod val="20000"/>
                        <a:lumOff val="80000"/>
                      </a:schemeClr>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Category 1</c:v>
                </c:pt>
                <c:pt idx="1">
                  <c:v>Category 2</c:v>
                </c:pt>
                <c:pt idx="2">
                  <c:v>Category 3</c:v>
                </c:pt>
                <c:pt idx="3">
                  <c:v>Category 4</c:v>
                </c:pt>
                <c:pt idx="4">
                  <c:v>Category 5</c:v>
                </c:pt>
                <c:pt idx="5">
                  <c:v>Category 6</c:v>
                </c:pt>
                <c:pt idx="6">
                  <c:v>Category 7</c:v>
                </c:pt>
                <c:pt idx="7">
                  <c:v>Category 8</c:v>
                </c:pt>
              </c:strCache>
            </c:strRef>
          </c:cat>
          <c:val>
            <c:numRef>
              <c:f>Sheet1!$C$2:$C$9</c:f>
              <c:numCache>
                <c:formatCode>General</c:formatCode>
                <c:ptCount val="8"/>
                <c:pt idx="0">
                  <c:v>2.4</c:v>
                </c:pt>
                <c:pt idx="1">
                  <c:v>4.4000000000000004</c:v>
                </c:pt>
                <c:pt idx="2">
                  <c:v>1.8</c:v>
                </c:pt>
                <c:pt idx="3">
                  <c:v>2.8</c:v>
                </c:pt>
                <c:pt idx="4">
                  <c:v>2.4</c:v>
                </c:pt>
                <c:pt idx="5">
                  <c:v>4.4000000000000004</c:v>
                </c:pt>
                <c:pt idx="6">
                  <c:v>1.8</c:v>
                </c:pt>
                <c:pt idx="7">
                  <c:v>2.8</c:v>
                </c:pt>
              </c:numCache>
            </c:numRef>
          </c:val>
          <c:extLst>
            <c:ext xmlns:c16="http://schemas.microsoft.com/office/drawing/2014/chart" uri="{C3380CC4-5D6E-409C-BE32-E72D297353CC}">
              <c16:uniqueId val="{00000001-5C8C-4F2E-9018-086319AEA7EA}"/>
            </c:ext>
          </c:extLst>
        </c:ser>
        <c:dLbls>
          <c:showLegendKey val="0"/>
          <c:showVal val="0"/>
          <c:showCatName val="0"/>
          <c:showSerName val="0"/>
          <c:showPercent val="0"/>
          <c:showBubbleSize val="0"/>
        </c:dLbls>
        <c:gapWidth val="219"/>
        <c:overlap val="-11"/>
        <c:axId val="1292080832"/>
        <c:axId val="2106297248"/>
      </c:barChart>
      <c:lineChart>
        <c:grouping val="standard"/>
        <c:varyColors val="0"/>
        <c:ser>
          <c:idx val="2"/>
          <c:order val="2"/>
          <c:tx>
            <c:strRef>
              <c:f>Sheet1!$D$1</c:f>
              <c:strCache>
                <c:ptCount val="1"/>
                <c:pt idx="0">
                  <c:v>Series 3</c:v>
                </c:pt>
              </c:strCache>
            </c:strRef>
          </c:tx>
          <c:spPr>
            <a:ln w="28575" cap="rnd">
              <a:solidFill>
                <a:schemeClr val="accent3"/>
              </a:solidFill>
              <a:round/>
            </a:ln>
            <a:effectLst/>
          </c:spPr>
          <c:marker>
            <c:symbol val="none"/>
          </c:marker>
          <c:cat>
            <c:strRef>
              <c:f>Sheet1!$A$2:$A$9</c:f>
              <c:strCache>
                <c:ptCount val="8"/>
                <c:pt idx="0">
                  <c:v>Category 1</c:v>
                </c:pt>
                <c:pt idx="1">
                  <c:v>Category 2</c:v>
                </c:pt>
                <c:pt idx="2">
                  <c:v>Category 3</c:v>
                </c:pt>
                <c:pt idx="3">
                  <c:v>Category 4</c:v>
                </c:pt>
                <c:pt idx="4">
                  <c:v>Category 5</c:v>
                </c:pt>
                <c:pt idx="5">
                  <c:v>Category 6</c:v>
                </c:pt>
                <c:pt idx="6">
                  <c:v>Category 7</c:v>
                </c:pt>
                <c:pt idx="7">
                  <c:v>Category 8</c:v>
                </c:pt>
              </c:strCache>
            </c:strRef>
          </c:cat>
          <c:val>
            <c:numRef>
              <c:f>Sheet1!$D$2:$D$9</c:f>
              <c:numCache>
                <c:formatCode>General</c:formatCode>
                <c:ptCount val="8"/>
                <c:pt idx="0">
                  <c:v>2</c:v>
                </c:pt>
                <c:pt idx="1">
                  <c:v>2</c:v>
                </c:pt>
                <c:pt idx="2">
                  <c:v>3</c:v>
                </c:pt>
                <c:pt idx="3">
                  <c:v>5</c:v>
                </c:pt>
                <c:pt idx="4">
                  <c:v>2</c:v>
                </c:pt>
                <c:pt idx="5">
                  <c:v>2</c:v>
                </c:pt>
                <c:pt idx="6">
                  <c:v>3</c:v>
                </c:pt>
                <c:pt idx="7">
                  <c:v>5</c:v>
                </c:pt>
              </c:numCache>
            </c:numRef>
          </c:val>
          <c:smooth val="0"/>
          <c:extLst>
            <c:ext xmlns:c16="http://schemas.microsoft.com/office/drawing/2014/chart" uri="{C3380CC4-5D6E-409C-BE32-E72D297353CC}">
              <c16:uniqueId val="{00000002-5C8C-4F2E-9018-086319AEA7EA}"/>
            </c:ext>
          </c:extLst>
        </c:ser>
        <c:dLbls>
          <c:showLegendKey val="0"/>
          <c:showVal val="0"/>
          <c:showCatName val="0"/>
          <c:showSerName val="0"/>
          <c:showPercent val="0"/>
          <c:showBubbleSize val="0"/>
        </c:dLbls>
        <c:marker val="1"/>
        <c:smooth val="0"/>
        <c:axId val="1292080832"/>
        <c:axId val="2106297248"/>
      </c:lineChart>
      <c:catAx>
        <c:axId val="1292080832"/>
        <c:scaling>
          <c:orientation val="minMax"/>
        </c:scaling>
        <c:delete val="0"/>
        <c:axPos val="b"/>
        <c:majorGridlines>
          <c:spPr>
            <a:ln w="9525" cap="flat" cmpd="sng" algn="ctr">
              <a:solidFill>
                <a:schemeClr val="accent5">
                  <a:lumMod val="60000"/>
                  <a:lumOff val="40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accent5"/>
                </a:solidFill>
                <a:latin typeface="+mn-lt"/>
                <a:ea typeface="+mn-ea"/>
                <a:cs typeface="+mn-cs"/>
              </a:defRPr>
            </a:pPr>
            <a:endParaRPr lang="en-US"/>
          </a:p>
        </c:txPr>
        <c:crossAx val="2106297248"/>
        <c:crosses val="autoZero"/>
        <c:auto val="1"/>
        <c:lblAlgn val="ctr"/>
        <c:lblOffset val="100"/>
        <c:noMultiLvlLbl val="0"/>
      </c:catAx>
      <c:valAx>
        <c:axId val="2106297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29208083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ayout>
        <c:manualLayout>
          <c:xMode val="edge"/>
          <c:yMode val="edge"/>
          <c:x val="1.0578008401061563E-3"/>
          <c:y val="0.93983406283980386"/>
          <c:w val="0.24293127823256508"/>
          <c:h val="5.673111804438710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7.4630516546256451E-2"/>
          <c:y val="0"/>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accent5">
                  <a:lumMod val="50000"/>
                </a:schemeClr>
              </a:solidFill>
              <a:latin typeface="+mj-lt"/>
              <a:ea typeface="+mn-ea"/>
              <a:cs typeface="+mn-cs"/>
            </a:defRPr>
          </a:pPr>
          <a:endParaRPr lang="en-US"/>
        </a:p>
      </c:txPr>
    </c:title>
    <c:autoTitleDeleted val="0"/>
    <c:plotArea>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lumMod val="20000"/>
                        <a:lumOff val="8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D5B-44F4-AE09-370D516FA9DE}"/>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2">
                        <a:lumMod val="20000"/>
                        <a:lumOff val="8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D5B-44F4-AE09-370D516FA9DE}"/>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4">
                        <a:lumMod val="20000"/>
                        <a:lumOff val="8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D5B-44F4-AE09-370D516FA9DE}"/>
            </c:ext>
          </c:extLst>
        </c:ser>
        <c:dLbls>
          <c:dLblPos val="ctr"/>
          <c:showLegendKey val="0"/>
          <c:showVal val="1"/>
          <c:showCatName val="0"/>
          <c:showSerName val="0"/>
          <c:showPercent val="0"/>
          <c:showBubbleSize val="0"/>
        </c:dLbls>
        <c:gapWidth val="50"/>
        <c:overlap val="100"/>
        <c:axId val="1758708063"/>
        <c:axId val="1731381391"/>
      </c:barChart>
      <c:catAx>
        <c:axId val="175870806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5"/>
                </a:solidFill>
                <a:latin typeface="+mn-lt"/>
                <a:ea typeface="+mn-ea"/>
                <a:cs typeface="+mn-cs"/>
              </a:defRPr>
            </a:pPr>
            <a:endParaRPr lang="en-US"/>
          </a:p>
        </c:txPr>
        <c:crossAx val="1731381391"/>
        <c:crosses val="autoZero"/>
        <c:auto val="1"/>
        <c:lblAlgn val="ctr"/>
        <c:lblOffset val="100"/>
        <c:noMultiLvlLbl val="0"/>
      </c:catAx>
      <c:valAx>
        <c:axId val="1731381391"/>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758708063"/>
        <c:crosses val="autoZero"/>
        <c:crossBetween val="between"/>
      </c:valAx>
      <c:spPr>
        <a:noFill/>
        <a:ln>
          <a:noFill/>
        </a:ln>
        <a:effectLst/>
      </c:spPr>
    </c:plotArea>
    <c:legend>
      <c:legendPos val="r"/>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ayout>
        <c:manualLayout>
          <c:xMode val="edge"/>
          <c:yMode val="edge"/>
          <c:x val="0.90743151951366907"/>
          <c:y val="0.40677655849678829"/>
          <c:w val="6.0495170062505071E-2"/>
          <c:h val="0.1534446862134281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1" i="0" u="none" strike="noStrike" kern="1200" spc="0" baseline="0">
              <a:solidFill>
                <a:schemeClr val="accent5">
                  <a:lumMod val="50000"/>
                </a:schemeClr>
              </a:solidFill>
              <a:latin typeface="+mj-lt"/>
              <a:ea typeface="+mn-ea"/>
              <a:cs typeface="+mn-cs"/>
            </a:defRPr>
          </a:pPr>
          <a:endParaRPr lang="en-US"/>
        </a:p>
      </c:txPr>
    </c:title>
    <c:autoTitleDeleted val="0"/>
    <c:plotArea>
      <c:layout/>
      <c:pieChart>
        <c:varyColors val="1"/>
        <c:ser>
          <c:idx val="0"/>
          <c:order val="0"/>
          <c:tx>
            <c:strRef>
              <c:f>Sheet1!$B$1</c:f>
              <c:strCache>
                <c:ptCount val="1"/>
                <c:pt idx="0">
                  <c:v>Sales | 2024</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887-4497-B1B7-672314C0C28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887-4497-B1B7-672314C0C28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887-4497-B1B7-672314C0C28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887-4497-B1B7-672314C0C28F}"/>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6.2</c:v>
                </c:pt>
                <c:pt idx="1">
                  <c:v>5.2</c:v>
                </c:pt>
                <c:pt idx="2">
                  <c:v>6</c:v>
                </c:pt>
                <c:pt idx="3">
                  <c:v>1</c:v>
                </c:pt>
              </c:numCache>
            </c:numRef>
          </c:val>
          <c:extLst>
            <c:ext xmlns:c16="http://schemas.microsoft.com/office/drawing/2014/chart" uri="{C3380CC4-5D6E-409C-BE32-E72D297353CC}">
              <c16:uniqueId val="{00000000-2E2E-4D42-928B-36D4013FA91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solidFill>
        <a:schemeClr val="accent5">
          <a:lumMod val="60000"/>
          <a:lumOff val="40000"/>
        </a:schemeClr>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1" i="0" u="none" strike="noStrike" kern="1200" spc="0" baseline="0">
              <a:solidFill>
                <a:schemeClr val="accent5">
                  <a:lumMod val="50000"/>
                </a:schemeClr>
              </a:solidFill>
              <a:latin typeface="+mj-lt"/>
              <a:ea typeface="+mn-ea"/>
              <a:cs typeface="+mn-cs"/>
            </a:defRPr>
          </a:pPr>
          <a:endParaRPr lang="en-US"/>
        </a:p>
      </c:txPr>
    </c:title>
    <c:autoTitleDeleted val="0"/>
    <c:plotArea>
      <c:layout/>
      <c:pieChart>
        <c:varyColors val="1"/>
        <c:ser>
          <c:idx val="0"/>
          <c:order val="0"/>
          <c:tx>
            <c:strRef>
              <c:f>Sheet1!$B$1</c:f>
              <c:strCache>
                <c:ptCount val="1"/>
                <c:pt idx="0">
                  <c:v>Sales | 2023</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403-4E50-B5DF-88A19674007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403-4E50-B5DF-88A19674007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403-4E50-B5DF-88A196740073}"/>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403-4E50-B5DF-88A19674007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6131-4C90-89F5-F745321BC050}"/>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legendEntry>
        <c:idx val="3"/>
        <c:txPr>
          <a:bodyPr rot="0" spcFirstLastPara="1" vertOverflow="ellipsis" vert="horz" wrap="square" anchor="ctr" anchorCtr="1"/>
          <a:lstStyle/>
          <a:p>
            <a:pPr>
              <a:defRPr sz="1100" b="0" i="0" u="none" strike="noStrike" kern="1200" baseline="0">
                <a:solidFill>
                  <a:schemeClr val="accent5">
                    <a:lumMod val="60000"/>
                    <a:lumOff val="40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solidFill>
        <a:schemeClr val="accent5">
          <a:lumMod val="60000"/>
          <a:lumOff val="40000"/>
        </a:schemeClr>
      </a:solid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2"/>
            <c:invertIfNegative val="0"/>
            <c:bubble3D val="0"/>
            <c:spPr>
              <a:solidFill>
                <a:schemeClr val="accent2"/>
              </a:solidFill>
              <a:ln>
                <a:noFill/>
              </a:ln>
              <a:effectLst/>
            </c:spPr>
            <c:extLst>
              <c:ext xmlns:c16="http://schemas.microsoft.com/office/drawing/2014/chart" uri="{C3380CC4-5D6E-409C-BE32-E72D297353CC}">
                <c16:uniqueId val="{00000001-479B-450D-8B60-F8449762E6AC}"/>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3-479B-450D-8B60-F8449762E6AC}"/>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5-479B-450D-8B60-F8449762E6AC}"/>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7-479B-450D-8B60-F8449762E6AC}"/>
              </c:ext>
            </c:extLst>
          </c:dPt>
          <c:dPt>
            <c:idx val="10"/>
            <c:invertIfNegative val="0"/>
            <c:bubble3D val="0"/>
            <c:spPr>
              <a:solidFill>
                <a:schemeClr val="accent4"/>
              </a:solidFill>
              <a:ln>
                <a:noFill/>
              </a:ln>
              <a:effectLst/>
            </c:spPr>
            <c:extLst>
              <c:ext xmlns:c16="http://schemas.microsoft.com/office/drawing/2014/chart" uri="{C3380CC4-5D6E-409C-BE32-E72D297353CC}">
                <c16:uniqueId val="{00000009-479B-450D-8B60-F8449762E6AC}"/>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0B-479B-450D-8B60-F8449762E6A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Likelihood to Recommend</c:v>
                </c:pt>
                <c:pt idx="1">
                  <c:v>Performance</c:v>
                </c:pt>
                <c:pt idx="2">
                  <c:v>Business Needs</c:v>
                </c:pt>
                <c:pt idx="3">
                  <c:v>Client Service</c:v>
                </c:pt>
                <c:pt idx="4">
                  <c:v>Communication</c:v>
                </c:pt>
                <c:pt idx="5">
                  <c:v>Leadership</c:v>
                </c:pt>
                <c:pt idx="6">
                  <c:v>Proactivity</c:v>
                </c:pt>
                <c:pt idx="7">
                  <c:v>Quality of Staff</c:v>
                </c:pt>
                <c:pt idx="8">
                  <c:v>Quality of Work</c:v>
                </c:pt>
                <c:pt idx="9">
                  <c:v>Understanding Client</c:v>
                </c:pt>
                <c:pt idx="10">
                  <c:v>Value for Money</c:v>
                </c:pt>
                <c:pt idx="11">
                  <c:v>Ability to Collaborate</c:v>
                </c:pt>
                <c:pt idx="12">
                  <c:v>Brings Best Practice</c:v>
                </c:pt>
                <c:pt idx="13">
                  <c:v>Supports your Business Purpose Goals</c:v>
                </c:pt>
              </c:strCache>
            </c:strRef>
          </c:cat>
          <c:val>
            <c:numRef>
              <c:f>Sheet1!$B$2:$B$15</c:f>
              <c:numCache>
                <c:formatCode>General</c:formatCode>
                <c:ptCount val="14"/>
                <c:pt idx="0">
                  <c:v>8</c:v>
                </c:pt>
                <c:pt idx="1">
                  <c:v>8</c:v>
                </c:pt>
                <c:pt idx="2">
                  <c:v>7</c:v>
                </c:pt>
                <c:pt idx="3">
                  <c:v>9</c:v>
                </c:pt>
                <c:pt idx="4">
                  <c:v>8</c:v>
                </c:pt>
                <c:pt idx="5">
                  <c:v>7</c:v>
                </c:pt>
                <c:pt idx="6">
                  <c:v>7</c:v>
                </c:pt>
                <c:pt idx="7">
                  <c:v>8</c:v>
                </c:pt>
                <c:pt idx="8">
                  <c:v>7</c:v>
                </c:pt>
                <c:pt idx="9">
                  <c:v>8</c:v>
                </c:pt>
                <c:pt idx="10">
                  <c:v>6</c:v>
                </c:pt>
                <c:pt idx="11">
                  <c:v>8</c:v>
                </c:pt>
                <c:pt idx="12">
                  <c:v>7</c:v>
                </c:pt>
                <c:pt idx="13">
                  <c:v>8</c:v>
                </c:pt>
              </c:numCache>
            </c:numRef>
          </c:val>
          <c:extLst>
            <c:ext xmlns:c16="http://schemas.microsoft.com/office/drawing/2014/chart" uri="{C3380CC4-5D6E-409C-BE32-E72D297353CC}">
              <c16:uniqueId val="{0000000C-479B-450D-8B60-F8449762E6AC}"/>
            </c:ext>
          </c:extLst>
        </c:ser>
        <c:dLbls>
          <c:showLegendKey val="0"/>
          <c:showVal val="0"/>
          <c:showCatName val="0"/>
          <c:showSerName val="0"/>
          <c:showPercent val="0"/>
          <c:showBubbleSize val="0"/>
        </c:dLbls>
        <c:gapWidth val="15"/>
        <c:axId val="998834223"/>
        <c:axId val="1003299119"/>
      </c:barChart>
      <c:catAx>
        <c:axId val="998834223"/>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3299119"/>
        <c:crosses val="autoZero"/>
        <c:auto val="1"/>
        <c:lblAlgn val="ctr"/>
        <c:lblOffset val="100"/>
        <c:noMultiLvlLbl val="0"/>
      </c:catAx>
      <c:valAx>
        <c:axId val="1003299119"/>
        <c:scaling>
          <c:orientation val="minMax"/>
        </c:scaling>
        <c:delete val="1"/>
        <c:axPos val="b"/>
        <c:majorGridlines>
          <c:spPr>
            <a:ln w="9525" cap="flat" cmpd="sng" algn="ctr">
              <a:solidFill>
                <a:schemeClr val="tx1">
                  <a:lumMod val="75000"/>
                  <a:alpha val="75000"/>
                </a:schemeClr>
              </a:solidFill>
              <a:round/>
            </a:ln>
            <a:effectLst/>
          </c:spPr>
        </c:majorGridlines>
        <c:numFmt formatCode="General" sourceLinked="1"/>
        <c:majorTickMark val="out"/>
        <c:minorTickMark val="none"/>
        <c:tickLblPos val="nextTo"/>
        <c:crossAx val="9988342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3"/>
            </a:solidFill>
            <a:ln>
              <a:noFill/>
            </a:ln>
            <a:effectLst/>
          </c:spPr>
          <c:invertIfNegative val="0"/>
          <c:dPt>
            <c:idx val="2"/>
            <c:invertIfNegative val="0"/>
            <c:bubble3D val="0"/>
            <c:spPr>
              <a:solidFill>
                <a:schemeClr val="accent2"/>
              </a:solidFill>
              <a:ln>
                <a:noFill/>
              </a:ln>
              <a:effectLst/>
            </c:spPr>
            <c:extLst>
              <c:ext xmlns:c16="http://schemas.microsoft.com/office/drawing/2014/chart" uri="{C3380CC4-5D6E-409C-BE32-E72D297353CC}">
                <c16:uniqueId val="{00000001-6318-48AE-A6A0-CE44AD0CD282}"/>
              </c:ext>
            </c:extLst>
          </c:dPt>
          <c:dPt>
            <c:idx val="5"/>
            <c:invertIfNegative val="0"/>
            <c:bubble3D val="0"/>
            <c:spPr>
              <a:solidFill>
                <a:schemeClr val="accent2"/>
              </a:solidFill>
              <a:ln>
                <a:noFill/>
              </a:ln>
              <a:effectLst/>
            </c:spPr>
            <c:extLst>
              <c:ext xmlns:c16="http://schemas.microsoft.com/office/drawing/2014/chart" uri="{C3380CC4-5D6E-409C-BE32-E72D297353CC}">
                <c16:uniqueId val="{00000003-6318-48AE-A6A0-CE44AD0CD282}"/>
              </c:ext>
            </c:extLst>
          </c:dPt>
          <c:dPt>
            <c:idx val="6"/>
            <c:invertIfNegative val="0"/>
            <c:bubble3D val="0"/>
            <c:spPr>
              <a:solidFill>
                <a:schemeClr val="accent2"/>
              </a:solidFill>
              <a:ln>
                <a:noFill/>
              </a:ln>
              <a:effectLst/>
            </c:spPr>
            <c:extLst>
              <c:ext xmlns:c16="http://schemas.microsoft.com/office/drawing/2014/chart" uri="{C3380CC4-5D6E-409C-BE32-E72D297353CC}">
                <c16:uniqueId val="{00000005-6318-48AE-A6A0-CE44AD0CD282}"/>
              </c:ext>
            </c:extLst>
          </c:dPt>
          <c:dPt>
            <c:idx val="8"/>
            <c:invertIfNegative val="0"/>
            <c:bubble3D val="0"/>
            <c:spPr>
              <a:solidFill>
                <a:schemeClr val="accent2"/>
              </a:solidFill>
              <a:ln>
                <a:noFill/>
              </a:ln>
              <a:effectLst/>
            </c:spPr>
            <c:extLst>
              <c:ext xmlns:c16="http://schemas.microsoft.com/office/drawing/2014/chart" uri="{C3380CC4-5D6E-409C-BE32-E72D297353CC}">
                <c16:uniqueId val="{00000007-6318-48AE-A6A0-CE44AD0CD282}"/>
              </c:ext>
            </c:extLst>
          </c:dPt>
          <c:dPt>
            <c:idx val="10"/>
            <c:invertIfNegative val="0"/>
            <c:bubble3D val="0"/>
            <c:spPr>
              <a:solidFill>
                <a:schemeClr val="accent4"/>
              </a:solidFill>
              <a:ln>
                <a:noFill/>
              </a:ln>
              <a:effectLst/>
            </c:spPr>
            <c:extLst>
              <c:ext xmlns:c16="http://schemas.microsoft.com/office/drawing/2014/chart" uri="{C3380CC4-5D6E-409C-BE32-E72D297353CC}">
                <c16:uniqueId val="{00000009-6318-48AE-A6A0-CE44AD0CD282}"/>
              </c:ext>
            </c:extLst>
          </c:dPt>
          <c:dPt>
            <c:idx val="12"/>
            <c:invertIfNegative val="0"/>
            <c:bubble3D val="0"/>
            <c:spPr>
              <a:solidFill>
                <a:schemeClr val="accent2"/>
              </a:solidFill>
              <a:ln>
                <a:noFill/>
              </a:ln>
              <a:effectLst/>
            </c:spPr>
            <c:extLst>
              <c:ext xmlns:c16="http://schemas.microsoft.com/office/drawing/2014/chart" uri="{C3380CC4-5D6E-409C-BE32-E72D297353CC}">
                <c16:uniqueId val="{0000000B-6318-48AE-A6A0-CE44AD0CD282}"/>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Likelihood to Recommend</c:v>
                </c:pt>
                <c:pt idx="1">
                  <c:v>Performance</c:v>
                </c:pt>
                <c:pt idx="2">
                  <c:v>Business Needs</c:v>
                </c:pt>
                <c:pt idx="3">
                  <c:v>Client Service</c:v>
                </c:pt>
                <c:pt idx="4">
                  <c:v>Communication</c:v>
                </c:pt>
                <c:pt idx="5">
                  <c:v>Leadership</c:v>
                </c:pt>
                <c:pt idx="6">
                  <c:v>Proactivity</c:v>
                </c:pt>
                <c:pt idx="7">
                  <c:v>Quality of Staff</c:v>
                </c:pt>
                <c:pt idx="8">
                  <c:v>Quality of Work</c:v>
                </c:pt>
                <c:pt idx="9">
                  <c:v>Understanding Client</c:v>
                </c:pt>
                <c:pt idx="10">
                  <c:v>Value for Money</c:v>
                </c:pt>
                <c:pt idx="11">
                  <c:v>Ability to Collaborate</c:v>
                </c:pt>
                <c:pt idx="12">
                  <c:v>Brings Best Practice</c:v>
                </c:pt>
                <c:pt idx="13">
                  <c:v>Supports your Business Purpose Goals</c:v>
                </c:pt>
              </c:strCache>
            </c:strRef>
          </c:cat>
          <c:val>
            <c:numRef>
              <c:f>Sheet1!$B$2:$B$15</c:f>
              <c:numCache>
                <c:formatCode>General</c:formatCode>
                <c:ptCount val="14"/>
                <c:pt idx="0">
                  <c:v>8</c:v>
                </c:pt>
                <c:pt idx="1">
                  <c:v>8</c:v>
                </c:pt>
                <c:pt idx="2">
                  <c:v>7</c:v>
                </c:pt>
                <c:pt idx="3">
                  <c:v>9</c:v>
                </c:pt>
                <c:pt idx="4">
                  <c:v>8</c:v>
                </c:pt>
                <c:pt idx="5">
                  <c:v>7</c:v>
                </c:pt>
                <c:pt idx="6">
                  <c:v>7</c:v>
                </c:pt>
                <c:pt idx="7">
                  <c:v>8</c:v>
                </c:pt>
                <c:pt idx="8">
                  <c:v>7</c:v>
                </c:pt>
                <c:pt idx="9">
                  <c:v>8</c:v>
                </c:pt>
                <c:pt idx="10">
                  <c:v>6</c:v>
                </c:pt>
                <c:pt idx="11">
                  <c:v>8</c:v>
                </c:pt>
                <c:pt idx="12">
                  <c:v>7</c:v>
                </c:pt>
                <c:pt idx="13">
                  <c:v>8</c:v>
                </c:pt>
              </c:numCache>
            </c:numRef>
          </c:val>
          <c:extLst>
            <c:ext xmlns:c16="http://schemas.microsoft.com/office/drawing/2014/chart" uri="{C3380CC4-5D6E-409C-BE32-E72D297353CC}">
              <c16:uniqueId val="{0000000C-6318-48AE-A6A0-CE44AD0CD282}"/>
            </c:ext>
          </c:extLst>
        </c:ser>
        <c:dLbls>
          <c:showLegendKey val="0"/>
          <c:showVal val="0"/>
          <c:showCatName val="0"/>
          <c:showSerName val="0"/>
          <c:showPercent val="0"/>
          <c:showBubbleSize val="0"/>
        </c:dLbls>
        <c:gapWidth val="15"/>
        <c:axId val="998834223"/>
        <c:axId val="1003299119"/>
      </c:barChart>
      <c:catAx>
        <c:axId val="998834223"/>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03299119"/>
        <c:crosses val="autoZero"/>
        <c:auto val="1"/>
        <c:lblAlgn val="ctr"/>
        <c:lblOffset val="100"/>
        <c:noMultiLvlLbl val="0"/>
      </c:catAx>
      <c:valAx>
        <c:axId val="1003299119"/>
        <c:scaling>
          <c:orientation val="minMax"/>
        </c:scaling>
        <c:delete val="1"/>
        <c:axPos val="b"/>
        <c:majorGridlines>
          <c:spPr>
            <a:ln w="9525" cap="flat" cmpd="sng" algn="ctr">
              <a:solidFill>
                <a:schemeClr val="tx1">
                  <a:lumMod val="75000"/>
                  <a:alpha val="75000"/>
                </a:schemeClr>
              </a:solidFill>
              <a:round/>
            </a:ln>
            <a:effectLst/>
          </c:spPr>
        </c:majorGridlines>
        <c:numFmt formatCode="General" sourceLinked="1"/>
        <c:majorTickMark val="out"/>
        <c:minorTickMark val="none"/>
        <c:tickLblPos val="nextTo"/>
        <c:crossAx val="99883422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2ED5-4B01-B374-E056F3BC677F}"/>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2ED5-4B01-B374-E056F3BC677F}"/>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5-2ED5-4B01-B374-E056F3BC677F}"/>
              </c:ext>
            </c:extLst>
          </c:dPt>
          <c:dPt>
            <c:idx val="9"/>
            <c:invertIfNegative val="0"/>
            <c:bubble3D val="0"/>
            <c:spPr>
              <a:solidFill>
                <a:schemeClr val="accent2"/>
              </a:solidFill>
              <a:ln>
                <a:noFill/>
              </a:ln>
              <a:effectLst/>
            </c:spPr>
            <c:extLst>
              <c:ext xmlns:c16="http://schemas.microsoft.com/office/drawing/2014/chart" uri="{C3380CC4-5D6E-409C-BE32-E72D297353CC}">
                <c16:uniqueId val="{00000007-2ED5-4B01-B374-E056F3BC677F}"/>
              </c:ext>
            </c:extLst>
          </c:dPt>
          <c:dPt>
            <c:idx val="11"/>
            <c:invertIfNegative val="0"/>
            <c:bubble3D val="0"/>
            <c:spPr>
              <a:solidFill>
                <a:schemeClr val="accent4"/>
              </a:solidFill>
              <a:ln>
                <a:noFill/>
              </a:ln>
              <a:effectLst/>
            </c:spPr>
            <c:extLst>
              <c:ext xmlns:c16="http://schemas.microsoft.com/office/drawing/2014/chart" uri="{C3380CC4-5D6E-409C-BE32-E72D297353CC}">
                <c16:uniqueId val="{00000009-2ED5-4B01-B374-E056F3BC677F}"/>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Likelihood to Recommend</c:v>
                </c:pt>
                <c:pt idx="1">
                  <c:v>Performance</c:v>
                </c:pt>
                <c:pt idx="2">
                  <c:v>Business Needs</c:v>
                </c:pt>
                <c:pt idx="3">
                  <c:v>Client Service</c:v>
                </c:pt>
                <c:pt idx="4">
                  <c:v>Communication</c:v>
                </c:pt>
                <c:pt idx="5">
                  <c:v>Leadership</c:v>
                </c:pt>
                <c:pt idx="6">
                  <c:v>Proactivity</c:v>
                </c:pt>
                <c:pt idx="7">
                  <c:v>Quality of Staff</c:v>
                </c:pt>
                <c:pt idx="8">
                  <c:v>Quality of Work</c:v>
                </c:pt>
                <c:pt idx="9">
                  <c:v>Understanding Client</c:v>
                </c:pt>
                <c:pt idx="10">
                  <c:v>Value for Money</c:v>
                </c:pt>
                <c:pt idx="11">
                  <c:v>Ability to Collaborate</c:v>
                </c:pt>
                <c:pt idx="12">
                  <c:v>Brings Best Practice</c:v>
                </c:pt>
                <c:pt idx="13">
                  <c:v>Supports your Business Purpose Goals</c:v>
                </c:pt>
              </c:strCache>
            </c:strRef>
          </c:cat>
          <c:val>
            <c:numRef>
              <c:f>Sheet1!$B$2:$B$15</c:f>
              <c:numCache>
                <c:formatCode>General</c:formatCode>
                <c:ptCount val="14"/>
                <c:pt idx="0">
                  <c:v>8</c:v>
                </c:pt>
                <c:pt idx="1">
                  <c:v>7</c:v>
                </c:pt>
                <c:pt idx="2">
                  <c:v>9</c:v>
                </c:pt>
                <c:pt idx="3">
                  <c:v>5</c:v>
                </c:pt>
                <c:pt idx="4">
                  <c:v>7</c:v>
                </c:pt>
                <c:pt idx="5">
                  <c:v>9</c:v>
                </c:pt>
                <c:pt idx="6">
                  <c:v>9</c:v>
                </c:pt>
                <c:pt idx="7">
                  <c:v>8</c:v>
                </c:pt>
                <c:pt idx="8">
                  <c:v>8</c:v>
                </c:pt>
                <c:pt idx="9">
                  <c:v>7</c:v>
                </c:pt>
                <c:pt idx="10">
                  <c:v>9</c:v>
                </c:pt>
                <c:pt idx="11">
                  <c:v>5</c:v>
                </c:pt>
                <c:pt idx="12">
                  <c:v>8</c:v>
                </c:pt>
                <c:pt idx="13">
                  <c:v>8</c:v>
                </c:pt>
              </c:numCache>
            </c:numRef>
          </c:val>
          <c:extLst>
            <c:ext xmlns:c16="http://schemas.microsoft.com/office/drawing/2014/chart" uri="{C3380CC4-5D6E-409C-BE32-E72D297353CC}">
              <c16:uniqueId val="{0000000A-2ED5-4B01-B374-E056F3BC677F}"/>
            </c:ext>
          </c:extLst>
        </c:ser>
        <c:dLbls>
          <c:dLblPos val="inEnd"/>
          <c:showLegendKey val="0"/>
          <c:showVal val="1"/>
          <c:showCatName val="0"/>
          <c:showSerName val="0"/>
          <c:showPercent val="0"/>
          <c:showBubbleSize val="0"/>
        </c:dLbls>
        <c:gapWidth val="5"/>
        <c:axId val="1021511343"/>
        <c:axId val="802653087"/>
      </c:barChart>
      <c:catAx>
        <c:axId val="10215113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accent5"/>
                </a:solidFill>
                <a:latin typeface="+mn-lt"/>
                <a:ea typeface="+mn-ea"/>
                <a:cs typeface="+mn-cs"/>
              </a:defRPr>
            </a:pPr>
            <a:endParaRPr lang="en-US"/>
          </a:p>
        </c:txPr>
        <c:crossAx val="802653087"/>
        <c:crosses val="autoZero"/>
        <c:auto val="1"/>
        <c:lblAlgn val="ctr"/>
        <c:lblOffset val="100"/>
        <c:noMultiLvlLbl val="0"/>
      </c:catAx>
      <c:valAx>
        <c:axId val="8026530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1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40" baseline="0">
                <a:solidFill>
                  <a:schemeClr val="accent5">
                    <a:lumMod val="50000"/>
                  </a:schemeClr>
                </a:solidFill>
                <a:latin typeface="+mj-lt"/>
                <a:ea typeface="+mn-ea"/>
                <a:cs typeface="+mn-cs"/>
              </a:defRPr>
            </a:pPr>
            <a:r>
              <a:rPr lang="en-ZA" sz="1200" b="1" spc="40" baseline="0" dirty="0">
                <a:solidFill>
                  <a:schemeClr val="accent5">
                    <a:lumMod val="50000"/>
                  </a:schemeClr>
                </a:solidFill>
                <a:latin typeface="+mj-lt"/>
              </a:rPr>
              <a:t>Smollan Client Survey 2024</a:t>
            </a:r>
          </a:p>
        </c:rich>
      </c:tx>
      <c:layout>
        <c:manualLayout>
          <c:xMode val="edge"/>
          <c:yMode val="edge"/>
          <c:x val="0.30294062743556244"/>
          <c:y val="0"/>
        </c:manualLayout>
      </c:layout>
      <c:overlay val="0"/>
      <c:spPr>
        <a:noFill/>
        <a:ln>
          <a:noFill/>
        </a:ln>
        <a:effectLst/>
      </c:spPr>
      <c:txPr>
        <a:bodyPr rot="0" spcFirstLastPara="1" vertOverflow="ellipsis" vert="horz" wrap="square" anchor="ctr" anchorCtr="1"/>
        <a:lstStyle/>
        <a:p>
          <a:pPr>
            <a:defRPr sz="1200" b="1" i="0" u="none" strike="noStrike" kern="1200" spc="40" baseline="0">
              <a:solidFill>
                <a:schemeClr val="accent5">
                  <a:lumMod val="50000"/>
                </a:schemeClr>
              </a:solidFill>
              <a:latin typeface="+mj-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1-8B01-4CBF-9373-0A83B094FD03}"/>
              </c:ext>
            </c:extLst>
          </c:dPt>
          <c:dPt>
            <c:idx val="3"/>
            <c:invertIfNegative val="0"/>
            <c:bubble3D val="0"/>
            <c:spPr>
              <a:solidFill>
                <a:schemeClr val="accent4"/>
              </a:solidFill>
              <a:ln>
                <a:noFill/>
              </a:ln>
              <a:effectLst/>
            </c:spPr>
            <c:extLst>
              <c:ext xmlns:c16="http://schemas.microsoft.com/office/drawing/2014/chart" uri="{C3380CC4-5D6E-409C-BE32-E72D297353CC}">
                <c16:uniqueId val="{00000003-8B01-4CBF-9373-0A83B094FD03}"/>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5-8B01-4CBF-9373-0A83B094FD03}"/>
              </c:ext>
            </c:extLst>
          </c:dPt>
          <c:dPt>
            <c:idx val="9"/>
            <c:invertIfNegative val="0"/>
            <c:bubble3D val="0"/>
            <c:spPr>
              <a:solidFill>
                <a:schemeClr val="accent2"/>
              </a:solidFill>
              <a:ln>
                <a:noFill/>
              </a:ln>
              <a:effectLst/>
            </c:spPr>
            <c:extLst>
              <c:ext xmlns:c16="http://schemas.microsoft.com/office/drawing/2014/chart" uri="{C3380CC4-5D6E-409C-BE32-E72D297353CC}">
                <c16:uniqueId val="{00000007-8B01-4CBF-9373-0A83B094FD03}"/>
              </c:ext>
            </c:extLst>
          </c:dPt>
          <c:dPt>
            <c:idx val="11"/>
            <c:invertIfNegative val="0"/>
            <c:bubble3D val="0"/>
            <c:spPr>
              <a:solidFill>
                <a:schemeClr val="accent4"/>
              </a:solidFill>
              <a:ln>
                <a:noFill/>
              </a:ln>
              <a:effectLst/>
            </c:spPr>
            <c:extLst>
              <c:ext xmlns:c16="http://schemas.microsoft.com/office/drawing/2014/chart" uri="{C3380CC4-5D6E-409C-BE32-E72D297353CC}">
                <c16:uniqueId val="{00000009-8B01-4CBF-9373-0A83B094FD03}"/>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Likelihood to Recommend</c:v>
                </c:pt>
                <c:pt idx="1">
                  <c:v>Performance</c:v>
                </c:pt>
                <c:pt idx="2">
                  <c:v>Business Needs</c:v>
                </c:pt>
                <c:pt idx="3">
                  <c:v>Client Service</c:v>
                </c:pt>
                <c:pt idx="4">
                  <c:v>Communication</c:v>
                </c:pt>
                <c:pt idx="5">
                  <c:v>Leadership</c:v>
                </c:pt>
                <c:pt idx="6">
                  <c:v>Proactivity</c:v>
                </c:pt>
                <c:pt idx="7">
                  <c:v>Quality of Staff</c:v>
                </c:pt>
                <c:pt idx="8">
                  <c:v>Quality of Work</c:v>
                </c:pt>
                <c:pt idx="9">
                  <c:v>Understanding Client</c:v>
                </c:pt>
                <c:pt idx="10">
                  <c:v>Value for Money</c:v>
                </c:pt>
                <c:pt idx="11">
                  <c:v>Ability to Collaborate</c:v>
                </c:pt>
                <c:pt idx="12">
                  <c:v>Brings Best Practice</c:v>
                </c:pt>
                <c:pt idx="13">
                  <c:v>Supports your Business Purpose Goals</c:v>
                </c:pt>
              </c:strCache>
            </c:strRef>
          </c:cat>
          <c:val>
            <c:numRef>
              <c:f>Sheet1!$B$2:$B$15</c:f>
              <c:numCache>
                <c:formatCode>General</c:formatCode>
                <c:ptCount val="14"/>
                <c:pt idx="0">
                  <c:v>8</c:v>
                </c:pt>
                <c:pt idx="1">
                  <c:v>7</c:v>
                </c:pt>
                <c:pt idx="2">
                  <c:v>9</c:v>
                </c:pt>
                <c:pt idx="3">
                  <c:v>5</c:v>
                </c:pt>
                <c:pt idx="4">
                  <c:v>7</c:v>
                </c:pt>
                <c:pt idx="5">
                  <c:v>9</c:v>
                </c:pt>
                <c:pt idx="6">
                  <c:v>9</c:v>
                </c:pt>
                <c:pt idx="7">
                  <c:v>8</c:v>
                </c:pt>
                <c:pt idx="8">
                  <c:v>8</c:v>
                </c:pt>
                <c:pt idx="9">
                  <c:v>7</c:v>
                </c:pt>
                <c:pt idx="10">
                  <c:v>9</c:v>
                </c:pt>
                <c:pt idx="11">
                  <c:v>5</c:v>
                </c:pt>
                <c:pt idx="12">
                  <c:v>8</c:v>
                </c:pt>
                <c:pt idx="13">
                  <c:v>8</c:v>
                </c:pt>
              </c:numCache>
            </c:numRef>
          </c:val>
          <c:extLst>
            <c:ext xmlns:c16="http://schemas.microsoft.com/office/drawing/2014/chart" uri="{C3380CC4-5D6E-409C-BE32-E72D297353CC}">
              <c16:uniqueId val="{0000000A-8B01-4CBF-9373-0A83B094FD03}"/>
            </c:ext>
          </c:extLst>
        </c:ser>
        <c:dLbls>
          <c:dLblPos val="inEnd"/>
          <c:showLegendKey val="0"/>
          <c:showVal val="1"/>
          <c:showCatName val="0"/>
          <c:showSerName val="0"/>
          <c:showPercent val="0"/>
          <c:showBubbleSize val="0"/>
        </c:dLbls>
        <c:gapWidth val="15"/>
        <c:axId val="1021511343"/>
        <c:axId val="802653087"/>
      </c:barChart>
      <c:catAx>
        <c:axId val="102151134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accent5"/>
                </a:solidFill>
                <a:latin typeface="+mn-lt"/>
                <a:ea typeface="+mn-ea"/>
                <a:cs typeface="+mn-cs"/>
              </a:defRPr>
            </a:pPr>
            <a:endParaRPr lang="en-US"/>
          </a:p>
        </c:txPr>
        <c:crossAx val="802653087"/>
        <c:crosses val="autoZero"/>
        <c:auto val="1"/>
        <c:lblAlgn val="ctr"/>
        <c:lblOffset val="100"/>
        <c:noMultiLvlLbl val="0"/>
      </c:catAx>
      <c:valAx>
        <c:axId val="8026530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11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7814949573504165E-2"/>
          <c:y val="0"/>
          <c:w val="0.93894940035902441"/>
          <c:h val="1"/>
        </c:manualLayout>
      </c:layout>
      <c:doughnutChart>
        <c:varyColors val="1"/>
        <c:ser>
          <c:idx val="0"/>
          <c:order val="0"/>
          <c:tx>
            <c:strRef>
              <c:f>Sheet1!$A$2</c:f>
              <c:strCache>
                <c:ptCount val="1"/>
                <c:pt idx="0">
                  <c:v>East</c:v>
                </c:pt>
              </c:strCache>
            </c:strRef>
          </c:tx>
          <c:spPr>
            <a:solidFill>
              <a:schemeClr val="accent1"/>
            </a:solidFill>
            <a:ln w="12700">
              <a:noFill/>
              <a:prstDash val="solid"/>
            </a:ln>
          </c:spPr>
          <c:dPt>
            <c:idx val="0"/>
            <c:bubble3D val="0"/>
            <c:spPr>
              <a:noFill/>
              <a:ln w="12700">
                <a:noFill/>
                <a:prstDash val="solid"/>
              </a:ln>
            </c:spPr>
            <c:extLst>
              <c:ext xmlns:c16="http://schemas.microsoft.com/office/drawing/2014/chart" uri="{C3380CC4-5D6E-409C-BE32-E72D297353CC}">
                <c16:uniqueId val="{00000001-1E5E-4930-95F2-8129059F6CCA}"/>
              </c:ext>
            </c:extLst>
          </c:dPt>
          <c:dPt>
            <c:idx val="1"/>
            <c:bubble3D val="0"/>
            <c:spPr>
              <a:solidFill>
                <a:srgbClr val="16B795"/>
              </a:solidFill>
              <a:ln w="12700">
                <a:noFill/>
                <a:prstDash val="solid"/>
              </a:ln>
            </c:spPr>
            <c:extLst>
              <c:ext xmlns:c16="http://schemas.microsoft.com/office/drawing/2014/chart" uri="{C3380CC4-5D6E-409C-BE32-E72D297353CC}">
                <c16:uniqueId val="{00000003-1E5E-4930-95F2-8129059F6CCA}"/>
              </c:ext>
            </c:extLst>
          </c:dPt>
          <c:dPt>
            <c:idx val="2"/>
            <c:bubble3D val="0"/>
            <c:spPr>
              <a:solidFill>
                <a:srgbClr val="EFF2F6"/>
              </a:solidFill>
              <a:ln w="12700">
                <a:noFill/>
                <a:prstDash val="solid"/>
              </a:ln>
            </c:spPr>
            <c:extLst>
              <c:ext xmlns:c16="http://schemas.microsoft.com/office/drawing/2014/chart" uri="{C3380CC4-5D6E-409C-BE32-E72D297353CC}">
                <c16:uniqueId val="{00000005-1E5E-4930-95F2-8129059F6CCA}"/>
              </c:ext>
            </c:extLst>
          </c:dPt>
          <c:cat>
            <c:strRef>
              <c:f>Sheet1!$B$1:$D$1</c:f>
              <c:strCache>
                <c:ptCount val="3"/>
                <c:pt idx="0">
                  <c:v>HIDDEN Bottom</c:v>
                </c:pt>
                <c:pt idx="1">
                  <c:v>Main Percentage</c:v>
                </c:pt>
                <c:pt idx="2">
                  <c:v>Remain</c:v>
                </c:pt>
              </c:strCache>
            </c:strRef>
          </c:cat>
          <c:val>
            <c:numRef>
              <c:f>Sheet1!$B$2:$D$2</c:f>
              <c:numCache>
                <c:formatCode>0%</c:formatCode>
                <c:ptCount val="3"/>
                <c:pt idx="0">
                  <c:v>1</c:v>
                </c:pt>
                <c:pt idx="1">
                  <c:v>0.27</c:v>
                </c:pt>
                <c:pt idx="2">
                  <c:v>0.73</c:v>
                </c:pt>
              </c:numCache>
            </c:numRef>
          </c:val>
          <c:extLst>
            <c:ext xmlns:c16="http://schemas.microsoft.com/office/drawing/2014/chart" uri="{C3380CC4-5D6E-409C-BE32-E72D297353CC}">
              <c16:uniqueId val="{00000006-1E5E-4930-95F2-8129059F6CCA}"/>
            </c:ext>
          </c:extLst>
        </c:ser>
        <c:dLbls>
          <c:showLegendKey val="0"/>
          <c:showVal val="0"/>
          <c:showCatName val="0"/>
          <c:showSerName val="0"/>
          <c:showPercent val="0"/>
          <c:showBubbleSize val="0"/>
          <c:showLeaderLines val="0"/>
        </c:dLbls>
        <c:firstSliceAng val="90"/>
        <c:holeSize val="64"/>
      </c:doughnutChart>
      <c:spPr>
        <a:noFill/>
        <a:ln w="12700">
          <a:noFill/>
          <a:prstDash val="solid"/>
        </a:ln>
      </c:spPr>
    </c:plotArea>
    <c:plotVisOnly val="1"/>
    <c:dispBlanksAs val="gap"/>
    <c:showDLblsOverMax val="0"/>
  </c:chart>
  <c:spPr>
    <a:noFill/>
    <a:ln>
      <a:noFill/>
    </a:ln>
  </c:spPr>
  <c:txPr>
    <a:bodyPr/>
    <a:lstStyle/>
    <a:p>
      <a:pPr>
        <a:defRPr sz="2550" b="1" i="0" u="none" strike="noStrike" baseline="0">
          <a:solidFill>
            <a:schemeClr val="tx1"/>
          </a:solidFill>
          <a:latin typeface="AvantGarde MdCn BT" panose="020B0506020202020204" pitchFamily="34" charset="0"/>
          <a:ea typeface="Calibri"/>
          <a:cs typeface="Calibri"/>
        </a:defRPr>
      </a:pPr>
      <a:endParaRPr lang="en-US"/>
    </a:p>
  </c:txPr>
  <c:externalData r:id="rId2">
    <c:autoUpdate val="0"/>
  </c:externalData>
  <c:userShapes r:id="rId3"/>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7814949573504165E-2"/>
          <c:y val="0"/>
          <c:w val="0.93894940035902441"/>
          <c:h val="1"/>
        </c:manualLayout>
      </c:layout>
      <c:doughnutChart>
        <c:varyColors val="1"/>
        <c:ser>
          <c:idx val="0"/>
          <c:order val="0"/>
          <c:tx>
            <c:strRef>
              <c:f>Sheet1!$A$2</c:f>
              <c:strCache>
                <c:ptCount val="1"/>
                <c:pt idx="0">
                  <c:v>East</c:v>
                </c:pt>
              </c:strCache>
            </c:strRef>
          </c:tx>
          <c:spPr>
            <a:solidFill>
              <a:schemeClr val="accent1"/>
            </a:solidFill>
            <a:ln w="12700">
              <a:noFill/>
              <a:prstDash val="solid"/>
            </a:ln>
          </c:spPr>
          <c:dPt>
            <c:idx val="0"/>
            <c:bubble3D val="0"/>
            <c:spPr>
              <a:noFill/>
              <a:ln w="12700">
                <a:noFill/>
                <a:prstDash val="solid"/>
              </a:ln>
            </c:spPr>
            <c:extLst>
              <c:ext xmlns:c16="http://schemas.microsoft.com/office/drawing/2014/chart" uri="{C3380CC4-5D6E-409C-BE32-E72D297353CC}">
                <c16:uniqueId val="{00000001-5027-4A41-9749-925C3F093877}"/>
              </c:ext>
            </c:extLst>
          </c:dPt>
          <c:dPt>
            <c:idx val="1"/>
            <c:bubble3D val="0"/>
            <c:spPr>
              <a:solidFill>
                <a:srgbClr val="00BBF0"/>
              </a:solidFill>
              <a:ln w="12700">
                <a:noFill/>
                <a:prstDash val="solid"/>
              </a:ln>
            </c:spPr>
            <c:extLst>
              <c:ext xmlns:c16="http://schemas.microsoft.com/office/drawing/2014/chart" uri="{C3380CC4-5D6E-409C-BE32-E72D297353CC}">
                <c16:uniqueId val="{00000003-5027-4A41-9749-925C3F093877}"/>
              </c:ext>
            </c:extLst>
          </c:dPt>
          <c:dPt>
            <c:idx val="2"/>
            <c:bubble3D val="0"/>
            <c:spPr>
              <a:solidFill>
                <a:srgbClr val="EFF2F6"/>
              </a:solidFill>
              <a:ln w="12700">
                <a:noFill/>
                <a:prstDash val="solid"/>
              </a:ln>
            </c:spPr>
            <c:extLst>
              <c:ext xmlns:c16="http://schemas.microsoft.com/office/drawing/2014/chart" uri="{C3380CC4-5D6E-409C-BE32-E72D297353CC}">
                <c16:uniqueId val="{00000005-5027-4A41-9749-925C3F093877}"/>
              </c:ext>
            </c:extLst>
          </c:dPt>
          <c:cat>
            <c:strRef>
              <c:f>Sheet1!$B$1:$D$1</c:f>
              <c:strCache>
                <c:ptCount val="3"/>
                <c:pt idx="0">
                  <c:v>HIDDEN Bottom</c:v>
                </c:pt>
                <c:pt idx="1">
                  <c:v>Main Percentage</c:v>
                </c:pt>
                <c:pt idx="2">
                  <c:v>Remain</c:v>
                </c:pt>
              </c:strCache>
            </c:strRef>
          </c:cat>
          <c:val>
            <c:numRef>
              <c:f>Sheet1!$B$2:$D$2</c:f>
              <c:numCache>
                <c:formatCode>0%</c:formatCode>
                <c:ptCount val="3"/>
                <c:pt idx="0">
                  <c:v>1</c:v>
                </c:pt>
                <c:pt idx="1">
                  <c:v>0.76</c:v>
                </c:pt>
                <c:pt idx="2">
                  <c:v>0.24</c:v>
                </c:pt>
              </c:numCache>
            </c:numRef>
          </c:val>
          <c:extLst>
            <c:ext xmlns:c16="http://schemas.microsoft.com/office/drawing/2014/chart" uri="{C3380CC4-5D6E-409C-BE32-E72D297353CC}">
              <c16:uniqueId val="{00000006-5027-4A41-9749-925C3F093877}"/>
            </c:ext>
          </c:extLst>
        </c:ser>
        <c:dLbls>
          <c:showLegendKey val="0"/>
          <c:showVal val="0"/>
          <c:showCatName val="0"/>
          <c:showSerName val="0"/>
          <c:showPercent val="0"/>
          <c:showBubbleSize val="0"/>
          <c:showLeaderLines val="0"/>
        </c:dLbls>
        <c:firstSliceAng val="90"/>
        <c:holeSize val="64"/>
      </c:doughnutChart>
      <c:spPr>
        <a:noFill/>
        <a:ln w="12700">
          <a:noFill/>
          <a:prstDash val="solid"/>
        </a:ln>
      </c:spPr>
    </c:plotArea>
    <c:plotVisOnly val="1"/>
    <c:dispBlanksAs val="gap"/>
    <c:showDLblsOverMax val="0"/>
  </c:chart>
  <c:spPr>
    <a:noFill/>
    <a:ln>
      <a:noFill/>
    </a:ln>
  </c:spPr>
  <c:txPr>
    <a:bodyPr/>
    <a:lstStyle/>
    <a:p>
      <a:pPr>
        <a:defRPr sz="2550" b="1" i="0" u="none" strike="noStrike" baseline="0">
          <a:solidFill>
            <a:schemeClr val="tx1"/>
          </a:solidFill>
          <a:latin typeface="AvantGarde MdCn BT" panose="020B0506020202020204" pitchFamily="34" charset="0"/>
          <a:ea typeface="Calibri"/>
          <a:cs typeface="Calibri"/>
        </a:defRPr>
      </a:pPr>
      <a:endParaRPr lang="en-US"/>
    </a:p>
  </c:txPr>
  <c:externalData r:id="rId2">
    <c:autoUpdate val="0"/>
  </c:externalData>
  <c:userShapes r:id="rId3"/>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7814949573504165E-2"/>
          <c:y val="0"/>
          <c:w val="0.93894940035902441"/>
          <c:h val="1"/>
        </c:manualLayout>
      </c:layout>
      <c:doughnutChart>
        <c:varyColors val="1"/>
        <c:ser>
          <c:idx val="0"/>
          <c:order val="0"/>
          <c:tx>
            <c:strRef>
              <c:f>Sheet1!$A$2</c:f>
              <c:strCache>
                <c:ptCount val="1"/>
                <c:pt idx="0">
                  <c:v>East</c:v>
                </c:pt>
              </c:strCache>
            </c:strRef>
          </c:tx>
          <c:spPr>
            <a:solidFill>
              <a:schemeClr val="accent1"/>
            </a:solidFill>
            <a:ln w="12700">
              <a:noFill/>
              <a:prstDash val="solid"/>
            </a:ln>
          </c:spPr>
          <c:dPt>
            <c:idx val="0"/>
            <c:bubble3D val="0"/>
            <c:spPr>
              <a:noFill/>
              <a:ln w="12700">
                <a:noFill/>
                <a:prstDash val="solid"/>
              </a:ln>
            </c:spPr>
            <c:extLst>
              <c:ext xmlns:c16="http://schemas.microsoft.com/office/drawing/2014/chart" uri="{C3380CC4-5D6E-409C-BE32-E72D297353CC}">
                <c16:uniqueId val="{00000001-183A-4069-A6FE-D3A948613AD7}"/>
              </c:ext>
            </c:extLst>
          </c:dPt>
          <c:dPt>
            <c:idx val="1"/>
            <c:bubble3D val="0"/>
            <c:spPr>
              <a:solidFill>
                <a:srgbClr val="8AC546"/>
              </a:solidFill>
              <a:ln w="12700">
                <a:noFill/>
                <a:prstDash val="solid"/>
              </a:ln>
            </c:spPr>
            <c:extLst>
              <c:ext xmlns:c16="http://schemas.microsoft.com/office/drawing/2014/chart" uri="{C3380CC4-5D6E-409C-BE32-E72D297353CC}">
                <c16:uniqueId val="{00000003-183A-4069-A6FE-D3A948613AD7}"/>
              </c:ext>
            </c:extLst>
          </c:dPt>
          <c:dPt>
            <c:idx val="2"/>
            <c:bubble3D val="0"/>
            <c:spPr>
              <a:solidFill>
                <a:srgbClr val="EFF2F6"/>
              </a:solidFill>
              <a:ln w="12700">
                <a:noFill/>
                <a:prstDash val="solid"/>
              </a:ln>
            </c:spPr>
            <c:extLst>
              <c:ext xmlns:c16="http://schemas.microsoft.com/office/drawing/2014/chart" uri="{C3380CC4-5D6E-409C-BE32-E72D297353CC}">
                <c16:uniqueId val="{00000005-183A-4069-A6FE-D3A948613AD7}"/>
              </c:ext>
            </c:extLst>
          </c:dPt>
          <c:cat>
            <c:strRef>
              <c:f>Sheet1!$B$1:$D$1</c:f>
              <c:strCache>
                <c:ptCount val="3"/>
                <c:pt idx="0">
                  <c:v>HIDDEN Bottom</c:v>
                </c:pt>
                <c:pt idx="1">
                  <c:v>Main Percentage</c:v>
                </c:pt>
                <c:pt idx="2">
                  <c:v>Remain</c:v>
                </c:pt>
              </c:strCache>
            </c:strRef>
          </c:cat>
          <c:val>
            <c:numRef>
              <c:f>Sheet1!$B$2:$D$2</c:f>
              <c:numCache>
                <c:formatCode>0%</c:formatCode>
                <c:ptCount val="3"/>
                <c:pt idx="0">
                  <c:v>1</c:v>
                </c:pt>
                <c:pt idx="1">
                  <c:v>0.48</c:v>
                </c:pt>
                <c:pt idx="2">
                  <c:v>0.52</c:v>
                </c:pt>
              </c:numCache>
            </c:numRef>
          </c:val>
          <c:extLst>
            <c:ext xmlns:c16="http://schemas.microsoft.com/office/drawing/2014/chart" uri="{C3380CC4-5D6E-409C-BE32-E72D297353CC}">
              <c16:uniqueId val="{00000006-183A-4069-A6FE-D3A948613AD7}"/>
            </c:ext>
          </c:extLst>
        </c:ser>
        <c:dLbls>
          <c:showLegendKey val="0"/>
          <c:showVal val="0"/>
          <c:showCatName val="0"/>
          <c:showSerName val="0"/>
          <c:showPercent val="0"/>
          <c:showBubbleSize val="0"/>
          <c:showLeaderLines val="0"/>
        </c:dLbls>
        <c:firstSliceAng val="90"/>
        <c:holeSize val="64"/>
      </c:doughnutChart>
      <c:spPr>
        <a:noFill/>
        <a:ln w="12700">
          <a:noFill/>
          <a:prstDash val="solid"/>
        </a:ln>
      </c:spPr>
    </c:plotArea>
    <c:plotVisOnly val="1"/>
    <c:dispBlanksAs val="gap"/>
    <c:showDLblsOverMax val="0"/>
  </c:chart>
  <c:spPr>
    <a:noFill/>
    <a:ln>
      <a:noFill/>
    </a:ln>
  </c:spPr>
  <c:txPr>
    <a:bodyPr/>
    <a:lstStyle/>
    <a:p>
      <a:pPr>
        <a:defRPr sz="2550" b="1" i="0" u="none" strike="noStrike" baseline="0">
          <a:solidFill>
            <a:schemeClr val="tx1"/>
          </a:solidFill>
          <a:latin typeface="AvantGarde MdCn BT" panose="020B0506020202020204" pitchFamily="34" charset="0"/>
          <a:ea typeface="Calibri"/>
          <a:cs typeface="Calibri"/>
        </a:defRPr>
      </a:pPr>
      <a:endParaRPr lang="en-US"/>
    </a:p>
  </c:txPr>
  <c:externalData r:id="rId2">
    <c:autoUpdate val="0"/>
  </c:externalData>
  <c:userShapes r:id="rId3"/>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772-4980-B153-23E8E9CA9E8F}"/>
              </c:ext>
            </c:extLst>
          </c:dPt>
          <c:dPt>
            <c:idx val="1"/>
            <c:bubble3D val="0"/>
            <c:spPr>
              <a:solidFill>
                <a:schemeClr val="accent2"/>
              </a:solidFill>
              <a:ln w="19050">
                <a:noFill/>
              </a:ln>
              <a:effectLst/>
            </c:spPr>
            <c:extLst>
              <c:ext xmlns:c16="http://schemas.microsoft.com/office/drawing/2014/chart" uri="{C3380CC4-5D6E-409C-BE32-E72D297353CC}">
                <c16:uniqueId val="{00000003-C772-4980-B153-23E8E9CA9E8F}"/>
              </c:ext>
            </c:extLst>
          </c:dPt>
          <c:cat>
            <c:strRef>
              <c:f>Sheet1!$A$2:$A$3</c:f>
              <c:strCache>
                <c:ptCount val="2"/>
                <c:pt idx="0">
                  <c:v>1st Qtr</c:v>
                </c:pt>
                <c:pt idx="1">
                  <c:v>2nd Qtr</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8-C772-4980-B153-23E8E9CA9E8F}"/>
            </c:ext>
          </c:extLst>
        </c:ser>
        <c:dLbls>
          <c:showLegendKey val="0"/>
          <c:showVal val="0"/>
          <c:showCatName val="0"/>
          <c:showSerName val="0"/>
          <c:showPercent val="0"/>
          <c:showBubbleSize val="0"/>
          <c:showLeaderLines val="1"/>
        </c:dLbls>
        <c:firstSliceAng val="0"/>
        <c:holeSize val="8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6350">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Category 1</cx:pt>
          <cx:pt idx="1">Category 2</cx:pt>
          <cx:pt idx="2">Category 3</cx:pt>
          <cx:pt idx="3">Category 4</cx:pt>
          <cx:pt idx="4">Category 5</cx:pt>
          <cx:pt idx="5">Category 6</cx:pt>
          <cx:pt idx="6">Category 7</cx:pt>
          <cx:pt idx="7">Category 8</cx:pt>
        </cx:lvl>
      </cx:strDim>
      <cx:numDim type="val">
        <cx:f>Sheet1!$B$2:$B$9</cx:f>
        <cx:lvl ptCount="8" formatCode="General">
          <cx:pt idx="0">100</cx:pt>
          <cx:pt idx="1">20</cx:pt>
          <cx:pt idx="2">50</cx:pt>
          <cx:pt idx="3">-40</cx:pt>
          <cx:pt idx="4">130</cx:pt>
          <cx:pt idx="5">-60</cx:pt>
          <cx:pt idx="6">70</cx:pt>
          <cx:pt idx="7">140</cx:pt>
        </cx:lvl>
      </cx:numDim>
    </cx:data>
  </cx:chartData>
  <cx:chart>
    <cx:title pos="t" align="ctr" overlay="0">
      <cx:tx>
        <cx:txData>
          <cx:v>Chart title</cx:v>
        </cx:txData>
      </cx:tx>
      <cx:txPr>
        <a:bodyPr spcFirstLastPara="1" vertOverflow="ellipsis" horzOverflow="overflow" wrap="square" lIns="0" tIns="0" rIns="0" bIns="0" anchor="ctr" anchorCtr="1"/>
        <a:lstStyle/>
        <a:p>
          <a:pPr algn="ctr" rtl="0">
            <a:defRPr sz="1600">
              <a:solidFill>
                <a:schemeClr val="accent5">
                  <a:lumMod val="50000"/>
                </a:schemeClr>
              </a:solidFill>
            </a:defRPr>
          </a:pPr>
          <a:r>
            <a:rPr lang="en-US" sz="1200" b="1" i="0" u="none" strike="noStrike" baseline="0" dirty="0">
              <a:solidFill>
                <a:schemeClr val="accent5">
                  <a:lumMod val="50000"/>
                </a:schemeClr>
              </a:solidFill>
              <a:latin typeface="+mj-lt"/>
            </a:rPr>
            <a:t>Chart title</a:t>
          </a:r>
        </a:p>
      </cx:txPr>
    </cx:title>
    <cx:plotArea>
      <cx:plotAreaRegion>
        <cx:series layoutId="waterfall" uniqueId="{34B981C1-4628-4694-80D5-C216891F7B2B}">
          <cx:tx>
            <cx:txData>
              <cx:f>Sheet1!$B$1</cx:f>
              <cx:v>Series1</cx:v>
            </cx:txData>
          </cx:tx>
          <cx:dataLabels pos="ctr">
            <cx:txPr>
              <a:bodyPr spcFirstLastPara="1" vertOverflow="ellipsis" horzOverflow="overflow" wrap="square" lIns="0" tIns="0" rIns="0" bIns="0" anchor="ctr" anchorCtr="1"/>
              <a:lstStyle/>
              <a:p>
                <a:pPr algn="ctr" rtl="0">
                  <a:defRPr>
                    <a:solidFill>
                      <a:schemeClr val="bg1"/>
                    </a:solidFill>
                  </a:defRPr>
                </a:pPr>
                <a:endParaRPr lang="en-US" sz="1197" b="0" i="0" u="none" strike="noStrike" baseline="0">
                  <a:solidFill>
                    <a:schemeClr val="bg1"/>
                  </a:solidFill>
                  <a:latin typeface="Calibri"/>
                </a:endParaRPr>
              </a:p>
            </cx:txPr>
            <cx:visibility seriesName="0" categoryName="0" value="1"/>
            <cx:separator>, </cx:separator>
          </cx:dataLabels>
          <cx:dataId val="0"/>
          <cx:layoutPr>
            <cx:visibility connectorLines="1"/>
            <cx:subtotals>
              <cx:idx val="0"/>
              <cx:idx val="4"/>
              <cx:idx val="7"/>
            </cx:subtotals>
          </cx:layoutPr>
        </cx:series>
      </cx:plotAreaRegion>
      <cx:axis id="0">
        <cx:catScaling gapWidth="0.5"/>
        <cx:tickLabels/>
        <cx:txPr>
          <a:bodyPr spcFirstLastPara="1" vertOverflow="ellipsis" horzOverflow="overflow" wrap="square" lIns="0" tIns="0" rIns="0" bIns="0" anchor="ctr" anchorCtr="1"/>
          <a:lstStyle/>
          <a:p>
            <a:pPr algn="ctr" rtl="0">
              <a:defRPr sz="1100">
                <a:solidFill>
                  <a:schemeClr val="accent5"/>
                </a:solidFill>
              </a:defRPr>
            </a:pPr>
            <a:endParaRPr lang="en-US" sz="1100" b="0" i="0" u="none" strike="noStrike" baseline="0">
              <a:solidFill>
                <a:schemeClr val="accent5"/>
              </a:solidFill>
              <a:latin typeface="Calibri"/>
            </a:endParaRPr>
          </a:p>
        </cx:txPr>
      </cx:axis>
      <cx:axis id="1">
        <cx:valScaling/>
        <cx:tickLabels/>
        <cx:txPr>
          <a:bodyPr spcFirstLastPara="1" vertOverflow="ellipsis" horzOverflow="overflow" wrap="square" lIns="0" tIns="0" rIns="0" bIns="0" anchor="ctr" anchorCtr="1"/>
          <a:lstStyle/>
          <a:p>
            <a:pPr algn="ctr" rtl="0">
              <a:defRPr sz="1100"/>
            </a:pPr>
            <a:endParaRPr lang="en-US" sz="1100" b="0" i="0" u="none" strike="noStrike" baseline="0">
              <a:solidFill>
                <a:srgbClr val="B4C3CE">
                  <a:lumMod val="65000"/>
                  <a:lumOff val="35000"/>
                </a:srgbClr>
              </a:solidFill>
              <a:latin typeface="Calibri"/>
            </a:endParaRPr>
          </a:p>
        </cx:txPr>
      </cx:axis>
    </cx:plotArea>
    <cx:legend pos="t" align="ctr" overlay="0">
      <cx:txPr>
        <a:bodyPr spcFirstLastPara="1" vertOverflow="ellipsis" horzOverflow="overflow" wrap="square" lIns="0" tIns="0" rIns="0" bIns="0" anchor="ctr" anchorCtr="1"/>
        <a:lstStyle/>
        <a:p>
          <a:pPr algn="ctr" rtl="0">
            <a:defRPr sz="1100">
              <a:solidFill>
                <a:schemeClr val="accent5">
                  <a:lumMod val="60000"/>
                  <a:lumOff val="40000"/>
                </a:schemeClr>
              </a:solidFill>
            </a:defRPr>
          </a:pPr>
          <a:endParaRPr lang="en-US" sz="1100" b="0" i="0" u="none" strike="noStrike" baseline="0">
            <a:solidFill>
              <a:schemeClr val="accent5">
                <a:lumMod val="60000"/>
                <a:lumOff val="40000"/>
              </a:schemeClr>
            </a:solidFill>
            <a:latin typeface="Calibri"/>
          </a:endParaRPr>
        </a:p>
      </cx:txPr>
    </cx:legend>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Sheet1!$A$2:$A$9</cx:f>
        <cx:lvl ptCount="8">
          <cx:pt idx="0">Category 1</cx:pt>
          <cx:pt idx="1">Category 2</cx:pt>
          <cx:pt idx="2">Category 3</cx:pt>
          <cx:pt idx="3">Category 4</cx:pt>
          <cx:pt idx="4">Category 5</cx:pt>
          <cx:pt idx="5">Category 6</cx:pt>
          <cx:pt idx="6">Category 7</cx:pt>
          <cx:pt idx="7">Category 8</cx:pt>
        </cx:lvl>
      </cx:strDim>
      <cx:numDim type="val">
        <cx:f>Sheet1!$B$2:$B$9</cx:f>
        <cx:lvl ptCount="8" formatCode="General">
          <cx:pt idx="0">100</cx:pt>
          <cx:pt idx="1">20</cx:pt>
          <cx:pt idx="2">50</cx:pt>
          <cx:pt idx="3">-40</cx:pt>
          <cx:pt idx="4">130</cx:pt>
          <cx:pt idx="5">-60</cx:pt>
          <cx:pt idx="6">70</cx:pt>
          <cx:pt idx="7">140</cx:pt>
        </cx:lvl>
      </cx:numDim>
    </cx:data>
  </cx:chartData>
  <cx:chart>
    <cx:title pos="t" align="ctr" overlay="0">
      <cx:tx>
        <cx:txData>
          <cx:v>Chart Title</cx:v>
        </cx:txData>
      </cx:tx>
      <cx:txPr>
        <a:bodyPr spcFirstLastPara="1" vertOverflow="ellipsis" horzOverflow="overflow" wrap="square" lIns="0" tIns="0" rIns="0" bIns="0" anchor="ctr" anchorCtr="1"/>
        <a:lstStyle/>
        <a:p>
          <a:pPr algn="ctr" rtl="0">
            <a:defRPr sz="1400" b="1">
              <a:solidFill>
                <a:schemeClr val="accent5">
                  <a:lumMod val="50000"/>
                </a:schemeClr>
              </a:solidFill>
              <a:latin typeface="+mj-lt"/>
            </a:defRPr>
          </a:pPr>
          <a:r>
            <a:rPr lang="en-US" sz="1400" b="1" i="0" u="none" strike="noStrike" baseline="0">
              <a:solidFill>
                <a:schemeClr val="accent5">
                  <a:lumMod val="50000"/>
                </a:schemeClr>
              </a:solidFill>
              <a:latin typeface="+mj-lt"/>
            </a:rPr>
            <a:t>Chart Title</a:t>
          </a:r>
        </a:p>
      </cx:txPr>
    </cx:title>
    <cx:plotArea>
      <cx:plotAreaRegion>
        <cx:series layoutId="waterfall" uniqueId="{ED46A689-0772-4A1F-8625-A0E0E7DAB238}">
          <cx:tx>
            <cx:txData>
              <cx:f>Sheet1!$B$1</cx:f>
              <cx:v>Series1</cx:v>
            </cx:txData>
          </cx:tx>
          <cx:dataLabels pos="ctr">
            <cx:txPr>
              <a:bodyPr spcFirstLastPara="1" vertOverflow="ellipsis" horzOverflow="overflow" wrap="square" lIns="0" tIns="0" rIns="0" bIns="0" anchor="ctr" anchorCtr="1"/>
              <a:lstStyle/>
              <a:p>
                <a:pPr algn="ctr" rtl="0">
                  <a:defRPr sz="1050">
                    <a:solidFill>
                      <a:schemeClr val="bg1"/>
                    </a:solidFill>
                  </a:defRPr>
                </a:pPr>
                <a:endParaRPr lang="en-US" sz="1050" b="0" i="0" u="none" strike="noStrike" baseline="0">
                  <a:solidFill>
                    <a:schemeClr val="bg1"/>
                  </a:solidFill>
                  <a:latin typeface="Calibri"/>
                </a:endParaRPr>
              </a:p>
            </cx:txPr>
            <cx:visibility seriesName="0" categoryName="0" value="1"/>
            <cx:separator>, </cx:separator>
          </cx:dataLabels>
          <cx:dataId val="0"/>
          <cx:layoutPr>
            <cx:subtotals>
              <cx:idx val="0"/>
              <cx:idx val="4"/>
              <cx:idx val="7"/>
            </cx:subtotals>
          </cx:layoutPr>
        </cx:series>
      </cx:plotAreaRegion>
      <cx:axis id="0">
        <cx:catScaling gapWidth="0.5"/>
        <cx:tickLabels/>
        <cx:txPr>
          <a:bodyPr spcFirstLastPara="1" vertOverflow="ellipsis" horzOverflow="overflow" wrap="square" lIns="0" tIns="0" rIns="0" bIns="0" anchor="ctr" anchorCtr="1"/>
          <a:lstStyle/>
          <a:p>
            <a:pPr algn="ctr" rtl="0">
              <a:defRPr sz="1100">
                <a:solidFill>
                  <a:schemeClr val="accent5"/>
                </a:solidFill>
              </a:defRPr>
            </a:pPr>
            <a:endParaRPr lang="en-US" sz="1100" b="0" i="0" u="none" strike="noStrike" baseline="0">
              <a:solidFill>
                <a:schemeClr val="accent5"/>
              </a:solidFill>
              <a:latin typeface="Calibri"/>
            </a:endParaRPr>
          </a:p>
        </cx:txPr>
      </cx:axis>
      <cx:axis id="1">
        <cx:valScaling/>
        <cx:majorGridlines/>
        <cx:tickLabels/>
        <cx:txPr>
          <a:bodyPr spcFirstLastPara="1" vertOverflow="ellipsis" horzOverflow="overflow" wrap="square" lIns="0" tIns="0" rIns="0" bIns="0" anchor="ctr" anchorCtr="1"/>
          <a:lstStyle/>
          <a:p>
            <a:pPr algn="ctr" rtl="0">
              <a:defRPr sz="1100"/>
            </a:pPr>
            <a:endParaRPr lang="en-US" sz="1100" b="0" i="0" u="none" strike="noStrike" baseline="0">
              <a:solidFill>
                <a:srgbClr val="B4C3CE">
                  <a:lumMod val="65000"/>
                  <a:lumOff val="35000"/>
                </a:srgbClr>
              </a:solidFill>
              <a:latin typeface="Calibri"/>
            </a:endParaRPr>
          </a:p>
        </cx:txPr>
      </cx:axis>
    </cx:plotArea>
    <cx:legend pos="r" align="ctr" overlay="0">
      <cx:txPr>
        <a:bodyPr spcFirstLastPara="1" vertOverflow="ellipsis" horzOverflow="overflow" wrap="square" lIns="0" tIns="0" rIns="0" bIns="0" anchor="ctr" anchorCtr="1"/>
        <a:lstStyle/>
        <a:p>
          <a:pPr algn="ctr" rtl="0">
            <a:defRPr sz="1100">
              <a:solidFill>
                <a:schemeClr val="accent5">
                  <a:lumMod val="60000"/>
                  <a:lumOff val="40000"/>
                </a:schemeClr>
              </a:solidFill>
            </a:defRPr>
          </a:pPr>
          <a:endParaRPr lang="en-US" sz="1100" b="0" i="0" u="none" strike="noStrike" baseline="0">
            <a:solidFill>
              <a:schemeClr val="accent5">
                <a:lumMod val="60000"/>
                <a:lumOff val="40000"/>
              </a:schemeClr>
            </a:solidFill>
            <a:latin typeface="Calibri"/>
          </a:endParaRPr>
        </a:p>
      </cx:txPr>
    </cx:legend>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33BC23-31AF-4A20-BEAE-AC5416DB751B}" type="doc">
      <dgm:prSet loTypeId="urn:microsoft.com/office/officeart/2005/8/layout/chevron1" loCatId="process" qsTypeId="urn:microsoft.com/office/officeart/2005/8/quickstyle/simple1" qsCatId="simple" csTypeId="urn:microsoft.com/office/officeart/2005/8/colors/colorful1" csCatId="colorful" phldr="1"/>
      <dgm:spPr/>
    </dgm:pt>
    <dgm:pt modelId="{F0002116-0AEB-490F-AA29-BD8B28ED05D3}">
      <dgm:prSet phldr="0" custT="1"/>
      <dgm:spPr/>
      <dgm:t>
        <a:bodyPr/>
        <a:lstStyle/>
        <a:p>
          <a:pPr rtl="0"/>
          <a:r>
            <a:rPr lang="en-US" sz="1300" dirty="0">
              <a:latin typeface="+mn-lt"/>
              <a:cs typeface="Calibri Light"/>
            </a:rPr>
            <a:t>Improved on-shelf availability</a:t>
          </a:r>
          <a:endParaRPr lang="en-ZA" sz="1300" dirty="0">
            <a:latin typeface="+mn-lt"/>
          </a:endParaRPr>
        </a:p>
      </dgm:t>
    </dgm:pt>
    <dgm:pt modelId="{F8F8B2E8-EA4F-4369-A4EE-06B4C405EC5F}" type="parTrans" cxnId="{01A78F76-1185-4EAC-B47F-AAE08F58D34D}">
      <dgm:prSet/>
      <dgm:spPr/>
      <dgm:t>
        <a:bodyPr/>
        <a:lstStyle/>
        <a:p>
          <a:endParaRPr lang="en-ZA" sz="1300">
            <a:latin typeface="+mn-lt"/>
          </a:endParaRPr>
        </a:p>
      </dgm:t>
    </dgm:pt>
    <dgm:pt modelId="{50C41760-8117-405D-A34B-227B3D23DFFC}" type="sibTrans" cxnId="{01A78F76-1185-4EAC-B47F-AAE08F58D34D}">
      <dgm:prSet/>
      <dgm:spPr/>
      <dgm:t>
        <a:bodyPr/>
        <a:lstStyle/>
        <a:p>
          <a:endParaRPr lang="en-ZA" sz="1300">
            <a:latin typeface="+mn-lt"/>
          </a:endParaRPr>
        </a:p>
      </dgm:t>
    </dgm:pt>
    <dgm:pt modelId="{0F64B7ED-92C2-4240-9954-F9BAF963965B}">
      <dgm:prSet phldr="0" custT="1"/>
      <dgm:spPr/>
      <dgm:t>
        <a:bodyPr/>
        <a:lstStyle/>
        <a:p>
          <a:pPr rtl="0"/>
          <a:r>
            <a:rPr lang="en-US" sz="1300" dirty="0">
              <a:latin typeface="+mn-lt"/>
              <a:cs typeface="Calibri Light"/>
            </a:rPr>
            <a:t>Ensure that </a:t>
          </a:r>
          <a:br>
            <a:rPr lang="en-US" sz="1300" dirty="0">
              <a:latin typeface="+mn-lt"/>
              <a:cs typeface="Calibri Light"/>
            </a:rPr>
          </a:br>
          <a:r>
            <a:rPr lang="en-US" sz="1300" dirty="0">
              <a:latin typeface="+mn-lt"/>
              <a:cs typeface="Calibri Light"/>
            </a:rPr>
            <a:t>Forward Share target is achieved</a:t>
          </a:r>
          <a:endParaRPr lang="en-ZA" sz="1300" dirty="0">
            <a:latin typeface="+mn-lt"/>
          </a:endParaRPr>
        </a:p>
      </dgm:t>
    </dgm:pt>
    <dgm:pt modelId="{47E7C0CD-5F7A-471A-8771-9D90D1DAA7D8}" type="parTrans" cxnId="{E60547F3-491A-4153-AC21-3FF2CFC64859}">
      <dgm:prSet/>
      <dgm:spPr/>
      <dgm:t>
        <a:bodyPr/>
        <a:lstStyle/>
        <a:p>
          <a:endParaRPr lang="en-ZA" sz="1300">
            <a:latin typeface="+mn-lt"/>
          </a:endParaRPr>
        </a:p>
      </dgm:t>
    </dgm:pt>
    <dgm:pt modelId="{5592EF1E-EBF3-4A18-B277-F7A08C891F98}" type="sibTrans" cxnId="{E60547F3-491A-4153-AC21-3FF2CFC64859}">
      <dgm:prSet/>
      <dgm:spPr/>
      <dgm:t>
        <a:bodyPr/>
        <a:lstStyle/>
        <a:p>
          <a:endParaRPr lang="en-ZA" sz="1300">
            <a:latin typeface="+mn-lt"/>
          </a:endParaRPr>
        </a:p>
      </dgm:t>
    </dgm:pt>
    <dgm:pt modelId="{8CECBFB2-9534-4C53-AF13-D150D6924936}">
      <dgm:prSet phldr="0" custT="1"/>
      <dgm:spPr/>
      <dgm:t>
        <a:bodyPr/>
        <a:lstStyle/>
        <a:p>
          <a:pPr rtl="0"/>
          <a:r>
            <a:rPr lang="en-US" sz="1300" dirty="0">
              <a:latin typeface="+mn-lt"/>
              <a:cs typeface="Calibri Light"/>
            </a:rPr>
            <a:t>Ensure that promotions are implemented </a:t>
          </a:r>
          <a:br>
            <a:rPr lang="en-US" sz="1300" dirty="0">
              <a:latin typeface="+mn-lt"/>
              <a:cs typeface="Calibri Light"/>
            </a:rPr>
          </a:br>
          <a:r>
            <a:rPr lang="en-US" sz="1300" dirty="0">
              <a:latin typeface="+mn-lt"/>
              <a:cs typeface="Calibri Light"/>
            </a:rPr>
            <a:t>on-time, in-full</a:t>
          </a:r>
          <a:endParaRPr lang="en-ZA" sz="1300" dirty="0">
            <a:latin typeface="+mn-lt"/>
          </a:endParaRPr>
        </a:p>
      </dgm:t>
    </dgm:pt>
    <dgm:pt modelId="{D190F113-6943-48DC-877D-A08A695FDC2E}" type="parTrans" cxnId="{BB666DA0-41D2-4E24-A2D2-925B5ED71C11}">
      <dgm:prSet/>
      <dgm:spPr/>
      <dgm:t>
        <a:bodyPr/>
        <a:lstStyle/>
        <a:p>
          <a:endParaRPr lang="en-ZA" sz="1300">
            <a:latin typeface="+mn-lt"/>
          </a:endParaRPr>
        </a:p>
      </dgm:t>
    </dgm:pt>
    <dgm:pt modelId="{39F7FB9C-5918-4CF6-BCAA-2D020233A4C3}" type="sibTrans" cxnId="{BB666DA0-41D2-4E24-A2D2-925B5ED71C11}">
      <dgm:prSet/>
      <dgm:spPr/>
      <dgm:t>
        <a:bodyPr/>
        <a:lstStyle/>
        <a:p>
          <a:endParaRPr lang="en-ZA" sz="1300">
            <a:latin typeface="+mn-lt"/>
          </a:endParaRPr>
        </a:p>
      </dgm:t>
    </dgm:pt>
    <dgm:pt modelId="{8560EA04-DFAF-43B2-9942-F58EF059A7EF}">
      <dgm:prSet phldr="0" custT="1"/>
      <dgm:spPr/>
      <dgm:t>
        <a:bodyPr/>
        <a:lstStyle/>
        <a:p>
          <a:pPr rtl="0"/>
          <a:r>
            <a:rPr lang="en-US" sz="1300" dirty="0">
              <a:latin typeface="+mn-lt"/>
              <a:cs typeface="Calibri Light"/>
            </a:rPr>
            <a:t>Multi-level interaction: DC, </a:t>
          </a:r>
          <a:br>
            <a:rPr lang="en-US" sz="1300" dirty="0">
              <a:latin typeface="+mn-lt"/>
              <a:cs typeface="Calibri Light"/>
            </a:rPr>
          </a:br>
          <a:r>
            <a:rPr lang="en-US" sz="1300" dirty="0">
              <a:latin typeface="+mn-lt"/>
              <a:cs typeface="Calibri Light"/>
            </a:rPr>
            <a:t>Operational</a:t>
          </a:r>
          <a:endParaRPr lang="en-ZA" sz="1300" dirty="0">
            <a:latin typeface="+mn-lt"/>
          </a:endParaRPr>
        </a:p>
      </dgm:t>
    </dgm:pt>
    <dgm:pt modelId="{AD8305D1-DA49-4DAC-AD57-31884E4900E7}" type="parTrans" cxnId="{D25AB96F-63FE-4AFC-A06F-A11BC4A2B679}">
      <dgm:prSet/>
      <dgm:spPr/>
      <dgm:t>
        <a:bodyPr/>
        <a:lstStyle/>
        <a:p>
          <a:endParaRPr lang="en-ZA" sz="1300">
            <a:latin typeface="+mn-lt"/>
          </a:endParaRPr>
        </a:p>
      </dgm:t>
    </dgm:pt>
    <dgm:pt modelId="{BE63ED16-DBD5-4391-98C4-EE5A038D27E3}" type="sibTrans" cxnId="{D25AB96F-63FE-4AFC-A06F-A11BC4A2B679}">
      <dgm:prSet/>
      <dgm:spPr/>
      <dgm:t>
        <a:bodyPr/>
        <a:lstStyle/>
        <a:p>
          <a:endParaRPr lang="en-ZA" sz="1300">
            <a:latin typeface="+mn-lt"/>
          </a:endParaRPr>
        </a:p>
      </dgm:t>
    </dgm:pt>
    <dgm:pt modelId="{BE878F07-1AC2-48E2-82B0-C63AA9E59633}">
      <dgm:prSet phldr="0" custT="1"/>
      <dgm:spPr/>
      <dgm:t>
        <a:bodyPr/>
        <a:lstStyle/>
        <a:p>
          <a:pPr marL="0" indent="0" defTabSz="1079500" rtl="0"/>
          <a:r>
            <a:rPr lang="en-US" sz="1300" dirty="0">
              <a:latin typeface="+mn-lt"/>
              <a:cs typeface="Calibri Light"/>
            </a:rPr>
            <a:t>All pricing </a:t>
          </a:r>
          <a:br>
            <a:rPr lang="en-US" sz="1300" dirty="0">
              <a:latin typeface="+mn-lt"/>
              <a:cs typeface="Calibri Light"/>
            </a:rPr>
          </a:br>
          <a:r>
            <a:rPr lang="en-US" sz="1300" dirty="0">
              <a:latin typeface="+mn-lt"/>
              <a:cs typeface="Calibri Light"/>
            </a:rPr>
            <a:t>promotions implemented in-full</a:t>
          </a:r>
          <a:endParaRPr lang="en-ZA" sz="1300" dirty="0">
            <a:latin typeface="+mn-lt"/>
          </a:endParaRPr>
        </a:p>
      </dgm:t>
    </dgm:pt>
    <dgm:pt modelId="{35C41D56-402E-4BC8-93E8-B39DAE65599D}" type="parTrans" cxnId="{1DB50D2E-0264-41F3-8B18-75004AEA3B3F}">
      <dgm:prSet/>
      <dgm:spPr/>
      <dgm:t>
        <a:bodyPr/>
        <a:lstStyle/>
        <a:p>
          <a:endParaRPr lang="en-ZA" sz="1300">
            <a:latin typeface="+mn-lt"/>
          </a:endParaRPr>
        </a:p>
      </dgm:t>
    </dgm:pt>
    <dgm:pt modelId="{FE13FBF5-399D-4DA6-B6B5-65A57C42035E}" type="sibTrans" cxnId="{1DB50D2E-0264-41F3-8B18-75004AEA3B3F}">
      <dgm:prSet/>
      <dgm:spPr/>
      <dgm:t>
        <a:bodyPr/>
        <a:lstStyle/>
        <a:p>
          <a:endParaRPr lang="en-ZA" sz="1300">
            <a:latin typeface="+mn-lt"/>
          </a:endParaRPr>
        </a:p>
      </dgm:t>
    </dgm:pt>
    <dgm:pt modelId="{E4AD1323-F8AB-4AEE-A311-0CD57ADC1D1B}" type="pres">
      <dgm:prSet presAssocID="{3333BC23-31AF-4A20-BEAE-AC5416DB751B}" presName="Name0" presStyleCnt="0">
        <dgm:presLayoutVars>
          <dgm:dir/>
          <dgm:animLvl val="lvl"/>
          <dgm:resizeHandles val="exact"/>
        </dgm:presLayoutVars>
      </dgm:prSet>
      <dgm:spPr/>
    </dgm:pt>
    <dgm:pt modelId="{3963DD26-3253-4880-A312-B65C10A556D5}" type="pres">
      <dgm:prSet presAssocID="{F0002116-0AEB-490F-AA29-BD8B28ED05D3}" presName="parTxOnly" presStyleLbl="node1" presStyleIdx="0" presStyleCnt="5">
        <dgm:presLayoutVars>
          <dgm:chMax val="0"/>
          <dgm:chPref val="0"/>
          <dgm:bulletEnabled val="1"/>
        </dgm:presLayoutVars>
      </dgm:prSet>
      <dgm:spPr/>
    </dgm:pt>
    <dgm:pt modelId="{D3D55011-FF24-4E27-AC2F-432A14577325}" type="pres">
      <dgm:prSet presAssocID="{50C41760-8117-405D-A34B-227B3D23DFFC}" presName="parTxOnlySpace" presStyleCnt="0"/>
      <dgm:spPr/>
    </dgm:pt>
    <dgm:pt modelId="{01907F79-CB1C-497A-903B-EAB6AE287630}" type="pres">
      <dgm:prSet presAssocID="{0F64B7ED-92C2-4240-9954-F9BAF963965B}" presName="parTxOnly" presStyleLbl="node1" presStyleIdx="1" presStyleCnt="5">
        <dgm:presLayoutVars>
          <dgm:chMax val="0"/>
          <dgm:chPref val="0"/>
          <dgm:bulletEnabled val="1"/>
        </dgm:presLayoutVars>
      </dgm:prSet>
      <dgm:spPr/>
    </dgm:pt>
    <dgm:pt modelId="{5C8B19FB-D721-4B47-AD41-4CA2F2A2DF94}" type="pres">
      <dgm:prSet presAssocID="{5592EF1E-EBF3-4A18-B277-F7A08C891F98}" presName="parTxOnlySpace" presStyleCnt="0"/>
      <dgm:spPr/>
    </dgm:pt>
    <dgm:pt modelId="{3F8E133B-BC69-4373-B765-57E7A59F1E2D}" type="pres">
      <dgm:prSet presAssocID="{8CECBFB2-9534-4C53-AF13-D150D6924936}" presName="parTxOnly" presStyleLbl="node1" presStyleIdx="2" presStyleCnt="5">
        <dgm:presLayoutVars>
          <dgm:chMax val="0"/>
          <dgm:chPref val="0"/>
          <dgm:bulletEnabled val="1"/>
        </dgm:presLayoutVars>
      </dgm:prSet>
      <dgm:spPr/>
    </dgm:pt>
    <dgm:pt modelId="{4E075869-74F5-4067-AD70-D522BF07342E}" type="pres">
      <dgm:prSet presAssocID="{39F7FB9C-5918-4CF6-BCAA-2D020233A4C3}" presName="parTxOnlySpace" presStyleCnt="0"/>
      <dgm:spPr/>
    </dgm:pt>
    <dgm:pt modelId="{90455DFE-31E1-46CD-B58B-B7C761FBD5A8}" type="pres">
      <dgm:prSet presAssocID="{BE878F07-1AC2-48E2-82B0-C63AA9E59633}" presName="parTxOnly" presStyleLbl="node1" presStyleIdx="3" presStyleCnt="5">
        <dgm:presLayoutVars>
          <dgm:chMax val="0"/>
          <dgm:chPref val="0"/>
          <dgm:bulletEnabled val="1"/>
        </dgm:presLayoutVars>
      </dgm:prSet>
      <dgm:spPr/>
    </dgm:pt>
    <dgm:pt modelId="{3B2E64EB-288D-4580-A6B9-09565B5282E6}" type="pres">
      <dgm:prSet presAssocID="{FE13FBF5-399D-4DA6-B6B5-65A57C42035E}" presName="parTxOnlySpace" presStyleCnt="0"/>
      <dgm:spPr/>
    </dgm:pt>
    <dgm:pt modelId="{808FC3BE-B181-4111-9815-D1F7C6D1EC46}" type="pres">
      <dgm:prSet presAssocID="{8560EA04-DFAF-43B2-9942-F58EF059A7EF}" presName="parTxOnly" presStyleLbl="node1" presStyleIdx="4" presStyleCnt="5">
        <dgm:presLayoutVars>
          <dgm:chMax val="0"/>
          <dgm:chPref val="0"/>
          <dgm:bulletEnabled val="1"/>
        </dgm:presLayoutVars>
      </dgm:prSet>
      <dgm:spPr/>
    </dgm:pt>
  </dgm:ptLst>
  <dgm:cxnLst>
    <dgm:cxn modelId="{7EE3FA0E-B1CE-4E44-9C47-CB5927219F0E}" type="presOf" srcId="{3333BC23-31AF-4A20-BEAE-AC5416DB751B}" destId="{E4AD1323-F8AB-4AEE-A311-0CD57ADC1D1B}" srcOrd="0" destOrd="0" presId="urn:microsoft.com/office/officeart/2005/8/layout/chevron1"/>
    <dgm:cxn modelId="{8A897619-60DC-4811-B40B-63D64C8D3EF8}" type="presOf" srcId="{BE878F07-1AC2-48E2-82B0-C63AA9E59633}" destId="{90455DFE-31E1-46CD-B58B-B7C761FBD5A8}" srcOrd="0" destOrd="0" presId="urn:microsoft.com/office/officeart/2005/8/layout/chevron1"/>
    <dgm:cxn modelId="{1DB50D2E-0264-41F3-8B18-75004AEA3B3F}" srcId="{3333BC23-31AF-4A20-BEAE-AC5416DB751B}" destId="{BE878F07-1AC2-48E2-82B0-C63AA9E59633}" srcOrd="3" destOrd="0" parTransId="{35C41D56-402E-4BC8-93E8-B39DAE65599D}" sibTransId="{FE13FBF5-399D-4DA6-B6B5-65A57C42035E}"/>
    <dgm:cxn modelId="{BF78A662-A718-42CE-9A20-347E53F11154}" type="presOf" srcId="{8560EA04-DFAF-43B2-9942-F58EF059A7EF}" destId="{808FC3BE-B181-4111-9815-D1F7C6D1EC46}" srcOrd="0" destOrd="0" presId="urn:microsoft.com/office/officeart/2005/8/layout/chevron1"/>
    <dgm:cxn modelId="{D25AB96F-63FE-4AFC-A06F-A11BC4A2B679}" srcId="{3333BC23-31AF-4A20-BEAE-AC5416DB751B}" destId="{8560EA04-DFAF-43B2-9942-F58EF059A7EF}" srcOrd="4" destOrd="0" parTransId="{AD8305D1-DA49-4DAC-AD57-31884E4900E7}" sibTransId="{BE63ED16-DBD5-4391-98C4-EE5A038D27E3}"/>
    <dgm:cxn modelId="{2EA0C071-038D-413E-862F-9A20E2B3D661}" type="presOf" srcId="{F0002116-0AEB-490F-AA29-BD8B28ED05D3}" destId="{3963DD26-3253-4880-A312-B65C10A556D5}" srcOrd="0" destOrd="0" presId="urn:microsoft.com/office/officeart/2005/8/layout/chevron1"/>
    <dgm:cxn modelId="{01A78F76-1185-4EAC-B47F-AAE08F58D34D}" srcId="{3333BC23-31AF-4A20-BEAE-AC5416DB751B}" destId="{F0002116-0AEB-490F-AA29-BD8B28ED05D3}" srcOrd="0" destOrd="0" parTransId="{F8F8B2E8-EA4F-4369-A4EE-06B4C405EC5F}" sibTransId="{50C41760-8117-405D-A34B-227B3D23DFFC}"/>
    <dgm:cxn modelId="{BB666DA0-41D2-4E24-A2D2-925B5ED71C11}" srcId="{3333BC23-31AF-4A20-BEAE-AC5416DB751B}" destId="{8CECBFB2-9534-4C53-AF13-D150D6924936}" srcOrd="2" destOrd="0" parTransId="{D190F113-6943-48DC-877D-A08A695FDC2E}" sibTransId="{39F7FB9C-5918-4CF6-BCAA-2D020233A4C3}"/>
    <dgm:cxn modelId="{8CF665F1-F961-41AA-9C2B-129622370376}" type="presOf" srcId="{0F64B7ED-92C2-4240-9954-F9BAF963965B}" destId="{01907F79-CB1C-497A-903B-EAB6AE287630}" srcOrd="0" destOrd="0" presId="urn:microsoft.com/office/officeart/2005/8/layout/chevron1"/>
    <dgm:cxn modelId="{E60547F3-491A-4153-AC21-3FF2CFC64859}" srcId="{3333BC23-31AF-4A20-BEAE-AC5416DB751B}" destId="{0F64B7ED-92C2-4240-9954-F9BAF963965B}" srcOrd="1" destOrd="0" parTransId="{47E7C0CD-5F7A-471A-8771-9D90D1DAA7D8}" sibTransId="{5592EF1E-EBF3-4A18-B277-F7A08C891F98}"/>
    <dgm:cxn modelId="{ABCBBEF4-9BE8-4952-A5EC-0D6DBE188172}" type="presOf" srcId="{8CECBFB2-9534-4C53-AF13-D150D6924936}" destId="{3F8E133B-BC69-4373-B765-57E7A59F1E2D}" srcOrd="0" destOrd="0" presId="urn:microsoft.com/office/officeart/2005/8/layout/chevron1"/>
    <dgm:cxn modelId="{9D6E62E3-96F7-4822-BB10-F2CC88F7596A}" type="presParOf" srcId="{E4AD1323-F8AB-4AEE-A311-0CD57ADC1D1B}" destId="{3963DD26-3253-4880-A312-B65C10A556D5}" srcOrd="0" destOrd="0" presId="urn:microsoft.com/office/officeart/2005/8/layout/chevron1"/>
    <dgm:cxn modelId="{23D9E77D-CED9-4906-8E0C-7FDB912949C7}" type="presParOf" srcId="{E4AD1323-F8AB-4AEE-A311-0CD57ADC1D1B}" destId="{D3D55011-FF24-4E27-AC2F-432A14577325}" srcOrd="1" destOrd="0" presId="urn:microsoft.com/office/officeart/2005/8/layout/chevron1"/>
    <dgm:cxn modelId="{7C45A3AC-DA7A-4698-9EEB-191EF9E657AE}" type="presParOf" srcId="{E4AD1323-F8AB-4AEE-A311-0CD57ADC1D1B}" destId="{01907F79-CB1C-497A-903B-EAB6AE287630}" srcOrd="2" destOrd="0" presId="urn:microsoft.com/office/officeart/2005/8/layout/chevron1"/>
    <dgm:cxn modelId="{6C791E3E-2CD1-4038-A157-4836F212C0FF}" type="presParOf" srcId="{E4AD1323-F8AB-4AEE-A311-0CD57ADC1D1B}" destId="{5C8B19FB-D721-4B47-AD41-4CA2F2A2DF94}" srcOrd="3" destOrd="0" presId="urn:microsoft.com/office/officeart/2005/8/layout/chevron1"/>
    <dgm:cxn modelId="{0128BD31-C214-4F15-92F1-00DEFC48BA36}" type="presParOf" srcId="{E4AD1323-F8AB-4AEE-A311-0CD57ADC1D1B}" destId="{3F8E133B-BC69-4373-B765-57E7A59F1E2D}" srcOrd="4" destOrd="0" presId="urn:microsoft.com/office/officeart/2005/8/layout/chevron1"/>
    <dgm:cxn modelId="{0486E029-84E0-4AA8-B489-DB65871465DF}" type="presParOf" srcId="{E4AD1323-F8AB-4AEE-A311-0CD57ADC1D1B}" destId="{4E075869-74F5-4067-AD70-D522BF07342E}" srcOrd="5" destOrd="0" presId="urn:microsoft.com/office/officeart/2005/8/layout/chevron1"/>
    <dgm:cxn modelId="{106594DB-C8A2-4E72-93E8-8231B25EEB83}" type="presParOf" srcId="{E4AD1323-F8AB-4AEE-A311-0CD57ADC1D1B}" destId="{90455DFE-31E1-46CD-B58B-B7C761FBD5A8}" srcOrd="6" destOrd="0" presId="urn:microsoft.com/office/officeart/2005/8/layout/chevron1"/>
    <dgm:cxn modelId="{9371971D-D1F4-4D90-8C46-4857633D0DD4}" type="presParOf" srcId="{E4AD1323-F8AB-4AEE-A311-0CD57ADC1D1B}" destId="{3B2E64EB-288D-4580-A6B9-09565B5282E6}" srcOrd="7" destOrd="0" presId="urn:microsoft.com/office/officeart/2005/8/layout/chevron1"/>
    <dgm:cxn modelId="{579CFE2F-1589-4B98-9F65-51650702C0A2}" type="presParOf" srcId="{E4AD1323-F8AB-4AEE-A311-0CD57ADC1D1B}" destId="{808FC3BE-B181-4111-9815-D1F7C6D1EC46}" srcOrd="8" destOrd="0" presId="urn:microsoft.com/office/officeart/2005/8/layout/chevron1"/>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0.24299</cdr:x>
      <cdr:y>0.3095</cdr:y>
    </cdr:from>
    <cdr:to>
      <cdr:x>0.80992</cdr:x>
      <cdr:y>0.49468</cdr:y>
    </cdr:to>
    <cdr:sp macro="" textlink="">
      <cdr:nvSpPr>
        <cdr:cNvPr id="2" name="TextBox 1"/>
        <cdr:cNvSpPr txBox="1"/>
      </cdr:nvSpPr>
      <cdr:spPr>
        <a:xfrm xmlns:a="http://schemas.openxmlformats.org/drawingml/2006/main">
          <a:off x="301005" y="334293"/>
          <a:ext cx="702295" cy="200025"/>
        </a:xfrm>
        <a:prstGeom xmlns:a="http://schemas.openxmlformats.org/drawingml/2006/main" prst="rect">
          <a:avLst/>
        </a:prstGeom>
      </cdr:spPr>
      <cdr:txBody>
        <a:bodyPr xmlns:a="http://schemas.openxmlformats.org/drawingml/2006/main" vertOverflow="clip" wrap="square" rtlCol="0" anchor="b"/>
        <a:lstStyle xmlns:a="http://schemas.openxmlformats.org/drawingml/2006/main"/>
        <a:p xmlns:a="http://schemas.openxmlformats.org/drawingml/2006/main">
          <a:endParaRPr lang="en-GB" sz="1100" dirty="0">
            <a:latin typeface="Calibri" panose="020F0502020204030204" pitchFamily="34"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0.24299</cdr:x>
      <cdr:y>0.3095</cdr:y>
    </cdr:from>
    <cdr:to>
      <cdr:x>0.80992</cdr:x>
      <cdr:y>0.49468</cdr:y>
    </cdr:to>
    <cdr:sp macro="" textlink="">
      <cdr:nvSpPr>
        <cdr:cNvPr id="2" name="TextBox 1"/>
        <cdr:cNvSpPr txBox="1"/>
      </cdr:nvSpPr>
      <cdr:spPr>
        <a:xfrm xmlns:a="http://schemas.openxmlformats.org/drawingml/2006/main">
          <a:off x="301005" y="334293"/>
          <a:ext cx="702295" cy="200025"/>
        </a:xfrm>
        <a:prstGeom xmlns:a="http://schemas.openxmlformats.org/drawingml/2006/main" prst="rect">
          <a:avLst/>
        </a:prstGeom>
      </cdr:spPr>
      <cdr:txBody>
        <a:bodyPr xmlns:a="http://schemas.openxmlformats.org/drawingml/2006/main" vertOverflow="clip" wrap="square" rtlCol="0" anchor="b"/>
        <a:lstStyle xmlns:a="http://schemas.openxmlformats.org/drawingml/2006/main"/>
        <a:p xmlns:a="http://schemas.openxmlformats.org/drawingml/2006/main">
          <a:endParaRPr lang="en-GB" sz="1100" dirty="0">
            <a:latin typeface="Calibri" panose="020F0502020204030204" pitchFamily="34"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0.24299</cdr:x>
      <cdr:y>0.3095</cdr:y>
    </cdr:from>
    <cdr:to>
      <cdr:x>0.80992</cdr:x>
      <cdr:y>0.49468</cdr:y>
    </cdr:to>
    <cdr:sp macro="" textlink="">
      <cdr:nvSpPr>
        <cdr:cNvPr id="2" name="TextBox 1"/>
        <cdr:cNvSpPr txBox="1"/>
      </cdr:nvSpPr>
      <cdr:spPr>
        <a:xfrm xmlns:a="http://schemas.openxmlformats.org/drawingml/2006/main">
          <a:off x="301005" y="334293"/>
          <a:ext cx="702295" cy="200025"/>
        </a:xfrm>
        <a:prstGeom xmlns:a="http://schemas.openxmlformats.org/drawingml/2006/main" prst="rect">
          <a:avLst/>
        </a:prstGeom>
      </cdr:spPr>
      <cdr:txBody>
        <a:bodyPr xmlns:a="http://schemas.openxmlformats.org/drawingml/2006/main" vertOverflow="clip" wrap="square" rtlCol="0" anchor="b"/>
        <a:lstStyle xmlns:a="http://schemas.openxmlformats.org/drawingml/2006/main"/>
        <a:p xmlns:a="http://schemas.openxmlformats.org/drawingml/2006/main">
          <a:endParaRPr lang="en-GB" sz="1100" dirty="0">
            <a:latin typeface="Calibri" panose="020F0502020204030204" pitchFamily="34" charset="0"/>
          </a:endParaRP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svg"/><Relationship Id="rId5"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8.png"/><Relationship Id="rId4" Type="http://schemas.openxmlformats.org/officeDocument/2006/relationships/image" Target="../media/image2.svg"/><Relationship Id="rId5"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3.svg"/><Relationship Id="rId5"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0.png"/><Relationship Id="rId4" Type="http://schemas.openxmlformats.org/officeDocument/2006/relationships/image" Target="../media/image5.svg"/><Relationship Id="rId5" Type="http://schemas.openxmlformats.org/officeDocument/2006/relationships/image" Target="../media/image11.png"/><Relationship Id="rId6" Type="http://schemas.openxmlformats.org/officeDocument/2006/relationships/image" Target="../media/image4.svg"/><Relationship Id="rId7"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svg"/><Relationship Id="rId5" Type="http://schemas.openxmlformats.org/officeDocument/2006/relationships/image" Target="../media/image2.emf"/></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8.svg"/><Relationship Id="rId4" Type="http://schemas.openxmlformats.org/officeDocument/2006/relationships/image" Target="../media/image21.png"/><Relationship Id="rId5" Type="http://schemas.openxmlformats.org/officeDocument/2006/relationships/image" Target="../media/image11.svg"/><Relationship Id="rId6" Type="http://schemas.openxmlformats.org/officeDocument/2006/relationships/image" Target="../media/image19.png"/><Relationship Id="rId7" Type="http://schemas.openxmlformats.org/officeDocument/2006/relationships/image" Target="../media/image9.svg"/><Relationship Id="rId8" Type="http://schemas.openxmlformats.org/officeDocument/2006/relationships/image" Target="../media/image16.png"/><Relationship Id="rId9" Type="http://schemas.openxmlformats.org/officeDocument/2006/relationships/image" Target="../media/image13.svg"/><Relationship Id="rId10" Type="http://schemas.openxmlformats.org/officeDocument/2006/relationships/image" Target="../media/image20.png"/><Relationship Id="rId11" Type="http://schemas.openxmlformats.org/officeDocument/2006/relationships/image" Target="../media/image10.svg"/><Relationship Id="rId12" Type="http://schemas.openxmlformats.org/officeDocument/2006/relationships/image" Target="../media/image17.png"/><Relationship Id="rId13" Type="http://schemas.openxmlformats.org/officeDocument/2006/relationships/image" Target="../media/image7.svg"/><Relationship Id="rId14" Type="http://schemas.openxmlformats.org/officeDocument/2006/relationships/image" Target="../media/image22.png"/><Relationship Id="rId15" Type="http://schemas.openxmlformats.org/officeDocument/2006/relationships/image" Target="../media/image12.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4.svg"/><Relationship Id="rId4" Type="http://schemas.openxmlformats.org/officeDocument/2006/relationships/image" Target="../media/image24.png"/><Relationship Id="rId5" Type="http://schemas.openxmlformats.org/officeDocument/2006/relationships/image" Target="../media/image15.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6.svg"/><Relationship Id="rId4" Type="http://schemas.openxmlformats.org/officeDocument/2006/relationships/image" Target="../media/image24.png"/><Relationship Id="rId5" Type="http://schemas.openxmlformats.org/officeDocument/2006/relationships/image" Target="../media/image15.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7.sv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8.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9.sv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9.sv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20.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1.sv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22.svg"/><Relationship Id="rId4" Type="http://schemas.openxmlformats.org/officeDocument/2006/relationships/image" Target="../media/image35.png"/><Relationship Id="rId5" Type="http://schemas.openxmlformats.org/officeDocument/2006/relationships/image" Target="../media/image25.svg"/><Relationship Id="rId6" Type="http://schemas.openxmlformats.org/officeDocument/2006/relationships/image" Target="../media/image33.png"/><Relationship Id="rId7" Type="http://schemas.openxmlformats.org/officeDocument/2006/relationships/image" Target="../media/image23.svg"/><Relationship Id="rId8" Type="http://schemas.openxmlformats.org/officeDocument/2006/relationships/image" Target="../media/image31.png"/><Relationship Id="rId9" Type="http://schemas.openxmlformats.org/officeDocument/2006/relationships/image" Target="../media/image26.svg"/><Relationship Id="rId10" Type="http://schemas.openxmlformats.org/officeDocument/2006/relationships/image" Target="../media/image34.png"/><Relationship Id="rId11" Type="http://schemas.openxmlformats.org/officeDocument/2006/relationships/image" Target="../media/image24.sv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22.svg"/><Relationship Id="rId4" Type="http://schemas.openxmlformats.org/officeDocument/2006/relationships/image" Target="../media/image35.png"/><Relationship Id="rId5" Type="http://schemas.openxmlformats.org/officeDocument/2006/relationships/image" Target="../media/image25.svg"/><Relationship Id="rId6" Type="http://schemas.openxmlformats.org/officeDocument/2006/relationships/image" Target="../media/image33.png"/><Relationship Id="rId7" Type="http://schemas.openxmlformats.org/officeDocument/2006/relationships/image" Target="../media/image23.svg"/><Relationship Id="rId8" Type="http://schemas.openxmlformats.org/officeDocument/2006/relationships/image" Target="../media/image31.png"/><Relationship Id="rId9" Type="http://schemas.openxmlformats.org/officeDocument/2006/relationships/image" Target="../media/image26.sv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1.sv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22.sv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1.sv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27.sv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28.sv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29.svg"/><Relationship Id="rId4" Type="http://schemas.openxmlformats.org/officeDocument/2006/relationships/image" Target="../media/image37.png"/><Relationship Id="rId5" Type="http://schemas.openxmlformats.org/officeDocument/2006/relationships/image" Target="../media/image28.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0.sv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1.svg"/><Relationship Id="rId4" Type="http://schemas.openxmlformats.org/officeDocument/2006/relationships/image" Target="../media/image42.png"/><Relationship Id="rId5" Type="http://schemas.openxmlformats.org/officeDocument/2006/relationships/image" Target="../media/image33.svg"/><Relationship Id="rId6" Type="http://schemas.openxmlformats.org/officeDocument/2006/relationships/image" Target="../media/image41.png"/><Relationship Id="rId7" Type="http://schemas.openxmlformats.org/officeDocument/2006/relationships/image" Target="../media/image32.sv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4.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5.sv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36.svg"/><Relationship Id="rId4" Type="http://schemas.openxmlformats.org/officeDocument/2006/relationships/image" Target="../media/image49.png"/><Relationship Id="rId5" Type="http://schemas.openxmlformats.org/officeDocument/2006/relationships/image" Target="../media/image39.svg"/><Relationship Id="rId6" Type="http://schemas.openxmlformats.org/officeDocument/2006/relationships/image" Target="../media/image47.png"/><Relationship Id="rId7" Type="http://schemas.openxmlformats.org/officeDocument/2006/relationships/image" Target="../media/image37.svg"/><Relationship Id="rId8" Type="http://schemas.openxmlformats.org/officeDocument/2006/relationships/image" Target="../media/image45.png"/><Relationship Id="rId9" Type="http://schemas.openxmlformats.org/officeDocument/2006/relationships/image" Target="../media/image40.svg"/><Relationship Id="rId10" Type="http://schemas.openxmlformats.org/officeDocument/2006/relationships/image" Target="../media/image48.png"/><Relationship Id="rId11" Type="http://schemas.openxmlformats.org/officeDocument/2006/relationships/image" Target="../media/image38.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36.svg"/><Relationship Id="rId4" Type="http://schemas.openxmlformats.org/officeDocument/2006/relationships/image" Target="../media/image49.png"/><Relationship Id="rId5" Type="http://schemas.openxmlformats.org/officeDocument/2006/relationships/image" Target="../media/image39.svg"/><Relationship Id="rId6" Type="http://schemas.openxmlformats.org/officeDocument/2006/relationships/image" Target="../media/image47.png"/><Relationship Id="rId7" Type="http://schemas.openxmlformats.org/officeDocument/2006/relationships/image" Target="../media/image37.svg"/><Relationship Id="rId8" Type="http://schemas.openxmlformats.org/officeDocument/2006/relationships/image" Target="../media/image45.png"/><Relationship Id="rId9" Type="http://schemas.openxmlformats.org/officeDocument/2006/relationships/image" Target="../media/image40.svg"/><Relationship Id="rId10" Type="http://schemas.openxmlformats.org/officeDocument/2006/relationships/image" Target="../media/image48.png"/><Relationship Id="rId11" Type="http://schemas.openxmlformats.org/officeDocument/2006/relationships/image" Target="../media/image38.sv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0.png"/><Relationship Id="rId3" Type="http://schemas.openxmlformats.org/officeDocument/2006/relationships/image" Target="../media/image41.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42.svg"/><Relationship Id="rId4" Type="http://schemas.openxmlformats.org/officeDocument/2006/relationships/image" Target="../media/image52.png"/><Relationship Id="rId5" Type="http://schemas.openxmlformats.org/officeDocument/2006/relationships/image" Target="../media/image43.sv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44.sv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5.sv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45.sv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 Id="rId3" Type="http://schemas.openxmlformats.org/officeDocument/2006/relationships/image" Target="../media/image46.sv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5.png"/><Relationship Id="rId3" Type="http://schemas.openxmlformats.org/officeDocument/2006/relationships/image" Target="../media/image46.sv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 Id="rId3" Type="http://schemas.openxmlformats.org/officeDocument/2006/relationships/image" Target="../media/image47.sv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8.svg"/><Relationship Id="rId4" Type="http://schemas.openxmlformats.org/officeDocument/2006/relationships/image" Target="../media/image58.png"/><Relationship Id="rId5" Type="http://schemas.openxmlformats.org/officeDocument/2006/relationships/image" Target="../media/image49.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7.png"/><Relationship Id="rId3" Type="http://schemas.openxmlformats.org/officeDocument/2006/relationships/image" Target="../media/image48.svg"/><Relationship Id="rId4" Type="http://schemas.openxmlformats.org/officeDocument/2006/relationships/image" Target="../media/image59.png"/><Relationship Id="rId5" Type="http://schemas.openxmlformats.org/officeDocument/2006/relationships/image" Target="../media/image50.sv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1.svg"/><Relationship Id="rId4" Type="http://schemas.openxmlformats.org/officeDocument/2006/relationships/image" Target="../media/image63.png"/><Relationship Id="rId5" Type="http://schemas.openxmlformats.org/officeDocument/2006/relationships/image" Target="../media/image53.svg"/><Relationship Id="rId6" Type="http://schemas.openxmlformats.org/officeDocument/2006/relationships/image" Target="../media/image62.png"/><Relationship Id="rId7" Type="http://schemas.openxmlformats.org/officeDocument/2006/relationships/image" Target="../media/image52.svg"/><Relationship Id="rId8" Type="http://schemas.openxmlformats.org/officeDocument/2006/relationships/image" Target="../media/image60.png"/><Relationship Id="rId9" Type="http://schemas.openxmlformats.org/officeDocument/2006/relationships/image" Target="../media/image54.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51.svg"/><Relationship Id="rId4" Type="http://schemas.openxmlformats.org/officeDocument/2006/relationships/image" Target="../media/image63.png"/><Relationship Id="rId5" Type="http://schemas.openxmlformats.org/officeDocument/2006/relationships/image" Target="../media/image53.svg"/><Relationship Id="rId6" Type="http://schemas.openxmlformats.org/officeDocument/2006/relationships/image" Target="../media/image62.png"/><Relationship Id="rId7" Type="http://schemas.openxmlformats.org/officeDocument/2006/relationships/image" Target="../media/image52.svg"/><Relationship Id="rId8" Type="http://schemas.openxmlformats.org/officeDocument/2006/relationships/image" Target="../media/image60.png"/><Relationship Id="rId9" Type="http://schemas.openxmlformats.org/officeDocument/2006/relationships/image" Target="../media/image54.sv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 Id="rId3" Type="http://schemas.microsoft.com/office/2007/relationships/hdphoto" Target="../media/hdphoto1.wdp"/></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 Id="rId3" Type="http://schemas.microsoft.com/office/2007/relationships/hdphoto" Target="../media/hdphoto1.wdp"/></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RE | COVER - Shape Dark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2806068" y="3703304"/>
            <a:ext cx="6579864" cy="1107996"/>
          </a:xfrm>
          <a:prstGeom prst="rect">
            <a:avLst/>
          </a:prstGeom>
        </p:spPr>
        <p:txBody>
          <a:bodyPr wrap="square" lIns="0" tIns="0" rIns="0" bIns="0">
            <a:spAutoFit/>
          </a:bodyPr>
          <a:lstStyle>
            <a:lvl1pPr>
              <a:defRPr sz="4000" spc="40" baseline="0">
                <a:solidFill>
                  <a:schemeClr val="bg1"/>
                </a:solidFill>
              </a:defRPr>
            </a:lvl1pPr>
          </a:lstStyle>
          <a:p>
            <a:r>
              <a:rPr lang="en-ZA" noProof="0"/>
              <a:t>Click to add Presentation Title over Two Lines</a:t>
            </a:r>
          </a:p>
        </p:txBody>
      </p:sp>
      <p:pic>
        <p:nvPicPr>
          <p:cNvPr id="3" name="Picture 2">
            <a:extLst>
              <a:ext uri="{FF2B5EF4-FFF2-40B4-BE49-F238E27FC236}">
                <a16:creationId xmlns:a16="http://schemas.microsoft.com/office/drawing/2014/main" id="{A647D2B2-31BC-B1FA-3B7A-C6259F43C4A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2806068" y="3197583"/>
            <a:ext cx="1370149" cy="198311"/>
          </a:xfrm>
          <a:prstGeom prst="rect">
            <a:avLst/>
          </a:prstGeom>
        </p:spPr>
      </p:pic>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2806068" y="5119688"/>
            <a:ext cx="3289932" cy="166199"/>
          </a:xfrm>
          <a:prstGeom prst="rect">
            <a:avLst/>
          </a:prstGeom>
        </p:spPr>
        <p:txBody>
          <a:bodyPr lIns="0" tIns="0" rIns="0" bIns="0">
            <a:spAutoFit/>
          </a:bodyPr>
          <a:lstStyle>
            <a:lvl1pPr marL="0" indent="0">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PRESENTER NAME &amp; TITLE</a:t>
            </a:r>
          </a:p>
        </p:txBody>
      </p:sp>
      <p:sp>
        <p:nvSpPr>
          <p:cNvPr id="8" name="Text Placeholder 6">
            <a:extLst>
              <a:ext uri="{FF2B5EF4-FFF2-40B4-BE49-F238E27FC236}">
                <a16:creationId xmlns:a16="http://schemas.microsoft.com/office/drawing/2014/main" id="{86B5DEAD-2966-20A8-A11D-4E8315A0C0EA}"/>
              </a:ext>
            </a:extLst>
          </p:cNvPr>
          <p:cNvSpPr>
            <a:spLocks noGrp="1"/>
          </p:cNvSpPr>
          <p:nvPr>
            <p:ph type="body" sz="quarter" idx="11" hasCustomPrompt="1"/>
          </p:nvPr>
        </p:nvSpPr>
        <p:spPr>
          <a:xfrm>
            <a:off x="2806068" y="5343998"/>
            <a:ext cx="3289932" cy="166199"/>
          </a:xfrm>
          <a:prstGeom prst="rect">
            <a:avLst/>
          </a:prstGeom>
        </p:spPr>
        <p:txBody>
          <a:bodyPr lIns="0" tIns="0" rIns="0" bIns="0">
            <a:spAutoFit/>
          </a:bodyPr>
          <a:lstStyle>
            <a:lvl1pPr marL="0" indent="0">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Tree>
    <p:extLst>
      <p:ext uri="{BB962C8B-B14F-4D97-AF65-F5344CB8AC3E}">
        <p14:creationId xmlns:p14="http://schemas.microsoft.com/office/powerpoint/2010/main" val="3858480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RE | DIVIDER - Shape Dark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6655-CA7A-6637-8AA8-A022517F3F1A}"/>
              </a:ext>
            </a:extLst>
          </p:cNvPr>
          <p:cNvSpPr>
            <a:spLocks noGrp="1"/>
          </p:cNvSpPr>
          <p:nvPr>
            <p:ph type="title" hasCustomPrompt="1"/>
          </p:nvPr>
        </p:nvSpPr>
        <p:spPr>
          <a:xfrm>
            <a:off x="6855118" y="1366508"/>
            <a:ext cx="4659943" cy="886397"/>
          </a:xfrm>
          <a:prstGeom prst="rect">
            <a:avLst/>
          </a:prstGeom>
        </p:spPr>
        <p:txBody>
          <a:bodyPr wrap="square" lIns="0" tIns="0" rIns="0" bIns="0" anchor="ctr" anchorCtr="0">
            <a:spAutoFit/>
          </a:bodyPr>
          <a:lstStyle>
            <a:lvl1pPr>
              <a:defRPr sz="3200">
                <a:solidFill>
                  <a:schemeClr val="bg1"/>
                </a:solidFill>
              </a:defRPr>
            </a:lvl1pPr>
          </a:lstStyle>
          <a:p>
            <a:r>
              <a:rPr lang="en-ZA" noProof="0"/>
              <a:t>Short Divider Title is Placed over Two Lines</a:t>
            </a:r>
          </a:p>
        </p:txBody>
      </p:sp>
      <p:cxnSp>
        <p:nvCxnSpPr>
          <p:cNvPr id="3" name="Straight Connector 2">
            <a:extLst>
              <a:ext uri="{FF2B5EF4-FFF2-40B4-BE49-F238E27FC236}">
                <a16:creationId xmlns:a16="http://schemas.microsoft.com/office/drawing/2014/main" id="{B02B7B9E-5495-F802-4DDC-A5E107F11069}"/>
              </a:ext>
            </a:extLst>
          </p:cNvPr>
          <p:cNvCxnSpPr>
            <a:cxnSpLocks noGrp="1" noRot="1" noMove="1" noResize="1" noEditPoints="1" noAdjustHandles="1" noChangeArrowheads="1" noChangeShapeType="1"/>
          </p:cNvCxnSpPr>
          <p:nvPr userDrawn="1"/>
        </p:nvCxnSpPr>
        <p:spPr>
          <a:xfrm>
            <a:off x="6220171" y="1607710"/>
            <a:ext cx="0" cy="40399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0732341-4AAD-77EF-8331-ADA41F0028EC}"/>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717619" y="6387351"/>
            <a:ext cx="1124672" cy="162781"/>
          </a:xfrm>
          <a:prstGeom prst="rect">
            <a:avLst/>
          </a:prstGeom>
        </p:spPr>
      </p:pic>
      <p:sp>
        <p:nvSpPr>
          <p:cNvPr id="10" name="Text Placeholder 9">
            <a:extLst>
              <a:ext uri="{FF2B5EF4-FFF2-40B4-BE49-F238E27FC236}">
                <a16:creationId xmlns:a16="http://schemas.microsoft.com/office/drawing/2014/main" id="{BA784110-334E-2DE4-CCCE-522FC9177CD4}"/>
              </a:ext>
            </a:extLst>
          </p:cNvPr>
          <p:cNvSpPr>
            <a:spLocks noGrp="1"/>
          </p:cNvSpPr>
          <p:nvPr>
            <p:ph type="body" sz="quarter" idx="10" hasCustomPrompt="1"/>
          </p:nvPr>
        </p:nvSpPr>
        <p:spPr>
          <a:xfrm>
            <a:off x="3409950" y="1374773"/>
            <a:ext cx="2672893" cy="914400"/>
          </a:xfrm>
          <a:prstGeom prst="rect">
            <a:avLst/>
          </a:prstGeom>
        </p:spPr>
        <p:txBody>
          <a:bodyPr lIns="0" tIns="0" rIns="0" bIns="0" anchor="ctr" anchorCtr="0"/>
          <a:lstStyle>
            <a:lvl1pPr marL="0" indent="0" algn="r">
              <a:buNone/>
              <a:defRPr sz="1200" b="1">
                <a:solidFill>
                  <a:schemeClr val="accent3"/>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ZA" noProof="0"/>
              <a:t>SECTION #</a:t>
            </a:r>
          </a:p>
        </p:txBody>
      </p:sp>
    </p:spTree>
    <p:extLst>
      <p:ext uri="{BB962C8B-B14F-4D97-AF65-F5344CB8AC3E}">
        <p14:creationId xmlns:p14="http://schemas.microsoft.com/office/powerpoint/2010/main" val="94558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RE | COVER - Shape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837C-0E03-9501-0B66-5929814EEB33}"/>
              </a:ext>
            </a:extLst>
          </p:cNvPr>
          <p:cNvSpPr>
            <a:spLocks noGrp="1"/>
          </p:cNvSpPr>
          <p:nvPr>
            <p:ph type="title" hasCustomPrompt="1"/>
          </p:nvPr>
        </p:nvSpPr>
        <p:spPr>
          <a:xfrm>
            <a:off x="1774710" y="2875002"/>
            <a:ext cx="7016865" cy="1107996"/>
          </a:xfrm>
          <a:prstGeom prst="rect">
            <a:avLst/>
          </a:prstGeom>
        </p:spPr>
        <p:txBody>
          <a:bodyPr wrap="square" lIns="0" tIns="0" rIns="0" bIns="0">
            <a:spAutoFit/>
          </a:bodyPr>
          <a:lstStyle>
            <a:lvl1pPr>
              <a:defRPr sz="4000">
                <a:solidFill>
                  <a:schemeClr val="bg1"/>
                </a:solidFill>
              </a:defRPr>
            </a:lvl1pPr>
          </a:lstStyle>
          <a:p>
            <a:r>
              <a:rPr lang="en-ZA" noProof="0"/>
              <a:t>Click to add Presentation Title over Two Lines</a:t>
            </a:r>
          </a:p>
        </p:txBody>
      </p:sp>
      <p:pic>
        <p:nvPicPr>
          <p:cNvPr id="3" name="Picture 2">
            <a:extLst>
              <a:ext uri="{FF2B5EF4-FFF2-40B4-BE49-F238E27FC236}">
                <a16:creationId xmlns:a16="http://schemas.microsoft.com/office/drawing/2014/main" id="{38CF7612-427E-B976-5DA0-9CC183CEEC0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774710" y="2368244"/>
            <a:ext cx="1370149" cy="198311"/>
          </a:xfrm>
          <a:prstGeom prst="rect">
            <a:avLst/>
          </a:prstGeom>
        </p:spPr>
      </p:pic>
      <p:sp>
        <p:nvSpPr>
          <p:cNvPr id="6" name="Text Placeholder 6">
            <a:extLst>
              <a:ext uri="{FF2B5EF4-FFF2-40B4-BE49-F238E27FC236}">
                <a16:creationId xmlns:a16="http://schemas.microsoft.com/office/drawing/2014/main" id="{3A5E93E6-7743-FC52-CC30-3EFB42D83FA0}"/>
              </a:ext>
            </a:extLst>
          </p:cNvPr>
          <p:cNvSpPr>
            <a:spLocks noGrp="1"/>
          </p:cNvSpPr>
          <p:nvPr>
            <p:ph type="body" sz="quarter" idx="10" hasCustomPrompt="1"/>
          </p:nvPr>
        </p:nvSpPr>
        <p:spPr>
          <a:xfrm>
            <a:off x="1774710" y="4289371"/>
            <a:ext cx="3289932" cy="166199"/>
          </a:xfrm>
          <a:prstGeom prst="rect">
            <a:avLst/>
          </a:prstGeom>
        </p:spPr>
        <p:txBody>
          <a:bodyPr lIns="0" tIns="0" rIns="0" bIns="0">
            <a:spAutoFit/>
          </a:bodyPr>
          <a:lstStyle>
            <a:lvl1pPr marL="0" indent="0">
              <a:buNone/>
              <a:defRPr sz="1200" spc="50" baseline="0">
                <a:solidFill>
                  <a:schemeClr val="tx1">
                    <a:lumMod val="75000"/>
                    <a:alpha val="4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PRESENTER NAME &amp; TITLE</a:t>
            </a:r>
          </a:p>
        </p:txBody>
      </p:sp>
      <p:sp>
        <p:nvSpPr>
          <p:cNvPr id="7" name="Text Placeholder 6">
            <a:extLst>
              <a:ext uri="{FF2B5EF4-FFF2-40B4-BE49-F238E27FC236}">
                <a16:creationId xmlns:a16="http://schemas.microsoft.com/office/drawing/2014/main" id="{07FA9327-0E4B-CB59-4F72-74C64C3A88B9}"/>
              </a:ext>
            </a:extLst>
          </p:cNvPr>
          <p:cNvSpPr>
            <a:spLocks noGrp="1"/>
          </p:cNvSpPr>
          <p:nvPr>
            <p:ph type="body" sz="quarter" idx="11" hasCustomPrompt="1"/>
          </p:nvPr>
        </p:nvSpPr>
        <p:spPr>
          <a:xfrm>
            <a:off x="1774710" y="4513681"/>
            <a:ext cx="3289932" cy="166199"/>
          </a:xfrm>
          <a:prstGeom prst="rect">
            <a:avLst/>
          </a:prstGeom>
        </p:spPr>
        <p:txBody>
          <a:bodyPr lIns="0" tIns="0" rIns="0" bIns="0">
            <a:spAutoFit/>
          </a:bodyPr>
          <a:lstStyle>
            <a:lvl1pPr marL="0" indent="0">
              <a:buNone/>
              <a:defRPr sz="1200" spc="50" baseline="0">
                <a:solidFill>
                  <a:schemeClr val="tx1">
                    <a:lumMod val="75000"/>
                    <a:alpha val="4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Tree>
    <p:extLst>
      <p:ext uri="{BB962C8B-B14F-4D97-AF65-F5344CB8AC3E}">
        <p14:creationId xmlns:p14="http://schemas.microsoft.com/office/powerpoint/2010/main" val="619242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RE | 1_DIVIDER - Shape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6655-CA7A-6637-8AA8-A022517F3F1A}"/>
              </a:ext>
            </a:extLst>
          </p:cNvPr>
          <p:cNvSpPr>
            <a:spLocks noGrp="1"/>
          </p:cNvSpPr>
          <p:nvPr>
            <p:ph type="title" hasCustomPrompt="1"/>
          </p:nvPr>
        </p:nvSpPr>
        <p:spPr>
          <a:xfrm>
            <a:off x="6855118" y="1366508"/>
            <a:ext cx="4659943" cy="886397"/>
          </a:xfrm>
          <a:prstGeom prst="rect">
            <a:avLst/>
          </a:prstGeom>
        </p:spPr>
        <p:txBody>
          <a:bodyPr wrap="square" lIns="0" tIns="0" rIns="0" bIns="0" anchor="ctr" anchorCtr="0">
            <a:spAutoFit/>
          </a:bodyPr>
          <a:lstStyle>
            <a:lvl1pPr>
              <a:defRPr sz="3200">
                <a:solidFill>
                  <a:schemeClr val="bg1"/>
                </a:solidFill>
              </a:defRPr>
            </a:lvl1pPr>
          </a:lstStyle>
          <a:p>
            <a:r>
              <a:rPr lang="en-ZA" noProof="0"/>
              <a:t>Short Divider Title is Placed over Two Lines</a:t>
            </a:r>
          </a:p>
        </p:txBody>
      </p:sp>
      <p:cxnSp>
        <p:nvCxnSpPr>
          <p:cNvPr id="3" name="Straight Connector 2">
            <a:extLst>
              <a:ext uri="{FF2B5EF4-FFF2-40B4-BE49-F238E27FC236}">
                <a16:creationId xmlns:a16="http://schemas.microsoft.com/office/drawing/2014/main" id="{B02B7B9E-5495-F802-4DDC-A5E107F11069}"/>
              </a:ext>
            </a:extLst>
          </p:cNvPr>
          <p:cNvCxnSpPr>
            <a:cxnSpLocks noGrp="1" noRot="1" noMove="1" noResize="1" noEditPoints="1" noAdjustHandles="1" noChangeArrowheads="1" noChangeShapeType="1"/>
          </p:cNvCxnSpPr>
          <p:nvPr userDrawn="1"/>
        </p:nvCxnSpPr>
        <p:spPr>
          <a:xfrm>
            <a:off x="6220171" y="1607710"/>
            <a:ext cx="0" cy="403994"/>
          </a:xfrm>
          <a:prstGeom prst="line">
            <a:avLst/>
          </a:prstGeom>
          <a:ln w="25400">
            <a:solidFill>
              <a:srgbClr val="11B89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0732341-4AAD-77EF-8331-ADA41F0028EC}"/>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717619" y="6387351"/>
            <a:ext cx="1124672" cy="162781"/>
          </a:xfrm>
          <a:prstGeom prst="rect">
            <a:avLst/>
          </a:prstGeom>
        </p:spPr>
      </p:pic>
      <p:sp>
        <p:nvSpPr>
          <p:cNvPr id="10" name="Text Placeholder 9">
            <a:extLst>
              <a:ext uri="{FF2B5EF4-FFF2-40B4-BE49-F238E27FC236}">
                <a16:creationId xmlns:a16="http://schemas.microsoft.com/office/drawing/2014/main" id="{BA784110-334E-2DE4-CCCE-522FC9177CD4}"/>
              </a:ext>
            </a:extLst>
          </p:cNvPr>
          <p:cNvSpPr>
            <a:spLocks noGrp="1"/>
          </p:cNvSpPr>
          <p:nvPr>
            <p:ph type="body" sz="quarter" idx="10" hasCustomPrompt="1"/>
          </p:nvPr>
        </p:nvSpPr>
        <p:spPr>
          <a:xfrm>
            <a:off x="3409950" y="1374773"/>
            <a:ext cx="2672893" cy="914400"/>
          </a:xfrm>
          <a:prstGeom prst="rect">
            <a:avLst/>
          </a:prstGeom>
        </p:spPr>
        <p:txBody>
          <a:bodyPr lIns="0" tIns="0" rIns="0" bIns="0" anchor="ctr" anchorCtr="0"/>
          <a:lstStyle>
            <a:lvl1pPr marL="0" indent="0" algn="r">
              <a:buNone/>
              <a:defRPr sz="1200" b="1">
                <a:solidFill>
                  <a:srgbClr val="11B895"/>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ZA" noProof="0"/>
              <a:t>SECTION #</a:t>
            </a:r>
          </a:p>
        </p:txBody>
      </p:sp>
    </p:spTree>
    <p:extLst>
      <p:ext uri="{BB962C8B-B14F-4D97-AF65-F5344CB8AC3E}">
        <p14:creationId xmlns:p14="http://schemas.microsoft.com/office/powerpoint/2010/main" val="3911329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E | 1_COVER - Shape Charco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837C-0E03-9501-0B66-5929814EEB33}"/>
              </a:ext>
            </a:extLst>
          </p:cNvPr>
          <p:cNvSpPr>
            <a:spLocks noGrp="1"/>
          </p:cNvSpPr>
          <p:nvPr>
            <p:ph type="title" hasCustomPrompt="1"/>
          </p:nvPr>
        </p:nvSpPr>
        <p:spPr>
          <a:xfrm>
            <a:off x="2231910" y="4681500"/>
            <a:ext cx="7016865" cy="1107996"/>
          </a:xfrm>
          <a:prstGeom prst="rect">
            <a:avLst/>
          </a:prstGeom>
        </p:spPr>
        <p:txBody>
          <a:bodyPr wrap="square" lIns="0" tIns="0" rIns="0" bIns="0">
            <a:spAutoFit/>
          </a:bodyPr>
          <a:lstStyle>
            <a:lvl1pPr>
              <a:defRPr sz="4000">
                <a:solidFill>
                  <a:schemeClr val="bg1"/>
                </a:solidFill>
              </a:defRPr>
            </a:lvl1pPr>
          </a:lstStyle>
          <a:p>
            <a:r>
              <a:rPr lang="en-ZA" noProof="0"/>
              <a:t>Click to add Presentation Title over Two Lines</a:t>
            </a:r>
          </a:p>
        </p:txBody>
      </p:sp>
      <p:sp>
        <p:nvSpPr>
          <p:cNvPr id="6" name="Text Placeholder 6">
            <a:extLst>
              <a:ext uri="{FF2B5EF4-FFF2-40B4-BE49-F238E27FC236}">
                <a16:creationId xmlns:a16="http://schemas.microsoft.com/office/drawing/2014/main" id="{3A5E93E6-7743-FC52-CC30-3EFB42D83FA0}"/>
              </a:ext>
            </a:extLst>
          </p:cNvPr>
          <p:cNvSpPr>
            <a:spLocks noGrp="1"/>
          </p:cNvSpPr>
          <p:nvPr>
            <p:ph type="body" sz="quarter" idx="10" hasCustomPrompt="1"/>
          </p:nvPr>
        </p:nvSpPr>
        <p:spPr>
          <a:xfrm>
            <a:off x="2231910" y="6095869"/>
            <a:ext cx="3289932" cy="166199"/>
          </a:xfrm>
          <a:prstGeom prst="rect">
            <a:avLst/>
          </a:prstGeom>
        </p:spPr>
        <p:txBody>
          <a:bodyPr lIns="0" tIns="0" rIns="0" bIns="0">
            <a:spAutoFit/>
          </a:bodyPr>
          <a:lstStyle>
            <a:lvl1pPr marL="0" indent="0">
              <a:buNone/>
              <a:defRPr sz="1200" spc="50" baseline="0">
                <a:solidFill>
                  <a:schemeClr val="accent5">
                    <a:lumMod val="60000"/>
                    <a:lumOff val="40000"/>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PRESENTER NAME &amp; TITLE</a:t>
            </a:r>
          </a:p>
        </p:txBody>
      </p:sp>
      <p:sp>
        <p:nvSpPr>
          <p:cNvPr id="7" name="Text Placeholder 6">
            <a:extLst>
              <a:ext uri="{FF2B5EF4-FFF2-40B4-BE49-F238E27FC236}">
                <a16:creationId xmlns:a16="http://schemas.microsoft.com/office/drawing/2014/main" id="{07FA9327-0E4B-CB59-4F72-74C64C3A88B9}"/>
              </a:ext>
            </a:extLst>
          </p:cNvPr>
          <p:cNvSpPr>
            <a:spLocks noGrp="1"/>
          </p:cNvSpPr>
          <p:nvPr>
            <p:ph type="body" sz="quarter" idx="11" hasCustomPrompt="1"/>
          </p:nvPr>
        </p:nvSpPr>
        <p:spPr>
          <a:xfrm>
            <a:off x="2231910" y="6320179"/>
            <a:ext cx="3289932" cy="166199"/>
          </a:xfrm>
          <a:prstGeom prst="rect">
            <a:avLst/>
          </a:prstGeom>
        </p:spPr>
        <p:txBody>
          <a:bodyPr lIns="0" tIns="0" rIns="0" bIns="0">
            <a:spAutoFit/>
          </a:bodyPr>
          <a:lstStyle>
            <a:lvl1pPr marL="0" indent="0">
              <a:buNone/>
              <a:defRPr sz="1200" spc="50" baseline="0">
                <a:solidFill>
                  <a:schemeClr val="accent5">
                    <a:lumMod val="60000"/>
                    <a:lumOff val="40000"/>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pic>
        <p:nvPicPr>
          <p:cNvPr id="4" name="Picture 3">
            <a:extLst>
              <a:ext uri="{FF2B5EF4-FFF2-40B4-BE49-F238E27FC236}">
                <a16:creationId xmlns:a16="http://schemas.microsoft.com/office/drawing/2014/main" id="{6C547613-3134-5F18-FEC8-8B99CBC9420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2231910" y="4175779"/>
            <a:ext cx="1370149" cy="198311"/>
          </a:xfrm>
          <a:prstGeom prst="rect">
            <a:avLst/>
          </a:prstGeom>
        </p:spPr>
      </p:pic>
    </p:spTree>
    <p:extLst>
      <p:ext uri="{BB962C8B-B14F-4D97-AF65-F5344CB8AC3E}">
        <p14:creationId xmlns:p14="http://schemas.microsoft.com/office/powerpoint/2010/main" val="3541163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RE | 2_DIVIDER - Shape Charco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A6655-CA7A-6637-8AA8-A022517F3F1A}"/>
              </a:ext>
            </a:extLst>
          </p:cNvPr>
          <p:cNvSpPr>
            <a:spLocks noGrp="1"/>
          </p:cNvSpPr>
          <p:nvPr>
            <p:ph type="title" hasCustomPrompt="1"/>
          </p:nvPr>
        </p:nvSpPr>
        <p:spPr>
          <a:xfrm>
            <a:off x="6855118" y="1366508"/>
            <a:ext cx="4659943" cy="886397"/>
          </a:xfrm>
          <a:prstGeom prst="rect">
            <a:avLst/>
          </a:prstGeom>
        </p:spPr>
        <p:txBody>
          <a:bodyPr wrap="square" lIns="0" tIns="0" rIns="0" bIns="0" anchor="ctr" anchorCtr="0">
            <a:spAutoFit/>
          </a:bodyPr>
          <a:lstStyle>
            <a:lvl1pPr>
              <a:defRPr sz="3200">
                <a:solidFill>
                  <a:schemeClr val="bg1"/>
                </a:solidFill>
              </a:defRPr>
            </a:lvl1pPr>
          </a:lstStyle>
          <a:p>
            <a:r>
              <a:rPr lang="en-ZA" noProof="0"/>
              <a:t>Short Divider Title is Placed over Two Lines</a:t>
            </a:r>
          </a:p>
        </p:txBody>
      </p:sp>
      <p:cxnSp>
        <p:nvCxnSpPr>
          <p:cNvPr id="3" name="Straight Connector 2">
            <a:extLst>
              <a:ext uri="{FF2B5EF4-FFF2-40B4-BE49-F238E27FC236}">
                <a16:creationId xmlns:a16="http://schemas.microsoft.com/office/drawing/2014/main" id="{B02B7B9E-5495-F802-4DDC-A5E107F11069}"/>
              </a:ext>
            </a:extLst>
          </p:cNvPr>
          <p:cNvCxnSpPr>
            <a:cxnSpLocks noGrp="1" noRot="1" noMove="1" noResize="1" noEditPoints="1" noAdjustHandles="1" noChangeArrowheads="1" noChangeShapeType="1"/>
          </p:cNvCxnSpPr>
          <p:nvPr userDrawn="1"/>
        </p:nvCxnSpPr>
        <p:spPr>
          <a:xfrm>
            <a:off x="6220171" y="1607710"/>
            <a:ext cx="0" cy="403994"/>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0732341-4AAD-77EF-8331-ADA41F0028EC}"/>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717619" y="6387351"/>
            <a:ext cx="1124672" cy="162781"/>
          </a:xfrm>
          <a:prstGeom prst="rect">
            <a:avLst/>
          </a:prstGeom>
        </p:spPr>
      </p:pic>
      <p:sp>
        <p:nvSpPr>
          <p:cNvPr id="10" name="Text Placeholder 9">
            <a:extLst>
              <a:ext uri="{FF2B5EF4-FFF2-40B4-BE49-F238E27FC236}">
                <a16:creationId xmlns:a16="http://schemas.microsoft.com/office/drawing/2014/main" id="{BA784110-334E-2DE4-CCCE-522FC9177CD4}"/>
              </a:ext>
            </a:extLst>
          </p:cNvPr>
          <p:cNvSpPr>
            <a:spLocks noGrp="1"/>
          </p:cNvSpPr>
          <p:nvPr>
            <p:ph type="body" sz="quarter" idx="10" hasCustomPrompt="1"/>
          </p:nvPr>
        </p:nvSpPr>
        <p:spPr>
          <a:xfrm>
            <a:off x="3409950" y="1374773"/>
            <a:ext cx="2672893" cy="914400"/>
          </a:xfrm>
          <a:prstGeom prst="rect">
            <a:avLst/>
          </a:prstGeom>
        </p:spPr>
        <p:txBody>
          <a:bodyPr lIns="0" tIns="0" rIns="0" bIns="0" anchor="ctr" anchorCtr="0"/>
          <a:lstStyle>
            <a:lvl1pPr marL="0" indent="0" algn="r">
              <a:buNone/>
              <a:defRPr sz="1200" b="1">
                <a:solidFill>
                  <a:schemeClr val="accent3"/>
                </a:solidFill>
                <a:latin typeface="+mj-lt"/>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ZA" noProof="0"/>
              <a:t>SECTION #</a:t>
            </a:r>
          </a:p>
        </p:txBody>
      </p:sp>
    </p:spTree>
    <p:extLst>
      <p:ext uri="{BB962C8B-B14F-4D97-AF65-F5344CB8AC3E}">
        <p14:creationId xmlns:p14="http://schemas.microsoft.com/office/powerpoint/2010/main" val="63293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RE | Title Slide - ONE 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6" y="1408721"/>
            <a:ext cx="11051375" cy="5037341"/>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a:t>Click to edit Master text styles</a:t>
            </a:r>
          </a:p>
          <a:p>
            <a:pPr lvl="1"/>
            <a:r>
              <a:rPr lang="en-GB" noProof="0" dirty="0"/>
              <a:t>Second level</a:t>
            </a:r>
          </a:p>
        </p:txBody>
      </p:sp>
    </p:spTree>
    <p:extLst>
      <p:ext uri="{BB962C8B-B14F-4D97-AF65-F5344CB8AC3E}">
        <p14:creationId xmlns:p14="http://schemas.microsoft.com/office/powerpoint/2010/main" val="25959387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RE | Title Slide - ONE LINE + SUB">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8ED8ED-F7EB-DC3C-6D11-C35861E0788C}"/>
              </a:ext>
            </a:extLst>
          </p:cNvPr>
          <p:cNvSpPr>
            <a:spLocks noGrp="1"/>
          </p:cNvSpPr>
          <p:nvPr>
            <p:ph type="body" sz="quarter" idx="40"/>
          </p:nvPr>
        </p:nvSpPr>
        <p:spPr>
          <a:xfrm>
            <a:off x="588166" y="1770564"/>
            <a:ext cx="11051375" cy="467549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22F1F8B6-8D40-EEBE-E52B-8EC239E9E815}"/>
              </a:ext>
            </a:extLst>
          </p:cNvPr>
          <p:cNvSpPr>
            <a:spLocks noGrp="1"/>
          </p:cNvSpPr>
          <p:nvPr>
            <p:ph type="body" sz="quarter" idx="39" hasCustomPrompt="1"/>
          </p:nvPr>
        </p:nvSpPr>
        <p:spPr>
          <a:xfrm>
            <a:off x="588166" y="140872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897267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RE | 3_Title Slide - ONE + Sub-Headin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588166" y="1750770"/>
            <a:ext cx="11051375" cy="469527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901951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RE | ONE + Sub-Heading 2">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588166" y="1750770"/>
            <a:ext cx="11051375" cy="469527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1230454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RE | 1_Title Slide - TWO LINE">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588166" y="1750770"/>
            <a:ext cx="11051375" cy="4695290"/>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867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RE | 2_Title Slide - TWO LINE + Sub-Headin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588166" y="2118226"/>
            <a:ext cx="11051375" cy="4327821"/>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494A9DE9-BC03-7B70-18CD-E3C0B299DA37}"/>
              </a:ext>
            </a:extLst>
          </p:cNvPr>
          <p:cNvSpPr>
            <a:spLocks noGrp="1"/>
          </p:cNvSpPr>
          <p:nvPr>
            <p:ph type="body" sz="quarter" idx="41" hasCustomPrompt="1"/>
          </p:nvPr>
        </p:nvSpPr>
        <p:spPr>
          <a:xfrm>
            <a:off x="588166" y="175638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1239227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RE | 3_Title Slide - TWO + Sub-Heading">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ED4123F9-C5CB-EE3F-7554-0B079BDDB78C}"/>
              </a:ext>
            </a:extLst>
          </p:cNvPr>
          <p:cNvSpPr>
            <a:spLocks noGrp="1"/>
          </p:cNvSpPr>
          <p:nvPr>
            <p:ph type="body" sz="quarter" idx="41" hasCustomPrompt="1"/>
          </p:nvPr>
        </p:nvSpPr>
        <p:spPr>
          <a:xfrm>
            <a:off x="588166" y="134588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588166" y="2097479"/>
            <a:ext cx="11051375" cy="434856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720261"/>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359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RE | CLOSING Slide">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6B975E-27BF-36D4-93C9-FC7498369259}"/>
              </a:ext>
            </a:extLst>
          </p:cNvPr>
          <p:cNvPicPr>
            <a:picLocks noChangeAspect="1"/>
          </p:cNvPicPr>
          <p:nvPr userDrawn="1"/>
        </p:nvPicPr>
        <p:blipFill>
          <a:blip r:embed="rId2"/>
          <a:stretch>
            <a:fillRect/>
          </a:stretch>
        </p:blipFill>
        <p:spPr>
          <a:xfrm>
            <a:off x="5410131" y="4004329"/>
            <a:ext cx="1370149" cy="198311"/>
          </a:xfrm>
          <a:prstGeom prst="rect">
            <a:avLst/>
          </a:prstGeom>
        </p:spPr>
      </p:pic>
      <p:sp>
        <p:nvSpPr>
          <p:cNvPr id="4" name="Text Placeholder 46">
            <a:extLst>
              <a:ext uri="{FF2B5EF4-FFF2-40B4-BE49-F238E27FC236}">
                <a16:creationId xmlns:a16="http://schemas.microsoft.com/office/drawing/2014/main" id="{57733A87-CE90-5D92-F04B-4FBB66B5C88F}"/>
              </a:ext>
            </a:extLst>
          </p:cNvPr>
          <p:cNvSpPr>
            <a:spLocks noGrp="1"/>
          </p:cNvSpPr>
          <p:nvPr>
            <p:ph type="body" sz="quarter" idx="44" hasCustomPrompt="1"/>
          </p:nvPr>
        </p:nvSpPr>
        <p:spPr>
          <a:xfrm>
            <a:off x="3718941" y="5937579"/>
            <a:ext cx="4752529" cy="110800"/>
          </a:xfrm>
          <a:prstGeom prst="rect">
            <a:avLst/>
          </a:prstGeom>
        </p:spPr>
        <p:txBody>
          <a:bodyPr wrap="square" lIns="0" tIns="0" rIns="0" bIns="0">
            <a:spAutoFit/>
          </a:bodyPr>
          <a:lstStyle>
            <a:lvl1pPr marL="0" indent="0" algn="ctr">
              <a:buFontTx/>
              <a:buNone/>
              <a:defRPr lang="en-ZA" sz="800" kern="1200" spc="90" baseline="0" dirty="0">
                <a:solidFill>
                  <a:schemeClr val="tx1">
                    <a:alpha val="25000"/>
                  </a:schemeClr>
                </a:solidFill>
                <a:latin typeface="+mj-lt"/>
                <a:ea typeface="+mn-ea"/>
                <a:cs typeface="+mn-cs"/>
              </a:defRPr>
            </a:lvl1pPr>
            <a:lvl2pPr marL="457200" indent="0">
              <a:buFontTx/>
              <a:buNone/>
              <a:defRPr>
                <a:solidFill>
                  <a:schemeClr val="accent5"/>
                </a:solidFill>
                <a:latin typeface="+mj-lt"/>
              </a:defRPr>
            </a:lvl2pPr>
            <a:lvl3pPr marL="914400" indent="0">
              <a:buFontTx/>
              <a:buNone/>
              <a:defRPr>
                <a:solidFill>
                  <a:schemeClr val="accent5"/>
                </a:solidFill>
                <a:latin typeface="+mj-lt"/>
              </a:defRPr>
            </a:lvl3pPr>
            <a:lvl4pPr marL="1371600" indent="0">
              <a:buFontTx/>
              <a:buNone/>
              <a:defRPr>
                <a:solidFill>
                  <a:schemeClr val="accent5"/>
                </a:solidFill>
                <a:latin typeface="+mj-lt"/>
              </a:defRPr>
            </a:lvl4pPr>
            <a:lvl5pPr marL="1828800" indent="0">
              <a:buFontTx/>
              <a:buNone/>
              <a:defRPr>
                <a:solidFill>
                  <a:schemeClr val="accent5"/>
                </a:solidFill>
                <a:latin typeface="+mj-lt"/>
              </a:defRPr>
            </a:lvl5pPr>
          </a:lstStyle>
          <a:p>
            <a:pPr lvl="0"/>
            <a:r>
              <a:rPr lang="en-US" dirty="0"/>
              <a:t>NAME SURNAME   |   +27 000 0000</a:t>
            </a:r>
            <a:endParaRPr lang="en-ZA" dirty="0"/>
          </a:p>
        </p:txBody>
      </p:sp>
      <p:grpSp>
        <p:nvGrpSpPr>
          <p:cNvPr id="5" name="Group 4">
            <a:extLst>
              <a:ext uri="{FF2B5EF4-FFF2-40B4-BE49-F238E27FC236}">
                <a16:creationId xmlns:a16="http://schemas.microsoft.com/office/drawing/2014/main" id="{1974547A-33C9-E5DF-6724-773B60119FDB}"/>
              </a:ext>
            </a:extLst>
          </p:cNvPr>
          <p:cNvGrpSpPr/>
          <p:nvPr userDrawn="1"/>
        </p:nvGrpSpPr>
        <p:grpSpPr>
          <a:xfrm>
            <a:off x="5017704" y="5437762"/>
            <a:ext cx="2154999" cy="158729"/>
            <a:chOff x="4435639" y="5282920"/>
            <a:chExt cx="2672403" cy="196839"/>
          </a:xfrm>
        </p:grpSpPr>
        <p:sp>
          <p:nvSpPr>
            <p:cNvPr id="6" name="Freeform 5">
              <a:extLst>
                <a:ext uri="{FF2B5EF4-FFF2-40B4-BE49-F238E27FC236}">
                  <a16:creationId xmlns:a16="http://schemas.microsoft.com/office/drawing/2014/main" id="{6B3A975F-ABD3-21E8-A9E5-E80134355F0C}"/>
                </a:ext>
              </a:extLst>
            </p:cNvPr>
            <p:cNvSpPr>
              <a:spLocks noEditPoints="1"/>
            </p:cNvSpPr>
            <p:nvPr userDrawn="1"/>
          </p:nvSpPr>
          <p:spPr bwMode="auto">
            <a:xfrm>
              <a:off x="5059980" y="5282920"/>
              <a:ext cx="197998" cy="196839"/>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18">
              <a:extLst>
                <a:ext uri="{FF2B5EF4-FFF2-40B4-BE49-F238E27FC236}">
                  <a16:creationId xmlns:a16="http://schemas.microsoft.com/office/drawing/2014/main" id="{169DF5B6-AE53-C68B-F06D-0A0135863F44}"/>
                </a:ext>
              </a:extLst>
            </p:cNvPr>
            <p:cNvSpPr>
              <a:spLocks/>
            </p:cNvSpPr>
            <p:nvPr userDrawn="1"/>
          </p:nvSpPr>
          <p:spPr bwMode="auto">
            <a:xfrm>
              <a:off x="5682190" y="5285112"/>
              <a:ext cx="189119" cy="192455"/>
            </a:xfrm>
            <a:custGeom>
              <a:avLst/>
              <a:gdLst>
                <a:gd name="T0" fmla="*/ 0 w 170"/>
                <a:gd name="T1" fmla="*/ 64 h 173"/>
                <a:gd name="T2" fmla="*/ 61 w 170"/>
                <a:gd name="T3" fmla="*/ 64 h 173"/>
                <a:gd name="T4" fmla="*/ 61 w 170"/>
                <a:gd name="T5" fmla="*/ 0 h 173"/>
                <a:gd name="T6" fmla="*/ 109 w 170"/>
                <a:gd name="T7" fmla="*/ 0 h 173"/>
                <a:gd name="T8" fmla="*/ 109 w 170"/>
                <a:gd name="T9" fmla="*/ 64 h 173"/>
                <a:gd name="T10" fmla="*/ 170 w 170"/>
                <a:gd name="T11" fmla="*/ 64 h 173"/>
                <a:gd name="T12" fmla="*/ 170 w 170"/>
                <a:gd name="T13" fmla="*/ 112 h 173"/>
                <a:gd name="T14" fmla="*/ 109 w 170"/>
                <a:gd name="T15" fmla="*/ 112 h 173"/>
                <a:gd name="T16" fmla="*/ 109 w 170"/>
                <a:gd name="T17" fmla="*/ 173 h 173"/>
                <a:gd name="T18" fmla="*/ 61 w 170"/>
                <a:gd name="T19" fmla="*/ 173 h 173"/>
                <a:gd name="T20" fmla="*/ 61 w 170"/>
                <a:gd name="T21" fmla="*/ 112 h 173"/>
                <a:gd name="T22" fmla="*/ 0 w 170"/>
                <a:gd name="T23" fmla="*/ 112 h 173"/>
                <a:gd name="T24" fmla="*/ 0 w 170"/>
                <a:gd name="T25" fmla="*/ 64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3">
                  <a:moveTo>
                    <a:pt x="0" y="64"/>
                  </a:moveTo>
                  <a:lnTo>
                    <a:pt x="61" y="64"/>
                  </a:lnTo>
                  <a:lnTo>
                    <a:pt x="61" y="0"/>
                  </a:lnTo>
                  <a:lnTo>
                    <a:pt x="109" y="0"/>
                  </a:lnTo>
                  <a:lnTo>
                    <a:pt x="109" y="64"/>
                  </a:lnTo>
                  <a:lnTo>
                    <a:pt x="170" y="64"/>
                  </a:lnTo>
                  <a:lnTo>
                    <a:pt x="170" y="112"/>
                  </a:lnTo>
                  <a:lnTo>
                    <a:pt x="109" y="112"/>
                  </a:lnTo>
                  <a:lnTo>
                    <a:pt x="109" y="173"/>
                  </a:lnTo>
                  <a:lnTo>
                    <a:pt x="61" y="173"/>
                  </a:lnTo>
                  <a:lnTo>
                    <a:pt x="61" y="112"/>
                  </a:lnTo>
                  <a:lnTo>
                    <a:pt x="0" y="112"/>
                  </a:lnTo>
                  <a:lnTo>
                    <a:pt x="0" y="6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ZA"/>
            </a:p>
          </p:txBody>
        </p:sp>
        <p:sp>
          <p:nvSpPr>
            <p:cNvPr id="8" name="Freeform 5">
              <a:extLst>
                <a:ext uri="{FF2B5EF4-FFF2-40B4-BE49-F238E27FC236}">
                  <a16:creationId xmlns:a16="http://schemas.microsoft.com/office/drawing/2014/main" id="{61E5E2D6-AEE1-9728-6C17-92E38666A143}"/>
                </a:ext>
              </a:extLst>
            </p:cNvPr>
            <p:cNvSpPr>
              <a:spLocks noEditPoints="1"/>
            </p:cNvSpPr>
            <p:nvPr userDrawn="1"/>
          </p:nvSpPr>
          <p:spPr bwMode="auto">
            <a:xfrm>
              <a:off x="6295521" y="5283698"/>
              <a:ext cx="195476" cy="195284"/>
            </a:xfrm>
            <a:custGeom>
              <a:avLst/>
              <a:gdLst>
                <a:gd name="T0" fmla="*/ 559 w 2037"/>
                <a:gd name="T1" fmla="*/ 559 h 2035"/>
                <a:gd name="T2" fmla="*/ 1478 w 2037"/>
                <a:gd name="T3" fmla="*/ 559 h 2035"/>
                <a:gd name="T4" fmla="*/ 1478 w 2037"/>
                <a:gd name="T5" fmla="*/ 1477 h 2035"/>
                <a:gd name="T6" fmla="*/ 559 w 2037"/>
                <a:gd name="T7" fmla="*/ 1477 h 2035"/>
                <a:gd name="T8" fmla="*/ 559 w 2037"/>
                <a:gd name="T9" fmla="*/ 559 h 2035"/>
                <a:gd name="T10" fmla="*/ 0 w 2037"/>
                <a:gd name="T11" fmla="*/ 2035 h 2035"/>
                <a:gd name="T12" fmla="*/ 2037 w 2037"/>
                <a:gd name="T13" fmla="*/ 2035 h 2035"/>
                <a:gd name="T14" fmla="*/ 2037 w 2037"/>
                <a:gd name="T15" fmla="*/ 0 h 2035"/>
                <a:gd name="T16" fmla="*/ 0 w 2037"/>
                <a:gd name="T17" fmla="*/ 0 h 2035"/>
                <a:gd name="T18" fmla="*/ 0 w 2037"/>
                <a:gd name="T19" fmla="*/ 203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2035">
                  <a:moveTo>
                    <a:pt x="559" y="559"/>
                  </a:moveTo>
                  <a:lnTo>
                    <a:pt x="1478" y="559"/>
                  </a:lnTo>
                  <a:lnTo>
                    <a:pt x="1478" y="1477"/>
                  </a:lnTo>
                  <a:lnTo>
                    <a:pt x="559" y="1477"/>
                  </a:lnTo>
                  <a:lnTo>
                    <a:pt x="559" y="559"/>
                  </a:lnTo>
                  <a:close/>
                  <a:moveTo>
                    <a:pt x="0" y="2035"/>
                  </a:moveTo>
                  <a:lnTo>
                    <a:pt x="2037" y="2035"/>
                  </a:lnTo>
                  <a:lnTo>
                    <a:pt x="2037" y="0"/>
                  </a:lnTo>
                  <a:lnTo>
                    <a:pt x="0" y="0"/>
                  </a:lnTo>
                  <a:lnTo>
                    <a:pt x="0" y="2035"/>
                  </a:lnTo>
                  <a:close/>
                </a:path>
              </a:pathLst>
            </a:custGeom>
            <a:solidFill>
              <a:schemeClr val="accent2">
                <a:lumMod val="5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9" name="Oval 8">
              <a:extLst>
                <a:ext uri="{FF2B5EF4-FFF2-40B4-BE49-F238E27FC236}">
                  <a16:creationId xmlns:a16="http://schemas.microsoft.com/office/drawing/2014/main" id="{18F24001-F8DF-258D-B201-8FC87529D1EB}"/>
                </a:ext>
              </a:extLst>
            </p:cNvPr>
            <p:cNvSpPr>
              <a:spLocks noChangeArrowheads="1"/>
            </p:cNvSpPr>
            <p:nvPr userDrawn="1"/>
          </p:nvSpPr>
          <p:spPr bwMode="auto">
            <a:xfrm>
              <a:off x="4435639" y="5282948"/>
              <a:ext cx="196784" cy="196784"/>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11" name="Rectangle 9">
              <a:extLst>
                <a:ext uri="{FF2B5EF4-FFF2-40B4-BE49-F238E27FC236}">
                  <a16:creationId xmlns:a16="http://schemas.microsoft.com/office/drawing/2014/main" id="{D643AEF5-F198-5ABF-CBF0-1D90265F799B}"/>
                </a:ext>
              </a:extLst>
            </p:cNvPr>
            <p:cNvSpPr>
              <a:spLocks noChangeArrowheads="1"/>
            </p:cNvSpPr>
            <p:nvPr userDrawn="1"/>
          </p:nvSpPr>
          <p:spPr bwMode="auto">
            <a:xfrm>
              <a:off x="6915209" y="5285112"/>
              <a:ext cx="192833" cy="192455"/>
            </a:xfrm>
            <a:prstGeom prst="rect">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ZA"/>
            </a:p>
          </p:txBody>
        </p:sp>
      </p:grpSp>
      <p:sp>
        <p:nvSpPr>
          <p:cNvPr id="12" name="Text Placeholder 46">
            <a:extLst>
              <a:ext uri="{FF2B5EF4-FFF2-40B4-BE49-F238E27FC236}">
                <a16:creationId xmlns:a16="http://schemas.microsoft.com/office/drawing/2014/main" id="{D2B30646-B15C-6C6B-0166-4FCD4CAD8153}"/>
              </a:ext>
            </a:extLst>
          </p:cNvPr>
          <p:cNvSpPr>
            <a:spLocks noGrp="1"/>
          </p:cNvSpPr>
          <p:nvPr>
            <p:ph type="body" sz="quarter" idx="45" hasCustomPrompt="1"/>
          </p:nvPr>
        </p:nvSpPr>
        <p:spPr>
          <a:xfrm>
            <a:off x="3718940" y="6143953"/>
            <a:ext cx="4752529" cy="110800"/>
          </a:xfrm>
          <a:prstGeom prst="rect">
            <a:avLst/>
          </a:prstGeom>
        </p:spPr>
        <p:txBody>
          <a:bodyPr wrap="square" lIns="0" tIns="0" rIns="0" bIns="0">
            <a:spAutoFit/>
          </a:bodyPr>
          <a:lstStyle>
            <a:lvl1pPr marL="0" indent="0" algn="ctr">
              <a:buFontTx/>
              <a:buNone/>
              <a:defRPr lang="en-ZA" sz="800" kern="1200" spc="90" baseline="0" dirty="0">
                <a:solidFill>
                  <a:schemeClr val="tx1">
                    <a:alpha val="25000"/>
                  </a:schemeClr>
                </a:solidFill>
                <a:latin typeface="+mj-lt"/>
                <a:ea typeface="+mn-ea"/>
                <a:cs typeface="+mn-cs"/>
              </a:defRPr>
            </a:lvl1pPr>
            <a:lvl2pPr marL="457200" indent="0">
              <a:buFontTx/>
              <a:buNone/>
              <a:defRPr>
                <a:solidFill>
                  <a:schemeClr val="accent5"/>
                </a:solidFill>
                <a:latin typeface="+mj-lt"/>
              </a:defRPr>
            </a:lvl2pPr>
            <a:lvl3pPr marL="914400" indent="0">
              <a:buFontTx/>
              <a:buNone/>
              <a:defRPr>
                <a:solidFill>
                  <a:schemeClr val="accent5"/>
                </a:solidFill>
                <a:latin typeface="+mj-lt"/>
              </a:defRPr>
            </a:lvl3pPr>
            <a:lvl4pPr marL="1371600" indent="0">
              <a:buFontTx/>
              <a:buNone/>
              <a:defRPr>
                <a:solidFill>
                  <a:schemeClr val="accent5"/>
                </a:solidFill>
                <a:latin typeface="+mj-lt"/>
              </a:defRPr>
            </a:lvl4pPr>
            <a:lvl5pPr marL="1828800" indent="0">
              <a:buFontTx/>
              <a:buNone/>
              <a:defRPr>
                <a:solidFill>
                  <a:schemeClr val="accent5"/>
                </a:solidFill>
                <a:latin typeface="+mj-lt"/>
              </a:defRPr>
            </a:lvl5pPr>
          </a:lstStyle>
          <a:p>
            <a:pPr lvl="0"/>
            <a:r>
              <a:rPr lang="en-US" dirty="0"/>
              <a:t>name.surname@smollan.com</a:t>
            </a:r>
            <a:endParaRPr lang="en-ZA" dirty="0"/>
          </a:p>
        </p:txBody>
      </p:sp>
      <p:sp>
        <p:nvSpPr>
          <p:cNvPr id="14" name="TextBox 13">
            <a:extLst>
              <a:ext uri="{FF2B5EF4-FFF2-40B4-BE49-F238E27FC236}">
                <a16:creationId xmlns:a16="http://schemas.microsoft.com/office/drawing/2014/main" id="{7F1B49FB-0B9B-60F6-C0EB-22216A2FC708}"/>
              </a:ext>
            </a:extLst>
          </p:cNvPr>
          <p:cNvSpPr txBox="1"/>
          <p:nvPr userDrawn="1"/>
        </p:nvSpPr>
        <p:spPr>
          <a:xfrm>
            <a:off x="3048000" y="4590434"/>
            <a:ext cx="6096000" cy="215444"/>
          </a:xfrm>
          <a:prstGeom prst="rect">
            <a:avLst/>
          </a:prstGeom>
          <a:noFill/>
        </p:spPr>
        <p:txBody>
          <a:bodyPr wrap="square">
            <a:spAutoFit/>
          </a:bodyPr>
          <a:lstStyle/>
          <a:p>
            <a:pPr algn="ctr">
              <a:defRPr/>
            </a:pPr>
            <a:r>
              <a:rPr lang="en-GB" sz="800" spc="80" baseline="0" noProof="0" dirty="0">
                <a:solidFill>
                  <a:schemeClr val="bg1"/>
                </a:solidFill>
                <a:latin typeface="+mj-lt"/>
              </a:rPr>
              <a:t>WINNING AT THE POINT OF PURCHASE</a:t>
            </a:r>
          </a:p>
        </p:txBody>
      </p:sp>
    </p:spTree>
    <p:extLst>
      <p:ext uri="{BB962C8B-B14F-4D97-AF65-F5344CB8AC3E}">
        <p14:creationId xmlns:p14="http://schemas.microsoft.com/office/powerpoint/2010/main" val="32277256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01 | 8_COVER - Photo DB 5">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E80D540-974D-1405-AACD-12EFC1E07E8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2" name="Graphic 31">
            <a:extLst>
              <a:ext uri="{FF2B5EF4-FFF2-40B4-BE49-F238E27FC236}">
                <a16:creationId xmlns:a16="http://schemas.microsoft.com/office/drawing/2014/main" id="{597BE77D-E1E2-BD82-6528-19F220F8E1E7}"/>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4051300" y="0"/>
            <a:ext cx="8140700" cy="6858000"/>
          </a:xfrm>
          <a:prstGeom prst="rect">
            <a:avLst/>
          </a:prstGeom>
        </p:spPr>
      </p:pic>
      <p:sp>
        <p:nvSpPr>
          <p:cNvPr id="25" name="Freeform: Shape 24">
            <a:extLst>
              <a:ext uri="{FF2B5EF4-FFF2-40B4-BE49-F238E27FC236}">
                <a16:creationId xmlns:a16="http://schemas.microsoft.com/office/drawing/2014/main" id="{F52708EA-F7BA-B4E3-261E-58EFA69963B9}"/>
              </a:ext>
            </a:extLst>
          </p:cNvPr>
          <p:cNvSpPr>
            <a:spLocks noGrp="1" noRot="1" noMove="1" noResize="1" noEditPoints="1" noAdjustHandles="1" noChangeArrowheads="1" noChangeShapeType="1"/>
          </p:cNvSpPr>
          <p:nvPr/>
        </p:nvSpPr>
        <p:spPr>
          <a:xfrm>
            <a:off x="0" y="0"/>
            <a:ext cx="8263508" cy="6858000"/>
          </a:xfrm>
          <a:custGeom>
            <a:avLst/>
            <a:gdLst>
              <a:gd name="connsiteX0" fmla="*/ 4065461 w 8263508"/>
              <a:gd name="connsiteY0" fmla="*/ 2661984 h 6858000"/>
              <a:gd name="connsiteX1" fmla="*/ 4054856 w 8263508"/>
              <a:gd name="connsiteY1" fmla="*/ 2651379 h 6858000"/>
              <a:gd name="connsiteX2" fmla="*/ 4050221 w 8263508"/>
              <a:gd name="connsiteY2" fmla="*/ 2646680 h 6858000"/>
              <a:gd name="connsiteX3" fmla="*/ 3550666 w 8263508"/>
              <a:gd name="connsiteY3" fmla="*/ 1426972 h 6858000"/>
              <a:gd name="connsiteX4" fmla="*/ 4296093 w 8263508"/>
              <a:gd name="connsiteY4" fmla="*/ 0 h 6858000"/>
              <a:gd name="connsiteX5" fmla="*/ 0 w 8263508"/>
              <a:gd name="connsiteY5" fmla="*/ 0 h 6858000"/>
              <a:gd name="connsiteX6" fmla="*/ 0 w 8263508"/>
              <a:gd name="connsiteY6" fmla="*/ 6858000 h 6858000"/>
              <a:gd name="connsiteX7" fmla="*/ 8263509 w 8263508"/>
              <a:gd name="connsiteY7" fmla="*/ 6858000 h 6858000"/>
              <a:gd name="connsiteX8" fmla="*/ 4065841 w 8263508"/>
              <a:gd name="connsiteY8" fmla="*/ 2662301 h 6858000"/>
              <a:gd name="connsiteX9" fmla="*/ 4065461 w 8263508"/>
              <a:gd name="connsiteY9" fmla="*/ 26619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63508" h="6858000">
                <a:moveTo>
                  <a:pt x="4065461" y="2661984"/>
                </a:moveTo>
                <a:lnTo>
                  <a:pt x="4054856" y="2651379"/>
                </a:lnTo>
                <a:cubicBezTo>
                  <a:pt x="4053269" y="2649855"/>
                  <a:pt x="4051745" y="2648268"/>
                  <a:pt x="4050221" y="2646680"/>
                </a:cubicBezTo>
                <a:cubicBezTo>
                  <a:pt x="3741230" y="2332800"/>
                  <a:pt x="3550666" y="1902142"/>
                  <a:pt x="3550666" y="1426972"/>
                </a:cubicBezTo>
                <a:cubicBezTo>
                  <a:pt x="3550666" y="836105"/>
                  <a:pt x="3845497" y="314071"/>
                  <a:pt x="4296093" y="0"/>
                </a:cubicBezTo>
                <a:lnTo>
                  <a:pt x="0" y="0"/>
                </a:lnTo>
                <a:lnTo>
                  <a:pt x="0" y="6858000"/>
                </a:lnTo>
                <a:lnTo>
                  <a:pt x="8263509" y="6858000"/>
                </a:lnTo>
                <a:lnTo>
                  <a:pt x="4065841" y="2662301"/>
                </a:lnTo>
                <a:cubicBezTo>
                  <a:pt x="4065841" y="2662301"/>
                  <a:pt x="4065588" y="2662111"/>
                  <a:pt x="4065461" y="2661984"/>
                </a:cubicBezTo>
                <a:close/>
              </a:path>
            </a:pathLst>
          </a:custGeom>
          <a:solidFill>
            <a:schemeClr val="tx2"/>
          </a:solidFill>
          <a:ln w="6350"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755F84AC-BDA8-A7FF-474B-A06FFFBF1C95}"/>
              </a:ext>
            </a:extLst>
          </p:cNvPr>
          <p:cNvSpPr>
            <a:spLocks noGrp="1" noRot="1" noMove="1" noResize="1" noEditPoints="1" noAdjustHandles="1" noChangeArrowheads="1" noChangeShapeType="1"/>
          </p:cNvSpPr>
          <p:nvPr/>
        </p:nvSpPr>
        <p:spPr>
          <a:xfrm>
            <a:off x="0" y="0"/>
            <a:ext cx="5161026" cy="4204906"/>
          </a:xfrm>
          <a:custGeom>
            <a:avLst/>
            <a:gdLst>
              <a:gd name="connsiteX0" fmla="*/ 5161026 w 5161026"/>
              <a:gd name="connsiteY0" fmla="*/ 0 h 4204906"/>
              <a:gd name="connsiteX1" fmla="*/ 955866 w 5161026"/>
              <a:gd name="connsiteY1" fmla="*/ 4204907 h 4204906"/>
              <a:gd name="connsiteX2" fmla="*/ 1143 w 5161026"/>
              <a:gd name="connsiteY2" fmla="*/ 4204907 h 4204906"/>
              <a:gd name="connsiteX3" fmla="*/ 1143 w 5161026"/>
              <a:gd name="connsiteY3" fmla="*/ 2943225 h 4204906"/>
              <a:gd name="connsiteX4" fmla="*/ 0 w 5161026"/>
              <a:gd name="connsiteY4" fmla="*/ 2943225 h 4204906"/>
              <a:gd name="connsiteX5" fmla="*/ 0 w 5161026"/>
              <a:gd name="connsiteY5" fmla="*/ 728091 h 4204906"/>
              <a:gd name="connsiteX6" fmla="*/ 728091 w 5161026"/>
              <a:gd name="connsiteY6" fmla="*/ 0 h 4204906"/>
              <a:gd name="connsiteX7" fmla="*/ 5161026 w 5161026"/>
              <a:gd name="connsiteY7" fmla="*/ 0 h 420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1026" h="4204906">
                <a:moveTo>
                  <a:pt x="5161026" y="0"/>
                </a:moveTo>
                <a:lnTo>
                  <a:pt x="955866" y="4204907"/>
                </a:lnTo>
                <a:lnTo>
                  <a:pt x="1143" y="4204907"/>
                </a:lnTo>
                <a:lnTo>
                  <a:pt x="1143" y="2943225"/>
                </a:lnTo>
                <a:lnTo>
                  <a:pt x="0" y="2943225"/>
                </a:lnTo>
                <a:lnTo>
                  <a:pt x="0" y="728091"/>
                </a:lnTo>
                <a:lnTo>
                  <a:pt x="728091" y="0"/>
                </a:lnTo>
                <a:lnTo>
                  <a:pt x="5161026" y="0"/>
                </a:lnTo>
                <a:close/>
              </a:path>
            </a:pathLst>
          </a:custGeom>
          <a:solidFill>
            <a:srgbClr val="00203E"/>
          </a:solidFill>
          <a:ln w="6350" cap="flat">
            <a:no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B95B5FCF-9547-BB3E-9FB3-11E4AFB6EA73}"/>
              </a:ext>
            </a:extLst>
          </p:cNvPr>
          <p:cNvSpPr>
            <a:spLocks noGrp="1" noRot="1" noMove="1" noResize="1" noEditPoints="1" noAdjustHandles="1" noChangeArrowheads="1" noChangeShapeType="1"/>
          </p:cNvSpPr>
          <p:nvPr/>
        </p:nvSpPr>
        <p:spPr>
          <a:xfrm>
            <a:off x="0" y="727138"/>
            <a:ext cx="2217356" cy="3477768"/>
          </a:xfrm>
          <a:custGeom>
            <a:avLst/>
            <a:gdLst>
              <a:gd name="connsiteX0" fmla="*/ 2217357 w 2217356"/>
              <a:gd name="connsiteY0" fmla="*/ 1261237 h 3477768"/>
              <a:gd name="connsiteX1" fmla="*/ 2217357 w 2217356"/>
              <a:gd name="connsiteY1" fmla="*/ 2216087 h 3477768"/>
              <a:gd name="connsiteX2" fmla="*/ 955866 w 2217356"/>
              <a:gd name="connsiteY2" fmla="*/ 2216087 h 3477768"/>
              <a:gd name="connsiteX3" fmla="*/ 955866 w 2217356"/>
              <a:gd name="connsiteY3" fmla="*/ 3477768 h 3477768"/>
              <a:gd name="connsiteX4" fmla="*/ 1143 w 2217356"/>
              <a:gd name="connsiteY4" fmla="*/ 3477768 h 3477768"/>
              <a:gd name="connsiteX5" fmla="*/ 1143 w 2217356"/>
              <a:gd name="connsiteY5" fmla="*/ 2216087 h 3477768"/>
              <a:gd name="connsiteX6" fmla="*/ 0 w 2217356"/>
              <a:gd name="connsiteY6" fmla="*/ 2216087 h 3477768"/>
              <a:gd name="connsiteX7" fmla="*/ 0 w 2217356"/>
              <a:gd name="connsiteY7" fmla="*/ 1261237 h 3477768"/>
              <a:gd name="connsiteX8" fmla="*/ 1143 w 2217356"/>
              <a:gd name="connsiteY8" fmla="*/ 1261237 h 3477768"/>
              <a:gd name="connsiteX9" fmla="*/ 1143 w 2217356"/>
              <a:gd name="connsiteY9" fmla="*/ 0 h 3477768"/>
              <a:gd name="connsiteX10" fmla="*/ 955866 w 2217356"/>
              <a:gd name="connsiteY10" fmla="*/ 0 h 3477768"/>
              <a:gd name="connsiteX11" fmla="*/ 955866 w 2217356"/>
              <a:gd name="connsiteY11" fmla="*/ 1261237 h 3477768"/>
              <a:gd name="connsiteX12" fmla="*/ 2217357 w 2217356"/>
              <a:gd name="connsiteY12" fmla="*/ 1261237 h 347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17356" h="3477768">
                <a:moveTo>
                  <a:pt x="2217357" y="1261237"/>
                </a:moveTo>
                <a:lnTo>
                  <a:pt x="2217357" y="2216087"/>
                </a:lnTo>
                <a:lnTo>
                  <a:pt x="955866" y="2216087"/>
                </a:lnTo>
                <a:lnTo>
                  <a:pt x="955866" y="3477768"/>
                </a:lnTo>
                <a:lnTo>
                  <a:pt x="1143" y="3477768"/>
                </a:lnTo>
                <a:lnTo>
                  <a:pt x="1143" y="2216087"/>
                </a:lnTo>
                <a:lnTo>
                  <a:pt x="0" y="2216087"/>
                </a:lnTo>
                <a:lnTo>
                  <a:pt x="0" y="1261237"/>
                </a:lnTo>
                <a:lnTo>
                  <a:pt x="1143" y="1261237"/>
                </a:lnTo>
                <a:lnTo>
                  <a:pt x="1143" y="0"/>
                </a:lnTo>
                <a:lnTo>
                  <a:pt x="955866" y="0"/>
                </a:lnTo>
                <a:lnTo>
                  <a:pt x="955866" y="1261237"/>
                </a:lnTo>
                <a:lnTo>
                  <a:pt x="2217357" y="1261237"/>
                </a:lnTo>
                <a:close/>
              </a:path>
            </a:pathLst>
          </a:custGeom>
          <a:solidFill>
            <a:schemeClr val="accent3"/>
          </a:solidFill>
          <a:ln w="6350"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88B28656-3CDA-176C-4CE7-AFFD2CAF531D}"/>
              </a:ext>
            </a:extLst>
          </p:cNvPr>
          <p:cNvSpPr>
            <a:spLocks noGrp="1" noRot="1" noMove="1" noResize="1" noEditPoints="1" noAdjustHandles="1" noChangeArrowheads="1" noChangeShapeType="1"/>
          </p:cNvSpPr>
          <p:nvPr/>
        </p:nvSpPr>
        <p:spPr>
          <a:xfrm>
            <a:off x="3550665" y="0"/>
            <a:ext cx="3477260" cy="3165792"/>
          </a:xfrm>
          <a:custGeom>
            <a:avLst/>
            <a:gdLst>
              <a:gd name="connsiteX0" fmla="*/ 2988056 w 3477260"/>
              <a:gd name="connsiteY0" fmla="*/ 218186 h 3165792"/>
              <a:gd name="connsiteX1" fmla="*/ 2731834 w 3477260"/>
              <a:gd name="connsiteY1" fmla="*/ 0 h 3165792"/>
              <a:gd name="connsiteX2" fmla="*/ 745427 w 3477260"/>
              <a:gd name="connsiteY2" fmla="*/ 0 h 3165792"/>
              <a:gd name="connsiteX3" fmla="*/ 0 w 3477260"/>
              <a:gd name="connsiteY3" fmla="*/ 1426972 h 3165792"/>
              <a:gd name="connsiteX4" fmla="*/ 499555 w 3477260"/>
              <a:gd name="connsiteY4" fmla="*/ 2646680 h 3165792"/>
              <a:gd name="connsiteX5" fmla="*/ 504190 w 3477260"/>
              <a:gd name="connsiteY5" fmla="*/ 2651379 h 3165792"/>
              <a:gd name="connsiteX6" fmla="*/ 514795 w 3477260"/>
              <a:gd name="connsiteY6" fmla="*/ 2661984 h 3165792"/>
              <a:gd name="connsiteX7" fmla="*/ 515176 w 3477260"/>
              <a:gd name="connsiteY7" fmla="*/ 2662301 h 3165792"/>
              <a:gd name="connsiteX8" fmla="*/ 1738757 w 3477260"/>
              <a:gd name="connsiteY8" fmla="*/ 3165793 h 3165792"/>
              <a:gd name="connsiteX9" fmla="*/ 3477260 w 3477260"/>
              <a:gd name="connsiteY9" fmla="*/ 1426972 h 3165792"/>
              <a:gd name="connsiteX10" fmla="*/ 2988056 w 3477260"/>
              <a:gd name="connsiteY10" fmla="*/ 218186 h 3165792"/>
              <a:gd name="connsiteX11" fmla="*/ 1738757 w 3477260"/>
              <a:gd name="connsiteY11" fmla="*/ 643192 h 3165792"/>
              <a:gd name="connsiteX12" fmla="*/ 2522665 w 3477260"/>
              <a:gd name="connsiteY12" fmla="*/ 1426972 h 3165792"/>
              <a:gd name="connsiteX13" fmla="*/ 1738757 w 3477260"/>
              <a:gd name="connsiteY13" fmla="*/ 2211134 h 3165792"/>
              <a:gd name="connsiteX14" fmla="*/ 954850 w 3477260"/>
              <a:gd name="connsiteY14" fmla="*/ 1426972 h 3165792"/>
              <a:gd name="connsiteX15" fmla="*/ 1738757 w 3477260"/>
              <a:gd name="connsiteY15" fmla="*/ 643192 h 316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77260" h="3165792">
                <a:moveTo>
                  <a:pt x="2988056" y="218186"/>
                </a:moveTo>
                <a:cubicBezTo>
                  <a:pt x="2910015" y="137478"/>
                  <a:pt x="2824226" y="64389"/>
                  <a:pt x="2731834" y="0"/>
                </a:cubicBezTo>
                <a:lnTo>
                  <a:pt x="745427" y="0"/>
                </a:lnTo>
                <a:cubicBezTo>
                  <a:pt x="294831" y="314071"/>
                  <a:pt x="0" y="836105"/>
                  <a:pt x="0" y="1426972"/>
                </a:cubicBezTo>
                <a:cubicBezTo>
                  <a:pt x="0" y="1902142"/>
                  <a:pt x="190564" y="2332800"/>
                  <a:pt x="499555" y="2646680"/>
                </a:cubicBezTo>
                <a:cubicBezTo>
                  <a:pt x="501079" y="2648268"/>
                  <a:pt x="502603" y="2649855"/>
                  <a:pt x="504190" y="2651379"/>
                </a:cubicBezTo>
                <a:lnTo>
                  <a:pt x="514795" y="2661984"/>
                </a:lnTo>
                <a:cubicBezTo>
                  <a:pt x="514795" y="2661984"/>
                  <a:pt x="515049" y="2662238"/>
                  <a:pt x="515176" y="2662301"/>
                </a:cubicBezTo>
                <a:cubicBezTo>
                  <a:pt x="829247" y="2973578"/>
                  <a:pt x="1261555" y="3165793"/>
                  <a:pt x="1738757" y="3165793"/>
                </a:cubicBezTo>
                <a:cubicBezTo>
                  <a:pt x="2698750" y="3165793"/>
                  <a:pt x="3477260" y="2387346"/>
                  <a:pt x="3477260" y="1426972"/>
                </a:cubicBezTo>
                <a:cubicBezTo>
                  <a:pt x="3477260" y="957263"/>
                  <a:pt x="3290888" y="531051"/>
                  <a:pt x="2988056" y="218186"/>
                </a:cubicBezTo>
                <a:close/>
                <a:moveTo>
                  <a:pt x="1738757" y="643192"/>
                </a:moveTo>
                <a:cubicBezTo>
                  <a:pt x="2170621" y="643192"/>
                  <a:pt x="2522665" y="994727"/>
                  <a:pt x="2522665" y="1426972"/>
                </a:cubicBezTo>
                <a:cubicBezTo>
                  <a:pt x="2522665" y="1859217"/>
                  <a:pt x="2170621" y="2211134"/>
                  <a:pt x="1738757" y="2211134"/>
                </a:cubicBezTo>
                <a:cubicBezTo>
                  <a:pt x="1306894" y="2211134"/>
                  <a:pt x="954850" y="1859598"/>
                  <a:pt x="954850" y="1426972"/>
                </a:cubicBezTo>
                <a:cubicBezTo>
                  <a:pt x="954850" y="994347"/>
                  <a:pt x="1306005" y="643192"/>
                  <a:pt x="1738757" y="643192"/>
                </a:cubicBezTo>
                <a:close/>
              </a:path>
            </a:pathLst>
          </a:custGeom>
          <a:solidFill>
            <a:srgbClr val="00BBF0"/>
          </a:solidFill>
          <a:ln w="6350"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72E0059B-2C3E-2EC0-9656-55CC06D56DF3}"/>
              </a:ext>
            </a:extLst>
          </p:cNvPr>
          <p:cNvSpPr>
            <a:spLocks noGrp="1" noRot="1" noMove="1" noResize="1" noEditPoints="1" noAdjustHandles="1" noChangeArrowheads="1" noChangeShapeType="1"/>
          </p:cNvSpPr>
          <p:nvPr/>
        </p:nvSpPr>
        <p:spPr>
          <a:xfrm>
            <a:off x="9538843" y="5607304"/>
            <a:ext cx="2653093" cy="1250696"/>
          </a:xfrm>
          <a:custGeom>
            <a:avLst/>
            <a:gdLst>
              <a:gd name="connsiteX0" fmla="*/ 1669097 w 2653093"/>
              <a:gd name="connsiteY0" fmla="*/ 0 h 1250696"/>
              <a:gd name="connsiteX1" fmla="*/ 0 w 2653093"/>
              <a:gd name="connsiteY1" fmla="*/ 1250696 h 1250696"/>
              <a:gd name="connsiteX2" fmla="*/ 1055941 w 2653093"/>
              <a:gd name="connsiteY2" fmla="*/ 1250696 h 1250696"/>
              <a:gd name="connsiteX3" fmla="*/ 1669097 w 2653093"/>
              <a:gd name="connsiteY3" fmla="*/ 954723 h 1250696"/>
              <a:gd name="connsiteX4" fmla="*/ 2282317 w 2653093"/>
              <a:gd name="connsiteY4" fmla="*/ 1250696 h 1250696"/>
              <a:gd name="connsiteX5" fmla="*/ 2653093 w 2653093"/>
              <a:gd name="connsiteY5" fmla="*/ 1250696 h 1250696"/>
              <a:gd name="connsiteX6" fmla="*/ 2653093 w 2653093"/>
              <a:gd name="connsiteY6" fmla="*/ 304991 h 1250696"/>
              <a:gd name="connsiteX7" fmla="*/ 1669097 w 2653093"/>
              <a:gd name="connsiteY7" fmla="*/ 0 h 125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53093" h="1250696">
                <a:moveTo>
                  <a:pt x="1669097" y="0"/>
                </a:moveTo>
                <a:cubicBezTo>
                  <a:pt x="878395" y="0"/>
                  <a:pt x="210756" y="528003"/>
                  <a:pt x="0" y="1250696"/>
                </a:cubicBezTo>
                <a:lnTo>
                  <a:pt x="1055941" y="1250696"/>
                </a:lnTo>
                <a:cubicBezTo>
                  <a:pt x="1199769" y="1070420"/>
                  <a:pt x="1421257" y="954723"/>
                  <a:pt x="1669097" y="954723"/>
                </a:cubicBezTo>
                <a:cubicBezTo>
                  <a:pt x="1916938" y="954723"/>
                  <a:pt x="2138616" y="1070420"/>
                  <a:pt x="2282317" y="1250696"/>
                </a:cubicBezTo>
                <a:lnTo>
                  <a:pt x="2653093" y="1250696"/>
                </a:lnTo>
                <a:lnTo>
                  <a:pt x="2653093" y="304991"/>
                </a:lnTo>
                <a:cubicBezTo>
                  <a:pt x="2373313" y="112586"/>
                  <a:pt x="2034350" y="0"/>
                  <a:pt x="1669097" y="0"/>
                </a:cubicBezTo>
                <a:close/>
              </a:path>
            </a:pathLst>
          </a:custGeom>
          <a:solidFill>
            <a:schemeClr val="accent2">
              <a:lumMod val="75000"/>
            </a:schemeClr>
          </a:solidFill>
          <a:ln w="6350" cap="flat">
            <a:noFill/>
            <a:prstDash val="solid"/>
            <a:miter/>
          </a:ln>
        </p:spPr>
        <p:txBody>
          <a:bodyPr rtlCol="0" anchor="ctr"/>
          <a:lstStyle/>
          <a:p>
            <a:endParaRPr lang="en-ZA"/>
          </a:p>
        </p:txBody>
      </p:sp>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1814902" y="5856404"/>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1814902" y="4539746"/>
            <a:ext cx="6622927" cy="1107996"/>
          </a:xfrm>
          <a:prstGeom prst="rect">
            <a:avLst/>
          </a:prstGeom>
        </p:spPr>
        <p:txBody>
          <a:bodyPr wrap="square" lIns="0" tIns="0" rIns="0" bIns="0" anchor="t" anchorCtr="0">
            <a:spAutoFit/>
          </a:bodyPr>
          <a:lstStyle>
            <a:lvl1pPr>
              <a:defRPr sz="4000" spc="40" baseline="0">
                <a:solidFill>
                  <a:schemeClr val="bg1"/>
                </a:solidFill>
              </a:defRPr>
            </a:lvl1pPr>
          </a:lstStyle>
          <a:p>
            <a:r>
              <a:rPr lang="en-ZA" noProof="0" dirty="0"/>
              <a:t>Click to add Presentation Title over Two Lines</a:t>
            </a:r>
          </a:p>
        </p:txBody>
      </p:sp>
      <p:pic>
        <p:nvPicPr>
          <p:cNvPr id="12" name="Picture 11">
            <a:extLst>
              <a:ext uri="{FF2B5EF4-FFF2-40B4-BE49-F238E27FC236}">
                <a16:creationId xmlns:a16="http://schemas.microsoft.com/office/drawing/2014/main" id="{8D10EB20-AE66-7009-613F-08F462B05301}"/>
              </a:ext>
            </a:extLst>
          </p:cNvPr>
          <p:cNvPicPr>
            <a:picLocks noGrp="1" noRot="1" noChangeAspect="1" noMove="1" noResize="1" noEditPoints="1" noAdjustHandles="1" noChangeArrowheads="1" noChangeShapeType="1" noCrop="1"/>
          </p:cNvPicPr>
          <p:nvPr userDrawn="1"/>
        </p:nvPicPr>
        <p:blipFill>
          <a:blip r:embed="rId5"/>
          <a:stretch>
            <a:fillRect/>
          </a:stretch>
        </p:blipFill>
        <p:spPr>
          <a:xfrm>
            <a:off x="1814903" y="4013856"/>
            <a:ext cx="1370149" cy="198311"/>
          </a:xfrm>
          <a:prstGeom prst="rect">
            <a:avLst/>
          </a:prstGeom>
        </p:spPr>
      </p:pic>
    </p:spTree>
    <p:extLst>
      <p:ext uri="{BB962C8B-B14F-4D97-AF65-F5344CB8AC3E}">
        <p14:creationId xmlns:p14="http://schemas.microsoft.com/office/powerpoint/2010/main" val="13323214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01 | 7_COVER - Photo DB 5">
    <p:bg>
      <p:bgPr>
        <a:solidFill>
          <a:schemeClr val="tx1"/>
        </a:solidFill>
        <a:effectLst/>
      </p:bgPr>
    </p:bg>
    <p:spTree>
      <p:nvGrpSpPr>
        <p:cNvPr id="1" name=""/>
        <p:cNvGrpSpPr/>
        <p:nvPr/>
      </p:nvGrpSpPr>
      <p:grpSpPr>
        <a:xfrm>
          <a:off x="0" y="0"/>
          <a:ext cx="0" cy="0"/>
          <a:chOff x="0" y="0"/>
          <a:chExt cx="0" cy="0"/>
        </a:xfrm>
      </p:grpSpPr>
      <p:pic>
        <p:nvPicPr>
          <p:cNvPr id="8" name="Picture 7" descr="A person applying makeup in front of a mirror&#10;&#10;Description automatically generated">
            <a:extLst>
              <a:ext uri="{FF2B5EF4-FFF2-40B4-BE49-F238E27FC236}">
                <a16:creationId xmlns:a16="http://schemas.microsoft.com/office/drawing/2014/main" id="{2FFE0ACB-F9FD-8093-4BE3-BC48AA00F0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1048" y="0"/>
            <a:ext cx="10270952" cy="6858000"/>
          </a:xfrm>
          <a:prstGeom prst="rect">
            <a:avLst/>
          </a:prstGeom>
        </p:spPr>
      </p:pic>
      <p:sp>
        <p:nvSpPr>
          <p:cNvPr id="15" name="Rectangle 14">
            <a:extLst>
              <a:ext uri="{FF2B5EF4-FFF2-40B4-BE49-F238E27FC236}">
                <a16:creationId xmlns:a16="http://schemas.microsoft.com/office/drawing/2014/main" id="{B544FF57-253D-05C3-9CEB-C8FD1740291E}"/>
              </a:ext>
            </a:extLst>
          </p:cNvPr>
          <p:cNvSpPr>
            <a:spLocks noGrp="1" noRot="1" noMove="1" noResize="1" noEditPoints="1" noAdjustHandles="1" noChangeArrowheads="1" noChangeShapeType="1"/>
          </p:cNvSpPr>
          <p:nvPr userDrawn="1"/>
        </p:nvSpPr>
        <p:spPr>
          <a:xfrm rot="10800000">
            <a:off x="3590925" y="0"/>
            <a:ext cx="5029707" cy="6858000"/>
          </a:xfrm>
          <a:prstGeom prst="rect">
            <a:avLst/>
          </a:prstGeom>
          <a:gradFill flip="none" rotWithShape="1">
            <a:gsLst>
              <a:gs pos="94000">
                <a:schemeClr val="tx2"/>
              </a:gs>
              <a:gs pos="55000">
                <a:srgbClr val="00345E">
                  <a:alpha val="35000"/>
                </a:srgbClr>
              </a:gs>
              <a:gs pos="19000">
                <a:schemeClr val="accent1">
                  <a:alpha val="0"/>
                  <a:lumMod val="10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0" name="Graphic 2">
            <a:extLst>
              <a:ext uri="{FF2B5EF4-FFF2-40B4-BE49-F238E27FC236}">
                <a16:creationId xmlns:a16="http://schemas.microsoft.com/office/drawing/2014/main" id="{1924F1AE-2869-82F8-3BEC-E33FC0980087}"/>
              </a:ext>
            </a:extLst>
          </p:cNvPr>
          <p:cNvGrpSpPr>
            <a:grpSpLocks noGrp="1" noUngrp="1" noRot="1" noMove="1" noResize="1"/>
          </p:cNvGrpSpPr>
          <p:nvPr userDrawn="1"/>
        </p:nvGrpSpPr>
        <p:grpSpPr>
          <a:xfrm>
            <a:off x="0" y="126"/>
            <a:ext cx="12192000" cy="6858000"/>
            <a:chOff x="0" y="126"/>
            <a:chExt cx="12192000" cy="6858000"/>
          </a:xfrm>
          <a:solidFill>
            <a:srgbClr val="005083"/>
          </a:solidFill>
        </p:grpSpPr>
        <p:sp>
          <p:nvSpPr>
            <p:cNvPr id="22" name="Freeform: Shape 21">
              <a:extLst>
                <a:ext uri="{FF2B5EF4-FFF2-40B4-BE49-F238E27FC236}">
                  <a16:creationId xmlns:a16="http://schemas.microsoft.com/office/drawing/2014/main" id="{0F8996A3-0443-8927-56E9-3D9C9F42ABCF}"/>
                </a:ext>
              </a:extLst>
            </p:cNvPr>
            <p:cNvSpPr>
              <a:spLocks noGrp="1" noRot="1" noMove="1" noResize="1" noEditPoints="1" noAdjustHandles="1" noChangeArrowheads="1" noChangeShapeType="1"/>
            </p:cNvSpPr>
            <p:nvPr/>
          </p:nvSpPr>
          <p:spPr>
            <a:xfrm>
              <a:off x="8796083" y="126"/>
              <a:ext cx="3395853" cy="3474783"/>
            </a:xfrm>
            <a:custGeom>
              <a:avLst/>
              <a:gdLst>
                <a:gd name="connsiteX0" fmla="*/ 3395853 w 3395853"/>
                <a:gd name="connsiteY0" fmla="*/ 3474784 h 3474783"/>
                <a:gd name="connsiteX1" fmla="*/ 3395853 w 3395853"/>
                <a:gd name="connsiteY1" fmla="*/ 0 h 3474783"/>
                <a:gd name="connsiteX2" fmla="*/ 0 w 3395853"/>
                <a:gd name="connsiteY2" fmla="*/ 0 h 3474783"/>
                <a:gd name="connsiteX3" fmla="*/ 3395853 w 3395853"/>
                <a:gd name="connsiteY3" fmla="*/ 3474784 h 3474783"/>
              </a:gdLst>
              <a:ahLst/>
              <a:cxnLst>
                <a:cxn ang="0">
                  <a:pos x="connsiteX0" y="connsiteY0"/>
                </a:cxn>
                <a:cxn ang="0">
                  <a:pos x="connsiteX1" y="connsiteY1"/>
                </a:cxn>
                <a:cxn ang="0">
                  <a:pos x="connsiteX2" y="connsiteY2"/>
                </a:cxn>
                <a:cxn ang="0">
                  <a:pos x="connsiteX3" y="connsiteY3"/>
                </a:cxn>
              </a:cxnLst>
              <a:rect l="l" t="t" r="r" b="b"/>
              <a:pathLst>
                <a:path w="3395853" h="3474783">
                  <a:moveTo>
                    <a:pt x="3395853" y="3474784"/>
                  </a:moveTo>
                  <a:lnTo>
                    <a:pt x="3395853" y="0"/>
                  </a:lnTo>
                  <a:lnTo>
                    <a:pt x="0" y="0"/>
                  </a:lnTo>
                  <a:lnTo>
                    <a:pt x="3395853" y="3474784"/>
                  </a:lnTo>
                  <a:close/>
                </a:path>
              </a:pathLst>
            </a:custGeom>
            <a:solidFill>
              <a:srgbClr val="005083"/>
            </a:solidFill>
            <a:ln w="6350"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40354BDA-BCF4-A684-A594-5D4AEFDF3E01}"/>
                </a:ext>
              </a:extLst>
            </p:cNvPr>
            <p:cNvSpPr>
              <a:spLocks noGrp="1" noRot="1" noMove="1" noResize="1" noEditPoints="1" noAdjustHandles="1" noChangeArrowheads="1" noChangeShapeType="1"/>
            </p:cNvSpPr>
            <p:nvPr/>
          </p:nvSpPr>
          <p:spPr>
            <a:xfrm>
              <a:off x="0" y="126"/>
              <a:ext cx="8620632" cy="6858000"/>
            </a:xfrm>
            <a:custGeom>
              <a:avLst/>
              <a:gdLst>
                <a:gd name="connsiteX0" fmla="*/ 3604197 w 8620632"/>
                <a:gd name="connsiteY0" fmla="*/ 1762570 h 6858000"/>
                <a:gd name="connsiteX1" fmla="*/ 6533388 w 8620632"/>
                <a:gd name="connsiteY1" fmla="*/ 1199388 h 6858000"/>
                <a:gd name="connsiteX2" fmla="*/ 6681597 w 8620632"/>
                <a:gd name="connsiteY2" fmla="*/ 0 h 6858000"/>
                <a:gd name="connsiteX3" fmla="*/ 0 w 8620632"/>
                <a:gd name="connsiteY3" fmla="*/ 0 h 6858000"/>
                <a:gd name="connsiteX4" fmla="*/ 0 w 8620632"/>
                <a:gd name="connsiteY4" fmla="*/ 6858000 h 6858000"/>
                <a:gd name="connsiteX5" fmla="*/ 8620633 w 8620632"/>
                <a:gd name="connsiteY5" fmla="*/ 6858000 h 6858000"/>
                <a:gd name="connsiteX6" fmla="*/ 3604197 w 8620632"/>
                <a:gd name="connsiteY6" fmla="*/ 17625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20632" h="6858000">
                  <a:moveTo>
                    <a:pt x="3604197" y="1762570"/>
                  </a:moveTo>
                  <a:lnTo>
                    <a:pt x="6533388" y="1199388"/>
                  </a:lnTo>
                  <a:lnTo>
                    <a:pt x="6681597" y="0"/>
                  </a:lnTo>
                  <a:lnTo>
                    <a:pt x="0" y="0"/>
                  </a:lnTo>
                  <a:lnTo>
                    <a:pt x="0" y="6858000"/>
                  </a:lnTo>
                  <a:lnTo>
                    <a:pt x="8620633" y="6858000"/>
                  </a:lnTo>
                  <a:lnTo>
                    <a:pt x="3604197" y="1762570"/>
                  </a:lnTo>
                  <a:close/>
                </a:path>
              </a:pathLst>
            </a:custGeom>
            <a:solidFill>
              <a:srgbClr val="005083"/>
            </a:solidFill>
            <a:ln w="6350"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9FB47551-904A-1B6A-54C9-85BBEA70B6D2}"/>
                </a:ext>
              </a:extLst>
            </p:cNvPr>
            <p:cNvSpPr>
              <a:spLocks noGrp="1" noRot="1" noMove="1" noResize="1" noEditPoints="1" noAdjustHandles="1" noChangeArrowheads="1" noChangeShapeType="1"/>
            </p:cNvSpPr>
            <p:nvPr/>
          </p:nvSpPr>
          <p:spPr>
            <a:xfrm>
              <a:off x="10861738" y="5618289"/>
              <a:ext cx="1330261" cy="1239837"/>
            </a:xfrm>
            <a:custGeom>
              <a:avLst/>
              <a:gdLst>
                <a:gd name="connsiteX0" fmla="*/ 0 w 1330261"/>
                <a:gd name="connsiteY0" fmla="*/ 0 h 1239837"/>
                <a:gd name="connsiteX1" fmla="*/ 1330262 w 1330261"/>
                <a:gd name="connsiteY1" fmla="*/ 0 h 1239837"/>
                <a:gd name="connsiteX2" fmla="*/ 1330262 w 1330261"/>
                <a:gd name="connsiteY2" fmla="*/ 1239838 h 1239837"/>
                <a:gd name="connsiteX3" fmla="*/ 0 w 1330261"/>
                <a:gd name="connsiteY3" fmla="*/ 1239838 h 1239837"/>
              </a:gdLst>
              <a:ahLst/>
              <a:cxnLst>
                <a:cxn ang="0">
                  <a:pos x="connsiteX0" y="connsiteY0"/>
                </a:cxn>
                <a:cxn ang="0">
                  <a:pos x="connsiteX1" y="connsiteY1"/>
                </a:cxn>
                <a:cxn ang="0">
                  <a:pos x="connsiteX2" y="connsiteY2"/>
                </a:cxn>
                <a:cxn ang="0">
                  <a:pos x="connsiteX3" y="connsiteY3"/>
                </a:cxn>
              </a:cxnLst>
              <a:rect l="l" t="t" r="r" b="b"/>
              <a:pathLst>
                <a:path w="1330261" h="1239837">
                  <a:moveTo>
                    <a:pt x="0" y="0"/>
                  </a:moveTo>
                  <a:lnTo>
                    <a:pt x="1330262" y="0"/>
                  </a:lnTo>
                  <a:lnTo>
                    <a:pt x="1330262" y="1239838"/>
                  </a:lnTo>
                  <a:lnTo>
                    <a:pt x="0" y="1239838"/>
                  </a:lnTo>
                  <a:close/>
                </a:path>
              </a:pathLst>
            </a:custGeom>
            <a:solidFill>
              <a:srgbClr val="005083"/>
            </a:solidFill>
            <a:ln w="6350" cap="flat">
              <a:noFill/>
              <a:prstDash val="solid"/>
              <a:miter/>
            </a:ln>
          </p:spPr>
          <p:txBody>
            <a:bodyPr rtlCol="0" anchor="ctr"/>
            <a:lstStyle/>
            <a:p>
              <a:endParaRPr lang="en-ZA"/>
            </a:p>
          </p:txBody>
        </p:sp>
      </p:grpSp>
      <p:sp>
        <p:nvSpPr>
          <p:cNvPr id="26" name="Freeform: Shape 25">
            <a:extLst>
              <a:ext uri="{FF2B5EF4-FFF2-40B4-BE49-F238E27FC236}">
                <a16:creationId xmlns:a16="http://schemas.microsoft.com/office/drawing/2014/main" id="{57E64CAA-EE2D-6B3D-F6AD-095DB5F67530}"/>
              </a:ext>
            </a:extLst>
          </p:cNvPr>
          <p:cNvSpPr>
            <a:spLocks noGrp="1" noRot="1" noMove="1" noResize="1" noEditPoints="1" noAdjustHandles="1" noChangeArrowheads="1" noChangeShapeType="1"/>
          </p:cNvSpPr>
          <p:nvPr userDrawn="1"/>
        </p:nvSpPr>
        <p:spPr>
          <a:xfrm>
            <a:off x="10382250" y="5142293"/>
            <a:ext cx="1809686" cy="1715833"/>
          </a:xfrm>
          <a:custGeom>
            <a:avLst/>
            <a:gdLst>
              <a:gd name="connsiteX0" fmla="*/ 0 w 1809686"/>
              <a:gd name="connsiteY0" fmla="*/ 0 h 1715833"/>
              <a:gd name="connsiteX1" fmla="*/ 0 w 1809686"/>
              <a:gd name="connsiteY1" fmla="*/ 1715834 h 1715833"/>
              <a:gd name="connsiteX2" fmla="*/ 954469 w 1809686"/>
              <a:gd name="connsiteY2" fmla="*/ 1715834 h 1715833"/>
              <a:gd name="connsiteX3" fmla="*/ 954469 w 1809686"/>
              <a:gd name="connsiteY3" fmla="*/ 954722 h 1715833"/>
              <a:gd name="connsiteX4" fmla="*/ 1809687 w 1809686"/>
              <a:gd name="connsiteY4" fmla="*/ 954722 h 1715833"/>
              <a:gd name="connsiteX5" fmla="*/ 1809687 w 1809686"/>
              <a:gd name="connsiteY5" fmla="*/ 0 h 1715833"/>
              <a:gd name="connsiteX6" fmla="*/ 0 w 1809686"/>
              <a:gd name="connsiteY6" fmla="*/ 0 h 171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9686" h="1715833">
                <a:moveTo>
                  <a:pt x="0" y="0"/>
                </a:moveTo>
                <a:lnTo>
                  <a:pt x="0" y="1715834"/>
                </a:lnTo>
                <a:lnTo>
                  <a:pt x="954469" y="1715834"/>
                </a:lnTo>
                <a:lnTo>
                  <a:pt x="954469" y="954722"/>
                </a:lnTo>
                <a:lnTo>
                  <a:pt x="1809687" y="954722"/>
                </a:lnTo>
                <a:lnTo>
                  <a:pt x="1809687" y="0"/>
                </a:lnTo>
                <a:lnTo>
                  <a:pt x="0" y="0"/>
                </a:lnTo>
                <a:close/>
              </a:path>
            </a:pathLst>
          </a:custGeom>
          <a:solidFill>
            <a:srgbClr val="0079C0"/>
          </a:solidFill>
          <a:ln w="6350" cap="flat">
            <a:no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77E89E9F-D2FB-F37E-C825-2A6C130A6B6A}"/>
              </a:ext>
            </a:extLst>
          </p:cNvPr>
          <p:cNvSpPr>
            <a:spLocks noGrp="1" noRot="1" noMove="1" noResize="1" noEditPoints="1" noAdjustHandles="1" noChangeArrowheads="1" noChangeShapeType="1"/>
          </p:cNvSpPr>
          <p:nvPr userDrawn="1"/>
        </p:nvSpPr>
        <p:spPr>
          <a:xfrm>
            <a:off x="0" y="0"/>
            <a:ext cx="4545647" cy="3330321"/>
          </a:xfrm>
          <a:custGeom>
            <a:avLst/>
            <a:gdLst>
              <a:gd name="connsiteX0" fmla="*/ 4545648 w 4545647"/>
              <a:gd name="connsiteY0" fmla="*/ 0 h 3330321"/>
              <a:gd name="connsiteX1" fmla="*/ 1249363 w 4545647"/>
              <a:gd name="connsiteY1" fmla="*/ 3298127 h 3330321"/>
              <a:gd name="connsiteX2" fmla="*/ 1217168 w 4545647"/>
              <a:gd name="connsiteY2" fmla="*/ 3330321 h 3330321"/>
              <a:gd name="connsiteX3" fmla="*/ 0 w 4545647"/>
              <a:gd name="connsiteY3" fmla="*/ 2113852 h 3330321"/>
              <a:gd name="connsiteX4" fmla="*/ 0 w 4545647"/>
              <a:gd name="connsiteY4" fmla="*/ 0 h 3330321"/>
              <a:gd name="connsiteX5" fmla="*/ 4545648 w 4545647"/>
              <a:gd name="connsiteY5" fmla="*/ 0 h 3330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5647" h="3330321">
                <a:moveTo>
                  <a:pt x="4545648" y="0"/>
                </a:moveTo>
                <a:lnTo>
                  <a:pt x="1249363" y="3298127"/>
                </a:lnTo>
                <a:lnTo>
                  <a:pt x="1217168" y="3330321"/>
                </a:lnTo>
                <a:lnTo>
                  <a:pt x="0" y="2113852"/>
                </a:lnTo>
                <a:lnTo>
                  <a:pt x="0" y="0"/>
                </a:lnTo>
                <a:lnTo>
                  <a:pt x="4545648" y="0"/>
                </a:lnTo>
                <a:close/>
              </a:path>
            </a:pathLst>
          </a:custGeom>
          <a:solidFill>
            <a:srgbClr val="00284E">
              <a:alpha val="62000"/>
            </a:srgbClr>
          </a:solidFill>
          <a:ln w="6350"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820F9F02-3E5F-7D0E-1007-D1C2E9783A42}"/>
              </a:ext>
            </a:extLst>
          </p:cNvPr>
          <p:cNvSpPr>
            <a:spLocks noGrp="1" noRot="1" noMove="1" noResize="1" noEditPoints="1" noAdjustHandles="1" noChangeArrowheads="1" noChangeShapeType="1"/>
          </p:cNvSpPr>
          <p:nvPr userDrawn="1"/>
        </p:nvSpPr>
        <p:spPr>
          <a:xfrm>
            <a:off x="0" y="352933"/>
            <a:ext cx="1736280" cy="3477196"/>
          </a:xfrm>
          <a:custGeom>
            <a:avLst/>
            <a:gdLst>
              <a:gd name="connsiteX0" fmla="*/ 0 w 1736280"/>
              <a:gd name="connsiteY0" fmla="*/ 0 h 3477196"/>
              <a:gd name="connsiteX1" fmla="*/ 0 w 1736280"/>
              <a:gd name="connsiteY1" fmla="*/ 3477197 h 3477196"/>
              <a:gd name="connsiteX2" fmla="*/ 1249363 w 1736280"/>
              <a:gd name="connsiteY2" fmla="*/ 2945194 h 3477196"/>
              <a:gd name="connsiteX3" fmla="*/ 1736281 w 1736280"/>
              <a:gd name="connsiteY3" fmla="*/ 1738376 h 3477196"/>
              <a:gd name="connsiteX4" fmla="*/ 0 w 1736280"/>
              <a:gd name="connsiteY4" fmla="*/ 0 h 3477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6280" h="3477196">
                <a:moveTo>
                  <a:pt x="0" y="0"/>
                </a:moveTo>
                <a:lnTo>
                  <a:pt x="0" y="3477197"/>
                </a:lnTo>
                <a:cubicBezTo>
                  <a:pt x="490664" y="3476498"/>
                  <a:pt x="933704" y="3272600"/>
                  <a:pt x="1249363" y="2945194"/>
                </a:cubicBezTo>
                <a:cubicBezTo>
                  <a:pt x="1550924" y="2632520"/>
                  <a:pt x="1736281" y="2207133"/>
                  <a:pt x="1736281" y="1738376"/>
                </a:cubicBezTo>
                <a:cubicBezTo>
                  <a:pt x="1736281" y="779208"/>
                  <a:pt x="959231" y="1397"/>
                  <a:pt x="0" y="0"/>
                </a:cubicBezTo>
                <a:close/>
              </a:path>
            </a:pathLst>
          </a:custGeom>
          <a:solidFill>
            <a:srgbClr val="0FB693"/>
          </a:solidFill>
          <a:ln w="6350" cap="flat">
            <a:noFill/>
            <a:prstDash val="solid"/>
            <a:miter/>
          </a:ln>
        </p:spPr>
        <p:txBody>
          <a:bodyPr rtlCol="0" anchor="ctr"/>
          <a:lstStyle/>
          <a:p>
            <a:endParaRPr lang="en-ZA"/>
          </a:p>
        </p:txBody>
      </p:sp>
      <p:sp>
        <p:nvSpPr>
          <p:cNvPr id="30" name="Freeform: Shape 29">
            <a:extLst>
              <a:ext uri="{FF2B5EF4-FFF2-40B4-BE49-F238E27FC236}">
                <a16:creationId xmlns:a16="http://schemas.microsoft.com/office/drawing/2014/main" id="{6FB48AE6-DE7C-8970-1107-7C18166AC7A3}"/>
              </a:ext>
            </a:extLst>
          </p:cNvPr>
          <p:cNvSpPr>
            <a:spLocks noGrp="1" noRot="1" noMove="1" noResize="1" noEditPoints="1" noAdjustHandles="1" noChangeArrowheads="1" noChangeShapeType="1"/>
          </p:cNvSpPr>
          <p:nvPr userDrawn="1"/>
        </p:nvSpPr>
        <p:spPr>
          <a:xfrm>
            <a:off x="3604196" y="0"/>
            <a:ext cx="3477196" cy="1762696"/>
          </a:xfrm>
          <a:custGeom>
            <a:avLst/>
            <a:gdLst>
              <a:gd name="connsiteX0" fmla="*/ 2522411 w 3477196"/>
              <a:gd name="connsiteY0" fmla="*/ 0 h 1762696"/>
              <a:gd name="connsiteX1" fmla="*/ 2522411 w 3477196"/>
              <a:gd name="connsiteY1" fmla="*/ 808038 h 1762696"/>
              <a:gd name="connsiteX2" fmla="*/ 954214 w 3477196"/>
              <a:gd name="connsiteY2" fmla="*/ 808038 h 1762696"/>
              <a:gd name="connsiteX3" fmla="*/ 954214 w 3477196"/>
              <a:gd name="connsiteY3" fmla="*/ 0 h 1762696"/>
              <a:gd name="connsiteX4" fmla="*/ 0 w 3477196"/>
              <a:gd name="connsiteY4" fmla="*/ 0 h 1762696"/>
              <a:gd name="connsiteX5" fmla="*/ 0 w 3477196"/>
              <a:gd name="connsiteY5" fmla="*/ 1762697 h 1762696"/>
              <a:gd name="connsiteX6" fmla="*/ 3477197 w 3477196"/>
              <a:gd name="connsiteY6" fmla="*/ 1762697 h 1762696"/>
              <a:gd name="connsiteX7" fmla="*/ 3477197 w 3477196"/>
              <a:gd name="connsiteY7" fmla="*/ 0 h 1762696"/>
              <a:gd name="connsiteX8" fmla="*/ 2522411 w 3477196"/>
              <a:gd name="connsiteY8" fmla="*/ 0 h 176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7196" h="1762696">
                <a:moveTo>
                  <a:pt x="2522411" y="0"/>
                </a:moveTo>
                <a:lnTo>
                  <a:pt x="2522411" y="808038"/>
                </a:lnTo>
                <a:lnTo>
                  <a:pt x="954214" y="808038"/>
                </a:lnTo>
                <a:lnTo>
                  <a:pt x="954214" y="0"/>
                </a:lnTo>
                <a:lnTo>
                  <a:pt x="0" y="0"/>
                </a:lnTo>
                <a:lnTo>
                  <a:pt x="0" y="1762697"/>
                </a:lnTo>
                <a:lnTo>
                  <a:pt x="3477197" y="1762697"/>
                </a:lnTo>
                <a:lnTo>
                  <a:pt x="3477197" y="0"/>
                </a:lnTo>
                <a:lnTo>
                  <a:pt x="2522411" y="0"/>
                </a:lnTo>
                <a:close/>
              </a:path>
            </a:pathLst>
          </a:custGeom>
          <a:solidFill>
            <a:srgbClr val="00BBF0"/>
          </a:solidFill>
          <a:ln w="6350" cap="flat">
            <a:noFill/>
            <a:prstDash val="solid"/>
            <a:miter/>
          </a:ln>
        </p:spPr>
        <p:txBody>
          <a:bodyPr rtlCol="0" anchor="ctr"/>
          <a:lstStyle/>
          <a:p>
            <a:endParaRPr lang="en-ZA"/>
          </a:p>
        </p:txBody>
      </p:sp>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1208319" y="6267526"/>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1208320" y="4396871"/>
            <a:ext cx="4608512" cy="1661993"/>
          </a:xfrm>
          <a:prstGeom prst="rect">
            <a:avLst/>
          </a:prstGeom>
        </p:spPr>
        <p:txBody>
          <a:bodyPr wrap="square" lIns="0" tIns="0" rIns="0" bIns="0" anchor="t" anchorCtr="0">
            <a:spAutoFit/>
          </a:bodyPr>
          <a:lstStyle>
            <a:lvl1pPr>
              <a:defRPr sz="4000" spc="40" baseline="0">
                <a:solidFill>
                  <a:schemeClr val="bg1"/>
                </a:solidFill>
              </a:defRPr>
            </a:lvl1pPr>
          </a:lstStyle>
          <a:p>
            <a:r>
              <a:rPr lang="en-ZA" noProof="0" dirty="0"/>
              <a:t>Click to add Presentation Title over Three Lines</a:t>
            </a:r>
          </a:p>
        </p:txBody>
      </p:sp>
      <p:pic>
        <p:nvPicPr>
          <p:cNvPr id="12" name="Picture 11">
            <a:extLst>
              <a:ext uri="{FF2B5EF4-FFF2-40B4-BE49-F238E27FC236}">
                <a16:creationId xmlns:a16="http://schemas.microsoft.com/office/drawing/2014/main" id="{8D10EB20-AE66-7009-613F-08F462B05301}"/>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208320" y="3870981"/>
            <a:ext cx="1370149" cy="198311"/>
          </a:xfrm>
          <a:prstGeom prst="rect">
            <a:avLst/>
          </a:prstGeom>
        </p:spPr>
      </p:pic>
    </p:spTree>
    <p:extLst>
      <p:ext uri="{BB962C8B-B14F-4D97-AF65-F5344CB8AC3E}">
        <p14:creationId xmlns:p14="http://schemas.microsoft.com/office/powerpoint/2010/main" val="586953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01 | 9_COVER - Photo DB 5">
    <p:bg>
      <p:bgPr>
        <a:solidFill>
          <a:schemeClr val="tx1"/>
        </a:solidFill>
        <a:effectLst/>
      </p:bgPr>
    </p:bg>
    <p:spTree>
      <p:nvGrpSpPr>
        <p:cNvPr id="1" name=""/>
        <p:cNvGrpSpPr/>
        <p:nvPr/>
      </p:nvGrpSpPr>
      <p:grpSpPr>
        <a:xfrm>
          <a:off x="0" y="0"/>
          <a:ext cx="0" cy="0"/>
          <a:chOff x="0" y="0"/>
          <a:chExt cx="0" cy="0"/>
        </a:xfrm>
      </p:grpSpPr>
      <p:pic>
        <p:nvPicPr>
          <p:cNvPr id="15" name="Picture 14" descr="A couple of women in a grocery store&#10;&#10;Description automatically generated">
            <a:extLst>
              <a:ext uri="{FF2B5EF4-FFF2-40B4-BE49-F238E27FC236}">
                <a16:creationId xmlns:a16="http://schemas.microsoft.com/office/drawing/2014/main" id="{263467A6-6E2D-F424-ED9C-9BCB98A6934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48" r="6297"/>
          <a:stretch/>
        </p:blipFill>
        <p:spPr>
          <a:xfrm>
            <a:off x="285750" y="0"/>
            <a:ext cx="11906250" cy="6858000"/>
          </a:xfrm>
          <a:prstGeom prst="rect">
            <a:avLst/>
          </a:prstGeom>
        </p:spPr>
      </p:pic>
      <p:pic>
        <p:nvPicPr>
          <p:cNvPr id="13" name="Graphic 12">
            <a:extLst>
              <a:ext uri="{FF2B5EF4-FFF2-40B4-BE49-F238E27FC236}">
                <a16:creationId xmlns:a16="http://schemas.microsoft.com/office/drawing/2014/main" id="{BBD748AE-3FF6-36A6-2B86-8C2E4B194790}"/>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2362200" y="0"/>
            <a:ext cx="9385300" cy="6858000"/>
          </a:xfrm>
          <a:prstGeom prst="rect">
            <a:avLst/>
          </a:prstGeom>
        </p:spPr>
      </p:pic>
      <p:sp>
        <p:nvSpPr>
          <p:cNvPr id="19" name="Freeform: Shape 18">
            <a:extLst>
              <a:ext uri="{FF2B5EF4-FFF2-40B4-BE49-F238E27FC236}">
                <a16:creationId xmlns:a16="http://schemas.microsoft.com/office/drawing/2014/main" id="{3219D2E9-815B-EE87-6ABF-DF867B7317B9}"/>
              </a:ext>
            </a:extLst>
          </p:cNvPr>
          <p:cNvSpPr>
            <a:spLocks noGrp="1" noRot="1" noMove="1" noResize="1" noEditPoints="1" noAdjustHandles="1" noChangeArrowheads="1" noChangeShapeType="1"/>
          </p:cNvSpPr>
          <p:nvPr/>
        </p:nvSpPr>
        <p:spPr>
          <a:xfrm>
            <a:off x="0" y="0"/>
            <a:ext cx="8263763" cy="6858000"/>
          </a:xfrm>
          <a:custGeom>
            <a:avLst/>
            <a:gdLst>
              <a:gd name="connsiteX0" fmla="*/ 2358327 w 8263763"/>
              <a:gd name="connsiteY0" fmla="*/ 952373 h 6858000"/>
              <a:gd name="connsiteX1" fmla="*/ 2358327 w 8263763"/>
              <a:gd name="connsiteY1" fmla="*/ 0 h 6858000"/>
              <a:gd name="connsiteX2" fmla="*/ 0 w 8263763"/>
              <a:gd name="connsiteY2" fmla="*/ 0 h 6858000"/>
              <a:gd name="connsiteX3" fmla="*/ 0 w 8263763"/>
              <a:gd name="connsiteY3" fmla="*/ 6858000 h 6858000"/>
              <a:gd name="connsiteX4" fmla="*/ 8263763 w 8263763"/>
              <a:gd name="connsiteY4" fmla="*/ 6858000 h 6858000"/>
              <a:gd name="connsiteX5" fmla="*/ 2358327 w 8263763"/>
              <a:gd name="connsiteY5" fmla="*/ 9523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3763" h="6858000">
                <a:moveTo>
                  <a:pt x="2358327" y="952373"/>
                </a:moveTo>
                <a:lnTo>
                  <a:pt x="2358327" y="0"/>
                </a:lnTo>
                <a:lnTo>
                  <a:pt x="0" y="0"/>
                </a:lnTo>
                <a:lnTo>
                  <a:pt x="0" y="6858000"/>
                </a:lnTo>
                <a:lnTo>
                  <a:pt x="8263763" y="6858000"/>
                </a:lnTo>
                <a:lnTo>
                  <a:pt x="2358327" y="952373"/>
                </a:lnTo>
                <a:close/>
              </a:path>
            </a:pathLst>
          </a:custGeom>
          <a:solidFill>
            <a:srgbClr val="005083"/>
          </a:solidFill>
          <a:ln w="6348"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A0141D84-7696-2356-4BCE-0B8A7CF2A4A0}"/>
              </a:ext>
            </a:extLst>
          </p:cNvPr>
          <p:cNvSpPr>
            <a:spLocks noGrp="1" noRot="1" noMove="1" noResize="1" noEditPoints="1" noAdjustHandles="1" noChangeArrowheads="1" noChangeShapeType="1"/>
          </p:cNvSpPr>
          <p:nvPr/>
        </p:nvSpPr>
        <p:spPr>
          <a:xfrm>
            <a:off x="0" y="0"/>
            <a:ext cx="3618547" cy="4654930"/>
          </a:xfrm>
          <a:custGeom>
            <a:avLst/>
            <a:gdLst>
              <a:gd name="connsiteX0" fmla="*/ 3618547 w 3618547"/>
              <a:gd name="connsiteY0" fmla="*/ 2212658 h 4654930"/>
              <a:gd name="connsiteX1" fmla="*/ 1177417 w 3618547"/>
              <a:gd name="connsiteY1" fmla="*/ 4654931 h 4654930"/>
              <a:gd name="connsiteX2" fmla="*/ 916369 w 3618547"/>
              <a:gd name="connsiteY2" fmla="*/ 2544699 h 4654930"/>
              <a:gd name="connsiteX3" fmla="*/ 0 w 3618547"/>
              <a:gd name="connsiteY3" fmla="*/ 2399856 h 4654930"/>
              <a:gd name="connsiteX4" fmla="*/ 0 w 3618547"/>
              <a:gd name="connsiteY4" fmla="*/ 915289 h 4654930"/>
              <a:gd name="connsiteX5" fmla="*/ 915289 w 3618547"/>
              <a:gd name="connsiteY5" fmla="*/ 0 h 4654930"/>
              <a:gd name="connsiteX6" fmla="*/ 2358327 w 3618547"/>
              <a:gd name="connsiteY6" fmla="*/ 0 h 4654930"/>
              <a:gd name="connsiteX7" fmla="*/ 2358327 w 3618547"/>
              <a:gd name="connsiteY7" fmla="*/ 952373 h 4654930"/>
              <a:gd name="connsiteX8" fmla="*/ 3618547 w 3618547"/>
              <a:gd name="connsiteY8" fmla="*/ 2212658 h 465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8547" h="4654930">
                <a:moveTo>
                  <a:pt x="3618547" y="2212658"/>
                </a:moveTo>
                <a:lnTo>
                  <a:pt x="1177417" y="4654931"/>
                </a:lnTo>
                <a:lnTo>
                  <a:pt x="916369" y="2544699"/>
                </a:lnTo>
                <a:lnTo>
                  <a:pt x="0" y="2399856"/>
                </a:lnTo>
                <a:lnTo>
                  <a:pt x="0" y="915289"/>
                </a:lnTo>
                <a:lnTo>
                  <a:pt x="915289" y="0"/>
                </a:lnTo>
                <a:lnTo>
                  <a:pt x="2358327" y="0"/>
                </a:lnTo>
                <a:lnTo>
                  <a:pt x="2358327" y="952373"/>
                </a:lnTo>
                <a:lnTo>
                  <a:pt x="3618547" y="2212658"/>
                </a:lnTo>
                <a:close/>
              </a:path>
            </a:pathLst>
          </a:custGeom>
          <a:solidFill>
            <a:srgbClr val="00284E"/>
          </a:solidFill>
          <a:ln w="6348"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17155C39-3C6E-9643-7CFE-402995C76842}"/>
              </a:ext>
            </a:extLst>
          </p:cNvPr>
          <p:cNvSpPr>
            <a:spLocks noGrp="1" noRot="1" noMove="1" noResize="1" noEditPoints="1" noAdjustHandles="1" noChangeArrowheads="1" noChangeShapeType="1"/>
          </p:cNvSpPr>
          <p:nvPr/>
        </p:nvSpPr>
        <p:spPr>
          <a:xfrm>
            <a:off x="0" y="1677733"/>
            <a:ext cx="1696529" cy="3476244"/>
          </a:xfrm>
          <a:custGeom>
            <a:avLst/>
            <a:gdLst>
              <a:gd name="connsiteX0" fmla="*/ 0 w 1696529"/>
              <a:gd name="connsiteY0" fmla="*/ 0 h 3476244"/>
              <a:gd name="connsiteX1" fmla="*/ 0 w 1696529"/>
              <a:gd name="connsiteY1" fmla="*/ 955167 h 3476244"/>
              <a:gd name="connsiteX2" fmla="*/ 741871 w 1696529"/>
              <a:gd name="connsiteY2" fmla="*/ 1737932 h 3476244"/>
              <a:gd name="connsiteX3" fmla="*/ 0 w 1696529"/>
              <a:gd name="connsiteY3" fmla="*/ 2520760 h 3476244"/>
              <a:gd name="connsiteX4" fmla="*/ 0 w 1696529"/>
              <a:gd name="connsiteY4" fmla="*/ 3476244 h 3476244"/>
              <a:gd name="connsiteX5" fmla="*/ 1696530 w 1696529"/>
              <a:gd name="connsiteY5" fmla="*/ 1737932 h 3476244"/>
              <a:gd name="connsiteX6" fmla="*/ 0 w 1696529"/>
              <a:gd name="connsiteY6" fmla="*/ 0 h 3476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6529" h="3476244">
                <a:moveTo>
                  <a:pt x="0" y="0"/>
                </a:moveTo>
                <a:lnTo>
                  <a:pt x="0" y="955167"/>
                </a:lnTo>
                <a:cubicBezTo>
                  <a:pt x="413004" y="977202"/>
                  <a:pt x="741871" y="1320229"/>
                  <a:pt x="741871" y="1737932"/>
                </a:cubicBezTo>
                <a:cubicBezTo>
                  <a:pt x="741871" y="2155635"/>
                  <a:pt x="413004" y="2498788"/>
                  <a:pt x="0" y="2520760"/>
                </a:cubicBezTo>
                <a:lnTo>
                  <a:pt x="0" y="3476244"/>
                </a:lnTo>
                <a:cubicBezTo>
                  <a:pt x="940816" y="3453829"/>
                  <a:pt x="1696530" y="2684145"/>
                  <a:pt x="1696530" y="1737932"/>
                </a:cubicBezTo>
                <a:cubicBezTo>
                  <a:pt x="1696530" y="791718"/>
                  <a:pt x="940816" y="22415"/>
                  <a:pt x="0" y="0"/>
                </a:cubicBezTo>
                <a:close/>
              </a:path>
            </a:pathLst>
          </a:custGeom>
          <a:solidFill>
            <a:srgbClr val="0FB693"/>
          </a:solidFill>
          <a:ln w="6348"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74147F9B-2FEE-6143-CA56-84C8AC03D66A}"/>
              </a:ext>
            </a:extLst>
          </p:cNvPr>
          <p:cNvSpPr>
            <a:spLocks noGrp="1" noRot="1" noMove="1" noResize="1" noEditPoints="1" noAdjustHandles="1" noChangeArrowheads="1" noChangeShapeType="1"/>
          </p:cNvSpPr>
          <p:nvPr/>
        </p:nvSpPr>
        <p:spPr>
          <a:xfrm>
            <a:off x="8270303" y="4650296"/>
            <a:ext cx="3474084" cy="2207704"/>
          </a:xfrm>
          <a:custGeom>
            <a:avLst/>
            <a:gdLst>
              <a:gd name="connsiteX0" fmla="*/ 3474085 w 3474084"/>
              <a:gd name="connsiteY0" fmla="*/ 2207705 h 2207704"/>
              <a:gd name="connsiteX1" fmla="*/ 3474085 w 3474084"/>
              <a:gd name="connsiteY1" fmla="*/ 1260284 h 2207704"/>
              <a:gd name="connsiteX2" fmla="*/ 2213801 w 3474084"/>
              <a:gd name="connsiteY2" fmla="*/ 1260284 h 2207704"/>
              <a:gd name="connsiteX3" fmla="*/ 2213801 w 3474084"/>
              <a:gd name="connsiteY3" fmla="*/ 0 h 2207704"/>
              <a:gd name="connsiteX4" fmla="*/ 1259967 w 3474084"/>
              <a:gd name="connsiteY4" fmla="*/ 0 h 2207704"/>
              <a:gd name="connsiteX5" fmla="*/ 1259967 w 3474084"/>
              <a:gd name="connsiteY5" fmla="*/ 1260284 h 2207704"/>
              <a:gd name="connsiteX6" fmla="*/ 0 w 3474084"/>
              <a:gd name="connsiteY6" fmla="*/ 1260284 h 2207704"/>
              <a:gd name="connsiteX7" fmla="*/ 0 w 3474084"/>
              <a:gd name="connsiteY7" fmla="*/ 2207705 h 2207704"/>
              <a:gd name="connsiteX8" fmla="*/ 3474085 w 3474084"/>
              <a:gd name="connsiteY8" fmla="*/ 2207705 h 220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4084" h="2207704">
                <a:moveTo>
                  <a:pt x="3474085" y="2207705"/>
                </a:moveTo>
                <a:lnTo>
                  <a:pt x="3474085" y="1260284"/>
                </a:lnTo>
                <a:lnTo>
                  <a:pt x="2213801" y="1260284"/>
                </a:lnTo>
                <a:lnTo>
                  <a:pt x="2213801" y="0"/>
                </a:lnTo>
                <a:lnTo>
                  <a:pt x="1259967" y="0"/>
                </a:lnTo>
                <a:lnTo>
                  <a:pt x="1259967" y="1260284"/>
                </a:lnTo>
                <a:lnTo>
                  <a:pt x="0" y="1260284"/>
                </a:lnTo>
                <a:lnTo>
                  <a:pt x="0" y="2207705"/>
                </a:lnTo>
                <a:lnTo>
                  <a:pt x="3474085" y="2207705"/>
                </a:lnTo>
                <a:close/>
              </a:path>
            </a:pathLst>
          </a:custGeom>
          <a:solidFill>
            <a:srgbClr val="0079C0"/>
          </a:solidFill>
          <a:ln w="6348"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915B50FD-F849-07C5-E4E4-F20744ECDFD7}"/>
              </a:ext>
            </a:extLst>
          </p:cNvPr>
          <p:cNvSpPr>
            <a:spLocks noGrp="1" noRot="1" noMove="1" noResize="1" noEditPoints="1" noAdjustHandles="1" noChangeArrowheads="1" noChangeShapeType="1"/>
          </p:cNvSpPr>
          <p:nvPr/>
        </p:nvSpPr>
        <p:spPr>
          <a:xfrm>
            <a:off x="2358326" y="0"/>
            <a:ext cx="3474021" cy="2212530"/>
          </a:xfrm>
          <a:custGeom>
            <a:avLst/>
            <a:gdLst>
              <a:gd name="connsiteX0" fmla="*/ 3474021 w 3474021"/>
              <a:gd name="connsiteY0" fmla="*/ 0 h 2212530"/>
              <a:gd name="connsiteX1" fmla="*/ 3474021 w 3474021"/>
              <a:gd name="connsiteY1" fmla="*/ 952373 h 2212530"/>
              <a:gd name="connsiteX2" fmla="*/ 2214182 w 3474021"/>
              <a:gd name="connsiteY2" fmla="*/ 952373 h 2212530"/>
              <a:gd name="connsiteX3" fmla="*/ 2214182 w 3474021"/>
              <a:gd name="connsiteY3" fmla="*/ 2212531 h 2212530"/>
              <a:gd name="connsiteX4" fmla="*/ 1260284 w 3474021"/>
              <a:gd name="connsiteY4" fmla="*/ 2212531 h 2212530"/>
              <a:gd name="connsiteX5" fmla="*/ 1260284 w 3474021"/>
              <a:gd name="connsiteY5" fmla="*/ 952373 h 2212530"/>
              <a:gd name="connsiteX6" fmla="*/ 0 w 3474021"/>
              <a:gd name="connsiteY6" fmla="*/ 952373 h 2212530"/>
              <a:gd name="connsiteX7" fmla="*/ 0 w 3474021"/>
              <a:gd name="connsiteY7" fmla="*/ 0 h 2212530"/>
              <a:gd name="connsiteX8" fmla="*/ 3474021 w 3474021"/>
              <a:gd name="connsiteY8" fmla="*/ 0 h 2212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74021" h="2212530">
                <a:moveTo>
                  <a:pt x="3474021" y="0"/>
                </a:moveTo>
                <a:lnTo>
                  <a:pt x="3474021" y="952373"/>
                </a:lnTo>
                <a:lnTo>
                  <a:pt x="2214182" y="952373"/>
                </a:lnTo>
                <a:lnTo>
                  <a:pt x="2214182" y="2212531"/>
                </a:lnTo>
                <a:lnTo>
                  <a:pt x="1260284" y="2212531"/>
                </a:lnTo>
                <a:lnTo>
                  <a:pt x="1260284" y="952373"/>
                </a:lnTo>
                <a:lnTo>
                  <a:pt x="0" y="952373"/>
                </a:lnTo>
                <a:lnTo>
                  <a:pt x="0" y="0"/>
                </a:lnTo>
                <a:lnTo>
                  <a:pt x="3474021" y="0"/>
                </a:lnTo>
                <a:close/>
              </a:path>
            </a:pathLst>
          </a:custGeom>
          <a:solidFill>
            <a:srgbClr val="00BBF0"/>
          </a:solidFill>
          <a:ln w="6348" cap="flat">
            <a:noFill/>
            <a:prstDash val="solid"/>
            <a:miter/>
          </a:ln>
        </p:spPr>
        <p:txBody>
          <a:bodyPr rtlCol="0" anchor="ctr"/>
          <a:lstStyle/>
          <a:p>
            <a:endParaRPr lang="en-ZA"/>
          </a:p>
        </p:txBody>
      </p:sp>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2035360" y="5551604"/>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2035360" y="4234946"/>
            <a:ext cx="6622927" cy="1107996"/>
          </a:xfrm>
          <a:prstGeom prst="rect">
            <a:avLst/>
          </a:prstGeom>
        </p:spPr>
        <p:txBody>
          <a:bodyPr wrap="square" lIns="0" tIns="0" rIns="0" bIns="0" anchor="t" anchorCtr="0">
            <a:spAutoFit/>
          </a:bodyPr>
          <a:lstStyle>
            <a:lvl1pPr>
              <a:defRPr sz="4000" spc="40" baseline="0">
                <a:solidFill>
                  <a:schemeClr val="bg1"/>
                </a:solidFill>
              </a:defRPr>
            </a:lvl1pPr>
          </a:lstStyle>
          <a:p>
            <a:r>
              <a:rPr lang="en-ZA" noProof="0" dirty="0"/>
              <a:t>Click to add Presentation Title over Two Lines</a:t>
            </a:r>
          </a:p>
        </p:txBody>
      </p:sp>
      <p:pic>
        <p:nvPicPr>
          <p:cNvPr id="16" name="Picture 15">
            <a:extLst>
              <a:ext uri="{FF2B5EF4-FFF2-40B4-BE49-F238E27FC236}">
                <a16:creationId xmlns:a16="http://schemas.microsoft.com/office/drawing/2014/main" id="{49F1BDE2-D18A-0713-7C0A-3A8F793C62AB}"/>
              </a:ext>
            </a:extLst>
          </p:cNvPr>
          <p:cNvPicPr>
            <a:picLocks noGrp="1" noRot="1" noChangeAspect="1" noMove="1" noResize="1" noEditPoints="1" noAdjustHandles="1" noChangeArrowheads="1" noChangeShapeType="1" noCrop="1"/>
          </p:cNvPicPr>
          <p:nvPr userDrawn="1"/>
        </p:nvPicPr>
        <p:blipFill>
          <a:blip r:embed="rId5"/>
          <a:stretch>
            <a:fillRect/>
          </a:stretch>
        </p:blipFill>
        <p:spPr>
          <a:xfrm>
            <a:off x="486432" y="305967"/>
            <a:ext cx="1370149" cy="198311"/>
          </a:xfrm>
          <a:prstGeom prst="rect">
            <a:avLst/>
          </a:prstGeom>
        </p:spPr>
      </p:pic>
    </p:spTree>
    <p:extLst>
      <p:ext uri="{BB962C8B-B14F-4D97-AF65-F5344CB8AC3E}">
        <p14:creationId xmlns:p14="http://schemas.microsoft.com/office/powerpoint/2010/main" val="1838194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01 | 10_COVER - Photo DB 6">
    <p:bg>
      <p:bgPr>
        <a:solidFill>
          <a:schemeClr val="tx1"/>
        </a:solidFill>
        <a:effectLst/>
      </p:bgPr>
    </p:bg>
    <p:spTree>
      <p:nvGrpSpPr>
        <p:cNvPr id="1" name=""/>
        <p:cNvGrpSpPr/>
        <p:nvPr/>
      </p:nvGrpSpPr>
      <p:grpSpPr>
        <a:xfrm>
          <a:off x="0" y="0"/>
          <a:ext cx="0" cy="0"/>
          <a:chOff x="0" y="0"/>
          <a:chExt cx="0" cy="0"/>
        </a:xfrm>
      </p:grpSpPr>
      <p:pic>
        <p:nvPicPr>
          <p:cNvPr id="8" name="Picture 7" descr="A person in a blue shirt&#10;&#10;Description automatically generated">
            <a:extLst>
              <a:ext uri="{FF2B5EF4-FFF2-40B4-BE49-F238E27FC236}">
                <a16:creationId xmlns:a16="http://schemas.microsoft.com/office/drawing/2014/main" id="{BAE8ADC2-EA44-0D00-F9EE-B52F08D86A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43AD0C36-D921-79D3-26C8-1C253B21E0F3}"/>
              </a:ext>
            </a:extLst>
          </p:cNvPr>
          <p:cNvSpPr>
            <a:spLocks noGrp="1" noRot="1" noMove="1" noResize="1" noEditPoints="1" noAdjustHandles="1" noChangeArrowheads="1" noChangeShapeType="1"/>
          </p:cNvSpPr>
          <p:nvPr userDrawn="1"/>
        </p:nvSpPr>
        <p:spPr>
          <a:xfrm rot="5400000">
            <a:off x="3838572" y="-1495426"/>
            <a:ext cx="4514850" cy="12192001"/>
          </a:xfrm>
          <a:prstGeom prst="rect">
            <a:avLst/>
          </a:prstGeom>
          <a:gradFill flip="none" rotWithShape="1">
            <a:gsLst>
              <a:gs pos="44000">
                <a:srgbClr val="1B232E">
                  <a:alpha val="50000"/>
                </a:srgbClr>
              </a:gs>
              <a:gs pos="85000">
                <a:schemeClr val="accent5">
                  <a:lumMod val="50000"/>
                  <a:alpha val="95000"/>
                </a:schemeClr>
              </a:gs>
              <a:gs pos="0">
                <a:schemeClr val="accent5">
                  <a:lumMod val="50000"/>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995752" y="5856404"/>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995752" y="4539746"/>
            <a:ext cx="7868848" cy="1107996"/>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Two Lines or Three lines</a:t>
            </a:r>
          </a:p>
        </p:txBody>
      </p:sp>
      <p:pic>
        <p:nvPicPr>
          <p:cNvPr id="3" name="Graphic 2">
            <a:extLst>
              <a:ext uri="{FF2B5EF4-FFF2-40B4-BE49-F238E27FC236}">
                <a16:creationId xmlns:a16="http://schemas.microsoft.com/office/drawing/2014/main" id="{2F749D24-8EB0-3218-8B08-586B605D47A0}"/>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864600" y="0"/>
            <a:ext cx="3327400" cy="6858000"/>
          </a:xfrm>
          <a:prstGeom prst="rect">
            <a:avLst/>
          </a:prstGeom>
        </p:spPr>
      </p:pic>
      <p:pic>
        <p:nvPicPr>
          <p:cNvPr id="12" name="Picture 11">
            <a:extLst>
              <a:ext uri="{FF2B5EF4-FFF2-40B4-BE49-F238E27FC236}">
                <a16:creationId xmlns:a16="http://schemas.microsoft.com/office/drawing/2014/main" id="{8D10EB20-AE66-7009-613F-08F462B05301}"/>
              </a:ext>
            </a:extLst>
          </p:cNvPr>
          <p:cNvPicPr>
            <a:picLocks noChangeAspect="1"/>
          </p:cNvPicPr>
          <p:nvPr userDrawn="1"/>
        </p:nvPicPr>
        <p:blipFill>
          <a:blip r:embed="rId5"/>
          <a:stretch>
            <a:fillRect/>
          </a:stretch>
        </p:blipFill>
        <p:spPr>
          <a:xfrm>
            <a:off x="10472142" y="6351821"/>
            <a:ext cx="1370149" cy="198311"/>
          </a:xfrm>
          <a:prstGeom prst="rect">
            <a:avLst/>
          </a:prstGeom>
        </p:spPr>
      </p:pic>
    </p:spTree>
    <p:extLst>
      <p:ext uri="{BB962C8B-B14F-4D97-AF65-F5344CB8AC3E}">
        <p14:creationId xmlns:p14="http://schemas.microsoft.com/office/powerpoint/2010/main" val="2070689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01 | 1_COVER - Photo DB 1">
    <p:bg>
      <p:bgPr>
        <a:solidFill>
          <a:schemeClr val="tx1"/>
        </a:solidFill>
        <a:effectLst/>
      </p:bgPr>
    </p:bg>
    <p:spTree>
      <p:nvGrpSpPr>
        <p:cNvPr id="1" name=""/>
        <p:cNvGrpSpPr/>
        <p:nvPr/>
      </p:nvGrpSpPr>
      <p:grpSpPr>
        <a:xfrm>
          <a:off x="0" y="0"/>
          <a:ext cx="0" cy="0"/>
          <a:chOff x="0" y="0"/>
          <a:chExt cx="0" cy="0"/>
        </a:xfrm>
      </p:grpSpPr>
      <p:pic>
        <p:nvPicPr>
          <p:cNvPr id="16" name="Picture 15" descr="A person looking at a shelf with food on it&#10;&#10;Description automatically generated">
            <a:extLst>
              <a:ext uri="{FF2B5EF4-FFF2-40B4-BE49-F238E27FC236}">
                <a16:creationId xmlns:a16="http://schemas.microsoft.com/office/drawing/2014/main" id="{6890D4CA-8B6D-05CC-51F5-6B234243EF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55332" y="1381125"/>
            <a:ext cx="9736667" cy="5476875"/>
          </a:xfrm>
          <a:prstGeom prst="rect">
            <a:avLst/>
          </a:prstGeom>
        </p:spPr>
      </p:pic>
      <p:sp>
        <p:nvSpPr>
          <p:cNvPr id="10" name="Freeform 12">
            <a:extLst>
              <a:ext uri="{FF2B5EF4-FFF2-40B4-BE49-F238E27FC236}">
                <a16:creationId xmlns:a16="http://schemas.microsoft.com/office/drawing/2014/main" id="{7E56166D-D96A-E6CD-3E36-64A6DE37862C}"/>
              </a:ext>
            </a:extLst>
          </p:cNvPr>
          <p:cNvSpPr>
            <a:spLocks noGrp="1" noRot="1" noMove="1" noResize="1" noEditPoints="1" noAdjustHandles="1" noChangeArrowheads="1" noChangeShapeType="1"/>
          </p:cNvSpPr>
          <p:nvPr userDrawn="1"/>
        </p:nvSpPr>
        <p:spPr bwMode="auto">
          <a:xfrm>
            <a:off x="7072313" y="5768975"/>
            <a:ext cx="4799013" cy="1093788"/>
          </a:xfrm>
          <a:custGeom>
            <a:avLst/>
            <a:gdLst>
              <a:gd name="T0" fmla="*/ 1510 w 3022"/>
              <a:gd name="T1" fmla="*/ 0 h 689"/>
              <a:gd name="T2" fmla="*/ 0 w 3022"/>
              <a:gd name="T3" fmla="*/ 689 h 689"/>
              <a:gd name="T4" fmla="*/ 3022 w 3022"/>
              <a:gd name="T5" fmla="*/ 689 h 689"/>
              <a:gd name="T6" fmla="*/ 1510 w 3022"/>
              <a:gd name="T7" fmla="*/ 0 h 689"/>
            </a:gdLst>
            <a:ahLst/>
            <a:cxnLst>
              <a:cxn ang="0">
                <a:pos x="T0" y="T1"/>
              </a:cxn>
              <a:cxn ang="0">
                <a:pos x="T2" y="T3"/>
              </a:cxn>
              <a:cxn ang="0">
                <a:pos x="T4" y="T5"/>
              </a:cxn>
              <a:cxn ang="0">
                <a:pos x="T6" y="T7"/>
              </a:cxn>
            </a:cxnLst>
            <a:rect l="0" t="0" r="r" b="b"/>
            <a:pathLst>
              <a:path w="3022" h="689">
                <a:moveTo>
                  <a:pt x="1510" y="0"/>
                </a:moveTo>
                <a:cubicBezTo>
                  <a:pt x="908" y="0"/>
                  <a:pt x="367" y="267"/>
                  <a:pt x="0" y="689"/>
                </a:cubicBezTo>
                <a:cubicBezTo>
                  <a:pt x="3022" y="689"/>
                  <a:pt x="3022" y="689"/>
                  <a:pt x="3022" y="689"/>
                </a:cubicBezTo>
                <a:cubicBezTo>
                  <a:pt x="2654" y="267"/>
                  <a:pt x="2113" y="0"/>
                  <a:pt x="151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11" name="Freeform 14">
            <a:extLst>
              <a:ext uri="{FF2B5EF4-FFF2-40B4-BE49-F238E27FC236}">
                <a16:creationId xmlns:a16="http://schemas.microsoft.com/office/drawing/2014/main" id="{C5323887-8DD1-48CB-E547-46641C8E6C27}"/>
              </a:ext>
            </a:extLst>
          </p:cNvPr>
          <p:cNvSpPr>
            <a:spLocks noGrp="1" noRot="1" noMove="1" noResize="1" noEditPoints="1" noAdjustHandles="1" noChangeArrowheads="1" noChangeShapeType="1"/>
          </p:cNvSpPr>
          <p:nvPr userDrawn="1"/>
        </p:nvSpPr>
        <p:spPr bwMode="auto">
          <a:xfrm>
            <a:off x="4710112" y="0"/>
            <a:ext cx="7481888" cy="3735388"/>
          </a:xfrm>
          <a:custGeom>
            <a:avLst/>
            <a:gdLst>
              <a:gd name="T0" fmla="*/ 4711 w 4711"/>
              <a:gd name="T1" fmla="*/ 0 h 2351"/>
              <a:gd name="T2" fmla="*/ 2351 w 4711"/>
              <a:gd name="T3" fmla="*/ 0 h 2351"/>
              <a:gd name="T4" fmla="*/ 0 w 4711"/>
              <a:gd name="T5" fmla="*/ 2351 h 2351"/>
              <a:gd name="T6" fmla="*/ 2994 w 4711"/>
              <a:gd name="T7" fmla="*/ 1190 h 2351"/>
              <a:gd name="T8" fmla="*/ 4711 w 4711"/>
              <a:gd name="T9" fmla="*/ 1534 h 2351"/>
              <a:gd name="T10" fmla="*/ 4711 w 4711"/>
              <a:gd name="T11" fmla="*/ 0 h 2351"/>
            </a:gdLst>
            <a:ahLst/>
            <a:cxnLst>
              <a:cxn ang="0">
                <a:pos x="T0" y="T1"/>
              </a:cxn>
              <a:cxn ang="0">
                <a:pos x="T2" y="T3"/>
              </a:cxn>
              <a:cxn ang="0">
                <a:pos x="T4" y="T5"/>
              </a:cxn>
              <a:cxn ang="0">
                <a:pos x="T6" y="T7"/>
              </a:cxn>
              <a:cxn ang="0">
                <a:pos x="T8" y="T9"/>
              </a:cxn>
              <a:cxn ang="0">
                <a:pos x="T10" y="T11"/>
              </a:cxn>
            </a:cxnLst>
            <a:rect l="0" t="0" r="r" b="b"/>
            <a:pathLst>
              <a:path w="4711" h="2351">
                <a:moveTo>
                  <a:pt x="4711" y="0"/>
                </a:moveTo>
                <a:cubicBezTo>
                  <a:pt x="2351" y="0"/>
                  <a:pt x="2351" y="0"/>
                  <a:pt x="2351" y="0"/>
                </a:cubicBezTo>
                <a:cubicBezTo>
                  <a:pt x="0" y="2351"/>
                  <a:pt x="0" y="2351"/>
                  <a:pt x="0" y="2351"/>
                </a:cubicBezTo>
                <a:cubicBezTo>
                  <a:pt x="789" y="1630"/>
                  <a:pt x="1840" y="1190"/>
                  <a:pt x="2994" y="1190"/>
                </a:cubicBezTo>
                <a:cubicBezTo>
                  <a:pt x="3603" y="1190"/>
                  <a:pt x="4183" y="1313"/>
                  <a:pt x="4711" y="1534"/>
                </a:cubicBezTo>
                <a:cubicBezTo>
                  <a:pt x="4711" y="0"/>
                  <a:pt x="4711" y="0"/>
                  <a:pt x="4711" y="0"/>
                </a:cubicBezTo>
              </a:path>
            </a:pathLst>
          </a:custGeom>
          <a:solidFill>
            <a:schemeClr val="accent1"/>
          </a:solidFill>
          <a:ln w="19050">
            <a:noFill/>
          </a:ln>
        </p:spPr>
        <p:txBody>
          <a:bodyPr vert="horz" wrap="square" lIns="91440" tIns="45720" rIns="91440" bIns="45720" numCol="1" anchor="t" anchorCtr="0" compatLnSpc="1">
            <a:prstTxWarp prst="textNoShape">
              <a:avLst/>
            </a:prstTxWarp>
          </a:bodyPr>
          <a:lstStyle/>
          <a:p>
            <a:endParaRPr lang="en-ZA"/>
          </a:p>
        </p:txBody>
      </p:sp>
      <p:sp>
        <p:nvSpPr>
          <p:cNvPr id="12" name="Freeform 13">
            <a:extLst>
              <a:ext uri="{FF2B5EF4-FFF2-40B4-BE49-F238E27FC236}">
                <a16:creationId xmlns:a16="http://schemas.microsoft.com/office/drawing/2014/main" id="{33ECA131-F508-9A24-96B1-590E68307BC1}"/>
              </a:ext>
            </a:extLst>
          </p:cNvPr>
          <p:cNvSpPr>
            <a:spLocks noGrp="1" noRot="1" noMove="1" noResize="1" noEditPoints="1" noAdjustHandles="1" noChangeArrowheads="1" noChangeShapeType="1"/>
          </p:cNvSpPr>
          <p:nvPr userDrawn="1"/>
        </p:nvSpPr>
        <p:spPr bwMode="auto">
          <a:xfrm>
            <a:off x="0" y="0"/>
            <a:ext cx="8448675" cy="6862763"/>
          </a:xfrm>
          <a:custGeom>
            <a:avLst/>
            <a:gdLst>
              <a:gd name="T0" fmla="*/ 0 w 5320"/>
              <a:gd name="T1" fmla="*/ 0 h 4320"/>
              <a:gd name="T2" fmla="*/ 5320 w 5320"/>
              <a:gd name="T3" fmla="*/ 0 h 4320"/>
              <a:gd name="T4" fmla="*/ 2969 w 5320"/>
              <a:gd name="T5" fmla="*/ 2351 h 4320"/>
              <a:gd name="T6" fmla="*/ 1717 w 5320"/>
              <a:gd name="T7" fmla="*/ 4320 h 4320"/>
              <a:gd name="T8" fmla="*/ 0 w 5320"/>
              <a:gd name="T9" fmla="*/ 4320 h 4320"/>
              <a:gd name="T10" fmla="*/ 0 w 5320"/>
              <a:gd name="T11" fmla="*/ 0 h 4320"/>
            </a:gdLst>
            <a:ahLst/>
            <a:cxnLst>
              <a:cxn ang="0">
                <a:pos x="T0" y="T1"/>
              </a:cxn>
              <a:cxn ang="0">
                <a:pos x="T2" y="T3"/>
              </a:cxn>
              <a:cxn ang="0">
                <a:pos x="T4" y="T5"/>
              </a:cxn>
              <a:cxn ang="0">
                <a:pos x="T6" y="T7"/>
              </a:cxn>
              <a:cxn ang="0">
                <a:pos x="T8" y="T9"/>
              </a:cxn>
              <a:cxn ang="0">
                <a:pos x="T10" y="T11"/>
              </a:cxn>
            </a:cxnLst>
            <a:rect l="0" t="0" r="r" b="b"/>
            <a:pathLst>
              <a:path w="5320" h="4320">
                <a:moveTo>
                  <a:pt x="0" y="0"/>
                </a:moveTo>
                <a:cubicBezTo>
                  <a:pt x="5320" y="0"/>
                  <a:pt x="5320" y="0"/>
                  <a:pt x="5320" y="0"/>
                </a:cubicBezTo>
                <a:cubicBezTo>
                  <a:pt x="2969" y="2351"/>
                  <a:pt x="2969" y="2351"/>
                  <a:pt x="2969" y="2351"/>
                </a:cubicBezTo>
                <a:cubicBezTo>
                  <a:pt x="2392" y="2878"/>
                  <a:pt x="1954" y="3555"/>
                  <a:pt x="1717" y="4320"/>
                </a:cubicBezTo>
                <a:cubicBezTo>
                  <a:pt x="0" y="4320"/>
                  <a:pt x="0" y="4320"/>
                  <a:pt x="0" y="4320"/>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pic>
        <p:nvPicPr>
          <p:cNvPr id="14" name="Picture 13">
            <a:extLst>
              <a:ext uri="{FF2B5EF4-FFF2-40B4-BE49-F238E27FC236}">
                <a16:creationId xmlns:a16="http://schemas.microsoft.com/office/drawing/2014/main" id="{A647D2B2-31BC-B1FA-3B7A-C6259F43C4A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514807" y="305967"/>
            <a:ext cx="1370149" cy="198311"/>
          </a:xfrm>
          <a:prstGeom prst="rect">
            <a:avLst/>
          </a:prstGeom>
        </p:spPr>
      </p:pic>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684445" y="2901755"/>
            <a:ext cx="3289932" cy="249299"/>
          </a:xfrm>
          <a:prstGeom prst="rect">
            <a:avLst/>
          </a:prstGeom>
        </p:spPr>
        <p:txBody>
          <a:bodyPr lIns="0" tIns="0" rIns="0" bIns="0">
            <a:spAutoFit/>
          </a:bodyPr>
          <a:lstStyle>
            <a:lvl1pPr marL="0" indent="0">
              <a:buNone/>
              <a:defRPr sz="1800" spc="50" baseline="0">
                <a:solidFill>
                  <a:schemeClr val="accent3"/>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8" name="Text Placeholder 6">
            <a:extLst>
              <a:ext uri="{FF2B5EF4-FFF2-40B4-BE49-F238E27FC236}">
                <a16:creationId xmlns:a16="http://schemas.microsoft.com/office/drawing/2014/main" id="{86B5DEAD-2966-20A8-A11D-4E8315A0C0EA}"/>
              </a:ext>
            </a:extLst>
          </p:cNvPr>
          <p:cNvSpPr>
            <a:spLocks noGrp="1"/>
          </p:cNvSpPr>
          <p:nvPr>
            <p:ph type="body" sz="quarter" idx="11" hasCustomPrompt="1"/>
          </p:nvPr>
        </p:nvSpPr>
        <p:spPr>
          <a:xfrm>
            <a:off x="684445" y="6315869"/>
            <a:ext cx="1666512" cy="166199"/>
          </a:xfrm>
          <a:prstGeom prst="rect">
            <a:avLst/>
          </a:prstGeom>
        </p:spPr>
        <p:txBody>
          <a:bodyPr wrap="square" lIns="0" tIns="0" rIns="0" bIns="0" anchor="b" anchorCtr="0">
            <a:spAutoFit/>
          </a:bodyPr>
          <a:lstStyle>
            <a:lvl1pPr marL="0" indent="0">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19"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684445" y="1010931"/>
            <a:ext cx="4608512" cy="1661993"/>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10785820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01 | 12_COVER - Photo DB 6">
    <p:bg>
      <p:bgPr>
        <a:solidFill>
          <a:schemeClr val="tx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448D6F-A849-2FEA-DF02-6F3E221CE49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43AD0C36-D921-79D3-26C8-1C253B21E0F3}"/>
              </a:ext>
            </a:extLst>
          </p:cNvPr>
          <p:cNvSpPr>
            <a:spLocks noGrp="1" noRot="1" noMove="1" noResize="1" noEditPoints="1" noAdjustHandles="1" noChangeArrowheads="1" noChangeShapeType="1"/>
          </p:cNvSpPr>
          <p:nvPr userDrawn="1"/>
        </p:nvSpPr>
        <p:spPr>
          <a:xfrm rot="5400000">
            <a:off x="3838572" y="-1495426"/>
            <a:ext cx="4514850" cy="12192001"/>
          </a:xfrm>
          <a:prstGeom prst="rect">
            <a:avLst/>
          </a:prstGeom>
          <a:gradFill flip="none" rotWithShape="1">
            <a:gsLst>
              <a:gs pos="44000">
                <a:srgbClr val="0E1D29">
                  <a:alpha val="50000"/>
                </a:srgbClr>
              </a:gs>
              <a:gs pos="85000">
                <a:srgbClr val="0E1D29">
                  <a:alpha val="94902"/>
                </a:srgbClr>
              </a:gs>
              <a:gs pos="0">
                <a:srgbClr val="0E1D29">
                  <a:alpha val="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Graphic 4">
            <a:extLst>
              <a:ext uri="{FF2B5EF4-FFF2-40B4-BE49-F238E27FC236}">
                <a16:creationId xmlns:a16="http://schemas.microsoft.com/office/drawing/2014/main" id="{ACFBAE40-08A7-657E-73D1-D3705F7597E8}"/>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995752" y="6065954"/>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995752" y="4749296"/>
            <a:ext cx="7868848" cy="1107996"/>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Two Lines or Three lines</a:t>
            </a:r>
          </a:p>
        </p:txBody>
      </p:sp>
      <p:pic>
        <p:nvPicPr>
          <p:cNvPr id="14" name="Graphic 13">
            <a:extLst>
              <a:ext uri="{FF2B5EF4-FFF2-40B4-BE49-F238E27FC236}">
                <a16:creationId xmlns:a16="http://schemas.microsoft.com/office/drawing/2014/main" id="{2A055023-A450-6571-EB89-7DC19B9349A7}"/>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7458075" y="0"/>
            <a:ext cx="4733925" cy="2719624"/>
          </a:xfrm>
          <a:prstGeom prst="rect">
            <a:avLst/>
          </a:prstGeom>
        </p:spPr>
      </p:pic>
      <p:sp>
        <p:nvSpPr>
          <p:cNvPr id="25" name="Text Placeholder 6">
            <a:extLst>
              <a:ext uri="{FF2B5EF4-FFF2-40B4-BE49-F238E27FC236}">
                <a16:creationId xmlns:a16="http://schemas.microsoft.com/office/drawing/2014/main" id="{DB1D1D29-B8EF-4B33-2582-CFFD087B6DBE}"/>
              </a:ext>
            </a:extLst>
          </p:cNvPr>
          <p:cNvSpPr>
            <a:spLocks noGrp="1"/>
          </p:cNvSpPr>
          <p:nvPr>
            <p:ph type="body" sz="quarter" idx="12" hasCustomPrompt="1"/>
          </p:nvPr>
        </p:nvSpPr>
        <p:spPr>
          <a:xfrm>
            <a:off x="10020663" y="1894900"/>
            <a:ext cx="1666512" cy="166199"/>
          </a:xfrm>
          <a:prstGeom prst="rect">
            <a:avLst/>
          </a:prstGeom>
        </p:spPr>
        <p:txBody>
          <a:bodyPr wrap="square" lIns="0" tIns="0" rIns="0" bIns="0" anchor="b" anchorCtr="0">
            <a:spAutoFit/>
          </a:bodyPr>
          <a:lstStyle>
            <a:lvl1pPr marL="0" indent="0" algn="r">
              <a:buNone/>
              <a:defRPr sz="1200" spc="50" baseline="0">
                <a:solidFill>
                  <a:schemeClr val="accent2">
                    <a:lumMod val="5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XX MONTH YEAR</a:t>
            </a:r>
          </a:p>
        </p:txBody>
      </p:sp>
      <p:pic>
        <p:nvPicPr>
          <p:cNvPr id="32" name="Picture 31">
            <a:extLst>
              <a:ext uri="{FF2B5EF4-FFF2-40B4-BE49-F238E27FC236}">
                <a16:creationId xmlns:a16="http://schemas.microsoft.com/office/drawing/2014/main" id="{F32F1535-0F4E-1239-4EB3-CA1C524D5EBE}"/>
              </a:ext>
            </a:extLst>
          </p:cNvPr>
          <p:cNvPicPr>
            <a:picLocks noGrp="1" noRot="1" noChangeAspect="1" noMove="1" noResize="1" noEditPoints="1" noAdjustHandles="1" noChangeArrowheads="1" noChangeShapeType="1" noCrop="1"/>
          </p:cNvPicPr>
          <p:nvPr userDrawn="1"/>
        </p:nvPicPr>
        <p:blipFill>
          <a:blip r:embed="rId7"/>
          <a:stretch>
            <a:fillRect/>
          </a:stretch>
        </p:blipFill>
        <p:spPr>
          <a:xfrm>
            <a:off x="10317025" y="6351821"/>
            <a:ext cx="1370149" cy="198311"/>
          </a:xfrm>
          <a:prstGeom prst="rect">
            <a:avLst/>
          </a:prstGeom>
        </p:spPr>
      </p:pic>
      <p:sp>
        <p:nvSpPr>
          <p:cNvPr id="6" name="Text Placeholder 5">
            <a:extLst>
              <a:ext uri="{FF2B5EF4-FFF2-40B4-BE49-F238E27FC236}">
                <a16:creationId xmlns:a16="http://schemas.microsoft.com/office/drawing/2014/main" id="{83A578BE-5057-1300-3325-1DEB86340AEC}"/>
              </a:ext>
            </a:extLst>
          </p:cNvPr>
          <p:cNvSpPr>
            <a:spLocks noGrp="1"/>
          </p:cNvSpPr>
          <p:nvPr>
            <p:ph type="body" sz="quarter" idx="13" hasCustomPrompt="1"/>
          </p:nvPr>
        </p:nvSpPr>
        <p:spPr>
          <a:xfrm>
            <a:off x="8981631" y="1087022"/>
            <a:ext cx="2705544" cy="249299"/>
          </a:xfrm>
          <a:prstGeom prst="rect">
            <a:avLst/>
          </a:prstGeom>
        </p:spPr>
        <p:txBody>
          <a:bodyPr wrap="square" lIns="0" tIns="0" rIns="0" bIns="0" anchor="b" anchorCtr="0">
            <a:spAutoFit/>
          </a:bodyPr>
          <a:lstStyle>
            <a:lvl1pPr marL="0" indent="0" algn="r">
              <a:buNone/>
              <a:defRPr sz="180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Client Name</a:t>
            </a:r>
            <a:endParaRPr lang="en-ZA" dirty="0"/>
          </a:p>
        </p:txBody>
      </p:sp>
      <p:sp>
        <p:nvSpPr>
          <p:cNvPr id="9" name="Oval 8">
            <a:extLst>
              <a:ext uri="{FF2B5EF4-FFF2-40B4-BE49-F238E27FC236}">
                <a16:creationId xmlns:a16="http://schemas.microsoft.com/office/drawing/2014/main" id="{D09930AC-6C4A-A945-4A52-A8B4360D6F44}"/>
              </a:ext>
            </a:extLst>
          </p:cNvPr>
          <p:cNvSpPr>
            <a:spLocks noGrp="1" noRot="1" noMove="1" noResize="1" noEditPoints="1" noAdjustHandles="1" noChangeArrowheads="1" noChangeShapeType="1"/>
          </p:cNvSpPr>
          <p:nvPr userDrawn="1"/>
        </p:nvSpPr>
        <p:spPr>
          <a:xfrm>
            <a:off x="10202904" y="4438663"/>
            <a:ext cx="1598390" cy="159839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9572474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01 | 3_COVER - Photo DB 1">
    <p:bg>
      <p:bgPr>
        <a:solidFill>
          <a:schemeClr val="tx1"/>
        </a:solidFill>
        <a:effectLst/>
      </p:bgPr>
    </p:bg>
    <p:spTree>
      <p:nvGrpSpPr>
        <p:cNvPr id="1" name=""/>
        <p:cNvGrpSpPr/>
        <p:nvPr/>
      </p:nvGrpSpPr>
      <p:grpSpPr>
        <a:xfrm>
          <a:off x="0" y="0"/>
          <a:ext cx="0" cy="0"/>
          <a:chOff x="0" y="0"/>
          <a:chExt cx="0" cy="0"/>
        </a:xfrm>
      </p:grpSpPr>
      <p:pic>
        <p:nvPicPr>
          <p:cNvPr id="6" name="Picture 5" descr="A person looking at a shelf&#10;&#10;Description automatically generated">
            <a:extLst>
              <a:ext uri="{FF2B5EF4-FFF2-40B4-BE49-F238E27FC236}">
                <a16:creationId xmlns:a16="http://schemas.microsoft.com/office/drawing/2014/main" id="{7DE444DC-933B-A491-FEB2-2E20633269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Freeform 12">
            <a:extLst>
              <a:ext uri="{FF2B5EF4-FFF2-40B4-BE49-F238E27FC236}">
                <a16:creationId xmlns:a16="http://schemas.microsoft.com/office/drawing/2014/main" id="{7E56166D-D96A-E6CD-3E36-64A6DE37862C}"/>
              </a:ext>
            </a:extLst>
          </p:cNvPr>
          <p:cNvSpPr>
            <a:spLocks noGrp="1" noRot="1" noMove="1" noResize="1" noEditPoints="1" noAdjustHandles="1" noChangeArrowheads="1" noChangeShapeType="1"/>
          </p:cNvSpPr>
          <p:nvPr userDrawn="1"/>
        </p:nvSpPr>
        <p:spPr bwMode="auto">
          <a:xfrm>
            <a:off x="7072313" y="5768975"/>
            <a:ext cx="4799013" cy="1093788"/>
          </a:xfrm>
          <a:custGeom>
            <a:avLst/>
            <a:gdLst>
              <a:gd name="T0" fmla="*/ 1510 w 3022"/>
              <a:gd name="T1" fmla="*/ 0 h 689"/>
              <a:gd name="T2" fmla="*/ 0 w 3022"/>
              <a:gd name="T3" fmla="*/ 689 h 689"/>
              <a:gd name="T4" fmla="*/ 3022 w 3022"/>
              <a:gd name="T5" fmla="*/ 689 h 689"/>
              <a:gd name="T6" fmla="*/ 1510 w 3022"/>
              <a:gd name="T7" fmla="*/ 0 h 689"/>
            </a:gdLst>
            <a:ahLst/>
            <a:cxnLst>
              <a:cxn ang="0">
                <a:pos x="T0" y="T1"/>
              </a:cxn>
              <a:cxn ang="0">
                <a:pos x="T2" y="T3"/>
              </a:cxn>
              <a:cxn ang="0">
                <a:pos x="T4" y="T5"/>
              </a:cxn>
              <a:cxn ang="0">
                <a:pos x="T6" y="T7"/>
              </a:cxn>
            </a:cxnLst>
            <a:rect l="0" t="0" r="r" b="b"/>
            <a:pathLst>
              <a:path w="3022" h="689">
                <a:moveTo>
                  <a:pt x="1510" y="0"/>
                </a:moveTo>
                <a:cubicBezTo>
                  <a:pt x="908" y="0"/>
                  <a:pt x="367" y="267"/>
                  <a:pt x="0" y="689"/>
                </a:cubicBezTo>
                <a:cubicBezTo>
                  <a:pt x="3022" y="689"/>
                  <a:pt x="3022" y="689"/>
                  <a:pt x="3022" y="689"/>
                </a:cubicBezTo>
                <a:cubicBezTo>
                  <a:pt x="2654" y="267"/>
                  <a:pt x="2113" y="0"/>
                  <a:pt x="151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11" name="Freeform 14">
            <a:extLst>
              <a:ext uri="{FF2B5EF4-FFF2-40B4-BE49-F238E27FC236}">
                <a16:creationId xmlns:a16="http://schemas.microsoft.com/office/drawing/2014/main" id="{C5323887-8DD1-48CB-E547-46641C8E6C27}"/>
              </a:ext>
            </a:extLst>
          </p:cNvPr>
          <p:cNvSpPr>
            <a:spLocks noGrp="1" noRot="1" noMove="1" noResize="1" noEditPoints="1" noAdjustHandles="1" noChangeArrowheads="1" noChangeShapeType="1"/>
          </p:cNvSpPr>
          <p:nvPr userDrawn="1"/>
        </p:nvSpPr>
        <p:spPr bwMode="auto">
          <a:xfrm>
            <a:off x="4710112" y="0"/>
            <a:ext cx="7481888" cy="3735388"/>
          </a:xfrm>
          <a:custGeom>
            <a:avLst/>
            <a:gdLst>
              <a:gd name="T0" fmla="*/ 4711 w 4711"/>
              <a:gd name="T1" fmla="*/ 0 h 2351"/>
              <a:gd name="T2" fmla="*/ 2351 w 4711"/>
              <a:gd name="T3" fmla="*/ 0 h 2351"/>
              <a:gd name="T4" fmla="*/ 0 w 4711"/>
              <a:gd name="T5" fmla="*/ 2351 h 2351"/>
              <a:gd name="T6" fmla="*/ 2994 w 4711"/>
              <a:gd name="T7" fmla="*/ 1190 h 2351"/>
              <a:gd name="T8" fmla="*/ 4711 w 4711"/>
              <a:gd name="T9" fmla="*/ 1534 h 2351"/>
              <a:gd name="T10" fmla="*/ 4711 w 4711"/>
              <a:gd name="T11" fmla="*/ 0 h 2351"/>
            </a:gdLst>
            <a:ahLst/>
            <a:cxnLst>
              <a:cxn ang="0">
                <a:pos x="T0" y="T1"/>
              </a:cxn>
              <a:cxn ang="0">
                <a:pos x="T2" y="T3"/>
              </a:cxn>
              <a:cxn ang="0">
                <a:pos x="T4" y="T5"/>
              </a:cxn>
              <a:cxn ang="0">
                <a:pos x="T6" y="T7"/>
              </a:cxn>
              <a:cxn ang="0">
                <a:pos x="T8" y="T9"/>
              </a:cxn>
              <a:cxn ang="0">
                <a:pos x="T10" y="T11"/>
              </a:cxn>
            </a:cxnLst>
            <a:rect l="0" t="0" r="r" b="b"/>
            <a:pathLst>
              <a:path w="4711" h="2351">
                <a:moveTo>
                  <a:pt x="4711" y="0"/>
                </a:moveTo>
                <a:cubicBezTo>
                  <a:pt x="2351" y="0"/>
                  <a:pt x="2351" y="0"/>
                  <a:pt x="2351" y="0"/>
                </a:cubicBezTo>
                <a:cubicBezTo>
                  <a:pt x="0" y="2351"/>
                  <a:pt x="0" y="2351"/>
                  <a:pt x="0" y="2351"/>
                </a:cubicBezTo>
                <a:cubicBezTo>
                  <a:pt x="789" y="1630"/>
                  <a:pt x="1840" y="1190"/>
                  <a:pt x="2994" y="1190"/>
                </a:cubicBezTo>
                <a:cubicBezTo>
                  <a:pt x="3603" y="1190"/>
                  <a:pt x="4183" y="1313"/>
                  <a:pt x="4711" y="1534"/>
                </a:cubicBezTo>
                <a:cubicBezTo>
                  <a:pt x="4711" y="0"/>
                  <a:pt x="4711" y="0"/>
                  <a:pt x="4711" y="0"/>
                </a:cubicBezTo>
              </a:path>
            </a:pathLst>
          </a:custGeom>
          <a:solidFill>
            <a:schemeClr val="accent1"/>
          </a:solidFill>
          <a:ln w="19050">
            <a:noFill/>
          </a:ln>
        </p:spPr>
        <p:txBody>
          <a:bodyPr vert="horz" wrap="square" lIns="91440" tIns="45720" rIns="91440" bIns="45720" numCol="1" anchor="t" anchorCtr="0" compatLnSpc="1">
            <a:prstTxWarp prst="textNoShape">
              <a:avLst/>
            </a:prstTxWarp>
          </a:bodyPr>
          <a:lstStyle/>
          <a:p>
            <a:endParaRPr lang="en-ZA"/>
          </a:p>
        </p:txBody>
      </p:sp>
      <p:sp>
        <p:nvSpPr>
          <p:cNvPr id="12" name="Freeform 13">
            <a:extLst>
              <a:ext uri="{FF2B5EF4-FFF2-40B4-BE49-F238E27FC236}">
                <a16:creationId xmlns:a16="http://schemas.microsoft.com/office/drawing/2014/main" id="{33ECA131-F508-9A24-96B1-590E68307BC1}"/>
              </a:ext>
            </a:extLst>
          </p:cNvPr>
          <p:cNvSpPr>
            <a:spLocks noGrp="1" noRot="1" noMove="1" noResize="1" noEditPoints="1" noAdjustHandles="1" noChangeArrowheads="1" noChangeShapeType="1"/>
          </p:cNvSpPr>
          <p:nvPr userDrawn="1"/>
        </p:nvSpPr>
        <p:spPr bwMode="auto">
          <a:xfrm>
            <a:off x="0" y="0"/>
            <a:ext cx="8448675" cy="6862763"/>
          </a:xfrm>
          <a:custGeom>
            <a:avLst/>
            <a:gdLst>
              <a:gd name="T0" fmla="*/ 0 w 5320"/>
              <a:gd name="T1" fmla="*/ 0 h 4320"/>
              <a:gd name="T2" fmla="*/ 5320 w 5320"/>
              <a:gd name="T3" fmla="*/ 0 h 4320"/>
              <a:gd name="T4" fmla="*/ 2969 w 5320"/>
              <a:gd name="T5" fmla="*/ 2351 h 4320"/>
              <a:gd name="T6" fmla="*/ 1717 w 5320"/>
              <a:gd name="T7" fmla="*/ 4320 h 4320"/>
              <a:gd name="T8" fmla="*/ 0 w 5320"/>
              <a:gd name="T9" fmla="*/ 4320 h 4320"/>
              <a:gd name="T10" fmla="*/ 0 w 5320"/>
              <a:gd name="T11" fmla="*/ 0 h 4320"/>
            </a:gdLst>
            <a:ahLst/>
            <a:cxnLst>
              <a:cxn ang="0">
                <a:pos x="T0" y="T1"/>
              </a:cxn>
              <a:cxn ang="0">
                <a:pos x="T2" y="T3"/>
              </a:cxn>
              <a:cxn ang="0">
                <a:pos x="T4" y="T5"/>
              </a:cxn>
              <a:cxn ang="0">
                <a:pos x="T6" y="T7"/>
              </a:cxn>
              <a:cxn ang="0">
                <a:pos x="T8" y="T9"/>
              </a:cxn>
              <a:cxn ang="0">
                <a:pos x="T10" y="T11"/>
              </a:cxn>
            </a:cxnLst>
            <a:rect l="0" t="0" r="r" b="b"/>
            <a:pathLst>
              <a:path w="5320" h="4320">
                <a:moveTo>
                  <a:pt x="0" y="0"/>
                </a:moveTo>
                <a:cubicBezTo>
                  <a:pt x="5320" y="0"/>
                  <a:pt x="5320" y="0"/>
                  <a:pt x="5320" y="0"/>
                </a:cubicBezTo>
                <a:cubicBezTo>
                  <a:pt x="2969" y="2351"/>
                  <a:pt x="2969" y="2351"/>
                  <a:pt x="2969" y="2351"/>
                </a:cubicBezTo>
                <a:cubicBezTo>
                  <a:pt x="2392" y="2878"/>
                  <a:pt x="1954" y="3555"/>
                  <a:pt x="1717" y="4320"/>
                </a:cubicBezTo>
                <a:cubicBezTo>
                  <a:pt x="0" y="4320"/>
                  <a:pt x="0" y="4320"/>
                  <a:pt x="0" y="4320"/>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pic>
        <p:nvPicPr>
          <p:cNvPr id="14" name="Picture 13">
            <a:extLst>
              <a:ext uri="{FF2B5EF4-FFF2-40B4-BE49-F238E27FC236}">
                <a16:creationId xmlns:a16="http://schemas.microsoft.com/office/drawing/2014/main" id="{A647D2B2-31BC-B1FA-3B7A-C6259F43C4A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514807" y="305967"/>
            <a:ext cx="1370149" cy="198311"/>
          </a:xfrm>
          <a:prstGeom prst="rect">
            <a:avLst/>
          </a:prstGeom>
        </p:spPr>
      </p:pic>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684445" y="2901755"/>
            <a:ext cx="3289932" cy="249299"/>
          </a:xfrm>
          <a:prstGeom prst="rect">
            <a:avLst/>
          </a:prstGeom>
        </p:spPr>
        <p:txBody>
          <a:bodyPr lIns="0" tIns="0" rIns="0" bIns="0">
            <a:spAutoFit/>
          </a:bodyPr>
          <a:lstStyle>
            <a:lvl1pPr marL="0" indent="0">
              <a:buNone/>
              <a:defRPr sz="1800" spc="50" baseline="0">
                <a:solidFill>
                  <a:schemeClr val="accent3"/>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8" name="Text Placeholder 6">
            <a:extLst>
              <a:ext uri="{FF2B5EF4-FFF2-40B4-BE49-F238E27FC236}">
                <a16:creationId xmlns:a16="http://schemas.microsoft.com/office/drawing/2014/main" id="{86B5DEAD-2966-20A8-A11D-4E8315A0C0EA}"/>
              </a:ext>
            </a:extLst>
          </p:cNvPr>
          <p:cNvSpPr>
            <a:spLocks noGrp="1"/>
          </p:cNvSpPr>
          <p:nvPr>
            <p:ph type="body" sz="quarter" idx="11" hasCustomPrompt="1"/>
          </p:nvPr>
        </p:nvSpPr>
        <p:spPr>
          <a:xfrm>
            <a:off x="684445" y="6315869"/>
            <a:ext cx="1666512" cy="166199"/>
          </a:xfrm>
          <a:prstGeom prst="rect">
            <a:avLst/>
          </a:prstGeom>
        </p:spPr>
        <p:txBody>
          <a:bodyPr wrap="square" lIns="0" tIns="0" rIns="0" bIns="0" anchor="b" anchorCtr="0">
            <a:spAutoFit/>
          </a:bodyPr>
          <a:lstStyle>
            <a:lvl1pPr marL="0" indent="0">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19"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684445" y="1010931"/>
            <a:ext cx="4608512" cy="1661993"/>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2463155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01 | 2_COVER - Photo DB 1">
    <p:bg>
      <p:bgPr>
        <a:solidFill>
          <a:schemeClr val="tx1"/>
        </a:solidFill>
        <a:effectLst/>
      </p:bgPr>
    </p:bg>
    <p:spTree>
      <p:nvGrpSpPr>
        <p:cNvPr id="1" name=""/>
        <p:cNvGrpSpPr/>
        <p:nvPr/>
      </p:nvGrpSpPr>
      <p:grpSpPr>
        <a:xfrm>
          <a:off x="0" y="0"/>
          <a:ext cx="0" cy="0"/>
          <a:chOff x="0" y="0"/>
          <a:chExt cx="0" cy="0"/>
        </a:xfrm>
      </p:grpSpPr>
      <p:pic>
        <p:nvPicPr>
          <p:cNvPr id="16" name="Picture 15" descr="A person looking at a shelf with food on it&#10;&#10;Description automatically generated">
            <a:extLst>
              <a:ext uri="{FF2B5EF4-FFF2-40B4-BE49-F238E27FC236}">
                <a16:creationId xmlns:a16="http://schemas.microsoft.com/office/drawing/2014/main" id="{6890D4CA-8B6D-05CC-51F5-6B234243EF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55332" y="1381125"/>
            <a:ext cx="9736667" cy="5476875"/>
          </a:xfrm>
          <a:prstGeom prst="rect">
            <a:avLst/>
          </a:prstGeom>
        </p:spPr>
      </p:pic>
      <p:sp>
        <p:nvSpPr>
          <p:cNvPr id="10" name="Freeform 12">
            <a:extLst>
              <a:ext uri="{FF2B5EF4-FFF2-40B4-BE49-F238E27FC236}">
                <a16:creationId xmlns:a16="http://schemas.microsoft.com/office/drawing/2014/main" id="{7E56166D-D96A-E6CD-3E36-64A6DE37862C}"/>
              </a:ext>
            </a:extLst>
          </p:cNvPr>
          <p:cNvSpPr>
            <a:spLocks noGrp="1" noRot="1" noMove="1" noResize="1" noEditPoints="1" noAdjustHandles="1" noChangeArrowheads="1" noChangeShapeType="1"/>
          </p:cNvSpPr>
          <p:nvPr userDrawn="1"/>
        </p:nvSpPr>
        <p:spPr bwMode="auto">
          <a:xfrm>
            <a:off x="7072313" y="5768975"/>
            <a:ext cx="4799013" cy="1093788"/>
          </a:xfrm>
          <a:custGeom>
            <a:avLst/>
            <a:gdLst>
              <a:gd name="T0" fmla="*/ 1510 w 3022"/>
              <a:gd name="T1" fmla="*/ 0 h 689"/>
              <a:gd name="T2" fmla="*/ 0 w 3022"/>
              <a:gd name="T3" fmla="*/ 689 h 689"/>
              <a:gd name="T4" fmla="*/ 3022 w 3022"/>
              <a:gd name="T5" fmla="*/ 689 h 689"/>
              <a:gd name="T6" fmla="*/ 1510 w 3022"/>
              <a:gd name="T7" fmla="*/ 0 h 689"/>
            </a:gdLst>
            <a:ahLst/>
            <a:cxnLst>
              <a:cxn ang="0">
                <a:pos x="T0" y="T1"/>
              </a:cxn>
              <a:cxn ang="0">
                <a:pos x="T2" y="T3"/>
              </a:cxn>
              <a:cxn ang="0">
                <a:pos x="T4" y="T5"/>
              </a:cxn>
              <a:cxn ang="0">
                <a:pos x="T6" y="T7"/>
              </a:cxn>
            </a:cxnLst>
            <a:rect l="0" t="0" r="r" b="b"/>
            <a:pathLst>
              <a:path w="3022" h="689">
                <a:moveTo>
                  <a:pt x="1510" y="0"/>
                </a:moveTo>
                <a:cubicBezTo>
                  <a:pt x="908" y="0"/>
                  <a:pt x="367" y="267"/>
                  <a:pt x="0" y="689"/>
                </a:cubicBezTo>
                <a:cubicBezTo>
                  <a:pt x="3022" y="689"/>
                  <a:pt x="3022" y="689"/>
                  <a:pt x="3022" y="689"/>
                </a:cubicBezTo>
                <a:cubicBezTo>
                  <a:pt x="2654" y="267"/>
                  <a:pt x="2113" y="0"/>
                  <a:pt x="151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11" name="Freeform 14">
            <a:extLst>
              <a:ext uri="{FF2B5EF4-FFF2-40B4-BE49-F238E27FC236}">
                <a16:creationId xmlns:a16="http://schemas.microsoft.com/office/drawing/2014/main" id="{C5323887-8DD1-48CB-E547-46641C8E6C27}"/>
              </a:ext>
            </a:extLst>
          </p:cNvPr>
          <p:cNvSpPr>
            <a:spLocks noGrp="1" noRot="1" noMove="1" noResize="1" noEditPoints="1" noAdjustHandles="1" noChangeArrowheads="1" noChangeShapeType="1"/>
          </p:cNvSpPr>
          <p:nvPr userDrawn="1"/>
        </p:nvSpPr>
        <p:spPr bwMode="auto">
          <a:xfrm>
            <a:off x="4710112" y="0"/>
            <a:ext cx="7481888" cy="3735388"/>
          </a:xfrm>
          <a:custGeom>
            <a:avLst/>
            <a:gdLst>
              <a:gd name="T0" fmla="*/ 4711 w 4711"/>
              <a:gd name="T1" fmla="*/ 0 h 2351"/>
              <a:gd name="T2" fmla="*/ 2351 w 4711"/>
              <a:gd name="T3" fmla="*/ 0 h 2351"/>
              <a:gd name="T4" fmla="*/ 0 w 4711"/>
              <a:gd name="T5" fmla="*/ 2351 h 2351"/>
              <a:gd name="T6" fmla="*/ 2994 w 4711"/>
              <a:gd name="T7" fmla="*/ 1190 h 2351"/>
              <a:gd name="T8" fmla="*/ 4711 w 4711"/>
              <a:gd name="T9" fmla="*/ 1534 h 2351"/>
              <a:gd name="T10" fmla="*/ 4711 w 4711"/>
              <a:gd name="T11" fmla="*/ 0 h 2351"/>
            </a:gdLst>
            <a:ahLst/>
            <a:cxnLst>
              <a:cxn ang="0">
                <a:pos x="T0" y="T1"/>
              </a:cxn>
              <a:cxn ang="0">
                <a:pos x="T2" y="T3"/>
              </a:cxn>
              <a:cxn ang="0">
                <a:pos x="T4" y="T5"/>
              </a:cxn>
              <a:cxn ang="0">
                <a:pos x="T6" y="T7"/>
              </a:cxn>
              <a:cxn ang="0">
                <a:pos x="T8" y="T9"/>
              </a:cxn>
              <a:cxn ang="0">
                <a:pos x="T10" y="T11"/>
              </a:cxn>
            </a:cxnLst>
            <a:rect l="0" t="0" r="r" b="b"/>
            <a:pathLst>
              <a:path w="4711" h="2351">
                <a:moveTo>
                  <a:pt x="4711" y="0"/>
                </a:moveTo>
                <a:cubicBezTo>
                  <a:pt x="2351" y="0"/>
                  <a:pt x="2351" y="0"/>
                  <a:pt x="2351" y="0"/>
                </a:cubicBezTo>
                <a:cubicBezTo>
                  <a:pt x="0" y="2351"/>
                  <a:pt x="0" y="2351"/>
                  <a:pt x="0" y="2351"/>
                </a:cubicBezTo>
                <a:cubicBezTo>
                  <a:pt x="789" y="1630"/>
                  <a:pt x="1840" y="1190"/>
                  <a:pt x="2994" y="1190"/>
                </a:cubicBezTo>
                <a:cubicBezTo>
                  <a:pt x="3603" y="1190"/>
                  <a:pt x="4183" y="1313"/>
                  <a:pt x="4711" y="1534"/>
                </a:cubicBezTo>
                <a:cubicBezTo>
                  <a:pt x="4711" y="0"/>
                  <a:pt x="4711" y="0"/>
                  <a:pt x="4711" y="0"/>
                </a:cubicBezTo>
              </a:path>
            </a:pathLst>
          </a:custGeom>
          <a:solidFill>
            <a:schemeClr val="tx2"/>
          </a:solidFill>
          <a:ln w="19050">
            <a:noFill/>
          </a:ln>
        </p:spPr>
        <p:txBody>
          <a:bodyPr vert="horz" wrap="square" lIns="91440" tIns="45720" rIns="91440" bIns="45720" numCol="1" anchor="t" anchorCtr="0" compatLnSpc="1">
            <a:prstTxWarp prst="textNoShape">
              <a:avLst/>
            </a:prstTxWarp>
          </a:bodyPr>
          <a:lstStyle/>
          <a:p>
            <a:endParaRPr lang="en-ZA"/>
          </a:p>
        </p:txBody>
      </p:sp>
      <p:sp>
        <p:nvSpPr>
          <p:cNvPr id="12" name="Freeform 13">
            <a:extLst>
              <a:ext uri="{FF2B5EF4-FFF2-40B4-BE49-F238E27FC236}">
                <a16:creationId xmlns:a16="http://schemas.microsoft.com/office/drawing/2014/main" id="{33ECA131-F508-9A24-96B1-590E68307BC1}"/>
              </a:ext>
            </a:extLst>
          </p:cNvPr>
          <p:cNvSpPr>
            <a:spLocks noGrp="1" noRot="1" noMove="1" noResize="1" noEditPoints="1" noAdjustHandles="1" noChangeArrowheads="1" noChangeShapeType="1"/>
          </p:cNvSpPr>
          <p:nvPr userDrawn="1"/>
        </p:nvSpPr>
        <p:spPr bwMode="auto">
          <a:xfrm>
            <a:off x="0" y="0"/>
            <a:ext cx="8448675" cy="6862763"/>
          </a:xfrm>
          <a:custGeom>
            <a:avLst/>
            <a:gdLst>
              <a:gd name="T0" fmla="*/ 0 w 5320"/>
              <a:gd name="T1" fmla="*/ 0 h 4320"/>
              <a:gd name="T2" fmla="*/ 5320 w 5320"/>
              <a:gd name="T3" fmla="*/ 0 h 4320"/>
              <a:gd name="T4" fmla="*/ 2969 w 5320"/>
              <a:gd name="T5" fmla="*/ 2351 h 4320"/>
              <a:gd name="T6" fmla="*/ 1717 w 5320"/>
              <a:gd name="T7" fmla="*/ 4320 h 4320"/>
              <a:gd name="T8" fmla="*/ 0 w 5320"/>
              <a:gd name="T9" fmla="*/ 4320 h 4320"/>
              <a:gd name="T10" fmla="*/ 0 w 5320"/>
              <a:gd name="T11" fmla="*/ 0 h 4320"/>
            </a:gdLst>
            <a:ahLst/>
            <a:cxnLst>
              <a:cxn ang="0">
                <a:pos x="T0" y="T1"/>
              </a:cxn>
              <a:cxn ang="0">
                <a:pos x="T2" y="T3"/>
              </a:cxn>
              <a:cxn ang="0">
                <a:pos x="T4" y="T5"/>
              </a:cxn>
              <a:cxn ang="0">
                <a:pos x="T6" y="T7"/>
              </a:cxn>
              <a:cxn ang="0">
                <a:pos x="T8" y="T9"/>
              </a:cxn>
              <a:cxn ang="0">
                <a:pos x="T10" y="T11"/>
              </a:cxn>
            </a:cxnLst>
            <a:rect l="0" t="0" r="r" b="b"/>
            <a:pathLst>
              <a:path w="5320" h="4320">
                <a:moveTo>
                  <a:pt x="0" y="0"/>
                </a:moveTo>
                <a:cubicBezTo>
                  <a:pt x="5320" y="0"/>
                  <a:pt x="5320" y="0"/>
                  <a:pt x="5320" y="0"/>
                </a:cubicBezTo>
                <a:cubicBezTo>
                  <a:pt x="2969" y="2351"/>
                  <a:pt x="2969" y="2351"/>
                  <a:pt x="2969" y="2351"/>
                </a:cubicBezTo>
                <a:cubicBezTo>
                  <a:pt x="2392" y="2878"/>
                  <a:pt x="1954" y="3555"/>
                  <a:pt x="1717" y="4320"/>
                </a:cubicBezTo>
                <a:cubicBezTo>
                  <a:pt x="0" y="4320"/>
                  <a:pt x="0" y="4320"/>
                  <a:pt x="0" y="4320"/>
                </a:cubicBezTo>
                <a:cubicBezTo>
                  <a:pt x="0" y="0"/>
                  <a:pt x="0" y="0"/>
                  <a:pt x="0" y="0"/>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pic>
        <p:nvPicPr>
          <p:cNvPr id="14" name="Picture 13">
            <a:extLst>
              <a:ext uri="{FF2B5EF4-FFF2-40B4-BE49-F238E27FC236}">
                <a16:creationId xmlns:a16="http://schemas.microsoft.com/office/drawing/2014/main" id="{A647D2B2-31BC-B1FA-3B7A-C6259F43C4AB}"/>
              </a:ext>
            </a:extLst>
          </p:cNvPr>
          <p:cNvPicPr>
            <a:picLocks noChangeAspect="1"/>
          </p:cNvPicPr>
          <p:nvPr userDrawn="1"/>
        </p:nvPicPr>
        <p:blipFill>
          <a:blip r:embed="rId3"/>
          <a:stretch>
            <a:fillRect/>
          </a:stretch>
        </p:blipFill>
        <p:spPr>
          <a:xfrm>
            <a:off x="10514807" y="305967"/>
            <a:ext cx="1370149" cy="198311"/>
          </a:xfrm>
          <a:prstGeom prst="rect">
            <a:avLst/>
          </a:prstGeom>
        </p:spPr>
      </p:pic>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684445" y="2901755"/>
            <a:ext cx="3289932" cy="249299"/>
          </a:xfrm>
          <a:prstGeom prst="rect">
            <a:avLst/>
          </a:prstGeom>
        </p:spPr>
        <p:txBody>
          <a:bodyPr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8" name="Text Placeholder 6">
            <a:extLst>
              <a:ext uri="{FF2B5EF4-FFF2-40B4-BE49-F238E27FC236}">
                <a16:creationId xmlns:a16="http://schemas.microsoft.com/office/drawing/2014/main" id="{86B5DEAD-2966-20A8-A11D-4E8315A0C0EA}"/>
              </a:ext>
            </a:extLst>
          </p:cNvPr>
          <p:cNvSpPr>
            <a:spLocks noGrp="1"/>
          </p:cNvSpPr>
          <p:nvPr>
            <p:ph type="body" sz="quarter" idx="11" hasCustomPrompt="1"/>
          </p:nvPr>
        </p:nvSpPr>
        <p:spPr>
          <a:xfrm>
            <a:off x="684445" y="6315869"/>
            <a:ext cx="1666512" cy="166199"/>
          </a:xfrm>
          <a:prstGeom prst="rect">
            <a:avLst/>
          </a:prstGeom>
        </p:spPr>
        <p:txBody>
          <a:bodyPr wrap="square" lIns="0" tIns="0" rIns="0" bIns="0" anchor="b" anchorCtr="0">
            <a:spAutoFit/>
          </a:bodyPr>
          <a:lstStyle>
            <a:lvl1pPr marL="0" indent="0">
              <a:buNone/>
              <a:defRPr sz="1200" spc="50" baseline="0">
                <a:solidFill>
                  <a:schemeClr val="tx1">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19"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684445" y="1010931"/>
            <a:ext cx="4608512" cy="1661993"/>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1666631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01 | COVER - Photo DB 2">
    <p:bg>
      <p:bgPr>
        <a:solidFill>
          <a:schemeClr val="tx1"/>
        </a:solidFill>
        <a:effectLst/>
      </p:bgPr>
    </p:bg>
    <p:spTree>
      <p:nvGrpSpPr>
        <p:cNvPr id="1" name=""/>
        <p:cNvGrpSpPr/>
        <p:nvPr/>
      </p:nvGrpSpPr>
      <p:grpSpPr>
        <a:xfrm>
          <a:off x="0" y="0"/>
          <a:ext cx="0" cy="0"/>
          <a:chOff x="0" y="0"/>
          <a:chExt cx="0" cy="0"/>
        </a:xfrm>
      </p:grpSpPr>
      <p:pic>
        <p:nvPicPr>
          <p:cNvPr id="24" name="Picture 23" descr="A person sitting under a table&#10;&#10;Description automatically generated">
            <a:extLst>
              <a:ext uri="{FF2B5EF4-FFF2-40B4-BE49-F238E27FC236}">
                <a16:creationId xmlns:a16="http://schemas.microsoft.com/office/drawing/2014/main" id="{54299451-81AA-40C7-F934-0E5D56D799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 name="Freeform 12">
            <a:extLst>
              <a:ext uri="{FF2B5EF4-FFF2-40B4-BE49-F238E27FC236}">
                <a16:creationId xmlns:a16="http://schemas.microsoft.com/office/drawing/2014/main" id="{2CA68C64-C4B9-4D2D-A238-633F990814C8}"/>
              </a:ext>
            </a:extLst>
          </p:cNvPr>
          <p:cNvSpPr>
            <a:spLocks noGrp="1" noRot="1" noMove="1" noResize="1" noEditPoints="1" noAdjustHandles="1" noChangeArrowheads="1" noChangeShapeType="1"/>
          </p:cNvSpPr>
          <p:nvPr userDrawn="1"/>
        </p:nvSpPr>
        <p:spPr bwMode="auto">
          <a:xfrm flipH="1">
            <a:off x="335629" y="5764212"/>
            <a:ext cx="4799013" cy="1093788"/>
          </a:xfrm>
          <a:custGeom>
            <a:avLst/>
            <a:gdLst>
              <a:gd name="T0" fmla="*/ 1510 w 3022"/>
              <a:gd name="T1" fmla="*/ 0 h 689"/>
              <a:gd name="T2" fmla="*/ 0 w 3022"/>
              <a:gd name="T3" fmla="*/ 689 h 689"/>
              <a:gd name="T4" fmla="*/ 3022 w 3022"/>
              <a:gd name="T5" fmla="*/ 689 h 689"/>
              <a:gd name="T6" fmla="*/ 1510 w 3022"/>
              <a:gd name="T7" fmla="*/ 0 h 689"/>
            </a:gdLst>
            <a:ahLst/>
            <a:cxnLst>
              <a:cxn ang="0">
                <a:pos x="T0" y="T1"/>
              </a:cxn>
              <a:cxn ang="0">
                <a:pos x="T2" y="T3"/>
              </a:cxn>
              <a:cxn ang="0">
                <a:pos x="T4" y="T5"/>
              </a:cxn>
              <a:cxn ang="0">
                <a:pos x="T6" y="T7"/>
              </a:cxn>
            </a:cxnLst>
            <a:rect l="0" t="0" r="r" b="b"/>
            <a:pathLst>
              <a:path w="3022" h="689">
                <a:moveTo>
                  <a:pt x="1510" y="0"/>
                </a:moveTo>
                <a:cubicBezTo>
                  <a:pt x="908" y="0"/>
                  <a:pt x="367" y="267"/>
                  <a:pt x="0" y="689"/>
                </a:cubicBezTo>
                <a:cubicBezTo>
                  <a:pt x="3022" y="689"/>
                  <a:pt x="3022" y="689"/>
                  <a:pt x="3022" y="689"/>
                </a:cubicBezTo>
                <a:cubicBezTo>
                  <a:pt x="2654" y="267"/>
                  <a:pt x="2113" y="0"/>
                  <a:pt x="151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21" name="Freeform 14">
            <a:extLst>
              <a:ext uri="{FF2B5EF4-FFF2-40B4-BE49-F238E27FC236}">
                <a16:creationId xmlns:a16="http://schemas.microsoft.com/office/drawing/2014/main" id="{0EDBBCA3-123A-A635-647B-1F8DB3B88CDE}"/>
              </a:ext>
            </a:extLst>
          </p:cNvPr>
          <p:cNvSpPr>
            <a:spLocks noGrp="1" noRot="1" noMove="1" noResize="1" noEditPoints="1" noAdjustHandles="1" noChangeArrowheads="1" noChangeShapeType="1"/>
          </p:cNvSpPr>
          <p:nvPr userDrawn="1"/>
        </p:nvSpPr>
        <p:spPr bwMode="auto">
          <a:xfrm flipH="1">
            <a:off x="0" y="0"/>
            <a:ext cx="7481888" cy="3735388"/>
          </a:xfrm>
          <a:custGeom>
            <a:avLst/>
            <a:gdLst>
              <a:gd name="T0" fmla="*/ 4711 w 4711"/>
              <a:gd name="T1" fmla="*/ 0 h 2351"/>
              <a:gd name="T2" fmla="*/ 2351 w 4711"/>
              <a:gd name="T3" fmla="*/ 0 h 2351"/>
              <a:gd name="T4" fmla="*/ 0 w 4711"/>
              <a:gd name="T5" fmla="*/ 2351 h 2351"/>
              <a:gd name="T6" fmla="*/ 2994 w 4711"/>
              <a:gd name="T7" fmla="*/ 1190 h 2351"/>
              <a:gd name="T8" fmla="*/ 4711 w 4711"/>
              <a:gd name="T9" fmla="*/ 1534 h 2351"/>
              <a:gd name="T10" fmla="*/ 4711 w 4711"/>
              <a:gd name="T11" fmla="*/ 0 h 2351"/>
            </a:gdLst>
            <a:ahLst/>
            <a:cxnLst>
              <a:cxn ang="0">
                <a:pos x="T0" y="T1"/>
              </a:cxn>
              <a:cxn ang="0">
                <a:pos x="T2" y="T3"/>
              </a:cxn>
              <a:cxn ang="0">
                <a:pos x="T4" y="T5"/>
              </a:cxn>
              <a:cxn ang="0">
                <a:pos x="T6" y="T7"/>
              </a:cxn>
              <a:cxn ang="0">
                <a:pos x="T8" y="T9"/>
              </a:cxn>
              <a:cxn ang="0">
                <a:pos x="T10" y="T11"/>
              </a:cxn>
            </a:cxnLst>
            <a:rect l="0" t="0" r="r" b="b"/>
            <a:pathLst>
              <a:path w="4711" h="2351">
                <a:moveTo>
                  <a:pt x="4711" y="0"/>
                </a:moveTo>
                <a:cubicBezTo>
                  <a:pt x="2351" y="0"/>
                  <a:pt x="2351" y="0"/>
                  <a:pt x="2351" y="0"/>
                </a:cubicBezTo>
                <a:cubicBezTo>
                  <a:pt x="0" y="2351"/>
                  <a:pt x="0" y="2351"/>
                  <a:pt x="0" y="2351"/>
                </a:cubicBezTo>
                <a:cubicBezTo>
                  <a:pt x="789" y="1630"/>
                  <a:pt x="1840" y="1190"/>
                  <a:pt x="2994" y="1190"/>
                </a:cubicBezTo>
                <a:cubicBezTo>
                  <a:pt x="3603" y="1190"/>
                  <a:pt x="4183" y="1313"/>
                  <a:pt x="4711" y="1534"/>
                </a:cubicBezTo>
                <a:cubicBezTo>
                  <a:pt x="4711" y="0"/>
                  <a:pt x="4711" y="0"/>
                  <a:pt x="4711" y="0"/>
                </a:cubicBezTo>
              </a:path>
            </a:pathLst>
          </a:custGeom>
          <a:solidFill>
            <a:schemeClr val="accent1"/>
          </a:solidFill>
          <a:ln w="19050">
            <a:noFill/>
          </a:ln>
        </p:spPr>
        <p:txBody>
          <a:bodyPr vert="horz" wrap="square" lIns="91440" tIns="45720" rIns="91440" bIns="45720" numCol="1" anchor="t" anchorCtr="0" compatLnSpc="1">
            <a:prstTxWarp prst="textNoShape">
              <a:avLst/>
            </a:prstTxWarp>
          </a:bodyPr>
          <a:lstStyle/>
          <a:p>
            <a:endParaRPr lang="en-ZA"/>
          </a:p>
        </p:txBody>
      </p:sp>
      <p:sp>
        <p:nvSpPr>
          <p:cNvPr id="22" name="Freeform 13">
            <a:extLst>
              <a:ext uri="{FF2B5EF4-FFF2-40B4-BE49-F238E27FC236}">
                <a16:creationId xmlns:a16="http://schemas.microsoft.com/office/drawing/2014/main" id="{B13B60F7-616D-55F5-F1FD-514AA8348BC6}"/>
              </a:ext>
            </a:extLst>
          </p:cNvPr>
          <p:cNvSpPr>
            <a:spLocks noGrp="1" noRot="1" noMove="1" noResize="1" noEditPoints="1" noAdjustHandles="1" noChangeArrowheads="1" noChangeShapeType="1"/>
          </p:cNvSpPr>
          <p:nvPr userDrawn="1"/>
        </p:nvSpPr>
        <p:spPr bwMode="auto">
          <a:xfrm flipH="1">
            <a:off x="3743325" y="0"/>
            <a:ext cx="8448675" cy="6862763"/>
          </a:xfrm>
          <a:custGeom>
            <a:avLst/>
            <a:gdLst>
              <a:gd name="T0" fmla="*/ 0 w 5320"/>
              <a:gd name="T1" fmla="*/ 0 h 4320"/>
              <a:gd name="T2" fmla="*/ 5320 w 5320"/>
              <a:gd name="T3" fmla="*/ 0 h 4320"/>
              <a:gd name="T4" fmla="*/ 2969 w 5320"/>
              <a:gd name="T5" fmla="*/ 2351 h 4320"/>
              <a:gd name="T6" fmla="*/ 1717 w 5320"/>
              <a:gd name="T7" fmla="*/ 4320 h 4320"/>
              <a:gd name="T8" fmla="*/ 0 w 5320"/>
              <a:gd name="T9" fmla="*/ 4320 h 4320"/>
              <a:gd name="T10" fmla="*/ 0 w 5320"/>
              <a:gd name="T11" fmla="*/ 0 h 4320"/>
            </a:gdLst>
            <a:ahLst/>
            <a:cxnLst>
              <a:cxn ang="0">
                <a:pos x="T0" y="T1"/>
              </a:cxn>
              <a:cxn ang="0">
                <a:pos x="T2" y="T3"/>
              </a:cxn>
              <a:cxn ang="0">
                <a:pos x="T4" y="T5"/>
              </a:cxn>
              <a:cxn ang="0">
                <a:pos x="T6" y="T7"/>
              </a:cxn>
              <a:cxn ang="0">
                <a:pos x="T8" y="T9"/>
              </a:cxn>
              <a:cxn ang="0">
                <a:pos x="T10" y="T11"/>
              </a:cxn>
            </a:cxnLst>
            <a:rect l="0" t="0" r="r" b="b"/>
            <a:pathLst>
              <a:path w="5320" h="4320">
                <a:moveTo>
                  <a:pt x="0" y="0"/>
                </a:moveTo>
                <a:cubicBezTo>
                  <a:pt x="5320" y="0"/>
                  <a:pt x="5320" y="0"/>
                  <a:pt x="5320" y="0"/>
                </a:cubicBezTo>
                <a:cubicBezTo>
                  <a:pt x="2969" y="2351"/>
                  <a:pt x="2969" y="2351"/>
                  <a:pt x="2969" y="2351"/>
                </a:cubicBezTo>
                <a:cubicBezTo>
                  <a:pt x="2392" y="2878"/>
                  <a:pt x="1954" y="3555"/>
                  <a:pt x="1717" y="4320"/>
                </a:cubicBezTo>
                <a:cubicBezTo>
                  <a:pt x="0" y="4320"/>
                  <a:pt x="0" y="4320"/>
                  <a:pt x="0" y="4320"/>
                </a:cubicBezTo>
                <a:cubicBezTo>
                  <a:pt x="0" y="0"/>
                  <a:pt x="0" y="0"/>
                  <a:pt x="0" y="0"/>
                </a:cubicBezTo>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pic>
        <p:nvPicPr>
          <p:cNvPr id="14" name="Picture 13">
            <a:extLst>
              <a:ext uri="{FF2B5EF4-FFF2-40B4-BE49-F238E27FC236}">
                <a16:creationId xmlns:a16="http://schemas.microsoft.com/office/drawing/2014/main" id="{A647D2B2-31BC-B1FA-3B7A-C6259F43C4A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305457" y="305967"/>
            <a:ext cx="1370149" cy="198311"/>
          </a:xfrm>
          <a:prstGeom prst="rect">
            <a:avLst/>
          </a:prstGeom>
        </p:spPr>
      </p:pic>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8137673" y="2901755"/>
            <a:ext cx="3501877" cy="249299"/>
          </a:xfrm>
          <a:prstGeom prst="rect">
            <a:avLst/>
          </a:prstGeom>
        </p:spPr>
        <p:txBody>
          <a:bodyPr wrap="square" lIns="0" tIns="0" rIns="0" bIns="0">
            <a:spAutoFit/>
          </a:bodyPr>
          <a:lstStyle>
            <a:lvl1pPr marL="0" indent="0" algn="r">
              <a:buNone/>
              <a:defRPr sz="1800" spc="50" baseline="0">
                <a:solidFill>
                  <a:schemeClr val="accent2"/>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8" name="Text Placeholder 6">
            <a:extLst>
              <a:ext uri="{FF2B5EF4-FFF2-40B4-BE49-F238E27FC236}">
                <a16:creationId xmlns:a16="http://schemas.microsoft.com/office/drawing/2014/main" id="{86B5DEAD-2966-20A8-A11D-4E8315A0C0EA}"/>
              </a:ext>
            </a:extLst>
          </p:cNvPr>
          <p:cNvSpPr>
            <a:spLocks noGrp="1"/>
          </p:cNvSpPr>
          <p:nvPr>
            <p:ph type="body" sz="quarter" idx="11" hasCustomPrompt="1"/>
          </p:nvPr>
        </p:nvSpPr>
        <p:spPr>
          <a:xfrm>
            <a:off x="9973038" y="6315869"/>
            <a:ext cx="1666512" cy="166199"/>
          </a:xfrm>
          <a:prstGeom prst="rect">
            <a:avLst/>
          </a:prstGeom>
        </p:spPr>
        <p:txBody>
          <a:bodyPr wrap="square" lIns="0" tIns="0" rIns="0" bIns="0" anchor="b" anchorCtr="0">
            <a:spAutoFit/>
          </a:bodyPr>
          <a:lstStyle>
            <a:lvl1pPr marL="0" indent="0" algn="r">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19"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7031038" y="1010931"/>
            <a:ext cx="4608512" cy="1661993"/>
          </a:xfrm>
          <a:prstGeom prst="rect">
            <a:avLst/>
          </a:prstGeom>
        </p:spPr>
        <p:txBody>
          <a:bodyPr wrap="square" lIns="0" tIns="0" rIns="0" bIns="0" anchor="b" anchorCtr="0">
            <a:spAutoFit/>
          </a:bodyPr>
          <a:lstStyle>
            <a:lvl1pPr algn="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38584800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01 | 1_COVER - Photo DB 2">
    <p:bg>
      <p:bgPr>
        <a:solidFill>
          <a:schemeClr val="tx1"/>
        </a:solidFill>
        <a:effectLst/>
      </p:bgPr>
    </p:bg>
    <p:spTree>
      <p:nvGrpSpPr>
        <p:cNvPr id="1" name=""/>
        <p:cNvGrpSpPr/>
        <p:nvPr/>
      </p:nvGrpSpPr>
      <p:grpSpPr>
        <a:xfrm>
          <a:off x="0" y="0"/>
          <a:ext cx="0" cy="0"/>
          <a:chOff x="0" y="0"/>
          <a:chExt cx="0" cy="0"/>
        </a:xfrm>
      </p:grpSpPr>
      <p:pic>
        <p:nvPicPr>
          <p:cNvPr id="24" name="Picture 23" descr="A person sitting under a table&#10;&#10;Description automatically generated">
            <a:extLst>
              <a:ext uri="{FF2B5EF4-FFF2-40B4-BE49-F238E27FC236}">
                <a16:creationId xmlns:a16="http://schemas.microsoft.com/office/drawing/2014/main" id="{54299451-81AA-40C7-F934-0E5D56D799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 name="Freeform 12">
            <a:extLst>
              <a:ext uri="{FF2B5EF4-FFF2-40B4-BE49-F238E27FC236}">
                <a16:creationId xmlns:a16="http://schemas.microsoft.com/office/drawing/2014/main" id="{2CA68C64-C4B9-4D2D-A238-633F990814C8}"/>
              </a:ext>
            </a:extLst>
          </p:cNvPr>
          <p:cNvSpPr>
            <a:spLocks noGrp="1" noRot="1" noMove="1" noResize="1" noEditPoints="1" noAdjustHandles="1" noChangeArrowheads="1" noChangeShapeType="1"/>
          </p:cNvSpPr>
          <p:nvPr userDrawn="1"/>
        </p:nvSpPr>
        <p:spPr bwMode="auto">
          <a:xfrm flipH="1">
            <a:off x="335629" y="5764212"/>
            <a:ext cx="4799013" cy="1093788"/>
          </a:xfrm>
          <a:custGeom>
            <a:avLst/>
            <a:gdLst>
              <a:gd name="T0" fmla="*/ 1510 w 3022"/>
              <a:gd name="T1" fmla="*/ 0 h 689"/>
              <a:gd name="T2" fmla="*/ 0 w 3022"/>
              <a:gd name="T3" fmla="*/ 689 h 689"/>
              <a:gd name="T4" fmla="*/ 3022 w 3022"/>
              <a:gd name="T5" fmla="*/ 689 h 689"/>
              <a:gd name="T6" fmla="*/ 1510 w 3022"/>
              <a:gd name="T7" fmla="*/ 0 h 689"/>
            </a:gdLst>
            <a:ahLst/>
            <a:cxnLst>
              <a:cxn ang="0">
                <a:pos x="T0" y="T1"/>
              </a:cxn>
              <a:cxn ang="0">
                <a:pos x="T2" y="T3"/>
              </a:cxn>
              <a:cxn ang="0">
                <a:pos x="T4" y="T5"/>
              </a:cxn>
              <a:cxn ang="0">
                <a:pos x="T6" y="T7"/>
              </a:cxn>
            </a:cxnLst>
            <a:rect l="0" t="0" r="r" b="b"/>
            <a:pathLst>
              <a:path w="3022" h="689">
                <a:moveTo>
                  <a:pt x="1510" y="0"/>
                </a:moveTo>
                <a:cubicBezTo>
                  <a:pt x="908" y="0"/>
                  <a:pt x="367" y="267"/>
                  <a:pt x="0" y="689"/>
                </a:cubicBezTo>
                <a:cubicBezTo>
                  <a:pt x="3022" y="689"/>
                  <a:pt x="3022" y="689"/>
                  <a:pt x="3022" y="689"/>
                </a:cubicBezTo>
                <a:cubicBezTo>
                  <a:pt x="2654" y="267"/>
                  <a:pt x="2113" y="0"/>
                  <a:pt x="151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21" name="Freeform 14">
            <a:extLst>
              <a:ext uri="{FF2B5EF4-FFF2-40B4-BE49-F238E27FC236}">
                <a16:creationId xmlns:a16="http://schemas.microsoft.com/office/drawing/2014/main" id="{0EDBBCA3-123A-A635-647B-1F8DB3B88CDE}"/>
              </a:ext>
            </a:extLst>
          </p:cNvPr>
          <p:cNvSpPr>
            <a:spLocks noGrp="1" noRot="1" noMove="1" noResize="1" noEditPoints="1" noAdjustHandles="1" noChangeArrowheads="1" noChangeShapeType="1"/>
          </p:cNvSpPr>
          <p:nvPr userDrawn="1"/>
        </p:nvSpPr>
        <p:spPr bwMode="auto">
          <a:xfrm flipH="1">
            <a:off x="0" y="0"/>
            <a:ext cx="7481888" cy="3735388"/>
          </a:xfrm>
          <a:custGeom>
            <a:avLst/>
            <a:gdLst>
              <a:gd name="T0" fmla="*/ 4711 w 4711"/>
              <a:gd name="T1" fmla="*/ 0 h 2351"/>
              <a:gd name="T2" fmla="*/ 2351 w 4711"/>
              <a:gd name="T3" fmla="*/ 0 h 2351"/>
              <a:gd name="T4" fmla="*/ 0 w 4711"/>
              <a:gd name="T5" fmla="*/ 2351 h 2351"/>
              <a:gd name="T6" fmla="*/ 2994 w 4711"/>
              <a:gd name="T7" fmla="*/ 1190 h 2351"/>
              <a:gd name="T8" fmla="*/ 4711 w 4711"/>
              <a:gd name="T9" fmla="*/ 1534 h 2351"/>
              <a:gd name="T10" fmla="*/ 4711 w 4711"/>
              <a:gd name="T11" fmla="*/ 0 h 2351"/>
            </a:gdLst>
            <a:ahLst/>
            <a:cxnLst>
              <a:cxn ang="0">
                <a:pos x="T0" y="T1"/>
              </a:cxn>
              <a:cxn ang="0">
                <a:pos x="T2" y="T3"/>
              </a:cxn>
              <a:cxn ang="0">
                <a:pos x="T4" y="T5"/>
              </a:cxn>
              <a:cxn ang="0">
                <a:pos x="T6" y="T7"/>
              </a:cxn>
              <a:cxn ang="0">
                <a:pos x="T8" y="T9"/>
              </a:cxn>
              <a:cxn ang="0">
                <a:pos x="T10" y="T11"/>
              </a:cxn>
            </a:cxnLst>
            <a:rect l="0" t="0" r="r" b="b"/>
            <a:pathLst>
              <a:path w="4711" h="2351">
                <a:moveTo>
                  <a:pt x="4711" y="0"/>
                </a:moveTo>
                <a:cubicBezTo>
                  <a:pt x="2351" y="0"/>
                  <a:pt x="2351" y="0"/>
                  <a:pt x="2351" y="0"/>
                </a:cubicBezTo>
                <a:cubicBezTo>
                  <a:pt x="0" y="2351"/>
                  <a:pt x="0" y="2351"/>
                  <a:pt x="0" y="2351"/>
                </a:cubicBezTo>
                <a:cubicBezTo>
                  <a:pt x="789" y="1630"/>
                  <a:pt x="1840" y="1190"/>
                  <a:pt x="2994" y="1190"/>
                </a:cubicBezTo>
                <a:cubicBezTo>
                  <a:pt x="3603" y="1190"/>
                  <a:pt x="4183" y="1313"/>
                  <a:pt x="4711" y="1534"/>
                </a:cubicBezTo>
                <a:cubicBezTo>
                  <a:pt x="4711" y="0"/>
                  <a:pt x="4711" y="0"/>
                  <a:pt x="4711" y="0"/>
                </a:cubicBezTo>
              </a:path>
            </a:pathLst>
          </a:custGeom>
          <a:solidFill>
            <a:schemeClr val="tx2"/>
          </a:solidFill>
          <a:ln w="19050">
            <a:noFill/>
          </a:ln>
        </p:spPr>
        <p:txBody>
          <a:bodyPr vert="horz" wrap="square" lIns="91440" tIns="45720" rIns="91440" bIns="45720" numCol="1" anchor="t" anchorCtr="0" compatLnSpc="1">
            <a:prstTxWarp prst="textNoShape">
              <a:avLst/>
            </a:prstTxWarp>
          </a:bodyPr>
          <a:lstStyle/>
          <a:p>
            <a:endParaRPr lang="en-ZA"/>
          </a:p>
        </p:txBody>
      </p:sp>
      <p:sp>
        <p:nvSpPr>
          <p:cNvPr id="22" name="Freeform 13">
            <a:extLst>
              <a:ext uri="{FF2B5EF4-FFF2-40B4-BE49-F238E27FC236}">
                <a16:creationId xmlns:a16="http://schemas.microsoft.com/office/drawing/2014/main" id="{B13B60F7-616D-55F5-F1FD-514AA8348BC6}"/>
              </a:ext>
            </a:extLst>
          </p:cNvPr>
          <p:cNvSpPr>
            <a:spLocks noGrp="1" noRot="1" noMove="1" noResize="1" noEditPoints="1" noAdjustHandles="1" noChangeArrowheads="1" noChangeShapeType="1"/>
          </p:cNvSpPr>
          <p:nvPr userDrawn="1"/>
        </p:nvSpPr>
        <p:spPr bwMode="auto">
          <a:xfrm flipH="1">
            <a:off x="3743325" y="0"/>
            <a:ext cx="8448675" cy="6862763"/>
          </a:xfrm>
          <a:custGeom>
            <a:avLst/>
            <a:gdLst>
              <a:gd name="T0" fmla="*/ 0 w 5320"/>
              <a:gd name="T1" fmla="*/ 0 h 4320"/>
              <a:gd name="T2" fmla="*/ 5320 w 5320"/>
              <a:gd name="T3" fmla="*/ 0 h 4320"/>
              <a:gd name="T4" fmla="*/ 2969 w 5320"/>
              <a:gd name="T5" fmla="*/ 2351 h 4320"/>
              <a:gd name="T6" fmla="*/ 1717 w 5320"/>
              <a:gd name="T7" fmla="*/ 4320 h 4320"/>
              <a:gd name="T8" fmla="*/ 0 w 5320"/>
              <a:gd name="T9" fmla="*/ 4320 h 4320"/>
              <a:gd name="T10" fmla="*/ 0 w 5320"/>
              <a:gd name="T11" fmla="*/ 0 h 4320"/>
            </a:gdLst>
            <a:ahLst/>
            <a:cxnLst>
              <a:cxn ang="0">
                <a:pos x="T0" y="T1"/>
              </a:cxn>
              <a:cxn ang="0">
                <a:pos x="T2" y="T3"/>
              </a:cxn>
              <a:cxn ang="0">
                <a:pos x="T4" y="T5"/>
              </a:cxn>
              <a:cxn ang="0">
                <a:pos x="T6" y="T7"/>
              </a:cxn>
              <a:cxn ang="0">
                <a:pos x="T8" y="T9"/>
              </a:cxn>
              <a:cxn ang="0">
                <a:pos x="T10" y="T11"/>
              </a:cxn>
            </a:cxnLst>
            <a:rect l="0" t="0" r="r" b="b"/>
            <a:pathLst>
              <a:path w="5320" h="4320">
                <a:moveTo>
                  <a:pt x="0" y="0"/>
                </a:moveTo>
                <a:cubicBezTo>
                  <a:pt x="5320" y="0"/>
                  <a:pt x="5320" y="0"/>
                  <a:pt x="5320" y="0"/>
                </a:cubicBezTo>
                <a:cubicBezTo>
                  <a:pt x="2969" y="2351"/>
                  <a:pt x="2969" y="2351"/>
                  <a:pt x="2969" y="2351"/>
                </a:cubicBezTo>
                <a:cubicBezTo>
                  <a:pt x="2392" y="2878"/>
                  <a:pt x="1954" y="3555"/>
                  <a:pt x="1717" y="4320"/>
                </a:cubicBezTo>
                <a:cubicBezTo>
                  <a:pt x="0" y="4320"/>
                  <a:pt x="0" y="4320"/>
                  <a:pt x="0" y="4320"/>
                </a:cubicBezTo>
                <a:cubicBezTo>
                  <a:pt x="0" y="0"/>
                  <a:pt x="0" y="0"/>
                  <a:pt x="0" y="0"/>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pic>
        <p:nvPicPr>
          <p:cNvPr id="14" name="Picture 13">
            <a:extLst>
              <a:ext uri="{FF2B5EF4-FFF2-40B4-BE49-F238E27FC236}">
                <a16:creationId xmlns:a16="http://schemas.microsoft.com/office/drawing/2014/main" id="{A647D2B2-31BC-B1FA-3B7A-C6259F43C4AB}"/>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305457" y="305967"/>
            <a:ext cx="1370149" cy="198311"/>
          </a:xfrm>
          <a:prstGeom prst="rect">
            <a:avLst/>
          </a:prstGeom>
        </p:spPr>
      </p:pic>
      <p:sp>
        <p:nvSpPr>
          <p:cNvPr id="2" name="Text Placeholder 6">
            <a:extLst>
              <a:ext uri="{FF2B5EF4-FFF2-40B4-BE49-F238E27FC236}">
                <a16:creationId xmlns:a16="http://schemas.microsoft.com/office/drawing/2014/main" id="{406EA2EB-DC98-BC93-372D-B8C5533B8995}"/>
              </a:ext>
            </a:extLst>
          </p:cNvPr>
          <p:cNvSpPr>
            <a:spLocks noGrp="1"/>
          </p:cNvSpPr>
          <p:nvPr>
            <p:ph type="body" sz="quarter" idx="10" hasCustomPrompt="1"/>
          </p:nvPr>
        </p:nvSpPr>
        <p:spPr>
          <a:xfrm>
            <a:off x="8137673" y="2901755"/>
            <a:ext cx="3501877" cy="249299"/>
          </a:xfrm>
          <a:prstGeom prst="rect">
            <a:avLst/>
          </a:prstGeom>
        </p:spPr>
        <p:txBody>
          <a:bodyPr wrap="square" lIns="0" tIns="0" rIns="0" bIns="0">
            <a:spAutoFit/>
          </a:bodyPr>
          <a:lstStyle>
            <a:lvl1pPr marL="0" indent="0" algn="r">
              <a:buNone/>
              <a:defRPr sz="1800" spc="50" baseline="0">
                <a:solidFill>
                  <a:schemeClr val="accent2"/>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3" name="Text Placeholder 6">
            <a:extLst>
              <a:ext uri="{FF2B5EF4-FFF2-40B4-BE49-F238E27FC236}">
                <a16:creationId xmlns:a16="http://schemas.microsoft.com/office/drawing/2014/main" id="{0D3E5C91-4517-9AAE-E171-742174B2AE92}"/>
              </a:ext>
            </a:extLst>
          </p:cNvPr>
          <p:cNvSpPr>
            <a:spLocks noGrp="1"/>
          </p:cNvSpPr>
          <p:nvPr>
            <p:ph type="body" sz="quarter" idx="11" hasCustomPrompt="1"/>
          </p:nvPr>
        </p:nvSpPr>
        <p:spPr>
          <a:xfrm>
            <a:off x="9973038" y="6315869"/>
            <a:ext cx="1666512" cy="166199"/>
          </a:xfrm>
          <a:prstGeom prst="rect">
            <a:avLst/>
          </a:prstGeom>
        </p:spPr>
        <p:txBody>
          <a:bodyPr wrap="square" lIns="0" tIns="0" rIns="0" bIns="0" anchor="b" anchorCtr="0">
            <a:spAutoFit/>
          </a:bodyPr>
          <a:lstStyle>
            <a:lvl1pPr marL="0" indent="0" algn="r">
              <a:buNone/>
              <a:defRPr sz="1200" spc="50" baseline="0">
                <a:solidFill>
                  <a:schemeClr val="tx2"/>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4" name="Title 1">
            <a:extLst>
              <a:ext uri="{FF2B5EF4-FFF2-40B4-BE49-F238E27FC236}">
                <a16:creationId xmlns:a16="http://schemas.microsoft.com/office/drawing/2014/main" id="{941F6AF2-63E5-87D8-E234-F470A5E6C2DC}"/>
              </a:ext>
            </a:extLst>
          </p:cNvPr>
          <p:cNvSpPr>
            <a:spLocks noGrp="1"/>
          </p:cNvSpPr>
          <p:nvPr>
            <p:ph type="title" hasCustomPrompt="1"/>
          </p:nvPr>
        </p:nvSpPr>
        <p:spPr>
          <a:xfrm>
            <a:off x="7031038" y="1010931"/>
            <a:ext cx="4608512" cy="1661993"/>
          </a:xfrm>
          <a:prstGeom prst="rect">
            <a:avLst/>
          </a:prstGeom>
        </p:spPr>
        <p:txBody>
          <a:bodyPr wrap="square" lIns="0" tIns="0" rIns="0" bIns="0" anchor="b" anchorCtr="0">
            <a:spAutoFit/>
          </a:bodyPr>
          <a:lstStyle>
            <a:lvl1pPr algn="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3851393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01 | 3_COVER - Photo DB 3">
    <p:bg>
      <p:bgPr>
        <a:solidFill>
          <a:schemeClr val="tx1"/>
        </a:solidFill>
        <a:effectLst/>
      </p:bgPr>
    </p:bg>
    <p:spTree>
      <p:nvGrpSpPr>
        <p:cNvPr id="1" name=""/>
        <p:cNvGrpSpPr/>
        <p:nvPr/>
      </p:nvGrpSpPr>
      <p:grpSpPr>
        <a:xfrm>
          <a:off x="0" y="0"/>
          <a:ext cx="0" cy="0"/>
          <a:chOff x="0" y="0"/>
          <a:chExt cx="0" cy="0"/>
        </a:xfrm>
      </p:grpSpPr>
      <p:pic>
        <p:nvPicPr>
          <p:cNvPr id="23" name="Picture 22" descr="A person looking at a shelf with food on it&#10;&#10;Description automatically generated">
            <a:extLst>
              <a:ext uri="{FF2B5EF4-FFF2-40B4-BE49-F238E27FC236}">
                <a16:creationId xmlns:a16="http://schemas.microsoft.com/office/drawing/2014/main" id="{16AB8361-1129-3BB9-ABBB-F03F4094A1A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086"/>
          <a:stretch/>
        </p:blipFill>
        <p:spPr>
          <a:xfrm>
            <a:off x="1638300" y="0"/>
            <a:ext cx="10553700" cy="5812632"/>
          </a:xfrm>
          <a:prstGeom prst="rect">
            <a:avLst/>
          </a:prstGeom>
        </p:spPr>
      </p:pic>
      <p:sp>
        <p:nvSpPr>
          <p:cNvPr id="2" name="Freeform 10">
            <a:extLst>
              <a:ext uri="{FF2B5EF4-FFF2-40B4-BE49-F238E27FC236}">
                <a16:creationId xmlns:a16="http://schemas.microsoft.com/office/drawing/2014/main" id="{71DE6B85-2EA8-024F-E992-6036696872DE}"/>
              </a:ext>
            </a:extLst>
          </p:cNvPr>
          <p:cNvSpPr>
            <a:spLocks noGrp="1" noRot="1" noMove="1" noResize="1" noEditPoints="1" noAdjustHandles="1" noChangeArrowheads="1" noChangeShapeType="1"/>
          </p:cNvSpPr>
          <p:nvPr userDrawn="1"/>
        </p:nvSpPr>
        <p:spPr bwMode="auto">
          <a:xfrm>
            <a:off x="5845175" y="0"/>
            <a:ext cx="5322888" cy="1438275"/>
          </a:xfrm>
          <a:custGeom>
            <a:avLst/>
            <a:gdLst>
              <a:gd name="T0" fmla="*/ 1676 w 3350"/>
              <a:gd name="T1" fmla="*/ 905 h 905"/>
              <a:gd name="T2" fmla="*/ 3350 w 3350"/>
              <a:gd name="T3" fmla="*/ 0 h 905"/>
              <a:gd name="T4" fmla="*/ 0 w 3350"/>
              <a:gd name="T5" fmla="*/ 0 h 905"/>
              <a:gd name="T6" fmla="*/ 1676 w 3350"/>
              <a:gd name="T7" fmla="*/ 905 h 905"/>
            </a:gdLst>
            <a:ahLst/>
            <a:cxnLst>
              <a:cxn ang="0">
                <a:pos x="T0" y="T1"/>
              </a:cxn>
              <a:cxn ang="0">
                <a:pos x="T2" y="T3"/>
              </a:cxn>
              <a:cxn ang="0">
                <a:pos x="T4" y="T5"/>
              </a:cxn>
              <a:cxn ang="0">
                <a:pos x="T6" y="T7"/>
              </a:cxn>
            </a:cxnLst>
            <a:rect l="0" t="0" r="r" b="b"/>
            <a:pathLst>
              <a:path w="3350" h="905">
                <a:moveTo>
                  <a:pt x="1676" y="905"/>
                </a:moveTo>
                <a:cubicBezTo>
                  <a:pt x="2375" y="905"/>
                  <a:pt x="2991" y="545"/>
                  <a:pt x="3350" y="0"/>
                </a:cubicBezTo>
                <a:cubicBezTo>
                  <a:pt x="0" y="0"/>
                  <a:pt x="0" y="0"/>
                  <a:pt x="0" y="0"/>
                </a:cubicBezTo>
                <a:cubicBezTo>
                  <a:pt x="359" y="545"/>
                  <a:pt x="976" y="905"/>
                  <a:pt x="1676" y="90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3" name="Freeform 11">
            <a:extLst>
              <a:ext uri="{FF2B5EF4-FFF2-40B4-BE49-F238E27FC236}">
                <a16:creationId xmlns:a16="http://schemas.microsoft.com/office/drawing/2014/main" id="{95E09DFE-2845-08D2-85A1-76E86F37D585}"/>
              </a:ext>
            </a:extLst>
          </p:cNvPr>
          <p:cNvSpPr>
            <a:spLocks noGrp="1" noRot="1" noMove="1" noResize="1" noEditPoints="1" noAdjustHandles="1" noChangeArrowheads="1" noChangeShapeType="1"/>
          </p:cNvSpPr>
          <p:nvPr userDrawn="1"/>
        </p:nvSpPr>
        <p:spPr bwMode="auto">
          <a:xfrm>
            <a:off x="-6350" y="0"/>
            <a:ext cx="12203113" cy="6865938"/>
          </a:xfrm>
          <a:custGeom>
            <a:avLst/>
            <a:gdLst>
              <a:gd name="T0" fmla="*/ 1051 w 7680"/>
              <a:gd name="T1" fmla="*/ 0 h 4320"/>
              <a:gd name="T2" fmla="*/ 0 w 7680"/>
              <a:gd name="T3" fmla="*/ 0 h 4320"/>
              <a:gd name="T4" fmla="*/ 0 w 7680"/>
              <a:gd name="T5" fmla="*/ 4320 h 4320"/>
              <a:gd name="T6" fmla="*/ 7680 w 7680"/>
              <a:gd name="T7" fmla="*/ 4320 h 4320"/>
              <a:gd name="T8" fmla="*/ 7680 w 7680"/>
              <a:gd name="T9" fmla="*/ 2691 h 4320"/>
              <a:gd name="T10" fmla="*/ 5359 w 7680"/>
              <a:gd name="T11" fmla="*/ 3345 h 4320"/>
              <a:gd name="T12" fmla="*/ 1051 w 7680"/>
              <a:gd name="T13" fmla="*/ 0 h 4320"/>
            </a:gdLst>
            <a:ahLst/>
            <a:cxnLst>
              <a:cxn ang="0">
                <a:pos x="T0" y="T1"/>
              </a:cxn>
              <a:cxn ang="0">
                <a:pos x="T2" y="T3"/>
              </a:cxn>
              <a:cxn ang="0">
                <a:pos x="T4" y="T5"/>
              </a:cxn>
              <a:cxn ang="0">
                <a:pos x="T6" y="T7"/>
              </a:cxn>
              <a:cxn ang="0">
                <a:pos x="T8" y="T9"/>
              </a:cxn>
              <a:cxn ang="0">
                <a:pos x="T10" y="T11"/>
              </a:cxn>
              <a:cxn ang="0">
                <a:pos x="T12" y="T13"/>
              </a:cxn>
            </a:cxnLst>
            <a:rect l="0" t="0" r="r" b="b"/>
            <a:pathLst>
              <a:path w="7680" h="4320">
                <a:moveTo>
                  <a:pt x="1051" y="0"/>
                </a:moveTo>
                <a:cubicBezTo>
                  <a:pt x="0" y="0"/>
                  <a:pt x="0" y="0"/>
                  <a:pt x="0" y="0"/>
                </a:cubicBezTo>
                <a:cubicBezTo>
                  <a:pt x="0" y="4320"/>
                  <a:pt x="0" y="4320"/>
                  <a:pt x="0" y="4320"/>
                </a:cubicBezTo>
                <a:cubicBezTo>
                  <a:pt x="7680" y="4320"/>
                  <a:pt x="7680" y="4320"/>
                  <a:pt x="7680" y="4320"/>
                </a:cubicBezTo>
                <a:cubicBezTo>
                  <a:pt x="7680" y="2691"/>
                  <a:pt x="7680" y="2691"/>
                  <a:pt x="7680" y="2691"/>
                </a:cubicBezTo>
                <a:cubicBezTo>
                  <a:pt x="7004" y="3106"/>
                  <a:pt x="6210" y="3345"/>
                  <a:pt x="5359" y="3345"/>
                </a:cubicBezTo>
                <a:cubicBezTo>
                  <a:pt x="3283" y="3345"/>
                  <a:pt x="1540" y="1923"/>
                  <a:pt x="1051"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4" name="Freeform 12">
            <a:extLst>
              <a:ext uri="{FF2B5EF4-FFF2-40B4-BE49-F238E27FC236}">
                <a16:creationId xmlns:a16="http://schemas.microsoft.com/office/drawing/2014/main" id="{44C18E75-7693-A97B-5ED3-F569E2102138}"/>
              </a:ext>
            </a:extLst>
          </p:cNvPr>
          <p:cNvSpPr>
            <a:spLocks noGrp="1" noRot="1" noMove="1" noResize="1" noEditPoints="1" noAdjustHandles="1" noChangeArrowheads="1" noChangeShapeType="1"/>
          </p:cNvSpPr>
          <p:nvPr userDrawn="1"/>
        </p:nvSpPr>
        <p:spPr bwMode="auto">
          <a:xfrm>
            <a:off x="9874250" y="4541838"/>
            <a:ext cx="2322513" cy="2324100"/>
          </a:xfrm>
          <a:custGeom>
            <a:avLst/>
            <a:gdLst>
              <a:gd name="T0" fmla="*/ 1463 w 1463"/>
              <a:gd name="T1" fmla="*/ 1464 h 1464"/>
              <a:gd name="T2" fmla="*/ 1463 w 1463"/>
              <a:gd name="T3" fmla="*/ 0 h 1464"/>
              <a:gd name="T4" fmla="*/ 0 w 1463"/>
              <a:gd name="T5" fmla="*/ 1464 h 1464"/>
              <a:gd name="T6" fmla="*/ 1463 w 1463"/>
              <a:gd name="T7" fmla="*/ 1464 h 1464"/>
            </a:gdLst>
            <a:ahLst/>
            <a:cxnLst>
              <a:cxn ang="0">
                <a:pos x="T0" y="T1"/>
              </a:cxn>
              <a:cxn ang="0">
                <a:pos x="T2" y="T3"/>
              </a:cxn>
              <a:cxn ang="0">
                <a:pos x="T4" y="T5"/>
              </a:cxn>
              <a:cxn ang="0">
                <a:pos x="T6" y="T7"/>
              </a:cxn>
            </a:cxnLst>
            <a:rect l="0" t="0" r="r" b="b"/>
            <a:pathLst>
              <a:path w="1463" h="1464">
                <a:moveTo>
                  <a:pt x="1463" y="1464"/>
                </a:moveTo>
                <a:lnTo>
                  <a:pt x="1463" y="0"/>
                </a:lnTo>
                <a:lnTo>
                  <a:pt x="0" y="1464"/>
                </a:lnTo>
                <a:lnTo>
                  <a:pt x="1463" y="14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19" name="Title 1">
            <a:extLst>
              <a:ext uri="{FF2B5EF4-FFF2-40B4-BE49-F238E27FC236}">
                <a16:creationId xmlns:a16="http://schemas.microsoft.com/office/drawing/2014/main" id="{0CB24DF2-3D17-7669-C6B8-575E5409A154}"/>
              </a:ext>
            </a:extLst>
          </p:cNvPr>
          <p:cNvSpPr>
            <a:spLocks noGrp="1"/>
          </p:cNvSpPr>
          <p:nvPr>
            <p:ph type="title" hasCustomPrompt="1"/>
          </p:nvPr>
        </p:nvSpPr>
        <p:spPr>
          <a:xfrm>
            <a:off x="684445" y="4396871"/>
            <a:ext cx="4608512" cy="1661993"/>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Three Lines</a:t>
            </a:r>
          </a:p>
        </p:txBody>
      </p:sp>
      <p:pic>
        <p:nvPicPr>
          <p:cNvPr id="9" name="Picture 8">
            <a:extLst>
              <a:ext uri="{FF2B5EF4-FFF2-40B4-BE49-F238E27FC236}">
                <a16:creationId xmlns:a16="http://schemas.microsoft.com/office/drawing/2014/main" id="{FA7EAC94-D3D4-E460-8619-FFA6CDDBA317}"/>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684445" y="6368320"/>
            <a:ext cx="1370149" cy="198311"/>
          </a:xfrm>
          <a:prstGeom prst="rect">
            <a:avLst/>
          </a:prstGeom>
        </p:spPr>
      </p:pic>
      <p:sp>
        <p:nvSpPr>
          <p:cNvPr id="13" name="Text Placeholder 6">
            <a:extLst>
              <a:ext uri="{FF2B5EF4-FFF2-40B4-BE49-F238E27FC236}">
                <a16:creationId xmlns:a16="http://schemas.microsoft.com/office/drawing/2014/main" id="{22A708F3-C83F-F06D-F675-4F3DB34D5318}"/>
              </a:ext>
            </a:extLst>
          </p:cNvPr>
          <p:cNvSpPr>
            <a:spLocks noGrp="1"/>
          </p:cNvSpPr>
          <p:nvPr>
            <p:ph type="body" sz="quarter" idx="11" hasCustomPrompt="1"/>
          </p:nvPr>
        </p:nvSpPr>
        <p:spPr>
          <a:xfrm>
            <a:off x="10064965" y="6350626"/>
            <a:ext cx="1666512" cy="166199"/>
          </a:xfrm>
          <a:prstGeom prst="rect">
            <a:avLst/>
          </a:prstGeom>
        </p:spPr>
        <p:txBody>
          <a:bodyPr wrap="square" lIns="0" tIns="0" rIns="0" bIns="0" anchor="b" anchorCtr="0">
            <a:spAutoFit/>
          </a:bodyPr>
          <a:lstStyle>
            <a:lvl1pPr marL="0" indent="0" algn="r">
              <a:buNone/>
              <a:defRPr sz="1200" spc="50" baseline="0">
                <a:solidFill>
                  <a:schemeClr val="tx1">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Tree>
    <p:extLst>
      <p:ext uri="{BB962C8B-B14F-4D97-AF65-F5344CB8AC3E}">
        <p14:creationId xmlns:p14="http://schemas.microsoft.com/office/powerpoint/2010/main" val="28329572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01 | 4_COVER - Photo DB 3">
    <p:bg>
      <p:bgPr>
        <a:solidFill>
          <a:schemeClr val="tx1"/>
        </a:solidFill>
        <a:effectLst/>
      </p:bgPr>
    </p:bg>
    <p:spTree>
      <p:nvGrpSpPr>
        <p:cNvPr id="1" name=""/>
        <p:cNvGrpSpPr/>
        <p:nvPr/>
      </p:nvGrpSpPr>
      <p:grpSpPr>
        <a:xfrm>
          <a:off x="0" y="0"/>
          <a:ext cx="0" cy="0"/>
          <a:chOff x="0" y="0"/>
          <a:chExt cx="0" cy="0"/>
        </a:xfrm>
      </p:grpSpPr>
      <p:pic>
        <p:nvPicPr>
          <p:cNvPr id="11" name="Picture 10" descr="A person looking at a shelf with food on it&#10;&#10;Description automatically generated">
            <a:extLst>
              <a:ext uri="{FF2B5EF4-FFF2-40B4-BE49-F238E27FC236}">
                <a16:creationId xmlns:a16="http://schemas.microsoft.com/office/drawing/2014/main" id="{20FFBD90-4B0F-DDBC-F136-D679DB3BC20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086"/>
          <a:stretch/>
        </p:blipFill>
        <p:spPr>
          <a:xfrm>
            <a:off x="1638300" y="0"/>
            <a:ext cx="10553700" cy="5812632"/>
          </a:xfrm>
          <a:prstGeom prst="rect">
            <a:avLst/>
          </a:prstGeom>
        </p:spPr>
      </p:pic>
      <p:sp>
        <p:nvSpPr>
          <p:cNvPr id="2" name="Freeform 10">
            <a:extLst>
              <a:ext uri="{FF2B5EF4-FFF2-40B4-BE49-F238E27FC236}">
                <a16:creationId xmlns:a16="http://schemas.microsoft.com/office/drawing/2014/main" id="{71DE6B85-2EA8-024F-E992-6036696872DE}"/>
              </a:ext>
            </a:extLst>
          </p:cNvPr>
          <p:cNvSpPr>
            <a:spLocks noGrp="1" noRot="1" noMove="1" noResize="1" noEditPoints="1" noAdjustHandles="1" noChangeArrowheads="1" noChangeShapeType="1"/>
          </p:cNvSpPr>
          <p:nvPr userDrawn="1"/>
        </p:nvSpPr>
        <p:spPr bwMode="auto">
          <a:xfrm>
            <a:off x="5845175" y="0"/>
            <a:ext cx="5322888" cy="1438275"/>
          </a:xfrm>
          <a:custGeom>
            <a:avLst/>
            <a:gdLst>
              <a:gd name="T0" fmla="*/ 1676 w 3350"/>
              <a:gd name="T1" fmla="*/ 905 h 905"/>
              <a:gd name="T2" fmla="*/ 3350 w 3350"/>
              <a:gd name="T3" fmla="*/ 0 h 905"/>
              <a:gd name="T4" fmla="*/ 0 w 3350"/>
              <a:gd name="T5" fmla="*/ 0 h 905"/>
              <a:gd name="T6" fmla="*/ 1676 w 3350"/>
              <a:gd name="T7" fmla="*/ 905 h 905"/>
            </a:gdLst>
            <a:ahLst/>
            <a:cxnLst>
              <a:cxn ang="0">
                <a:pos x="T0" y="T1"/>
              </a:cxn>
              <a:cxn ang="0">
                <a:pos x="T2" y="T3"/>
              </a:cxn>
              <a:cxn ang="0">
                <a:pos x="T4" y="T5"/>
              </a:cxn>
              <a:cxn ang="0">
                <a:pos x="T6" y="T7"/>
              </a:cxn>
            </a:cxnLst>
            <a:rect l="0" t="0" r="r" b="b"/>
            <a:pathLst>
              <a:path w="3350" h="905">
                <a:moveTo>
                  <a:pt x="1676" y="905"/>
                </a:moveTo>
                <a:cubicBezTo>
                  <a:pt x="2375" y="905"/>
                  <a:pt x="2991" y="545"/>
                  <a:pt x="3350" y="0"/>
                </a:cubicBezTo>
                <a:cubicBezTo>
                  <a:pt x="0" y="0"/>
                  <a:pt x="0" y="0"/>
                  <a:pt x="0" y="0"/>
                </a:cubicBezTo>
                <a:cubicBezTo>
                  <a:pt x="359" y="545"/>
                  <a:pt x="976" y="905"/>
                  <a:pt x="1676" y="90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3" name="Freeform 11">
            <a:extLst>
              <a:ext uri="{FF2B5EF4-FFF2-40B4-BE49-F238E27FC236}">
                <a16:creationId xmlns:a16="http://schemas.microsoft.com/office/drawing/2014/main" id="{95E09DFE-2845-08D2-85A1-76E86F37D585}"/>
              </a:ext>
            </a:extLst>
          </p:cNvPr>
          <p:cNvSpPr>
            <a:spLocks noGrp="1" noRot="1" noMove="1" noResize="1" noEditPoints="1" noAdjustHandles="1" noChangeArrowheads="1" noChangeShapeType="1"/>
          </p:cNvSpPr>
          <p:nvPr userDrawn="1"/>
        </p:nvSpPr>
        <p:spPr bwMode="auto">
          <a:xfrm>
            <a:off x="-6350" y="0"/>
            <a:ext cx="12203113" cy="6865938"/>
          </a:xfrm>
          <a:custGeom>
            <a:avLst/>
            <a:gdLst>
              <a:gd name="T0" fmla="*/ 1051 w 7680"/>
              <a:gd name="T1" fmla="*/ 0 h 4320"/>
              <a:gd name="T2" fmla="*/ 0 w 7680"/>
              <a:gd name="T3" fmla="*/ 0 h 4320"/>
              <a:gd name="T4" fmla="*/ 0 w 7680"/>
              <a:gd name="T5" fmla="*/ 4320 h 4320"/>
              <a:gd name="T6" fmla="*/ 7680 w 7680"/>
              <a:gd name="T7" fmla="*/ 4320 h 4320"/>
              <a:gd name="T8" fmla="*/ 7680 w 7680"/>
              <a:gd name="T9" fmla="*/ 2691 h 4320"/>
              <a:gd name="T10" fmla="*/ 5359 w 7680"/>
              <a:gd name="T11" fmla="*/ 3345 h 4320"/>
              <a:gd name="T12" fmla="*/ 1051 w 7680"/>
              <a:gd name="T13" fmla="*/ 0 h 4320"/>
            </a:gdLst>
            <a:ahLst/>
            <a:cxnLst>
              <a:cxn ang="0">
                <a:pos x="T0" y="T1"/>
              </a:cxn>
              <a:cxn ang="0">
                <a:pos x="T2" y="T3"/>
              </a:cxn>
              <a:cxn ang="0">
                <a:pos x="T4" y="T5"/>
              </a:cxn>
              <a:cxn ang="0">
                <a:pos x="T6" y="T7"/>
              </a:cxn>
              <a:cxn ang="0">
                <a:pos x="T8" y="T9"/>
              </a:cxn>
              <a:cxn ang="0">
                <a:pos x="T10" y="T11"/>
              </a:cxn>
              <a:cxn ang="0">
                <a:pos x="T12" y="T13"/>
              </a:cxn>
            </a:cxnLst>
            <a:rect l="0" t="0" r="r" b="b"/>
            <a:pathLst>
              <a:path w="7680" h="4320">
                <a:moveTo>
                  <a:pt x="1051" y="0"/>
                </a:moveTo>
                <a:cubicBezTo>
                  <a:pt x="0" y="0"/>
                  <a:pt x="0" y="0"/>
                  <a:pt x="0" y="0"/>
                </a:cubicBezTo>
                <a:cubicBezTo>
                  <a:pt x="0" y="4320"/>
                  <a:pt x="0" y="4320"/>
                  <a:pt x="0" y="4320"/>
                </a:cubicBezTo>
                <a:cubicBezTo>
                  <a:pt x="7680" y="4320"/>
                  <a:pt x="7680" y="4320"/>
                  <a:pt x="7680" y="4320"/>
                </a:cubicBezTo>
                <a:cubicBezTo>
                  <a:pt x="7680" y="2691"/>
                  <a:pt x="7680" y="2691"/>
                  <a:pt x="7680" y="2691"/>
                </a:cubicBezTo>
                <a:cubicBezTo>
                  <a:pt x="7004" y="3106"/>
                  <a:pt x="6210" y="3345"/>
                  <a:pt x="5359" y="3345"/>
                </a:cubicBezTo>
                <a:cubicBezTo>
                  <a:pt x="3283" y="3345"/>
                  <a:pt x="1540" y="1923"/>
                  <a:pt x="105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4" name="Freeform 12">
            <a:extLst>
              <a:ext uri="{FF2B5EF4-FFF2-40B4-BE49-F238E27FC236}">
                <a16:creationId xmlns:a16="http://schemas.microsoft.com/office/drawing/2014/main" id="{44C18E75-7693-A97B-5ED3-F569E2102138}"/>
              </a:ext>
            </a:extLst>
          </p:cNvPr>
          <p:cNvSpPr>
            <a:spLocks noGrp="1" noRot="1" noMove="1" noResize="1" noEditPoints="1" noAdjustHandles="1" noChangeArrowheads="1" noChangeShapeType="1"/>
          </p:cNvSpPr>
          <p:nvPr userDrawn="1"/>
        </p:nvSpPr>
        <p:spPr bwMode="auto">
          <a:xfrm>
            <a:off x="9874250" y="4541838"/>
            <a:ext cx="2322513" cy="2324100"/>
          </a:xfrm>
          <a:custGeom>
            <a:avLst/>
            <a:gdLst>
              <a:gd name="T0" fmla="*/ 1463 w 1463"/>
              <a:gd name="T1" fmla="*/ 1464 h 1464"/>
              <a:gd name="T2" fmla="*/ 1463 w 1463"/>
              <a:gd name="T3" fmla="*/ 0 h 1464"/>
              <a:gd name="T4" fmla="*/ 0 w 1463"/>
              <a:gd name="T5" fmla="*/ 1464 h 1464"/>
              <a:gd name="T6" fmla="*/ 1463 w 1463"/>
              <a:gd name="T7" fmla="*/ 1464 h 1464"/>
            </a:gdLst>
            <a:ahLst/>
            <a:cxnLst>
              <a:cxn ang="0">
                <a:pos x="T0" y="T1"/>
              </a:cxn>
              <a:cxn ang="0">
                <a:pos x="T2" y="T3"/>
              </a:cxn>
              <a:cxn ang="0">
                <a:pos x="T4" y="T5"/>
              </a:cxn>
              <a:cxn ang="0">
                <a:pos x="T6" y="T7"/>
              </a:cxn>
            </a:cxnLst>
            <a:rect l="0" t="0" r="r" b="b"/>
            <a:pathLst>
              <a:path w="1463" h="1464">
                <a:moveTo>
                  <a:pt x="1463" y="1464"/>
                </a:moveTo>
                <a:lnTo>
                  <a:pt x="1463" y="0"/>
                </a:lnTo>
                <a:lnTo>
                  <a:pt x="0" y="1464"/>
                </a:lnTo>
                <a:lnTo>
                  <a:pt x="1463" y="14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7" name="Text Placeholder 6">
            <a:extLst>
              <a:ext uri="{FF2B5EF4-FFF2-40B4-BE49-F238E27FC236}">
                <a16:creationId xmlns:a16="http://schemas.microsoft.com/office/drawing/2014/main" id="{01B01BB6-8DD6-0720-7D79-A3E6118F53F4}"/>
              </a:ext>
            </a:extLst>
          </p:cNvPr>
          <p:cNvSpPr>
            <a:spLocks noGrp="1"/>
          </p:cNvSpPr>
          <p:nvPr>
            <p:ph type="body" sz="quarter" idx="10" hasCustomPrompt="1"/>
          </p:nvPr>
        </p:nvSpPr>
        <p:spPr>
          <a:xfrm>
            <a:off x="684444" y="6267526"/>
            <a:ext cx="8173805"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pic>
        <p:nvPicPr>
          <p:cNvPr id="9" name="Picture 8">
            <a:extLst>
              <a:ext uri="{FF2B5EF4-FFF2-40B4-BE49-F238E27FC236}">
                <a16:creationId xmlns:a16="http://schemas.microsoft.com/office/drawing/2014/main" id="{FA7EAC94-D3D4-E460-8619-FFA6CDDBA317}"/>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684445" y="3870981"/>
            <a:ext cx="1370149" cy="198311"/>
          </a:xfrm>
          <a:prstGeom prst="rect">
            <a:avLst/>
          </a:prstGeom>
        </p:spPr>
      </p:pic>
      <p:sp>
        <p:nvSpPr>
          <p:cNvPr id="5" name="Text Placeholder 6">
            <a:extLst>
              <a:ext uri="{FF2B5EF4-FFF2-40B4-BE49-F238E27FC236}">
                <a16:creationId xmlns:a16="http://schemas.microsoft.com/office/drawing/2014/main" id="{5033BBCE-1FE8-AC1D-DCB8-4671D8C9FF42}"/>
              </a:ext>
            </a:extLst>
          </p:cNvPr>
          <p:cNvSpPr>
            <a:spLocks noGrp="1"/>
          </p:cNvSpPr>
          <p:nvPr>
            <p:ph type="body" sz="quarter" idx="12" hasCustomPrompt="1"/>
          </p:nvPr>
        </p:nvSpPr>
        <p:spPr>
          <a:xfrm>
            <a:off x="10064965" y="6350626"/>
            <a:ext cx="1666512" cy="166199"/>
          </a:xfrm>
          <a:prstGeom prst="rect">
            <a:avLst/>
          </a:prstGeom>
        </p:spPr>
        <p:txBody>
          <a:bodyPr wrap="square" lIns="0" tIns="0" rIns="0" bIns="0" anchor="b" anchorCtr="0">
            <a:spAutoFit/>
          </a:bodyPr>
          <a:lstStyle>
            <a:lvl1pPr marL="0" indent="0" algn="r">
              <a:buNone/>
              <a:defRPr sz="1200" spc="50" baseline="0">
                <a:solidFill>
                  <a:schemeClr val="accent3">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10" name="Title 1">
            <a:extLst>
              <a:ext uri="{FF2B5EF4-FFF2-40B4-BE49-F238E27FC236}">
                <a16:creationId xmlns:a16="http://schemas.microsoft.com/office/drawing/2014/main" id="{D603C963-B335-4907-CC6E-86BE259E99AE}"/>
              </a:ext>
            </a:extLst>
          </p:cNvPr>
          <p:cNvSpPr>
            <a:spLocks noGrp="1"/>
          </p:cNvSpPr>
          <p:nvPr>
            <p:ph type="title" hasCustomPrompt="1"/>
          </p:nvPr>
        </p:nvSpPr>
        <p:spPr>
          <a:xfrm>
            <a:off x="684445" y="4396871"/>
            <a:ext cx="4608512" cy="1661993"/>
          </a:xfrm>
          <a:prstGeom prst="rect">
            <a:avLst/>
          </a:prstGeom>
        </p:spPr>
        <p:txBody>
          <a:bodyPr wrap="square" lIns="0" tIns="0" rIns="0" bIns="0" anchor="b" anchorCtr="0">
            <a:spAutoFit/>
          </a:bodyPr>
          <a:lstStyle>
            <a:lvl1pPr>
              <a:defRPr sz="4000" spc="40" baseline="0">
                <a:solidFill>
                  <a:schemeClr val="bg1"/>
                </a:solidFill>
              </a:defRPr>
            </a:lvl1pPr>
          </a:lstStyle>
          <a:p>
            <a:r>
              <a:rPr lang="en-ZA" noProof="0" dirty="0"/>
              <a:t>Click to add Presentation Title over Three Lines</a:t>
            </a:r>
          </a:p>
        </p:txBody>
      </p:sp>
    </p:spTree>
    <p:extLst>
      <p:ext uri="{BB962C8B-B14F-4D97-AF65-F5344CB8AC3E}">
        <p14:creationId xmlns:p14="http://schemas.microsoft.com/office/powerpoint/2010/main" val="2409283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01 | 5_COVER - Photo DB 4">
    <p:bg>
      <p:bgPr>
        <a:solidFill>
          <a:schemeClr val="tx1"/>
        </a:solidFill>
        <a:effectLst/>
      </p:bgPr>
    </p:bg>
    <p:spTree>
      <p:nvGrpSpPr>
        <p:cNvPr id="1" name=""/>
        <p:cNvGrpSpPr/>
        <p:nvPr/>
      </p:nvGrpSpPr>
      <p:grpSpPr>
        <a:xfrm>
          <a:off x="0" y="0"/>
          <a:ext cx="0" cy="0"/>
          <a:chOff x="0" y="0"/>
          <a:chExt cx="0" cy="0"/>
        </a:xfrm>
      </p:grpSpPr>
      <p:pic>
        <p:nvPicPr>
          <p:cNvPr id="18" name="Picture 17" descr="A person looking at a shelf of shampoo&#10;&#10;Description automatically generated">
            <a:extLst>
              <a:ext uri="{FF2B5EF4-FFF2-40B4-BE49-F238E27FC236}">
                <a16:creationId xmlns:a16="http://schemas.microsoft.com/office/drawing/2014/main" id="{00C25E37-AF04-EB2C-2C94-44017BE87D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Rectangle 20">
            <a:extLst>
              <a:ext uri="{FF2B5EF4-FFF2-40B4-BE49-F238E27FC236}">
                <a16:creationId xmlns:a16="http://schemas.microsoft.com/office/drawing/2014/main" id="{9130F430-FA3F-2C24-8AFE-4B10A37C33F2}"/>
              </a:ext>
            </a:extLst>
          </p:cNvPr>
          <p:cNvSpPr>
            <a:spLocks noGrp="1" noRot="1" noMove="1" noResize="1" noEditPoints="1" noAdjustHandles="1" noChangeArrowheads="1" noChangeShapeType="1"/>
          </p:cNvSpPr>
          <p:nvPr userDrawn="1"/>
        </p:nvSpPr>
        <p:spPr>
          <a:xfrm>
            <a:off x="3771900" y="0"/>
            <a:ext cx="6810374" cy="6858000"/>
          </a:xfrm>
          <a:prstGeom prst="rect">
            <a:avLst/>
          </a:prstGeom>
          <a:gradFill flip="none" rotWithShape="1">
            <a:gsLst>
              <a:gs pos="100000">
                <a:schemeClr val="tx2"/>
              </a:gs>
              <a:gs pos="62000">
                <a:srgbClr val="00345E">
                  <a:alpha val="35000"/>
                </a:srgbClr>
              </a:gs>
              <a:gs pos="19000">
                <a:schemeClr val="accent1">
                  <a:alpha val="0"/>
                  <a:lumMod val="10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Freeform 10">
            <a:extLst>
              <a:ext uri="{FF2B5EF4-FFF2-40B4-BE49-F238E27FC236}">
                <a16:creationId xmlns:a16="http://schemas.microsoft.com/office/drawing/2014/main" id="{E1FAE2E9-3BE3-AAD7-1F4D-64B5337F4D32}"/>
              </a:ext>
            </a:extLst>
          </p:cNvPr>
          <p:cNvSpPr>
            <a:spLocks noGrp="1" noRot="1" noMove="1" noResize="1" noEditPoints="1" noAdjustHandles="1" noChangeArrowheads="1" noChangeShapeType="1"/>
          </p:cNvSpPr>
          <p:nvPr userDrawn="1"/>
        </p:nvSpPr>
        <p:spPr bwMode="auto">
          <a:xfrm flipH="1">
            <a:off x="1028165" y="-4366"/>
            <a:ext cx="5320118" cy="1437527"/>
          </a:xfrm>
          <a:custGeom>
            <a:avLst/>
            <a:gdLst>
              <a:gd name="T0" fmla="*/ 1676 w 3350"/>
              <a:gd name="T1" fmla="*/ 905 h 905"/>
              <a:gd name="T2" fmla="*/ 3350 w 3350"/>
              <a:gd name="T3" fmla="*/ 0 h 905"/>
              <a:gd name="T4" fmla="*/ 0 w 3350"/>
              <a:gd name="T5" fmla="*/ 0 h 905"/>
              <a:gd name="T6" fmla="*/ 1676 w 3350"/>
              <a:gd name="T7" fmla="*/ 905 h 905"/>
            </a:gdLst>
            <a:ahLst/>
            <a:cxnLst>
              <a:cxn ang="0">
                <a:pos x="T0" y="T1"/>
              </a:cxn>
              <a:cxn ang="0">
                <a:pos x="T2" y="T3"/>
              </a:cxn>
              <a:cxn ang="0">
                <a:pos x="T4" y="T5"/>
              </a:cxn>
              <a:cxn ang="0">
                <a:pos x="T6" y="T7"/>
              </a:cxn>
            </a:cxnLst>
            <a:rect l="0" t="0" r="r" b="b"/>
            <a:pathLst>
              <a:path w="3350" h="905">
                <a:moveTo>
                  <a:pt x="1676" y="905"/>
                </a:moveTo>
                <a:cubicBezTo>
                  <a:pt x="2375" y="905"/>
                  <a:pt x="2991" y="545"/>
                  <a:pt x="3350" y="0"/>
                </a:cubicBezTo>
                <a:cubicBezTo>
                  <a:pt x="0" y="0"/>
                  <a:pt x="0" y="0"/>
                  <a:pt x="0" y="0"/>
                </a:cubicBezTo>
                <a:cubicBezTo>
                  <a:pt x="359" y="545"/>
                  <a:pt x="976" y="905"/>
                  <a:pt x="1676" y="905"/>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6" name="Freeform 11">
            <a:extLst>
              <a:ext uri="{FF2B5EF4-FFF2-40B4-BE49-F238E27FC236}">
                <a16:creationId xmlns:a16="http://schemas.microsoft.com/office/drawing/2014/main" id="{4BB76E9B-679B-04C8-3035-E45F18B40211}"/>
              </a:ext>
            </a:extLst>
          </p:cNvPr>
          <p:cNvSpPr>
            <a:spLocks noGrp="1" noRot="1" noMove="1" noResize="1" noEditPoints="1" noAdjustHandles="1" noChangeArrowheads="1" noChangeShapeType="1"/>
          </p:cNvSpPr>
          <p:nvPr userDrawn="1"/>
        </p:nvSpPr>
        <p:spPr bwMode="auto">
          <a:xfrm flipH="1">
            <a:off x="794" y="-4365"/>
            <a:ext cx="12196763" cy="6862365"/>
          </a:xfrm>
          <a:custGeom>
            <a:avLst/>
            <a:gdLst>
              <a:gd name="T0" fmla="*/ 1051 w 7680"/>
              <a:gd name="T1" fmla="*/ 0 h 4320"/>
              <a:gd name="T2" fmla="*/ 0 w 7680"/>
              <a:gd name="T3" fmla="*/ 0 h 4320"/>
              <a:gd name="T4" fmla="*/ 0 w 7680"/>
              <a:gd name="T5" fmla="*/ 4320 h 4320"/>
              <a:gd name="T6" fmla="*/ 7680 w 7680"/>
              <a:gd name="T7" fmla="*/ 4320 h 4320"/>
              <a:gd name="T8" fmla="*/ 7680 w 7680"/>
              <a:gd name="T9" fmla="*/ 2691 h 4320"/>
              <a:gd name="T10" fmla="*/ 5359 w 7680"/>
              <a:gd name="T11" fmla="*/ 3345 h 4320"/>
              <a:gd name="T12" fmla="*/ 1051 w 7680"/>
              <a:gd name="T13" fmla="*/ 0 h 4320"/>
            </a:gdLst>
            <a:ahLst/>
            <a:cxnLst>
              <a:cxn ang="0">
                <a:pos x="T0" y="T1"/>
              </a:cxn>
              <a:cxn ang="0">
                <a:pos x="T2" y="T3"/>
              </a:cxn>
              <a:cxn ang="0">
                <a:pos x="T4" y="T5"/>
              </a:cxn>
              <a:cxn ang="0">
                <a:pos x="T6" y="T7"/>
              </a:cxn>
              <a:cxn ang="0">
                <a:pos x="T8" y="T9"/>
              </a:cxn>
              <a:cxn ang="0">
                <a:pos x="T10" y="T11"/>
              </a:cxn>
              <a:cxn ang="0">
                <a:pos x="T12" y="T13"/>
              </a:cxn>
            </a:cxnLst>
            <a:rect l="0" t="0" r="r" b="b"/>
            <a:pathLst>
              <a:path w="7680" h="4320">
                <a:moveTo>
                  <a:pt x="1051" y="0"/>
                </a:moveTo>
                <a:cubicBezTo>
                  <a:pt x="0" y="0"/>
                  <a:pt x="0" y="0"/>
                  <a:pt x="0" y="0"/>
                </a:cubicBezTo>
                <a:cubicBezTo>
                  <a:pt x="0" y="4320"/>
                  <a:pt x="0" y="4320"/>
                  <a:pt x="0" y="4320"/>
                </a:cubicBezTo>
                <a:cubicBezTo>
                  <a:pt x="7680" y="4320"/>
                  <a:pt x="7680" y="4320"/>
                  <a:pt x="7680" y="4320"/>
                </a:cubicBezTo>
                <a:cubicBezTo>
                  <a:pt x="7680" y="2691"/>
                  <a:pt x="7680" y="2691"/>
                  <a:pt x="7680" y="2691"/>
                </a:cubicBezTo>
                <a:cubicBezTo>
                  <a:pt x="7004" y="3106"/>
                  <a:pt x="6210" y="3345"/>
                  <a:pt x="5359" y="3345"/>
                </a:cubicBezTo>
                <a:cubicBezTo>
                  <a:pt x="3283" y="3345"/>
                  <a:pt x="1540" y="1923"/>
                  <a:pt x="105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7" name="Freeform 12">
            <a:extLst>
              <a:ext uri="{FF2B5EF4-FFF2-40B4-BE49-F238E27FC236}">
                <a16:creationId xmlns:a16="http://schemas.microsoft.com/office/drawing/2014/main" id="{4EB397EC-903E-8A17-22BD-BE8AC8EAAA45}"/>
              </a:ext>
            </a:extLst>
          </p:cNvPr>
          <p:cNvSpPr>
            <a:spLocks noGrp="1" noRot="1" noMove="1" noResize="1" noEditPoints="1" noAdjustHandles="1" noChangeArrowheads="1" noChangeShapeType="1"/>
          </p:cNvSpPr>
          <p:nvPr userDrawn="1"/>
        </p:nvSpPr>
        <p:spPr bwMode="auto">
          <a:xfrm flipH="1">
            <a:off x="0" y="4535109"/>
            <a:ext cx="2321305" cy="2322891"/>
          </a:xfrm>
          <a:custGeom>
            <a:avLst/>
            <a:gdLst>
              <a:gd name="T0" fmla="*/ 1463 w 1463"/>
              <a:gd name="T1" fmla="*/ 1464 h 1464"/>
              <a:gd name="T2" fmla="*/ 1463 w 1463"/>
              <a:gd name="T3" fmla="*/ 0 h 1464"/>
              <a:gd name="T4" fmla="*/ 0 w 1463"/>
              <a:gd name="T5" fmla="*/ 1464 h 1464"/>
              <a:gd name="T6" fmla="*/ 1463 w 1463"/>
              <a:gd name="T7" fmla="*/ 1464 h 1464"/>
            </a:gdLst>
            <a:ahLst/>
            <a:cxnLst>
              <a:cxn ang="0">
                <a:pos x="T0" y="T1"/>
              </a:cxn>
              <a:cxn ang="0">
                <a:pos x="T2" y="T3"/>
              </a:cxn>
              <a:cxn ang="0">
                <a:pos x="T4" y="T5"/>
              </a:cxn>
              <a:cxn ang="0">
                <a:pos x="T6" y="T7"/>
              </a:cxn>
            </a:cxnLst>
            <a:rect l="0" t="0" r="r" b="b"/>
            <a:pathLst>
              <a:path w="1463" h="1464">
                <a:moveTo>
                  <a:pt x="1463" y="1464"/>
                </a:moveTo>
                <a:lnTo>
                  <a:pt x="1463" y="0"/>
                </a:lnTo>
                <a:lnTo>
                  <a:pt x="0" y="1464"/>
                </a:lnTo>
                <a:lnTo>
                  <a:pt x="1463" y="1464"/>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a:p>
        </p:txBody>
      </p:sp>
      <p:sp>
        <p:nvSpPr>
          <p:cNvPr id="13" name="Text Placeholder 6">
            <a:extLst>
              <a:ext uri="{FF2B5EF4-FFF2-40B4-BE49-F238E27FC236}">
                <a16:creationId xmlns:a16="http://schemas.microsoft.com/office/drawing/2014/main" id="{22A708F3-C83F-F06D-F675-4F3DB34D5318}"/>
              </a:ext>
            </a:extLst>
          </p:cNvPr>
          <p:cNvSpPr>
            <a:spLocks noGrp="1"/>
          </p:cNvSpPr>
          <p:nvPr userDrawn="1">
            <p:ph type="body" sz="quarter" idx="11" hasCustomPrompt="1"/>
          </p:nvPr>
        </p:nvSpPr>
        <p:spPr>
          <a:xfrm>
            <a:off x="321650" y="6431151"/>
            <a:ext cx="1326356" cy="152349"/>
          </a:xfrm>
          <a:prstGeom prst="rect">
            <a:avLst/>
          </a:prstGeom>
        </p:spPr>
        <p:txBody>
          <a:bodyPr wrap="square" lIns="0" tIns="0" rIns="0" bIns="0" anchor="b" anchorCtr="0">
            <a:spAutoFit/>
          </a:bodyPr>
          <a:lstStyle>
            <a:lvl1pPr marL="0" indent="0" algn="l">
              <a:buNone/>
              <a:defRPr sz="1100" spc="50" baseline="0">
                <a:solidFill>
                  <a:schemeClr val="tx1">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23" name="Title 1">
            <a:extLst>
              <a:ext uri="{FF2B5EF4-FFF2-40B4-BE49-F238E27FC236}">
                <a16:creationId xmlns:a16="http://schemas.microsoft.com/office/drawing/2014/main" id="{2417B7E8-8E59-7599-B8C9-2951CFA31439}"/>
              </a:ext>
            </a:extLst>
          </p:cNvPr>
          <p:cNvSpPr>
            <a:spLocks noGrp="1"/>
          </p:cNvSpPr>
          <p:nvPr userDrawn="1">
            <p:ph type="title" hasCustomPrompt="1"/>
          </p:nvPr>
        </p:nvSpPr>
        <p:spPr>
          <a:xfrm>
            <a:off x="5167396" y="5408829"/>
            <a:ext cx="6564081" cy="1107996"/>
          </a:xfrm>
          <a:prstGeom prst="rect">
            <a:avLst/>
          </a:prstGeom>
        </p:spPr>
        <p:txBody>
          <a:bodyPr wrap="square" lIns="0" tIns="0" rIns="0" bIns="0" anchor="b" anchorCtr="0">
            <a:spAutoFit/>
          </a:bodyPr>
          <a:lstStyle>
            <a:lvl1pPr algn="r">
              <a:defRPr sz="4000" spc="40" baseline="0">
                <a:solidFill>
                  <a:schemeClr val="bg1"/>
                </a:solidFill>
              </a:defRPr>
            </a:lvl1pPr>
          </a:lstStyle>
          <a:p>
            <a:r>
              <a:rPr lang="en-ZA" noProof="0" dirty="0"/>
              <a:t>Click to add Presentation Title over Two Lines</a:t>
            </a:r>
          </a:p>
        </p:txBody>
      </p:sp>
      <p:pic>
        <p:nvPicPr>
          <p:cNvPr id="29" name="Picture 28">
            <a:extLst>
              <a:ext uri="{FF2B5EF4-FFF2-40B4-BE49-F238E27FC236}">
                <a16:creationId xmlns:a16="http://schemas.microsoft.com/office/drawing/2014/main" id="{60B0166D-E6C0-D4C8-4DAA-40BE5D33D9FA}"/>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361328" y="305967"/>
            <a:ext cx="1370149" cy="198311"/>
          </a:xfrm>
          <a:prstGeom prst="rect">
            <a:avLst/>
          </a:prstGeom>
        </p:spPr>
      </p:pic>
    </p:spTree>
    <p:extLst>
      <p:ext uri="{BB962C8B-B14F-4D97-AF65-F5344CB8AC3E}">
        <p14:creationId xmlns:p14="http://schemas.microsoft.com/office/powerpoint/2010/main" val="3958146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01 | 6_COVER - Photo DB 4">
    <p:bg>
      <p:bgPr>
        <a:solidFill>
          <a:schemeClr val="tx1"/>
        </a:solidFill>
        <a:effectLst/>
      </p:bgPr>
    </p:bg>
    <p:spTree>
      <p:nvGrpSpPr>
        <p:cNvPr id="1" name=""/>
        <p:cNvGrpSpPr/>
        <p:nvPr/>
      </p:nvGrpSpPr>
      <p:grpSpPr>
        <a:xfrm>
          <a:off x="0" y="0"/>
          <a:ext cx="0" cy="0"/>
          <a:chOff x="0" y="0"/>
          <a:chExt cx="0" cy="0"/>
        </a:xfrm>
      </p:grpSpPr>
      <p:pic>
        <p:nvPicPr>
          <p:cNvPr id="18" name="Picture 17" descr="A person looking at a shelf of shampoo&#10;&#10;Description automatically generated">
            <a:extLst>
              <a:ext uri="{FF2B5EF4-FFF2-40B4-BE49-F238E27FC236}">
                <a16:creationId xmlns:a16="http://schemas.microsoft.com/office/drawing/2014/main" id="{00C25E37-AF04-EB2C-2C94-44017BE87D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Rectangle 20">
            <a:extLst>
              <a:ext uri="{FF2B5EF4-FFF2-40B4-BE49-F238E27FC236}">
                <a16:creationId xmlns:a16="http://schemas.microsoft.com/office/drawing/2014/main" id="{9130F430-FA3F-2C24-8AFE-4B10A37C33F2}"/>
              </a:ext>
            </a:extLst>
          </p:cNvPr>
          <p:cNvSpPr>
            <a:spLocks noGrp="1" noRot="1" noMove="1" noResize="1" noEditPoints="1" noAdjustHandles="1" noChangeArrowheads="1" noChangeShapeType="1"/>
          </p:cNvSpPr>
          <p:nvPr userDrawn="1"/>
        </p:nvSpPr>
        <p:spPr>
          <a:xfrm>
            <a:off x="3771900" y="0"/>
            <a:ext cx="6810374" cy="6858000"/>
          </a:xfrm>
          <a:prstGeom prst="rect">
            <a:avLst/>
          </a:prstGeom>
          <a:gradFill flip="none" rotWithShape="1">
            <a:gsLst>
              <a:gs pos="100000">
                <a:schemeClr val="tx2"/>
              </a:gs>
              <a:gs pos="62000">
                <a:srgbClr val="00345E">
                  <a:alpha val="35000"/>
                </a:srgbClr>
              </a:gs>
              <a:gs pos="19000">
                <a:schemeClr val="accent1">
                  <a:alpha val="0"/>
                  <a:lumMod val="10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Freeform 10">
            <a:extLst>
              <a:ext uri="{FF2B5EF4-FFF2-40B4-BE49-F238E27FC236}">
                <a16:creationId xmlns:a16="http://schemas.microsoft.com/office/drawing/2014/main" id="{E1FAE2E9-3BE3-AAD7-1F4D-64B5337F4D32}"/>
              </a:ext>
            </a:extLst>
          </p:cNvPr>
          <p:cNvSpPr>
            <a:spLocks noGrp="1" noRot="1" noMove="1" noResize="1" noEditPoints="1" noAdjustHandles="1" noChangeArrowheads="1" noChangeShapeType="1"/>
          </p:cNvSpPr>
          <p:nvPr userDrawn="1"/>
        </p:nvSpPr>
        <p:spPr bwMode="auto">
          <a:xfrm flipH="1">
            <a:off x="1028165" y="-4366"/>
            <a:ext cx="5320118" cy="1437527"/>
          </a:xfrm>
          <a:custGeom>
            <a:avLst/>
            <a:gdLst>
              <a:gd name="T0" fmla="*/ 1676 w 3350"/>
              <a:gd name="T1" fmla="*/ 905 h 905"/>
              <a:gd name="T2" fmla="*/ 3350 w 3350"/>
              <a:gd name="T3" fmla="*/ 0 h 905"/>
              <a:gd name="T4" fmla="*/ 0 w 3350"/>
              <a:gd name="T5" fmla="*/ 0 h 905"/>
              <a:gd name="T6" fmla="*/ 1676 w 3350"/>
              <a:gd name="T7" fmla="*/ 905 h 905"/>
            </a:gdLst>
            <a:ahLst/>
            <a:cxnLst>
              <a:cxn ang="0">
                <a:pos x="T0" y="T1"/>
              </a:cxn>
              <a:cxn ang="0">
                <a:pos x="T2" y="T3"/>
              </a:cxn>
              <a:cxn ang="0">
                <a:pos x="T4" y="T5"/>
              </a:cxn>
              <a:cxn ang="0">
                <a:pos x="T6" y="T7"/>
              </a:cxn>
            </a:cxnLst>
            <a:rect l="0" t="0" r="r" b="b"/>
            <a:pathLst>
              <a:path w="3350" h="905">
                <a:moveTo>
                  <a:pt x="1676" y="905"/>
                </a:moveTo>
                <a:cubicBezTo>
                  <a:pt x="2375" y="905"/>
                  <a:pt x="2991" y="545"/>
                  <a:pt x="3350" y="0"/>
                </a:cubicBezTo>
                <a:cubicBezTo>
                  <a:pt x="0" y="0"/>
                  <a:pt x="0" y="0"/>
                  <a:pt x="0" y="0"/>
                </a:cubicBezTo>
                <a:cubicBezTo>
                  <a:pt x="359" y="545"/>
                  <a:pt x="976" y="905"/>
                  <a:pt x="1676" y="905"/>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6" name="Freeform 11">
            <a:extLst>
              <a:ext uri="{FF2B5EF4-FFF2-40B4-BE49-F238E27FC236}">
                <a16:creationId xmlns:a16="http://schemas.microsoft.com/office/drawing/2014/main" id="{4BB76E9B-679B-04C8-3035-E45F18B40211}"/>
              </a:ext>
            </a:extLst>
          </p:cNvPr>
          <p:cNvSpPr>
            <a:spLocks noGrp="1" noRot="1" noMove="1" noResize="1" noEditPoints="1" noAdjustHandles="1" noChangeArrowheads="1" noChangeShapeType="1"/>
          </p:cNvSpPr>
          <p:nvPr userDrawn="1"/>
        </p:nvSpPr>
        <p:spPr bwMode="auto">
          <a:xfrm flipH="1">
            <a:off x="794" y="-4365"/>
            <a:ext cx="12196763" cy="6862365"/>
          </a:xfrm>
          <a:custGeom>
            <a:avLst/>
            <a:gdLst>
              <a:gd name="T0" fmla="*/ 1051 w 7680"/>
              <a:gd name="T1" fmla="*/ 0 h 4320"/>
              <a:gd name="T2" fmla="*/ 0 w 7680"/>
              <a:gd name="T3" fmla="*/ 0 h 4320"/>
              <a:gd name="T4" fmla="*/ 0 w 7680"/>
              <a:gd name="T5" fmla="*/ 4320 h 4320"/>
              <a:gd name="T6" fmla="*/ 7680 w 7680"/>
              <a:gd name="T7" fmla="*/ 4320 h 4320"/>
              <a:gd name="T8" fmla="*/ 7680 w 7680"/>
              <a:gd name="T9" fmla="*/ 2691 h 4320"/>
              <a:gd name="T10" fmla="*/ 5359 w 7680"/>
              <a:gd name="T11" fmla="*/ 3345 h 4320"/>
              <a:gd name="T12" fmla="*/ 1051 w 7680"/>
              <a:gd name="T13" fmla="*/ 0 h 4320"/>
            </a:gdLst>
            <a:ahLst/>
            <a:cxnLst>
              <a:cxn ang="0">
                <a:pos x="T0" y="T1"/>
              </a:cxn>
              <a:cxn ang="0">
                <a:pos x="T2" y="T3"/>
              </a:cxn>
              <a:cxn ang="0">
                <a:pos x="T4" y="T5"/>
              </a:cxn>
              <a:cxn ang="0">
                <a:pos x="T6" y="T7"/>
              </a:cxn>
              <a:cxn ang="0">
                <a:pos x="T8" y="T9"/>
              </a:cxn>
              <a:cxn ang="0">
                <a:pos x="T10" y="T11"/>
              </a:cxn>
              <a:cxn ang="0">
                <a:pos x="T12" y="T13"/>
              </a:cxn>
            </a:cxnLst>
            <a:rect l="0" t="0" r="r" b="b"/>
            <a:pathLst>
              <a:path w="7680" h="4320">
                <a:moveTo>
                  <a:pt x="1051" y="0"/>
                </a:moveTo>
                <a:cubicBezTo>
                  <a:pt x="0" y="0"/>
                  <a:pt x="0" y="0"/>
                  <a:pt x="0" y="0"/>
                </a:cubicBezTo>
                <a:cubicBezTo>
                  <a:pt x="0" y="4320"/>
                  <a:pt x="0" y="4320"/>
                  <a:pt x="0" y="4320"/>
                </a:cubicBezTo>
                <a:cubicBezTo>
                  <a:pt x="7680" y="4320"/>
                  <a:pt x="7680" y="4320"/>
                  <a:pt x="7680" y="4320"/>
                </a:cubicBezTo>
                <a:cubicBezTo>
                  <a:pt x="7680" y="2691"/>
                  <a:pt x="7680" y="2691"/>
                  <a:pt x="7680" y="2691"/>
                </a:cubicBezTo>
                <a:cubicBezTo>
                  <a:pt x="7004" y="3106"/>
                  <a:pt x="6210" y="3345"/>
                  <a:pt x="5359" y="3345"/>
                </a:cubicBezTo>
                <a:cubicBezTo>
                  <a:pt x="3283" y="3345"/>
                  <a:pt x="1540" y="1923"/>
                  <a:pt x="1051"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ZA" dirty="0"/>
          </a:p>
        </p:txBody>
      </p:sp>
      <p:sp>
        <p:nvSpPr>
          <p:cNvPr id="7" name="Freeform 12">
            <a:extLst>
              <a:ext uri="{FF2B5EF4-FFF2-40B4-BE49-F238E27FC236}">
                <a16:creationId xmlns:a16="http://schemas.microsoft.com/office/drawing/2014/main" id="{4EB397EC-903E-8A17-22BD-BE8AC8EAAA45}"/>
              </a:ext>
            </a:extLst>
          </p:cNvPr>
          <p:cNvSpPr>
            <a:spLocks noGrp="1" noRot="1" noMove="1" noResize="1" noEditPoints="1" noAdjustHandles="1" noChangeArrowheads="1" noChangeShapeType="1"/>
          </p:cNvSpPr>
          <p:nvPr userDrawn="1"/>
        </p:nvSpPr>
        <p:spPr bwMode="auto">
          <a:xfrm flipH="1">
            <a:off x="0" y="4535109"/>
            <a:ext cx="2321305" cy="2322891"/>
          </a:xfrm>
          <a:custGeom>
            <a:avLst/>
            <a:gdLst>
              <a:gd name="T0" fmla="*/ 1463 w 1463"/>
              <a:gd name="T1" fmla="*/ 1464 h 1464"/>
              <a:gd name="T2" fmla="*/ 1463 w 1463"/>
              <a:gd name="T3" fmla="*/ 0 h 1464"/>
              <a:gd name="T4" fmla="*/ 0 w 1463"/>
              <a:gd name="T5" fmla="*/ 1464 h 1464"/>
              <a:gd name="T6" fmla="*/ 1463 w 1463"/>
              <a:gd name="T7" fmla="*/ 1464 h 1464"/>
            </a:gdLst>
            <a:ahLst/>
            <a:cxnLst>
              <a:cxn ang="0">
                <a:pos x="T0" y="T1"/>
              </a:cxn>
              <a:cxn ang="0">
                <a:pos x="T2" y="T3"/>
              </a:cxn>
              <a:cxn ang="0">
                <a:pos x="T4" y="T5"/>
              </a:cxn>
              <a:cxn ang="0">
                <a:pos x="T6" y="T7"/>
              </a:cxn>
            </a:cxnLst>
            <a:rect l="0" t="0" r="r" b="b"/>
            <a:pathLst>
              <a:path w="1463" h="1464">
                <a:moveTo>
                  <a:pt x="1463" y="1464"/>
                </a:moveTo>
                <a:lnTo>
                  <a:pt x="1463" y="0"/>
                </a:lnTo>
                <a:lnTo>
                  <a:pt x="0" y="1464"/>
                </a:lnTo>
                <a:lnTo>
                  <a:pt x="1463" y="14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ZA"/>
          </a:p>
        </p:txBody>
      </p:sp>
      <p:sp>
        <p:nvSpPr>
          <p:cNvPr id="13" name="Text Placeholder 6">
            <a:extLst>
              <a:ext uri="{FF2B5EF4-FFF2-40B4-BE49-F238E27FC236}">
                <a16:creationId xmlns:a16="http://schemas.microsoft.com/office/drawing/2014/main" id="{22A708F3-C83F-F06D-F675-4F3DB34D5318}"/>
              </a:ext>
            </a:extLst>
          </p:cNvPr>
          <p:cNvSpPr>
            <a:spLocks noGrp="1"/>
          </p:cNvSpPr>
          <p:nvPr userDrawn="1">
            <p:ph type="body" sz="quarter" idx="11" hasCustomPrompt="1"/>
          </p:nvPr>
        </p:nvSpPr>
        <p:spPr>
          <a:xfrm>
            <a:off x="321650" y="6431151"/>
            <a:ext cx="1326356" cy="152349"/>
          </a:xfrm>
          <a:prstGeom prst="rect">
            <a:avLst/>
          </a:prstGeom>
        </p:spPr>
        <p:txBody>
          <a:bodyPr wrap="square" lIns="0" tIns="0" rIns="0" bIns="0" anchor="b" anchorCtr="0">
            <a:spAutoFit/>
          </a:bodyPr>
          <a:lstStyle>
            <a:lvl1pPr marL="0" indent="0" algn="l">
              <a:buNone/>
              <a:defRPr sz="1100" spc="50" baseline="0">
                <a:solidFill>
                  <a:schemeClr val="tx1">
                    <a:alpha val="3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DATE</a:t>
            </a:r>
          </a:p>
        </p:txBody>
      </p:sp>
      <p:sp>
        <p:nvSpPr>
          <p:cNvPr id="23" name="Title 1">
            <a:extLst>
              <a:ext uri="{FF2B5EF4-FFF2-40B4-BE49-F238E27FC236}">
                <a16:creationId xmlns:a16="http://schemas.microsoft.com/office/drawing/2014/main" id="{2417B7E8-8E59-7599-B8C9-2951CFA31439}"/>
              </a:ext>
            </a:extLst>
          </p:cNvPr>
          <p:cNvSpPr>
            <a:spLocks noGrp="1"/>
          </p:cNvSpPr>
          <p:nvPr userDrawn="1">
            <p:ph type="title" hasCustomPrompt="1"/>
          </p:nvPr>
        </p:nvSpPr>
        <p:spPr>
          <a:xfrm>
            <a:off x="5167396" y="5408829"/>
            <a:ext cx="6564081" cy="1107996"/>
          </a:xfrm>
          <a:prstGeom prst="rect">
            <a:avLst/>
          </a:prstGeom>
        </p:spPr>
        <p:txBody>
          <a:bodyPr wrap="square" lIns="0" tIns="0" rIns="0" bIns="0" anchor="b" anchorCtr="0">
            <a:spAutoFit/>
          </a:bodyPr>
          <a:lstStyle>
            <a:lvl1pPr algn="r">
              <a:defRPr sz="4000" spc="40" baseline="0">
                <a:solidFill>
                  <a:schemeClr val="bg1"/>
                </a:solidFill>
              </a:defRPr>
            </a:lvl1pPr>
          </a:lstStyle>
          <a:p>
            <a:r>
              <a:rPr lang="en-ZA" noProof="0" dirty="0"/>
              <a:t>Click to add Presentation Title over Two Lines</a:t>
            </a:r>
          </a:p>
        </p:txBody>
      </p:sp>
      <p:pic>
        <p:nvPicPr>
          <p:cNvPr id="29" name="Picture 28">
            <a:extLst>
              <a:ext uri="{FF2B5EF4-FFF2-40B4-BE49-F238E27FC236}">
                <a16:creationId xmlns:a16="http://schemas.microsoft.com/office/drawing/2014/main" id="{60B0166D-E6C0-D4C8-4DAA-40BE5D33D9FA}"/>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10361328" y="305967"/>
            <a:ext cx="1370149" cy="198311"/>
          </a:xfrm>
          <a:prstGeom prst="rect">
            <a:avLst/>
          </a:prstGeom>
        </p:spPr>
      </p:pic>
    </p:spTree>
    <p:extLst>
      <p:ext uri="{BB962C8B-B14F-4D97-AF65-F5344CB8AC3E}">
        <p14:creationId xmlns:p14="http://schemas.microsoft.com/office/powerpoint/2010/main" val="10154960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02 | 8_COVER - Photo DB 5">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DE80D540-974D-1405-AACD-12EFC1E07E8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2" name="Graphic 31">
            <a:extLst>
              <a:ext uri="{FF2B5EF4-FFF2-40B4-BE49-F238E27FC236}">
                <a16:creationId xmlns:a16="http://schemas.microsoft.com/office/drawing/2014/main" id="{597BE77D-E1E2-BD82-6528-19F220F8E1E7}"/>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4051300" y="0"/>
            <a:ext cx="8140700" cy="6858000"/>
          </a:xfrm>
          <a:prstGeom prst="rect">
            <a:avLst/>
          </a:prstGeom>
        </p:spPr>
      </p:pic>
      <p:sp>
        <p:nvSpPr>
          <p:cNvPr id="25" name="Freeform: Shape 24">
            <a:extLst>
              <a:ext uri="{FF2B5EF4-FFF2-40B4-BE49-F238E27FC236}">
                <a16:creationId xmlns:a16="http://schemas.microsoft.com/office/drawing/2014/main" id="{F52708EA-F7BA-B4E3-261E-58EFA69963B9}"/>
              </a:ext>
            </a:extLst>
          </p:cNvPr>
          <p:cNvSpPr>
            <a:spLocks noGrp="1" noRot="1" noMove="1" noResize="1" noEditPoints="1" noAdjustHandles="1" noChangeArrowheads="1" noChangeShapeType="1"/>
          </p:cNvSpPr>
          <p:nvPr/>
        </p:nvSpPr>
        <p:spPr>
          <a:xfrm>
            <a:off x="0" y="0"/>
            <a:ext cx="8263508" cy="6858000"/>
          </a:xfrm>
          <a:custGeom>
            <a:avLst/>
            <a:gdLst>
              <a:gd name="connsiteX0" fmla="*/ 4065461 w 8263508"/>
              <a:gd name="connsiteY0" fmla="*/ 2661984 h 6858000"/>
              <a:gd name="connsiteX1" fmla="*/ 4054856 w 8263508"/>
              <a:gd name="connsiteY1" fmla="*/ 2651379 h 6858000"/>
              <a:gd name="connsiteX2" fmla="*/ 4050221 w 8263508"/>
              <a:gd name="connsiteY2" fmla="*/ 2646680 h 6858000"/>
              <a:gd name="connsiteX3" fmla="*/ 3550666 w 8263508"/>
              <a:gd name="connsiteY3" fmla="*/ 1426972 h 6858000"/>
              <a:gd name="connsiteX4" fmla="*/ 4296093 w 8263508"/>
              <a:gd name="connsiteY4" fmla="*/ 0 h 6858000"/>
              <a:gd name="connsiteX5" fmla="*/ 0 w 8263508"/>
              <a:gd name="connsiteY5" fmla="*/ 0 h 6858000"/>
              <a:gd name="connsiteX6" fmla="*/ 0 w 8263508"/>
              <a:gd name="connsiteY6" fmla="*/ 6858000 h 6858000"/>
              <a:gd name="connsiteX7" fmla="*/ 8263509 w 8263508"/>
              <a:gd name="connsiteY7" fmla="*/ 6858000 h 6858000"/>
              <a:gd name="connsiteX8" fmla="*/ 4065841 w 8263508"/>
              <a:gd name="connsiteY8" fmla="*/ 2662301 h 6858000"/>
              <a:gd name="connsiteX9" fmla="*/ 4065461 w 8263508"/>
              <a:gd name="connsiteY9" fmla="*/ 266198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63508" h="6858000">
                <a:moveTo>
                  <a:pt x="4065461" y="2661984"/>
                </a:moveTo>
                <a:lnTo>
                  <a:pt x="4054856" y="2651379"/>
                </a:lnTo>
                <a:cubicBezTo>
                  <a:pt x="4053269" y="2649855"/>
                  <a:pt x="4051745" y="2648268"/>
                  <a:pt x="4050221" y="2646680"/>
                </a:cubicBezTo>
                <a:cubicBezTo>
                  <a:pt x="3741230" y="2332800"/>
                  <a:pt x="3550666" y="1902142"/>
                  <a:pt x="3550666" y="1426972"/>
                </a:cubicBezTo>
                <a:cubicBezTo>
                  <a:pt x="3550666" y="836105"/>
                  <a:pt x="3845497" y="314071"/>
                  <a:pt x="4296093" y="0"/>
                </a:cubicBezTo>
                <a:lnTo>
                  <a:pt x="0" y="0"/>
                </a:lnTo>
                <a:lnTo>
                  <a:pt x="0" y="6858000"/>
                </a:lnTo>
                <a:lnTo>
                  <a:pt x="8263509" y="6858000"/>
                </a:lnTo>
                <a:lnTo>
                  <a:pt x="4065841" y="2662301"/>
                </a:lnTo>
                <a:cubicBezTo>
                  <a:pt x="4065841" y="2662301"/>
                  <a:pt x="4065588" y="2662111"/>
                  <a:pt x="4065461" y="2661984"/>
                </a:cubicBezTo>
                <a:close/>
              </a:path>
            </a:pathLst>
          </a:custGeom>
          <a:solidFill>
            <a:schemeClr val="tx2"/>
          </a:solidFill>
          <a:ln w="6350"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755F84AC-BDA8-A7FF-474B-A06FFFBF1C95}"/>
              </a:ext>
            </a:extLst>
          </p:cNvPr>
          <p:cNvSpPr>
            <a:spLocks noGrp="1" noRot="1" noMove="1" noResize="1" noEditPoints="1" noAdjustHandles="1" noChangeArrowheads="1" noChangeShapeType="1"/>
          </p:cNvSpPr>
          <p:nvPr/>
        </p:nvSpPr>
        <p:spPr>
          <a:xfrm>
            <a:off x="0" y="0"/>
            <a:ext cx="5161026" cy="4204906"/>
          </a:xfrm>
          <a:custGeom>
            <a:avLst/>
            <a:gdLst>
              <a:gd name="connsiteX0" fmla="*/ 5161026 w 5161026"/>
              <a:gd name="connsiteY0" fmla="*/ 0 h 4204906"/>
              <a:gd name="connsiteX1" fmla="*/ 955866 w 5161026"/>
              <a:gd name="connsiteY1" fmla="*/ 4204907 h 4204906"/>
              <a:gd name="connsiteX2" fmla="*/ 1143 w 5161026"/>
              <a:gd name="connsiteY2" fmla="*/ 4204907 h 4204906"/>
              <a:gd name="connsiteX3" fmla="*/ 1143 w 5161026"/>
              <a:gd name="connsiteY3" fmla="*/ 2943225 h 4204906"/>
              <a:gd name="connsiteX4" fmla="*/ 0 w 5161026"/>
              <a:gd name="connsiteY4" fmla="*/ 2943225 h 4204906"/>
              <a:gd name="connsiteX5" fmla="*/ 0 w 5161026"/>
              <a:gd name="connsiteY5" fmla="*/ 728091 h 4204906"/>
              <a:gd name="connsiteX6" fmla="*/ 728091 w 5161026"/>
              <a:gd name="connsiteY6" fmla="*/ 0 h 4204906"/>
              <a:gd name="connsiteX7" fmla="*/ 5161026 w 5161026"/>
              <a:gd name="connsiteY7" fmla="*/ 0 h 420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61026" h="4204906">
                <a:moveTo>
                  <a:pt x="5161026" y="0"/>
                </a:moveTo>
                <a:lnTo>
                  <a:pt x="955866" y="4204907"/>
                </a:lnTo>
                <a:lnTo>
                  <a:pt x="1143" y="4204907"/>
                </a:lnTo>
                <a:lnTo>
                  <a:pt x="1143" y="2943225"/>
                </a:lnTo>
                <a:lnTo>
                  <a:pt x="0" y="2943225"/>
                </a:lnTo>
                <a:lnTo>
                  <a:pt x="0" y="728091"/>
                </a:lnTo>
                <a:lnTo>
                  <a:pt x="728091" y="0"/>
                </a:lnTo>
                <a:lnTo>
                  <a:pt x="5161026" y="0"/>
                </a:lnTo>
                <a:close/>
              </a:path>
            </a:pathLst>
          </a:custGeom>
          <a:solidFill>
            <a:srgbClr val="00203E"/>
          </a:solidFill>
          <a:ln w="6350" cap="flat">
            <a:no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B95B5FCF-9547-BB3E-9FB3-11E4AFB6EA73}"/>
              </a:ext>
            </a:extLst>
          </p:cNvPr>
          <p:cNvSpPr>
            <a:spLocks noGrp="1" noRot="1" noMove="1" noResize="1" noEditPoints="1" noAdjustHandles="1" noChangeArrowheads="1" noChangeShapeType="1"/>
          </p:cNvSpPr>
          <p:nvPr/>
        </p:nvSpPr>
        <p:spPr>
          <a:xfrm>
            <a:off x="0" y="727138"/>
            <a:ext cx="2217356" cy="3477768"/>
          </a:xfrm>
          <a:custGeom>
            <a:avLst/>
            <a:gdLst>
              <a:gd name="connsiteX0" fmla="*/ 2217357 w 2217356"/>
              <a:gd name="connsiteY0" fmla="*/ 1261237 h 3477768"/>
              <a:gd name="connsiteX1" fmla="*/ 2217357 w 2217356"/>
              <a:gd name="connsiteY1" fmla="*/ 2216087 h 3477768"/>
              <a:gd name="connsiteX2" fmla="*/ 955866 w 2217356"/>
              <a:gd name="connsiteY2" fmla="*/ 2216087 h 3477768"/>
              <a:gd name="connsiteX3" fmla="*/ 955866 w 2217356"/>
              <a:gd name="connsiteY3" fmla="*/ 3477768 h 3477768"/>
              <a:gd name="connsiteX4" fmla="*/ 1143 w 2217356"/>
              <a:gd name="connsiteY4" fmla="*/ 3477768 h 3477768"/>
              <a:gd name="connsiteX5" fmla="*/ 1143 w 2217356"/>
              <a:gd name="connsiteY5" fmla="*/ 2216087 h 3477768"/>
              <a:gd name="connsiteX6" fmla="*/ 0 w 2217356"/>
              <a:gd name="connsiteY6" fmla="*/ 2216087 h 3477768"/>
              <a:gd name="connsiteX7" fmla="*/ 0 w 2217356"/>
              <a:gd name="connsiteY7" fmla="*/ 1261237 h 3477768"/>
              <a:gd name="connsiteX8" fmla="*/ 1143 w 2217356"/>
              <a:gd name="connsiteY8" fmla="*/ 1261237 h 3477768"/>
              <a:gd name="connsiteX9" fmla="*/ 1143 w 2217356"/>
              <a:gd name="connsiteY9" fmla="*/ 0 h 3477768"/>
              <a:gd name="connsiteX10" fmla="*/ 955866 w 2217356"/>
              <a:gd name="connsiteY10" fmla="*/ 0 h 3477768"/>
              <a:gd name="connsiteX11" fmla="*/ 955866 w 2217356"/>
              <a:gd name="connsiteY11" fmla="*/ 1261237 h 3477768"/>
              <a:gd name="connsiteX12" fmla="*/ 2217357 w 2217356"/>
              <a:gd name="connsiteY12" fmla="*/ 1261237 h 3477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17356" h="3477768">
                <a:moveTo>
                  <a:pt x="2217357" y="1261237"/>
                </a:moveTo>
                <a:lnTo>
                  <a:pt x="2217357" y="2216087"/>
                </a:lnTo>
                <a:lnTo>
                  <a:pt x="955866" y="2216087"/>
                </a:lnTo>
                <a:lnTo>
                  <a:pt x="955866" y="3477768"/>
                </a:lnTo>
                <a:lnTo>
                  <a:pt x="1143" y="3477768"/>
                </a:lnTo>
                <a:lnTo>
                  <a:pt x="1143" y="2216087"/>
                </a:lnTo>
                <a:lnTo>
                  <a:pt x="0" y="2216087"/>
                </a:lnTo>
                <a:lnTo>
                  <a:pt x="0" y="1261237"/>
                </a:lnTo>
                <a:lnTo>
                  <a:pt x="1143" y="1261237"/>
                </a:lnTo>
                <a:lnTo>
                  <a:pt x="1143" y="0"/>
                </a:lnTo>
                <a:lnTo>
                  <a:pt x="955866" y="0"/>
                </a:lnTo>
                <a:lnTo>
                  <a:pt x="955866" y="1261237"/>
                </a:lnTo>
                <a:lnTo>
                  <a:pt x="2217357" y="1261237"/>
                </a:lnTo>
                <a:close/>
              </a:path>
            </a:pathLst>
          </a:custGeom>
          <a:solidFill>
            <a:schemeClr val="accent3"/>
          </a:solidFill>
          <a:ln w="6350"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88B28656-3CDA-176C-4CE7-AFFD2CAF531D}"/>
              </a:ext>
            </a:extLst>
          </p:cNvPr>
          <p:cNvSpPr>
            <a:spLocks noGrp="1" noRot="1" noMove="1" noResize="1" noEditPoints="1" noAdjustHandles="1" noChangeArrowheads="1" noChangeShapeType="1"/>
          </p:cNvSpPr>
          <p:nvPr/>
        </p:nvSpPr>
        <p:spPr>
          <a:xfrm>
            <a:off x="3550665" y="0"/>
            <a:ext cx="3477260" cy="3165792"/>
          </a:xfrm>
          <a:custGeom>
            <a:avLst/>
            <a:gdLst>
              <a:gd name="connsiteX0" fmla="*/ 2988056 w 3477260"/>
              <a:gd name="connsiteY0" fmla="*/ 218186 h 3165792"/>
              <a:gd name="connsiteX1" fmla="*/ 2731834 w 3477260"/>
              <a:gd name="connsiteY1" fmla="*/ 0 h 3165792"/>
              <a:gd name="connsiteX2" fmla="*/ 745427 w 3477260"/>
              <a:gd name="connsiteY2" fmla="*/ 0 h 3165792"/>
              <a:gd name="connsiteX3" fmla="*/ 0 w 3477260"/>
              <a:gd name="connsiteY3" fmla="*/ 1426972 h 3165792"/>
              <a:gd name="connsiteX4" fmla="*/ 499555 w 3477260"/>
              <a:gd name="connsiteY4" fmla="*/ 2646680 h 3165792"/>
              <a:gd name="connsiteX5" fmla="*/ 504190 w 3477260"/>
              <a:gd name="connsiteY5" fmla="*/ 2651379 h 3165792"/>
              <a:gd name="connsiteX6" fmla="*/ 514795 w 3477260"/>
              <a:gd name="connsiteY6" fmla="*/ 2661984 h 3165792"/>
              <a:gd name="connsiteX7" fmla="*/ 515176 w 3477260"/>
              <a:gd name="connsiteY7" fmla="*/ 2662301 h 3165792"/>
              <a:gd name="connsiteX8" fmla="*/ 1738757 w 3477260"/>
              <a:gd name="connsiteY8" fmla="*/ 3165793 h 3165792"/>
              <a:gd name="connsiteX9" fmla="*/ 3477260 w 3477260"/>
              <a:gd name="connsiteY9" fmla="*/ 1426972 h 3165792"/>
              <a:gd name="connsiteX10" fmla="*/ 2988056 w 3477260"/>
              <a:gd name="connsiteY10" fmla="*/ 218186 h 3165792"/>
              <a:gd name="connsiteX11" fmla="*/ 1738757 w 3477260"/>
              <a:gd name="connsiteY11" fmla="*/ 643192 h 3165792"/>
              <a:gd name="connsiteX12" fmla="*/ 2522665 w 3477260"/>
              <a:gd name="connsiteY12" fmla="*/ 1426972 h 3165792"/>
              <a:gd name="connsiteX13" fmla="*/ 1738757 w 3477260"/>
              <a:gd name="connsiteY13" fmla="*/ 2211134 h 3165792"/>
              <a:gd name="connsiteX14" fmla="*/ 954850 w 3477260"/>
              <a:gd name="connsiteY14" fmla="*/ 1426972 h 3165792"/>
              <a:gd name="connsiteX15" fmla="*/ 1738757 w 3477260"/>
              <a:gd name="connsiteY15" fmla="*/ 643192 h 316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77260" h="3165792">
                <a:moveTo>
                  <a:pt x="2988056" y="218186"/>
                </a:moveTo>
                <a:cubicBezTo>
                  <a:pt x="2910015" y="137478"/>
                  <a:pt x="2824226" y="64389"/>
                  <a:pt x="2731834" y="0"/>
                </a:cubicBezTo>
                <a:lnTo>
                  <a:pt x="745427" y="0"/>
                </a:lnTo>
                <a:cubicBezTo>
                  <a:pt x="294831" y="314071"/>
                  <a:pt x="0" y="836105"/>
                  <a:pt x="0" y="1426972"/>
                </a:cubicBezTo>
                <a:cubicBezTo>
                  <a:pt x="0" y="1902142"/>
                  <a:pt x="190564" y="2332800"/>
                  <a:pt x="499555" y="2646680"/>
                </a:cubicBezTo>
                <a:cubicBezTo>
                  <a:pt x="501079" y="2648268"/>
                  <a:pt x="502603" y="2649855"/>
                  <a:pt x="504190" y="2651379"/>
                </a:cubicBezTo>
                <a:lnTo>
                  <a:pt x="514795" y="2661984"/>
                </a:lnTo>
                <a:cubicBezTo>
                  <a:pt x="514795" y="2661984"/>
                  <a:pt x="515049" y="2662238"/>
                  <a:pt x="515176" y="2662301"/>
                </a:cubicBezTo>
                <a:cubicBezTo>
                  <a:pt x="829247" y="2973578"/>
                  <a:pt x="1261555" y="3165793"/>
                  <a:pt x="1738757" y="3165793"/>
                </a:cubicBezTo>
                <a:cubicBezTo>
                  <a:pt x="2698750" y="3165793"/>
                  <a:pt x="3477260" y="2387346"/>
                  <a:pt x="3477260" y="1426972"/>
                </a:cubicBezTo>
                <a:cubicBezTo>
                  <a:pt x="3477260" y="957263"/>
                  <a:pt x="3290888" y="531051"/>
                  <a:pt x="2988056" y="218186"/>
                </a:cubicBezTo>
                <a:close/>
                <a:moveTo>
                  <a:pt x="1738757" y="643192"/>
                </a:moveTo>
                <a:cubicBezTo>
                  <a:pt x="2170621" y="643192"/>
                  <a:pt x="2522665" y="994727"/>
                  <a:pt x="2522665" y="1426972"/>
                </a:cubicBezTo>
                <a:cubicBezTo>
                  <a:pt x="2522665" y="1859217"/>
                  <a:pt x="2170621" y="2211134"/>
                  <a:pt x="1738757" y="2211134"/>
                </a:cubicBezTo>
                <a:cubicBezTo>
                  <a:pt x="1306894" y="2211134"/>
                  <a:pt x="954850" y="1859598"/>
                  <a:pt x="954850" y="1426972"/>
                </a:cubicBezTo>
                <a:cubicBezTo>
                  <a:pt x="954850" y="994347"/>
                  <a:pt x="1306005" y="643192"/>
                  <a:pt x="1738757" y="643192"/>
                </a:cubicBezTo>
                <a:close/>
              </a:path>
            </a:pathLst>
          </a:custGeom>
          <a:solidFill>
            <a:srgbClr val="00BBF0"/>
          </a:solidFill>
          <a:ln w="6350"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72E0059B-2C3E-2EC0-9656-55CC06D56DF3}"/>
              </a:ext>
            </a:extLst>
          </p:cNvPr>
          <p:cNvSpPr>
            <a:spLocks noGrp="1" noRot="1" noMove="1" noResize="1" noEditPoints="1" noAdjustHandles="1" noChangeArrowheads="1" noChangeShapeType="1"/>
          </p:cNvSpPr>
          <p:nvPr/>
        </p:nvSpPr>
        <p:spPr>
          <a:xfrm>
            <a:off x="9538843" y="5607304"/>
            <a:ext cx="2653093" cy="1250696"/>
          </a:xfrm>
          <a:custGeom>
            <a:avLst/>
            <a:gdLst>
              <a:gd name="connsiteX0" fmla="*/ 1669097 w 2653093"/>
              <a:gd name="connsiteY0" fmla="*/ 0 h 1250696"/>
              <a:gd name="connsiteX1" fmla="*/ 0 w 2653093"/>
              <a:gd name="connsiteY1" fmla="*/ 1250696 h 1250696"/>
              <a:gd name="connsiteX2" fmla="*/ 1055941 w 2653093"/>
              <a:gd name="connsiteY2" fmla="*/ 1250696 h 1250696"/>
              <a:gd name="connsiteX3" fmla="*/ 1669097 w 2653093"/>
              <a:gd name="connsiteY3" fmla="*/ 954723 h 1250696"/>
              <a:gd name="connsiteX4" fmla="*/ 2282317 w 2653093"/>
              <a:gd name="connsiteY4" fmla="*/ 1250696 h 1250696"/>
              <a:gd name="connsiteX5" fmla="*/ 2653093 w 2653093"/>
              <a:gd name="connsiteY5" fmla="*/ 1250696 h 1250696"/>
              <a:gd name="connsiteX6" fmla="*/ 2653093 w 2653093"/>
              <a:gd name="connsiteY6" fmla="*/ 304991 h 1250696"/>
              <a:gd name="connsiteX7" fmla="*/ 1669097 w 2653093"/>
              <a:gd name="connsiteY7" fmla="*/ 0 h 125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53093" h="1250696">
                <a:moveTo>
                  <a:pt x="1669097" y="0"/>
                </a:moveTo>
                <a:cubicBezTo>
                  <a:pt x="878395" y="0"/>
                  <a:pt x="210756" y="528003"/>
                  <a:pt x="0" y="1250696"/>
                </a:cubicBezTo>
                <a:lnTo>
                  <a:pt x="1055941" y="1250696"/>
                </a:lnTo>
                <a:cubicBezTo>
                  <a:pt x="1199769" y="1070420"/>
                  <a:pt x="1421257" y="954723"/>
                  <a:pt x="1669097" y="954723"/>
                </a:cubicBezTo>
                <a:cubicBezTo>
                  <a:pt x="1916938" y="954723"/>
                  <a:pt x="2138616" y="1070420"/>
                  <a:pt x="2282317" y="1250696"/>
                </a:cubicBezTo>
                <a:lnTo>
                  <a:pt x="2653093" y="1250696"/>
                </a:lnTo>
                <a:lnTo>
                  <a:pt x="2653093" y="304991"/>
                </a:lnTo>
                <a:cubicBezTo>
                  <a:pt x="2373313" y="112586"/>
                  <a:pt x="2034350" y="0"/>
                  <a:pt x="1669097" y="0"/>
                </a:cubicBezTo>
                <a:close/>
              </a:path>
            </a:pathLst>
          </a:custGeom>
          <a:solidFill>
            <a:schemeClr val="accent2">
              <a:lumMod val="75000"/>
            </a:schemeClr>
          </a:solidFill>
          <a:ln w="6350" cap="flat">
            <a:noFill/>
            <a:prstDash val="solid"/>
            <a:miter/>
          </a:ln>
        </p:spPr>
        <p:txBody>
          <a:bodyPr rtlCol="0" anchor="ctr"/>
          <a:lstStyle/>
          <a:p>
            <a:endParaRPr lang="en-ZA"/>
          </a:p>
        </p:txBody>
      </p:sp>
      <p:sp>
        <p:nvSpPr>
          <p:cNvPr id="10" name="Text Placeholder 6">
            <a:extLst>
              <a:ext uri="{FF2B5EF4-FFF2-40B4-BE49-F238E27FC236}">
                <a16:creationId xmlns:a16="http://schemas.microsoft.com/office/drawing/2014/main" id="{928D4BF4-F55E-B756-CC17-06B3CBA6E8C0}"/>
              </a:ext>
            </a:extLst>
          </p:cNvPr>
          <p:cNvSpPr>
            <a:spLocks noGrp="1"/>
          </p:cNvSpPr>
          <p:nvPr>
            <p:ph type="body" sz="quarter" idx="10" hasCustomPrompt="1"/>
          </p:nvPr>
        </p:nvSpPr>
        <p:spPr>
          <a:xfrm>
            <a:off x="1814902" y="5856404"/>
            <a:ext cx="4608513" cy="249299"/>
          </a:xfrm>
          <a:prstGeom prst="rect">
            <a:avLst/>
          </a:prstGeom>
        </p:spPr>
        <p:txBody>
          <a:bodyPr wrap="square" lIns="0" tIns="0" rIns="0" bIns="0">
            <a:spAutoFit/>
          </a:bodyPr>
          <a:lstStyle>
            <a:lvl1pPr marL="0" indent="0">
              <a:buNone/>
              <a:defRPr sz="1800" spc="50" baseline="0">
                <a:solidFill>
                  <a:schemeClr val="accent4"/>
                </a:solidFill>
                <a:latin typeface="+mj-lt"/>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ZA" noProof="0" dirty="0"/>
              <a:t>Edit Subheading here</a:t>
            </a:r>
          </a:p>
        </p:txBody>
      </p:sp>
      <p:sp>
        <p:nvSpPr>
          <p:cNvPr id="11" name="Title 1">
            <a:extLst>
              <a:ext uri="{FF2B5EF4-FFF2-40B4-BE49-F238E27FC236}">
                <a16:creationId xmlns:a16="http://schemas.microsoft.com/office/drawing/2014/main" id="{651FFA24-8C0D-A48B-EE2C-6AF9662B2C1D}"/>
              </a:ext>
            </a:extLst>
          </p:cNvPr>
          <p:cNvSpPr>
            <a:spLocks noGrp="1"/>
          </p:cNvSpPr>
          <p:nvPr>
            <p:ph type="title" hasCustomPrompt="1"/>
          </p:nvPr>
        </p:nvSpPr>
        <p:spPr>
          <a:xfrm>
            <a:off x="1814902" y="4539746"/>
            <a:ext cx="6622927" cy="1107996"/>
          </a:xfrm>
          <a:prstGeom prst="rect">
            <a:avLst/>
          </a:prstGeom>
        </p:spPr>
        <p:txBody>
          <a:bodyPr wrap="square" lIns="0" tIns="0" rIns="0" bIns="0" anchor="t" anchorCtr="0">
            <a:spAutoFit/>
          </a:bodyPr>
          <a:lstStyle>
            <a:lvl1pPr>
              <a:defRPr sz="4000" spc="40" baseline="0">
                <a:solidFill>
                  <a:schemeClr val="bg1"/>
                </a:solidFill>
              </a:defRPr>
            </a:lvl1pPr>
          </a:lstStyle>
          <a:p>
            <a:r>
              <a:rPr lang="en-ZA" noProof="0" dirty="0"/>
              <a:t>Click to add Presentation Title over Two Lines</a:t>
            </a:r>
          </a:p>
        </p:txBody>
      </p:sp>
      <p:pic>
        <p:nvPicPr>
          <p:cNvPr id="12" name="Picture 11">
            <a:extLst>
              <a:ext uri="{FF2B5EF4-FFF2-40B4-BE49-F238E27FC236}">
                <a16:creationId xmlns:a16="http://schemas.microsoft.com/office/drawing/2014/main" id="{8D10EB20-AE66-7009-613F-08F462B05301}"/>
              </a:ext>
            </a:extLst>
          </p:cNvPr>
          <p:cNvPicPr>
            <a:picLocks noGrp="1" noRot="1" noChangeAspect="1" noMove="1" noResize="1" noEditPoints="1" noAdjustHandles="1" noChangeArrowheads="1" noChangeShapeType="1" noCrop="1"/>
          </p:cNvPicPr>
          <p:nvPr userDrawn="1"/>
        </p:nvPicPr>
        <p:blipFill>
          <a:blip r:embed="rId5"/>
          <a:stretch>
            <a:fillRect/>
          </a:stretch>
        </p:blipFill>
        <p:spPr>
          <a:xfrm>
            <a:off x="1814903" y="4013856"/>
            <a:ext cx="1370149" cy="198311"/>
          </a:xfrm>
          <a:prstGeom prst="rect">
            <a:avLst/>
          </a:prstGeom>
        </p:spPr>
      </p:pic>
      <p:sp>
        <p:nvSpPr>
          <p:cNvPr id="2" name="Oval 1">
            <a:extLst>
              <a:ext uri="{FF2B5EF4-FFF2-40B4-BE49-F238E27FC236}">
                <a16:creationId xmlns:a16="http://schemas.microsoft.com/office/drawing/2014/main" id="{C9333ACE-BD67-FF30-E257-A833DA93B79D}"/>
              </a:ext>
            </a:extLst>
          </p:cNvPr>
          <p:cNvSpPr>
            <a:spLocks noGrp="1" noRot="1" noMove="1" noResize="1" noEditPoints="1" noAdjustHandles="1" noChangeArrowheads="1" noChangeShapeType="1"/>
          </p:cNvSpPr>
          <p:nvPr userDrawn="1"/>
        </p:nvSpPr>
        <p:spPr>
          <a:xfrm>
            <a:off x="4472259" y="608034"/>
            <a:ext cx="1632450" cy="16324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3323214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03 | Thank you - 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7" name="Rectangle 36">
            <a:extLst>
              <a:ext uri="{FF2B5EF4-FFF2-40B4-BE49-F238E27FC236}">
                <a16:creationId xmlns:a16="http://schemas.microsoft.com/office/drawing/2014/main" id="{8FD8EA45-9561-C8C7-AABE-851A8C06C256}"/>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5" name="Text Placeholder 34">
            <a:extLst>
              <a:ext uri="{FF2B5EF4-FFF2-40B4-BE49-F238E27FC236}">
                <a16:creationId xmlns:a16="http://schemas.microsoft.com/office/drawing/2014/main" id="{03AFCE01-2FA3-1BE0-D0E6-4C89659DD203}"/>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accent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851668"/>
            <a:ext cx="6998463"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3" name="Text Placeholder 4">
            <a:extLst>
              <a:ext uri="{FF2B5EF4-FFF2-40B4-BE49-F238E27FC236}">
                <a16:creationId xmlns:a16="http://schemas.microsoft.com/office/drawing/2014/main" id="{DFEAF4E0-B9F0-92D1-F822-596686D8AA98}"/>
              </a:ext>
            </a:extLst>
          </p:cNvPr>
          <p:cNvSpPr>
            <a:spLocks noGrp="1"/>
          </p:cNvSpPr>
          <p:nvPr>
            <p:ph type="body" sz="quarter" idx="41" hasCustomPrompt="1"/>
          </p:nvPr>
        </p:nvSpPr>
        <p:spPr>
          <a:xfrm>
            <a:off x="4605363" y="3489825"/>
            <a:ext cx="6997673"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5959387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03 | 6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Oval 21">
            <a:extLst>
              <a:ext uri="{FF2B5EF4-FFF2-40B4-BE49-F238E27FC236}">
                <a16:creationId xmlns:a16="http://schemas.microsoft.com/office/drawing/2014/main" id="{AF745881-58B2-D97D-29A5-1CCB8F1CACF5}"/>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34">
            <a:extLst>
              <a:ext uri="{FF2B5EF4-FFF2-40B4-BE49-F238E27FC236}">
                <a16:creationId xmlns:a16="http://schemas.microsoft.com/office/drawing/2014/main" id="{811EE65E-4DB1-5B63-A818-044858EE4DC1}"/>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
        <p:nvSpPr>
          <p:cNvPr id="24" name="Text Placeholder 4">
            <a:extLst>
              <a:ext uri="{FF2B5EF4-FFF2-40B4-BE49-F238E27FC236}">
                <a16:creationId xmlns:a16="http://schemas.microsoft.com/office/drawing/2014/main" id="{7F1335A2-A868-D93B-FC64-440A6FA1338C}"/>
              </a:ext>
            </a:extLst>
          </p:cNvPr>
          <p:cNvSpPr>
            <a:spLocks noGrp="1"/>
          </p:cNvSpPr>
          <p:nvPr>
            <p:ph type="body" sz="quarter" idx="40"/>
          </p:nvPr>
        </p:nvSpPr>
        <p:spPr>
          <a:xfrm>
            <a:off x="5007770" y="3851668"/>
            <a:ext cx="6596056"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5" name="Text Placeholder 4">
            <a:extLst>
              <a:ext uri="{FF2B5EF4-FFF2-40B4-BE49-F238E27FC236}">
                <a16:creationId xmlns:a16="http://schemas.microsoft.com/office/drawing/2014/main" id="{7928C6E4-59CF-ADE3-56B5-6358F61A80B4}"/>
              </a:ext>
            </a:extLst>
          </p:cNvPr>
          <p:cNvSpPr>
            <a:spLocks noGrp="1"/>
          </p:cNvSpPr>
          <p:nvPr>
            <p:ph type="body" sz="quarter" idx="41" hasCustomPrompt="1"/>
          </p:nvPr>
        </p:nvSpPr>
        <p:spPr>
          <a:xfrm>
            <a:off x="5007725" y="3489825"/>
            <a:ext cx="659531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25671775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03 | 1_Thank you - A">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489825"/>
            <a:ext cx="6998463"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accent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9CBA0962-6B70-EE5D-1D99-47847A6C58A9}"/>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FCA57249-2BC7-4BA9-9F6E-C19E912996FF}"/>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757568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03 | 2_Thank you - 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accent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5007770" y="3851668"/>
            <a:ext cx="6596056"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3" name="Text Placeholder 4">
            <a:extLst>
              <a:ext uri="{FF2B5EF4-FFF2-40B4-BE49-F238E27FC236}">
                <a16:creationId xmlns:a16="http://schemas.microsoft.com/office/drawing/2014/main" id="{DFEAF4E0-B9F0-92D1-F822-596686D8AA98}"/>
              </a:ext>
            </a:extLst>
          </p:cNvPr>
          <p:cNvSpPr>
            <a:spLocks noGrp="1"/>
          </p:cNvSpPr>
          <p:nvPr>
            <p:ph type="body" sz="quarter" idx="41" hasCustomPrompt="1"/>
          </p:nvPr>
        </p:nvSpPr>
        <p:spPr>
          <a:xfrm>
            <a:off x="5007725" y="3489825"/>
            <a:ext cx="659531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1" name="Oval 20">
            <a:extLst>
              <a:ext uri="{FF2B5EF4-FFF2-40B4-BE49-F238E27FC236}">
                <a16:creationId xmlns:a16="http://schemas.microsoft.com/office/drawing/2014/main" id="{7718E433-9DF4-5421-20D3-D5C731336D59}"/>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34">
            <a:extLst>
              <a:ext uri="{FF2B5EF4-FFF2-40B4-BE49-F238E27FC236}">
                <a16:creationId xmlns:a16="http://schemas.microsoft.com/office/drawing/2014/main" id="{A5E455E1-AB39-22B6-D6B3-66CCEE64424F}"/>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rm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10914536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03 | 3_Thank you - 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accent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5007770" y="3489825"/>
            <a:ext cx="6596056"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1" name="Oval 20">
            <a:extLst>
              <a:ext uri="{FF2B5EF4-FFF2-40B4-BE49-F238E27FC236}">
                <a16:creationId xmlns:a16="http://schemas.microsoft.com/office/drawing/2014/main" id="{7718E433-9DF4-5421-20D3-D5C731336D59}"/>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Text Placeholder 34">
            <a:extLst>
              <a:ext uri="{FF2B5EF4-FFF2-40B4-BE49-F238E27FC236}">
                <a16:creationId xmlns:a16="http://schemas.microsoft.com/office/drawing/2014/main" id="{78AD2717-532C-A5BA-FFE8-A96A319744EC}"/>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27961466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03 | 1_Thank you - B">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851668"/>
            <a:ext cx="6998463"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3" name="Text Placeholder 4">
            <a:extLst>
              <a:ext uri="{FF2B5EF4-FFF2-40B4-BE49-F238E27FC236}">
                <a16:creationId xmlns:a16="http://schemas.microsoft.com/office/drawing/2014/main" id="{DFEAF4E0-B9F0-92D1-F822-596686D8AA98}"/>
              </a:ext>
            </a:extLst>
          </p:cNvPr>
          <p:cNvSpPr>
            <a:spLocks noGrp="1"/>
          </p:cNvSpPr>
          <p:nvPr>
            <p:ph type="body" sz="quarter" idx="41" hasCustomPrompt="1"/>
          </p:nvPr>
        </p:nvSpPr>
        <p:spPr>
          <a:xfrm>
            <a:off x="4605363" y="3489825"/>
            <a:ext cx="6997673"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03CB1AB9-4964-50DF-4501-7C66EEEA168C}"/>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C9EAA2DA-9A8E-3287-8F23-E300BB755E26}"/>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22" name="Group 21">
            <a:extLst>
              <a:ext uri="{FF2B5EF4-FFF2-40B4-BE49-F238E27FC236}">
                <a16:creationId xmlns:a16="http://schemas.microsoft.com/office/drawing/2014/main" id="{F3320622-BD9B-3210-10B5-09D36F040223}"/>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3" name="Freeform 5">
              <a:extLst>
                <a:ext uri="{FF2B5EF4-FFF2-40B4-BE49-F238E27FC236}">
                  <a16:creationId xmlns:a16="http://schemas.microsoft.com/office/drawing/2014/main" id="{C0453A43-8D69-5298-BD21-9E3432FC7FA7}"/>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4" name="Freeform 6">
              <a:extLst>
                <a:ext uri="{FF2B5EF4-FFF2-40B4-BE49-F238E27FC236}">
                  <a16:creationId xmlns:a16="http://schemas.microsoft.com/office/drawing/2014/main" id="{CFFDBC56-5E1B-8DF0-7124-FD40AE1186EC}"/>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5" name="Freeform 7">
              <a:extLst>
                <a:ext uri="{FF2B5EF4-FFF2-40B4-BE49-F238E27FC236}">
                  <a16:creationId xmlns:a16="http://schemas.microsoft.com/office/drawing/2014/main" id="{31B19C66-3A2F-C6A3-C4A8-C20C17A73C2C}"/>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8">
              <a:extLst>
                <a:ext uri="{FF2B5EF4-FFF2-40B4-BE49-F238E27FC236}">
                  <a16:creationId xmlns:a16="http://schemas.microsoft.com/office/drawing/2014/main" id="{585E887C-24B5-8214-18CE-63216D949566}"/>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9">
              <a:extLst>
                <a:ext uri="{FF2B5EF4-FFF2-40B4-BE49-F238E27FC236}">
                  <a16:creationId xmlns:a16="http://schemas.microsoft.com/office/drawing/2014/main" id="{7123E20B-169D-31F2-4FC8-FCC0174A7628}"/>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10">
              <a:extLst>
                <a:ext uri="{FF2B5EF4-FFF2-40B4-BE49-F238E27FC236}">
                  <a16:creationId xmlns:a16="http://schemas.microsoft.com/office/drawing/2014/main" id="{3D3A0237-3BFF-47E4-9C1B-4BD102672D45}"/>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1">
              <a:extLst>
                <a:ext uri="{FF2B5EF4-FFF2-40B4-BE49-F238E27FC236}">
                  <a16:creationId xmlns:a16="http://schemas.microsoft.com/office/drawing/2014/main" id="{C9C280D3-4ADB-3C83-A00A-17CEFD2B0494}"/>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2">
              <a:extLst>
                <a:ext uri="{FF2B5EF4-FFF2-40B4-BE49-F238E27FC236}">
                  <a16:creationId xmlns:a16="http://schemas.microsoft.com/office/drawing/2014/main" id="{CD73CDE0-AB38-AF0D-209A-B15855A77F63}"/>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3">
              <a:extLst>
                <a:ext uri="{FF2B5EF4-FFF2-40B4-BE49-F238E27FC236}">
                  <a16:creationId xmlns:a16="http://schemas.microsoft.com/office/drawing/2014/main" id="{172C2298-6104-4F2C-6165-77D437EB874B}"/>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5" name="Freeform 14">
              <a:extLst>
                <a:ext uri="{FF2B5EF4-FFF2-40B4-BE49-F238E27FC236}">
                  <a16:creationId xmlns:a16="http://schemas.microsoft.com/office/drawing/2014/main" id="{8E260C57-3B43-1A68-AC80-ACBECE4EBEE8}"/>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10839417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03 | 2_Thank you - B">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489825"/>
            <a:ext cx="6998463"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488507DF-2D5B-A275-BF70-92A9C329C3EC}"/>
              </a:ext>
            </a:extLst>
          </p:cNvPr>
          <p:cNvSpPr>
            <a:spLocks noGrp="1" noRot="1" noMove="1" noResize="1" noEditPoints="1" noAdjustHandles="1" noChangeArrowheads="1" noChangeShapeType="1"/>
          </p:cNvSpPr>
          <p:nvPr userDrawn="1"/>
        </p:nvSpPr>
        <p:spPr>
          <a:xfrm>
            <a:off x="588170" y="2552699"/>
            <a:ext cx="3429000" cy="383068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40909E2C-EE57-3F59-7C04-FD4A36741DC3}"/>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22" name="Group 21">
            <a:extLst>
              <a:ext uri="{FF2B5EF4-FFF2-40B4-BE49-F238E27FC236}">
                <a16:creationId xmlns:a16="http://schemas.microsoft.com/office/drawing/2014/main" id="{557A6290-8991-8DD0-7599-80972CDC1697}"/>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3" name="Freeform 5">
              <a:extLst>
                <a:ext uri="{FF2B5EF4-FFF2-40B4-BE49-F238E27FC236}">
                  <a16:creationId xmlns:a16="http://schemas.microsoft.com/office/drawing/2014/main" id="{2AC97EC5-4239-681E-3E1C-A4C3C1F0C58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4" name="Freeform 6">
              <a:extLst>
                <a:ext uri="{FF2B5EF4-FFF2-40B4-BE49-F238E27FC236}">
                  <a16:creationId xmlns:a16="http://schemas.microsoft.com/office/drawing/2014/main" id="{D6E6C97B-E065-7D0C-0C29-F8C99D4E9705}"/>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5" name="Freeform 7">
              <a:extLst>
                <a:ext uri="{FF2B5EF4-FFF2-40B4-BE49-F238E27FC236}">
                  <a16:creationId xmlns:a16="http://schemas.microsoft.com/office/drawing/2014/main" id="{4B8993A1-FE53-79D7-EE7A-815C82C5079D}"/>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8">
              <a:extLst>
                <a:ext uri="{FF2B5EF4-FFF2-40B4-BE49-F238E27FC236}">
                  <a16:creationId xmlns:a16="http://schemas.microsoft.com/office/drawing/2014/main" id="{4BBE0A1A-9286-8B86-06EE-1B2058B5FB8F}"/>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9">
              <a:extLst>
                <a:ext uri="{FF2B5EF4-FFF2-40B4-BE49-F238E27FC236}">
                  <a16:creationId xmlns:a16="http://schemas.microsoft.com/office/drawing/2014/main" id="{735E03AC-EDC2-FDA8-723E-6F8DB5B70A04}"/>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10">
              <a:extLst>
                <a:ext uri="{FF2B5EF4-FFF2-40B4-BE49-F238E27FC236}">
                  <a16:creationId xmlns:a16="http://schemas.microsoft.com/office/drawing/2014/main" id="{9396702E-38ED-1DA2-97DB-5B67B6FBFC04}"/>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1">
              <a:extLst>
                <a:ext uri="{FF2B5EF4-FFF2-40B4-BE49-F238E27FC236}">
                  <a16:creationId xmlns:a16="http://schemas.microsoft.com/office/drawing/2014/main" id="{7AD8495A-2AF1-6589-E371-627DF2AF8999}"/>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2">
              <a:extLst>
                <a:ext uri="{FF2B5EF4-FFF2-40B4-BE49-F238E27FC236}">
                  <a16:creationId xmlns:a16="http://schemas.microsoft.com/office/drawing/2014/main" id="{71494E80-BD51-4DEA-110C-2C6A3207F339}"/>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13">
              <a:extLst>
                <a:ext uri="{FF2B5EF4-FFF2-40B4-BE49-F238E27FC236}">
                  <a16:creationId xmlns:a16="http://schemas.microsoft.com/office/drawing/2014/main" id="{E787EE7D-AD15-7BE6-1EC7-219F625B0AE9}"/>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4">
              <a:extLst>
                <a:ext uri="{FF2B5EF4-FFF2-40B4-BE49-F238E27FC236}">
                  <a16:creationId xmlns:a16="http://schemas.microsoft.com/office/drawing/2014/main" id="{8E0BF318-2749-192D-30FE-8E4B2365FF1F}"/>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370306252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03 | 3_Thank you - B">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Oval 21">
            <a:extLst>
              <a:ext uri="{FF2B5EF4-FFF2-40B4-BE49-F238E27FC236}">
                <a16:creationId xmlns:a16="http://schemas.microsoft.com/office/drawing/2014/main" id="{F0C4CD88-47CD-255F-CA44-6C32BB0EA1D1}"/>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4">
            <a:extLst>
              <a:ext uri="{FF2B5EF4-FFF2-40B4-BE49-F238E27FC236}">
                <a16:creationId xmlns:a16="http://schemas.microsoft.com/office/drawing/2014/main" id="{EE039301-F33C-5EFA-82FC-FA67B71DCB6A}"/>
              </a:ext>
            </a:extLst>
          </p:cNvPr>
          <p:cNvSpPr>
            <a:spLocks noGrp="1"/>
          </p:cNvSpPr>
          <p:nvPr>
            <p:ph type="body" sz="quarter" idx="40"/>
          </p:nvPr>
        </p:nvSpPr>
        <p:spPr>
          <a:xfrm>
            <a:off x="5007770" y="3851668"/>
            <a:ext cx="6596056"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4" name="Text Placeholder 4">
            <a:extLst>
              <a:ext uri="{FF2B5EF4-FFF2-40B4-BE49-F238E27FC236}">
                <a16:creationId xmlns:a16="http://schemas.microsoft.com/office/drawing/2014/main" id="{3F54B920-431C-7A20-ABE5-20C3DD7993DF}"/>
              </a:ext>
            </a:extLst>
          </p:cNvPr>
          <p:cNvSpPr>
            <a:spLocks noGrp="1"/>
          </p:cNvSpPr>
          <p:nvPr>
            <p:ph type="body" sz="quarter" idx="41" hasCustomPrompt="1"/>
          </p:nvPr>
        </p:nvSpPr>
        <p:spPr>
          <a:xfrm>
            <a:off x="5007725" y="3489825"/>
            <a:ext cx="659531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5" name="Text Placeholder 34">
            <a:extLst>
              <a:ext uri="{FF2B5EF4-FFF2-40B4-BE49-F238E27FC236}">
                <a16:creationId xmlns:a16="http://schemas.microsoft.com/office/drawing/2014/main" id="{7AD3F966-A789-85EA-F232-2BDBA1BC140D}"/>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19" name="Group 18">
            <a:extLst>
              <a:ext uri="{FF2B5EF4-FFF2-40B4-BE49-F238E27FC236}">
                <a16:creationId xmlns:a16="http://schemas.microsoft.com/office/drawing/2014/main" id="{B1A61E90-CEB0-2B3B-1758-F984FC0F27FE}"/>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1" name="Freeform 5">
              <a:extLst>
                <a:ext uri="{FF2B5EF4-FFF2-40B4-BE49-F238E27FC236}">
                  <a16:creationId xmlns:a16="http://schemas.microsoft.com/office/drawing/2014/main" id="{9EDC2ADA-BED7-66A0-F3D1-E7DCF33E16D6}"/>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6">
              <a:extLst>
                <a:ext uri="{FF2B5EF4-FFF2-40B4-BE49-F238E27FC236}">
                  <a16:creationId xmlns:a16="http://schemas.microsoft.com/office/drawing/2014/main" id="{AADA5E88-D99D-0DE5-8B53-F0C4D143317D}"/>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7">
              <a:extLst>
                <a:ext uri="{FF2B5EF4-FFF2-40B4-BE49-F238E27FC236}">
                  <a16:creationId xmlns:a16="http://schemas.microsoft.com/office/drawing/2014/main" id="{D7F2C686-07B7-6937-0323-1F11EBF9C1A7}"/>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8">
              <a:extLst>
                <a:ext uri="{FF2B5EF4-FFF2-40B4-BE49-F238E27FC236}">
                  <a16:creationId xmlns:a16="http://schemas.microsoft.com/office/drawing/2014/main" id="{D614D2EE-D732-14B2-878B-E69A579C500D}"/>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9">
              <a:extLst>
                <a:ext uri="{FF2B5EF4-FFF2-40B4-BE49-F238E27FC236}">
                  <a16:creationId xmlns:a16="http://schemas.microsoft.com/office/drawing/2014/main" id="{824152AE-65B0-D100-BD42-996C9631AB19}"/>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0">
              <a:extLst>
                <a:ext uri="{FF2B5EF4-FFF2-40B4-BE49-F238E27FC236}">
                  <a16:creationId xmlns:a16="http://schemas.microsoft.com/office/drawing/2014/main" id="{AC509536-0D9C-6C10-D53B-4DF4CB8EC975}"/>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2" name="Freeform 11">
              <a:extLst>
                <a:ext uri="{FF2B5EF4-FFF2-40B4-BE49-F238E27FC236}">
                  <a16:creationId xmlns:a16="http://schemas.microsoft.com/office/drawing/2014/main" id="{2112A606-951B-B14C-27BA-069DF29A0672}"/>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12">
              <a:extLst>
                <a:ext uri="{FF2B5EF4-FFF2-40B4-BE49-F238E27FC236}">
                  <a16:creationId xmlns:a16="http://schemas.microsoft.com/office/drawing/2014/main" id="{8CC64D99-1F10-51ED-E16D-5679A720E393}"/>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3">
              <a:extLst>
                <a:ext uri="{FF2B5EF4-FFF2-40B4-BE49-F238E27FC236}">
                  <a16:creationId xmlns:a16="http://schemas.microsoft.com/office/drawing/2014/main" id="{44FEED67-ABE2-B61B-5B78-A05B47391BF4}"/>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5" name="Freeform 14">
              <a:extLst>
                <a:ext uri="{FF2B5EF4-FFF2-40B4-BE49-F238E27FC236}">
                  <a16:creationId xmlns:a16="http://schemas.microsoft.com/office/drawing/2014/main" id="{E587DC82-E0F4-E022-55C2-0EFB4EC18FA9}"/>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32899334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03 | 4_Thank you - B">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2">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Oval 21">
            <a:extLst>
              <a:ext uri="{FF2B5EF4-FFF2-40B4-BE49-F238E27FC236}">
                <a16:creationId xmlns:a16="http://schemas.microsoft.com/office/drawing/2014/main" id="{F0C4CD88-47CD-255F-CA44-6C32BB0EA1D1}"/>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4">
            <a:extLst>
              <a:ext uri="{FF2B5EF4-FFF2-40B4-BE49-F238E27FC236}">
                <a16:creationId xmlns:a16="http://schemas.microsoft.com/office/drawing/2014/main" id="{EE039301-F33C-5EFA-82FC-FA67B71DCB6A}"/>
              </a:ext>
            </a:extLst>
          </p:cNvPr>
          <p:cNvSpPr>
            <a:spLocks noGrp="1"/>
          </p:cNvSpPr>
          <p:nvPr>
            <p:ph type="body" sz="quarter" idx="40"/>
          </p:nvPr>
        </p:nvSpPr>
        <p:spPr>
          <a:xfrm>
            <a:off x="5007770" y="3489825"/>
            <a:ext cx="6596056"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5" name="Text Placeholder 34">
            <a:extLst>
              <a:ext uri="{FF2B5EF4-FFF2-40B4-BE49-F238E27FC236}">
                <a16:creationId xmlns:a16="http://schemas.microsoft.com/office/drawing/2014/main" id="{7AD3F966-A789-85EA-F232-2BDBA1BC140D}"/>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32354949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03 | 2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851668"/>
            <a:ext cx="6998463"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3" name="Text Placeholder 4">
            <a:extLst>
              <a:ext uri="{FF2B5EF4-FFF2-40B4-BE49-F238E27FC236}">
                <a16:creationId xmlns:a16="http://schemas.microsoft.com/office/drawing/2014/main" id="{DFEAF4E0-B9F0-92D1-F822-596686D8AA98}"/>
              </a:ext>
            </a:extLst>
          </p:cNvPr>
          <p:cNvSpPr>
            <a:spLocks noGrp="1"/>
          </p:cNvSpPr>
          <p:nvPr>
            <p:ph type="body" sz="quarter" idx="41" hasCustomPrompt="1"/>
          </p:nvPr>
        </p:nvSpPr>
        <p:spPr>
          <a:xfrm>
            <a:off x="4605363" y="3489825"/>
            <a:ext cx="6997673"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EF4F6B4C-86B9-5258-65BE-8E42AD838C2F}"/>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2F4F83F4-AA8A-749D-D33B-B37120F8F3D3}"/>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22" name="Group 21">
            <a:extLst>
              <a:ext uri="{FF2B5EF4-FFF2-40B4-BE49-F238E27FC236}">
                <a16:creationId xmlns:a16="http://schemas.microsoft.com/office/drawing/2014/main" id="{5F92D99B-56EA-C4C1-6E0E-B9865AD6EDA5}"/>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3" name="Freeform 5">
              <a:extLst>
                <a:ext uri="{FF2B5EF4-FFF2-40B4-BE49-F238E27FC236}">
                  <a16:creationId xmlns:a16="http://schemas.microsoft.com/office/drawing/2014/main" id="{38872C78-5592-8C87-9A3D-E3D7DCD6DD3C}"/>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24" name="Freeform 6">
              <a:extLst>
                <a:ext uri="{FF2B5EF4-FFF2-40B4-BE49-F238E27FC236}">
                  <a16:creationId xmlns:a16="http://schemas.microsoft.com/office/drawing/2014/main" id="{F6C53A1F-C6A6-F045-8EAB-3F9277042FCC}"/>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5" name="Freeform 7">
              <a:extLst>
                <a:ext uri="{FF2B5EF4-FFF2-40B4-BE49-F238E27FC236}">
                  <a16:creationId xmlns:a16="http://schemas.microsoft.com/office/drawing/2014/main" id="{4BB4A682-8F02-1F16-E444-FC2B9A4CAA66}"/>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8">
              <a:extLst>
                <a:ext uri="{FF2B5EF4-FFF2-40B4-BE49-F238E27FC236}">
                  <a16:creationId xmlns:a16="http://schemas.microsoft.com/office/drawing/2014/main" id="{07FD1CBA-91FD-72D8-09B2-F12DDEED2B44}"/>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9">
              <a:extLst>
                <a:ext uri="{FF2B5EF4-FFF2-40B4-BE49-F238E27FC236}">
                  <a16:creationId xmlns:a16="http://schemas.microsoft.com/office/drawing/2014/main" id="{9B615BA5-CFE7-FC1D-0511-86FD5F9A446E}"/>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10">
              <a:extLst>
                <a:ext uri="{FF2B5EF4-FFF2-40B4-BE49-F238E27FC236}">
                  <a16:creationId xmlns:a16="http://schemas.microsoft.com/office/drawing/2014/main" id="{23AE66EC-9D21-B250-0596-C12A10BDDBA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1">
              <a:extLst>
                <a:ext uri="{FF2B5EF4-FFF2-40B4-BE49-F238E27FC236}">
                  <a16:creationId xmlns:a16="http://schemas.microsoft.com/office/drawing/2014/main" id="{66F9DED4-034E-730A-84E2-2ADEC71F1CC1}"/>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2">
              <a:extLst>
                <a:ext uri="{FF2B5EF4-FFF2-40B4-BE49-F238E27FC236}">
                  <a16:creationId xmlns:a16="http://schemas.microsoft.com/office/drawing/2014/main" id="{01FD303A-1028-BE69-9E00-ECC5E86B5CD8}"/>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3">
              <a:extLst>
                <a:ext uri="{FF2B5EF4-FFF2-40B4-BE49-F238E27FC236}">
                  <a16:creationId xmlns:a16="http://schemas.microsoft.com/office/drawing/2014/main" id="{0905FAEC-939A-7AFD-1D47-C86D89B10B2C}"/>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5" name="Freeform 14">
              <a:extLst>
                <a:ext uri="{FF2B5EF4-FFF2-40B4-BE49-F238E27FC236}">
                  <a16:creationId xmlns:a16="http://schemas.microsoft.com/office/drawing/2014/main" id="{DF20E169-518D-7E94-B28D-24E4FA0E4000}"/>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12874191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03 | 4_Thank you - C">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489825"/>
            <a:ext cx="6998463"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443968C9-C760-4BD9-0C29-538AE432C4C6}"/>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5D3EF145-4330-F787-BA02-95694F1BA20D}"/>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grpSp>
        <p:nvGrpSpPr>
          <p:cNvPr id="22" name="Group 21">
            <a:extLst>
              <a:ext uri="{FF2B5EF4-FFF2-40B4-BE49-F238E27FC236}">
                <a16:creationId xmlns:a16="http://schemas.microsoft.com/office/drawing/2014/main" id="{75718D17-7F76-DA89-C073-88BC46B2AA60}"/>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3" name="Freeform 5">
              <a:extLst>
                <a:ext uri="{FF2B5EF4-FFF2-40B4-BE49-F238E27FC236}">
                  <a16:creationId xmlns:a16="http://schemas.microsoft.com/office/drawing/2014/main" id="{36FAB928-73AA-7807-CDE1-DEBCBF5F51A4}"/>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24" name="Freeform 6">
              <a:extLst>
                <a:ext uri="{FF2B5EF4-FFF2-40B4-BE49-F238E27FC236}">
                  <a16:creationId xmlns:a16="http://schemas.microsoft.com/office/drawing/2014/main" id="{0F663226-EE28-3F17-E5BA-8434035508F8}"/>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5" name="Freeform 7">
              <a:extLst>
                <a:ext uri="{FF2B5EF4-FFF2-40B4-BE49-F238E27FC236}">
                  <a16:creationId xmlns:a16="http://schemas.microsoft.com/office/drawing/2014/main" id="{CE3639BF-9765-D7F1-04B3-6C21A7F49407}"/>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8">
              <a:extLst>
                <a:ext uri="{FF2B5EF4-FFF2-40B4-BE49-F238E27FC236}">
                  <a16:creationId xmlns:a16="http://schemas.microsoft.com/office/drawing/2014/main" id="{4FFB26A7-43FB-5FA5-638B-20778C7B882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9">
              <a:extLst>
                <a:ext uri="{FF2B5EF4-FFF2-40B4-BE49-F238E27FC236}">
                  <a16:creationId xmlns:a16="http://schemas.microsoft.com/office/drawing/2014/main" id="{CAF299EB-2B2E-2BC0-BBDF-3A4AD2E593BF}"/>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10">
              <a:extLst>
                <a:ext uri="{FF2B5EF4-FFF2-40B4-BE49-F238E27FC236}">
                  <a16:creationId xmlns:a16="http://schemas.microsoft.com/office/drawing/2014/main" id="{497EF92F-F76F-28E1-95CE-169D13AEE1EF}"/>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1">
              <a:extLst>
                <a:ext uri="{FF2B5EF4-FFF2-40B4-BE49-F238E27FC236}">
                  <a16:creationId xmlns:a16="http://schemas.microsoft.com/office/drawing/2014/main" id="{0F1A1479-FF09-E859-6A13-5E6A1C06C654}"/>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2">
              <a:extLst>
                <a:ext uri="{FF2B5EF4-FFF2-40B4-BE49-F238E27FC236}">
                  <a16:creationId xmlns:a16="http://schemas.microsoft.com/office/drawing/2014/main" id="{503D7915-A28A-32FA-3C4E-2929C863D5B1}"/>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13">
              <a:extLst>
                <a:ext uri="{FF2B5EF4-FFF2-40B4-BE49-F238E27FC236}">
                  <a16:creationId xmlns:a16="http://schemas.microsoft.com/office/drawing/2014/main" id="{B66E8F85-4186-B7FE-7CE6-17DBAF9DCB31}"/>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4">
              <a:extLst>
                <a:ext uri="{FF2B5EF4-FFF2-40B4-BE49-F238E27FC236}">
                  <a16:creationId xmlns:a16="http://schemas.microsoft.com/office/drawing/2014/main" id="{83E97D09-D5C2-1D2E-E2AA-6CB6EF401B8D}"/>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172764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03 | 7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Oval 21">
            <a:extLst>
              <a:ext uri="{FF2B5EF4-FFF2-40B4-BE49-F238E27FC236}">
                <a16:creationId xmlns:a16="http://schemas.microsoft.com/office/drawing/2014/main" id="{AF745881-58B2-D97D-29A5-1CCB8F1CACF5}"/>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34">
            <a:extLst>
              <a:ext uri="{FF2B5EF4-FFF2-40B4-BE49-F238E27FC236}">
                <a16:creationId xmlns:a16="http://schemas.microsoft.com/office/drawing/2014/main" id="{811EE65E-4DB1-5B63-A818-044858EE4DC1}"/>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
        <p:nvSpPr>
          <p:cNvPr id="19" name="Text Placeholder 4">
            <a:extLst>
              <a:ext uri="{FF2B5EF4-FFF2-40B4-BE49-F238E27FC236}">
                <a16:creationId xmlns:a16="http://schemas.microsoft.com/office/drawing/2014/main" id="{A251D5CF-1188-55CA-4239-84088E0DF2F0}"/>
              </a:ext>
            </a:extLst>
          </p:cNvPr>
          <p:cNvSpPr>
            <a:spLocks noGrp="1"/>
          </p:cNvSpPr>
          <p:nvPr>
            <p:ph type="body" sz="quarter" idx="40"/>
          </p:nvPr>
        </p:nvSpPr>
        <p:spPr>
          <a:xfrm>
            <a:off x="5007770" y="3489825"/>
            <a:ext cx="6596056"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grpSp>
        <p:nvGrpSpPr>
          <p:cNvPr id="21" name="Group 20">
            <a:extLst>
              <a:ext uri="{FF2B5EF4-FFF2-40B4-BE49-F238E27FC236}">
                <a16:creationId xmlns:a16="http://schemas.microsoft.com/office/drawing/2014/main" id="{F1C93C57-1171-F11B-8F0D-35B46B0D6387}"/>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24" name="Freeform 5">
              <a:extLst>
                <a:ext uri="{FF2B5EF4-FFF2-40B4-BE49-F238E27FC236}">
                  <a16:creationId xmlns:a16="http://schemas.microsoft.com/office/drawing/2014/main" id="{755E56FD-05FE-898C-8770-D55E499A3C76}"/>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25" name="Freeform 6">
              <a:extLst>
                <a:ext uri="{FF2B5EF4-FFF2-40B4-BE49-F238E27FC236}">
                  <a16:creationId xmlns:a16="http://schemas.microsoft.com/office/drawing/2014/main" id="{3E9603C6-DB37-FA3F-76D3-4B120DBEA3AE}"/>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6" name="Freeform 7">
              <a:extLst>
                <a:ext uri="{FF2B5EF4-FFF2-40B4-BE49-F238E27FC236}">
                  <a16:creationId xmlns:a16="http://schemas.microsoft.com/office/drawing/2014/main" id="{1F7D3BD0-8D86-FF73-BD68-C3283D928F10}"/>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7" name="Freeform 8">
              <a:extLst>
                <a:ext uri="{FF2B5EF4-FFF2-40B4-BE49-F238E27FC236}">
                  <a16:creationId xmlns:a16="http://schemas.microsoft.com/office/drawing/2014/main" id="{19DF72A5-AEF5-9599-439F-46809C7C07FC}"/>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8" name="Freeform 9">
              <a:extLst>
                <a:ext uri="{FF2B5EF4-FFF2-40B4-BE49-F238E27FC236}">
                  <a16:creationId xmlns:a16="http://schemas.microsoft.com/office/drawing/2014/main" id="{FEF0F2C4-9E1E-31E8-7A20-DFBE1D229FB0}"/>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0">
              <a:extLst>
                <a:ext uri="{FF2B5EF4-FFF2-40B4-BE49-F238E27FC236}">
                  <a16:creationId xmlns:a16="http://schemas.microsoft.com/office/drawing/2014/main" id="{BFD2CD9E-2413-4B2F-49DD-3D44EDF9373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1" name="Freeform 11">
              <a:extLst>
                <a:ext uri="{FF2B5EF4-FFF2-40B4-BE49-F238E27FC236}">
                  <a16:creationId xmlns:a16="http://schemas.microsoft.com/office/drawing/2014/main" id="{D378D5FE-16DE-9FE6-1F42-694586F26562}"/>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2" name="Freeform 12">
              <a:extLst>
                <a:ext uri="{FF2B5EF4-FFF2-40B4-BE49-F238E27FC236}">
                  <a16:creationId xmlns:a16="http://schemas.microsoft.com/office/drawing/2014/main" id="{BD34DB61-3C0D-92EB-9EB4-96C0E8648BB4}"/>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13">
              <a:extLst>
                <a:ext uri="{FF2B5EF4-FFF2-40B4-BE49-F238E27FC236}">
                  <a16:creationId xmlns:a16="http://schemas.microsoft.com/office/drawing/2014/main" id="{FBC66FC5-03FC-73DB-8954-FB7B8296211F}"/>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4" name="Freeform 14">
              <a:extLst>
                <a:ext uri="{FF2B5EF4-FFF2-40B4-BE49-F238E27FC236}">
                  <a16:creationId xmlns:a16="http://schemas.microsoft.com/office/drawing/2014/main" id="{EC78E2BA-BB86-CD08-E982-EE4D937E8309}"/>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18035171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03 | 3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851668"/>
            <a:ext cx="6998463"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3" name="Text Placeholder 4">
            <a:extLst>
              <a:ext uri="{FF2B5EF4-FFF2-40B4-BE49-F238E27FC236}">
                <a16:creationId xmlns:a16="http://schemas.microsoft.com/office/drawing/2014/main" id="{DFEAF4E0-B9F0-92D1-F822-596686D8AA98}"/>
              </a:ext>
            </a:extLst>
          </p:cNvPr>
          <p:cNvSpPr>
            <a:spLocks noGrp="1"/>
          </p:cNvSpPr>
          <p:nvPr>
            <p:ph type="body" sz="quarter" idx="41" hasCustomPrompt="1"/>
          </p:nvPr>
        </p:nvSpPr>
        <p:spPr>
          <a:xfrm>
            <a:off x="4605363" y="3489825"/>
            <a:ext cx="6997673"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E31BBBB4-952C-3763-A534-F216E77FD65B}"/>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E7478875-3F62-D7BF-8540-E098777A2234}"/>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9904064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03 | 5_Thank you - C">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627B1BB3-C390-5A3C-79A5-F600CD937A7E}"/>
              </a:ext>
            </a:extLst>
          </p:cNvPr>
          <p:cNvSpPr>
            <a:spLocks noGrp="1"/>
          </p:cNvSpPr>
          <p:nvPr>
            <p:ph type="body" sz="quarter" idx="40"/>
          </p:nvPr>
        </p:nvSpPr>
        <p:spPr>
          <a:xfrm>
            <a:off x="4605363" y="3489825"/>
            <a:ext cx="6998463"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2296907"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2296907" y="1458113"/>
            <a:ext cx="156636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2296907"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51" name="Oval 50">
            <a:extLst>
              <a:ext uri="{FF2B5EF4-FFF2-40B4-BE49-F238E27FC236}">
                <a16:creationId xmlns:a16="http://schemas.microsoft.com/office/drawing/2014/main" id="{59D5AB13-8D64-2A74-0DF0-8B0015152665}"/>
              </a:ext>
            </a:extLst>
          </p:cNvPr>
          <p:cNvSpPr>
            <a:spLocks noGrp="1" noRot="1" noMove="1" noResize="1" noEditPoints="1" noAdjustHandles="1" noChangeArrowheads="1" noChangeShapeType="1"/>
          </p:cNvSpPr>
          <p:nvPr userDrawn="1"/>
        </p:nvSpPr>
        <p:spPr>
          <a:xfrm>
            <a:off x="588171" y="694372"/>
            <a:ext cx="1423510" cy="142351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02B104E7-61CD-25A6-A5DB-FDD2BA8CC936}"/>
              </a:ext>
            </a:extLst>
          </p:cNvPr>
          <p:cNvSpPr>
            <a:spLocks noGrp="1" noRot="1" noMove="1" noResize="1" noEditPoints="1" noAdjustHandles="1" noChangeArrowheads="1" noChangeShapeType="1"/>
          </p:cNvSpPr>
          <p:nvPr userDrawn="1"/>
        </p:nvSpPr>
        <p:spPr>
          <a:xfrm>
            <a:off x="588170" y="2552700"/>
            <a:ext cx="3429000" cy="383068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Text Placeholder 34">
            <a:extLst>
              <a:ext uri="{FF2B5EF4-FFF2-40B4-BE49-F238E27FC236}">
                <a16:creationId xmlns:a16="http://schemas.microsoft.com/office/drawing/2014/main" id="{06F92AEB-8A52-3CFE-7480-ED53258644F9}"/>
              </a:ext>
            </a:extLst>
          </p:cNvPr>
          <p:cNvSpPr>
            <a:spLocks noGrp="1"/>
          </p:cNvSpPr>
          <p:nvPr>
            <p:ph type="body" sz="quarter" idx="42" hasCustomPrompt="1"/>
          </p:nvPr>
        </p:nvSpPr>
        <p:spPr>
          <a:xfrm>
            <a:off x="588963" y="2552699"/>
            <a:ext cx="3429000" cy="3830685"/>
          </a:xfrm>
          <a:prstGeom prst="rect">
            <a:avLst/>
          </a:prstGeom>
          <a:noFill/>
        </p:spPr>
        <p:txBody>
          <a:bodyPr lIns="360000" tIns="360000" rIns="360000" bIns="36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11490213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03 | 8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Text Placeholder 4">
            <a:extLst>
              <a:ext uri="{FF2B5EF4-FFF2-40B4-BE49-F238E27FC236}">
                <a16:creationId xmlns:a16="http://schemas.microsoft.com/office/drawing/2014/main" id="{6E641A9D-3099-6BA9-7D46-2A05FE50FA6B}"/>
              </a:ext>
            </a:extLst>
          </p:cNvPr>
          <p:cNvSpPr>
            <a:spLocks noGrp="1"/>
          </p:cNvSpPr>
          <p:nvPr>
            <p:ph type="body" sz="quarter" idx="40"/>
          </p:nvPr>
        </p:nvSpPr>
        <p:spPr>
          <a:xfrm>
            <a:off x="5007770" y="3851668"/>
            <a:ext cx="6596056" cy="253171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3" name="Text Placeholder 4">
            <a:extLst>
              <a:ext uri="{FF2B5EF4-FFF2-40B4-BE49-F238E27FC236}">
                <a16:creationId xmlns:a16="http://schemas.microsoft.com/office/drawing/2014/main" id="{3F9370B0-A337-7426-BB1A-29335790E6D6}"/>
              </a:ext>
            </a:extLst>
          </p:cNvPr>
          <p:cNvSpPr>
            <a:spLocks noGrp="1"/>
          </p:cNvSpPr>
          <p:nvPr>
            <p:ph type="body" sz="quarter" idx="41" hasCustomPrompt="1"/>
          </p:nvPr>
        </p:nvSpPr>
        <p:spPr>
          <a:xfrm>
            <a:off x="5007725" y="3489825"/>
            <a:ext cx="659531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4" name="Oval 23">
            <a:extLst>
              <a:ext uri="{FF2B5EF4-FFF2-40B4-BE49-F238E27FC236}">
                <a16:creationId xmlns:a16="http://schemas.microsoft.com/office/drawing/2014/main" id="{D9B16261-9CA2-41E3-AAB4-009E6DBE6F86}"/>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Text Placeholder 34">
            <a:extLst>
              <a:ext uri="{FF2B5EF4-FFF2-40B4-BE49-F238E27FC236}">
                <a16:creationId xmlns:a16="http://schemas.microsoft.com/office/drawing/2014/main" id="{B646B680-DCA0-7E97-6565-7237325B9737}"/>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18666555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03 | 9_Thank you - 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88BABE-9D3D-438B-3367-C555A0A1EDA4}"/>
              </a:ext>
            </a:extLst>
          </p:cNvPr>
          <p:cNvSpPr>
            <a:spLocks noGrp="1" noRot="1" noMove="1" noResize="1" noEditPoints="1" noAdjustHandles="1" noChangeArrowheads="1" noChangeShapeType="1"/>
          </p:cNvSpPr>
          <p:nvPr userDrawn="1"/>
        </p:nvSpPr>
        <p:spPr>
          <a:xfrm>
            <a:off x="0" y="0"/>
            <a:ext cx="12192000" cy="3021282"/>
          </a:xfrm>
          <a:prstGeom prst="rect">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7D0DB626-CB34-FD26-E9BF-E8F4E299CC36}"/>
              </a:ext>
            </a:extLst>
          </p:cNvPr>
          <p:cNvGrpSpPr>
            <a:grpSpLocks noGrp="1" noUngrp="1" noRot="1" noChangeAspect="1" noMove="1" noResize="1"/>
          </p:cNvGrpSpPr>
          <p:nvPr userDrawn="1"/>
        </p:nvGrpSpPr>
        <p:grpSpPr bwMode="auto">
          <a:xfrm>
            <a:off x="8574296" y="-1318"/>
            <a:ext cx="3617702" cy="2182543"/>
            <a:chOff x="4539" y="-4"/>
            <a:chExt cx="3156" cy="1904"/>
          </a:xfrm>
        </p:grpSpPr>
        <p:sp>
          <p:nvSpPr>
            <p:cNvPr id="5" name="Freeform 5">
              <a:extLst>
                <a:ext uri="{FF2B5EF4-FFF2-40B4-BE49-F238E27FC236}">
                  <a16:creationId xmlns:a16="http://schemas.microsoft.com/office/drawing/2014/main" id="{F65B3AE9-06A4-96BD-89E1-2D3B563BA6AA}"/>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6" name="Freeform 6">
              <a:extLst>
                <a:ext uri="{FF2B5EF4-FFF2-40B4-BE49-F238E27FC236}">
                  <a16:creationId xmlns:a16="http://schemas.microsoft.com/office/drawing/2014/main" id="{72581D95-8E88-FA7F-E8C0-2760FB722B99}"/>
                </a:ext>
              </a:extLst>
            </p:cNvPr>
            <p:cNvSpPr>
              <a:spLocks noGrp="1" noRot="1" noMove="1" noResize="1" noEditPoints="1" noAdjustHandles="1" noChangeArrowheads="1" noChangeShapeType="1"/>
            </p:cNvSpPr>
            <p:nvPr userDrawn="1"/>
          </p:nvSpPr>
          <p:spPr bwMode="auto">
            <a:xfrm>
              <a:off x="6508" y="225"/>
              <a:ext cx="1187" cy="1446"/>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7">
              <a:extLst>
                <a:ext uri="{FF2B5EF4-FFF2-40B4-BE49-F238E27FC236}">
                  <a16:creationId xmlns:a16="http://schemas.microsoft.com/office/drawing/2014/main" id="{DBD0E5ED-2ACA-93F9-E295-9855B4213314}"/>
                </a:ext>
              </a:extLst>
            </p:cNvPr>
            <p:cNvSpPr>
              <a:spLocks noGrp="1" noRot="1" noMove="1" noResize="1" noEditPoints="1" noAdjustHandles="1" noChangeArrowheads="1" noChangeShapeType="1"/>
            </p:cNvSpPr>
            <p:nvPr userDrawn="1"/>
          </p:nvSpPr>
          <p:spPr bwMode="auto">
            <a:xfrm>
              <a:off x="6508" y="1135"/>
              <a:ext cx="534" cy="536"/>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tx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8">
              <a:extLst>
                <a:ext uri="{FF2B5EF4-FFF2-40B4-BE49-F238E27FC236}">
                  <a16:creationId xmlns:a16="http://schemas.microsoft.com/office/drawing/2014/main" id="{7FFC95BD-3F5D-42F0-51FF-890F5313C333}"/>
                </a:ext>
              </a:extLst>
            </p:cNvPr>
            <p:cNvSpPr>
              <a:spLocks noGrp="1" noRot="1" noMove="1" noResize="1" noEditPoints="1" noAdjustHandles="1" noChangeArrowheads="1" noChangeShapeType="1"/>
            </p:cNvSpPr>
            <p:nvPr userDrawn="1"/>
          </p:nvSpPr>
          <p:spPr bwMode="auto">
            <a:xfrm>
              <a:off x="7417" y="225"/>
              <a:ext cx="278" cy="534"/>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rgbClr val="1DB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9" name="Freeform 9">
              <a:extLst>
                <a:ext uri="{FF2B5EF4-FFF2-40B4-BE49-F238E27FC236}">
                  <a16:creationId xmlns:a16="http://schemas.microsoft.com/office/drawing/2014/main" id="{DCFD39D1-B771-DD02-62D2-ABAB9582AC0B}"/>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10">
              <a:extLst>
                <a:ext uri="{FF2B5EF4-FFF2-40B4-BE49-F238E27FC236}">
                  <a16:creationId xmlns:a16="http://schemas.microsoft.com/office/drawing/2014/main" id="{9A06B4B2-A022-23CF-1D71-3DF65EDB4CF3}"/>
                </a:ext>
              </a:extLst>
            </p:cNvPr>
            <p:cNvSpPr>
              <a:spLocks noGrp="1" noRot="1" noMove="1" noResize="1" noEditPoints="1" noAdjustHandles="1" noChangeArrowheads="1" noChangeShapeType="1"/>
            </p:cNvSpPr>
            <p:nvPr userDrawn="1"/>
          </p:nvSpPr>
          <p:spPr bwMode="auto">
            <a:xfrm>
              <a:off x="4539" y="453"/>
              <a:ext cx="1445" cy="144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5D4B90A-CCEF-B554-C21E-0406514CD4C8}"/>
                </a:ext>
              </a:extLst>
            </p:cNvPr>
            <p:cNvSpPr>
              <a:spLocks noGrp="1" noRot="1" noMove="1" noResize="1" noEditPoints="1" noAdjustHandles="1" noChangeArrowheads="1" noChangeShapeType="1"/>
            </p:cNvSpPr>
            <p:nvPr userDrawn="1"/>
          </p:nvSpPr>
          <p:spPr bwMode="auto">
            <a:xfrm>
              <a:off x="4539" y="1363"/>
              <a:ext cx="536" cy="537"/>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0D79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FF270865-D600-F266-19C7-67630AFF755F}"/>
                </a:ext>
              </a:extLst>
            </p:cNvPr>
            <p:cNvSpPr>
              <a:spLocks noGrp="1" noRot="1" noMove="1" noResize="1" noEditPoints="1" noAdjustHandles="1" noChangeArrowheads="1" noChangeShapeType="1"/>
            </p:cNvSpPr>
            <p:nvPr userDrawn="1"/>
          </p:nvSpPr>
          <p:spPr bwMode="auto">
            <a:xfrm>
              <a:off x="5450" y="453"/>
              <a:ext cx="534" cy="535"/>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087C6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DFC0F008-1A7D-9601-F848-F0008142AD8D}"/>
                </a:ext>
              </a:extLst>
            </p:cNvPr>
            <p:cNvSpPr>
              <a:spLocks noGrp="1" noRot="1" noMove="1" noResize="1" noEditPoints="1" noAdjustHandles="1" noChangeArrowheads="1" noChangeShapeType="1"/>
            </p:cNvSpPr>
            <p:nvPr userDrawn="1"/>
          </p:nvSpPr>
          <p:spPr bwMode="auto">
            <a:xfrm>
              <a:off x="5905" y="-4"/>
              <a:ext cx="1151" cy="781"/>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tx1">
                <a:alpha val="1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4">
              <a:extLst>
                <a:ext uri="{FF2B5EF4-FFF2-40B4-BE49-F238E27FC236}">
                  <a16:creationId xmlns:a16="http://schemas.microsoft.com/office/drawing/2014/main" id="{26A82AF1-0EF3-FA8F-B7CD-475D35AF990E}"/>
                </a:ext>
              </a:extLst>
            </p:cNvPr>
            <p:cNvSpPr>
              <a:spLocks noGrp="1" noRot="1" noMove="1" noResize="1" noEditPoints="1" noAdjustHandles="1" noChangeArrowheads="1" noChangeShapeType="1"/>
            </p:cNvSpPr>
            <p:nvPr userDrawn="1"/>
          </p:nvSpPr>
          <p:spPr bwMode="auto">
            <a:xfrm>
              <a:off x="6609" y="324"/>
              <a:ext cx="534" cy="535"/>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9" y="847495"/>
            <a:ext cx="2975768" cy="443198"/>
          </a:xfrm>
          <a:prstGeom prst="rect">
            <a:avLst/>
          </a:prstGeom>
        </p:spPr>
        <p:txBody>
          <a:bodyPr wrap="square" lIns="0" tIns="0" rIns="0" bIns="0" anchor="b" anchorCtr="0">
            <a:spAutoFit/>
          </a:bodyPr>
          <a:lstStyle>
            <a:lvl1pPr algn="l">
              <a:defRPr sz="3200" b="1" spc="40" baseline="0">
                <a:solidFill>
                  <a:schemeClr val="bg1"/>
                </a:solidFill>
              </a:defRPr>
            </a:lvl1pPr>
          </a:lstStyle>
          <a:p>
            <a:r>
              <a:rPr lang="en-GB" noProof="0" dirty="0"/>
              <a:t>THANK YOU</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9" y="1458113"/>
            <a:ext cx="1566364" cy="0"/>
          </a:xfrm>
          <a:prstGeom prst="line">
            <a:avLst/>
          </a:prstGeom>
          <a:ln w="508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C6A6B99C-1F25-E80A-44F2-D2A703BF9B12}"/>
              </a:ext>
            </a:extLst>
          </p:cNvPr>
          <p:cNvSpPr>
            <a:spLocks noGrp="1"/>
          </p:cNvSpPr>
          <p:nvPr>
            <p:ph type="body" sz="quarter" idx="39" hasCustomPrompt="1"/>
          </p:nvPr>
        </p:nvSpPr>
        <p:spPr>
          <a:xfrm>
            <a:off x="588169" y="1654733"/>
            <a:ext cx="5508919" cy="332399"/>
          </a:xfrm>
          <a:prstGeom prst="rect">
            <a:avLst/>
          </a:prstGeom>
        </p:spPr>
        <p:txBody>
          <a:bodyPr wrap="square" lIns="0" tIns="0" rIns="0" bIns="0">
            <a:spAutoFit/>
          </a:bodyPr>
          <a:lstStyle>
            <a:lvl1pPr marL="0" indent="0">
              <a:buNone/>
              <a:defRPr sz="2400" b="1" spc="40" baseline="0">
                <a:solidFill>
                  <a:schemeClr val="bg2">
                    <a:lumMod val="7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ZA" noProof="0" dirty="0"/>
              <a:t>FOR THE OPPORTUNITY</a:t>
            </a:r>
          </a:p>
        </p:txBody>
      </p:sp>
      <p:sp>
        <p:nvSpPr>
          <p:cNvPr id="22" name="Text Placeholder 4">
            <a:extLst>
              <a:ext uri="{FF2B5EF4-FFF2-40B4-BE49-F238E27FC236}">
                <a16:creationId xmlns:a16="http://schemas.microsoft.com/office/drawing/2014/main" id="{6E641A9D-3099-6BA9-7D46-2A05FE50FA6B}"/>
              </a:ext>
            </a:extLst>
          </p:cNvPr>
          <p:cNvSpPr>
            <a:spLocks noGrp="1"/>
          </p:cNvSpPr>
          <p:nvPr>
            <p:ph type="body" sz="quarter" idx="40"/>
          </p:nvPr>
        </p:nvSpPr>
        <p:spPr>
          <a:xfrm>
            <a:off x="5007770" y="3489825"/>
            <a:ext cx="6596056" cy="289355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4" name="Oval 23">
            <a:extLst>
              <a:ext uri="{FF2B5EF4-FFF2-40B4-BE49-F238E27FC236}">
                <a16:creationId xmlns:a16="http://schemas.microsoft.com/office/drawing/2014/main" id="{D9B16261-9CA2-41E3-AAB4-009E6DBE6F86}"/>
              </a:ext>
            </a:extLst>
          </p:cNvPr>
          <p:cNvSpPr>
            <a:spLocks noGrp="1" noRot="1" noMove="1" noResize="1" noEditPoints="1" noAdjustHandles="1" noChangeArrowheads="1" noChangeShapeType="1"/>
          </p:cNvSpPr>
          <p:nvPr userDrawn="1"/>
        </p:nvSpPr>
        <p:spPr>
          <a:xfrm>
            <a:off x="588170" y="2552700"/>
            <a:ext cx="3831430" cy="383143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5" name="Text Placeholder 34">
            <a:extLst>
              <a:ext uri="{FF2B5EF4-FFF2-40B4-BE49-F238E27FC236}">
                <a16:creationId xmlns:a16="http://schemas.microsoft.com/office/drawing/2014/main" id="{B646B680-DCA0-7E97-6565-7237325B9737}"/>
              </a:ext>
            </a:extLst>
          </p:cNvPr>
          <p:cNvSpPr>
            <a:spLocks noGrp="1"/>
          </p:cNvSpPr>
          <p:nvPr>
            <p:ph type="body" sz="quarter" idx="42" hasCustomPrompt="1"/>
          </p:nvPr>
        </p:nvSpPr>
        <p:spPr>
          <a:xfrm>
            <a:off x="1066800" y="3021282"/>
            <a:ext cx="2847975" cy="2912793"/>
          </a:xfrm>
          <a:prstGeom prst="rect">
            <a:avLst/>
          </a:prstGeom>
          <a:noFill/>
        </p:spPr>
        <p:txBody>
          <a:bodyPr lIns="180000" tIns="180000" rIns="180000" bIns="180000" anchor="ctr" anchorCtr="0">
            <a:noAutofit/>
          </a:bodyPr>
          <a:lstStyle>
            <a:lvl1pPr marL="0" indent="0" algn="ctr">
              <a:lnSpc>
                <a:spcPts val="1800"/>
              </a:lnSpc>
              <a:buNone/>
              <a:defRPr sz="1200" spc="40" baseline="0">
                <a:solidFill>
                  <a:schemeClr val="bg1"/>
                </a:solidFill>
                <a:latin typeface="+mj-lt"/>
              </a:defRPr>
            </a:lvl1pPr>
            <a:lvl2pPr marL="457200" indent="0">
              <a:lnSpc>
                <a:spcPts val="1400"/>
              </a:lnSpc>
              <a:buNone/>
              <a:defRPr sz="1200" spc="40" baseline="0">
                <a:latin typeface="+mj-lt"/>
              </a:defRPr>
            </a:lvl2pPr>
            <a:lvl3pPr marL="914400" indent="0">
              <a:lnSpc>
                <a:spcPts val="1400"/>
              </a:lnSpc>
              <a:buNone/>
              <a:defRPr sz="1200" spc="40" baseline="0">
                <a:latin typeface="+mj-lt"/>
              </a:defRPr>
            </a:lvl3pPr>
            <a:lvl4pPr marL="1371600" indent="0">
              <a:lnSpc>
                <a:spcPts val="1400"/>
              </a:lnSpc>
              <a:buNone/>
              <a:defRPr sz="1200" spc="40" baseline="0">
                <a:latin typeface="+mj-lt"/>
              </a:defRPr>
            </a:lvl4pPr>
            <a:lvl5pPr marL="1828800" indent="0">
              <a:lnSpc>
                <a:spcPts val="1400"/>
              </a:lnSpc>
              <a:buNone/>
              <a:defRPr sz="1200" spc="40" baseline="0">
                <a:latin typeface="+mj-lt"/>
              </a:defRPr>
            </a:lvl5pPr>
          </a:lstStyle>
          <a:p>
            <a:pPr lvl="0"/>
            <a:r>
              <a:rPr lang="en-US" dirty="0"/>
              <a:t>Type your message here…</a:t>
            </a:r>
            <a:endParaRPr lang="en-ZA" dirty="0"/>
          </a:p>
        </p:txBody>
      </p:sp>
    </p:spTree>
    <p:extLst>
      <p:ext uri="{BB962C8B-B14F-4D97-AF65-F5344CB8AC3E}">
        <p14:creationId xmlns:p14="http://schemas.microsoft.com/office/powerpoint/2010/main" val="403339154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04 | Intro + Text + 1 x Table">
    <p:spTree>
      <p:nvGrpSpPr>
        <p:cNvPr id="1" name=""/>
        <p:cNvGrpSpPr/>
        <p:nvPr/>
      </p:nvGrpSpPr>
      <p:grpSpPr>
        <a:xfrm>
          <a:off x="0" y="0"/>
          <a:ext cx="0" cy="0"/>
          <a:chOff x="0" y="0"/>
          <a:chExt cx="0" cy="0"/>
        </a:xfrm>
      </p:grpSpPr>
      <p:grpSp>
        <p:nvGrpSpPr>
          <p:cNvPr id="3" name="Group 13">
            <a:extLst>
              <a:ext uri="{FF2B5EF4-FFF2-40B4-BE49-F238E27FC236}">
                <a16:creationId xmlns:a16="http://schemas.microsoft.com/office/drawing/2014/main" id="{E043CC3A-BBAB-B0AA-A348-54D3DDDBDAA0}"/>
              </a:ext>
            </a:extLst>
          </p:cNvPr>
          <p:cNvGrpSpPr>
            <a:grpSpLocks noGrp="1" noUngrp="1" noRot="1" noChangeAspect="1" noMove="1" noResize="1"/>
          </p:cNvGrpSpPr>
          <p:nvPr userDrawn="1"/>
        </p:nvGrpSpPr>
        <p:grpSpPr bwMode="auto">
          <a:xfrm>
            <a:off x="10898368" y="0"/>
            <a:ext cx="1293632" cy="1352033"/>
            <a:chOff x="6509" y="-7"/>
            <a:chExt cx="1174" cy="1227"/>
          </a:xfrm>
        </p:grpSpPr>
        <p:sp>
          <p:nvSpPr>
            <p:cNvPr id="4" name="Freeform 14">
              <a:extLst>
                <a:ext uri="{FF2B5EF4-FFF2-40B4-BE49-F238E27FC236}">
                  <a16:creationId xmlns:a16="http://schemas.microsoft.com/office/drawing/2014/main" id="{28D1C26B-F8E0-8D59-450F-7A51DCEA5A06}"/>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5" name="Freeform 15">
              <a:extLst>
                <a:ext uri="{FF2B5EF4-FFF2-40B4-BE49-F238E27FC236}">
                  <a16:creationId xmlns:a16="http://schemas.microsoft.com/office/drawing/2014/main" id="{540D91E1-FB1A-6E58-2B9B-A01C18405079}"/>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16">
              <a:extLst>
                <a:ext uri="{FF2B5EF4-FFF2-40B4-BE49-F238E27FC236}">
                  <a16:creationId xmlns:a16="http://schemas.microsoft.com/office/drawing/2014/main" id="{78577B4E-1101-B283-90B8-23D5E1087C8A}"/>
                </a:ext>
              </a:extLst>
            </p:cNvPr>
            <p:cNvSpPr>
              <a:spLocks noGrp="1" noRot="1" noMove="1" noResize="1" noEditPoints="1" noAdjustHandles="1" noChangeArrowheads="1" noChangeShapeType="1"/>
            </p:cNvSpPr>
            <p:nvPr userDrawn="1"/>
          </p:nvSpPr>
          <p:spPr bwMode="auto">
            <a:xfrm>
              <a:off x="6509" y="450"/>
              <a:ext cx="380" cy="380"/>
            </a:xfrm>
            <a:custGeom>
              <a:avLst/>
              <a:gdLst>
                <a:gd name="T0" fmla="*/ 93 w 340"/>
                <a:gd name="T1" fmla="*/ 170 h 340"/>
                <a:gd name="T2" fmla="*/ 170 w 340"/>
                <a:gd name="T3" fmla="*/ 247 h 340"/>
                <a:gd name="T4" fmla="*/ 247 w 340"/>
                <a:gd name="T5" fmla="*/ 170 h 340"/>
                <a:gd name="T6" fmla="*/ 170 w 340"/>
                <a:gd name="T7" fmla="*/ 93 h 340"/>
                <a:gd name="T8" fmla="*/ 93 w 340"/>
                <a:gd name="T9" fmla="*/ 170 h 340"/>
                <a:gd name="T10" fmla="*/ 0 w 340"/>
                <a:gd name="T11" fmla="*/ 170 h 340"/>
                <a:gd name="T12" fmla="*/ 170 w 340"/>
                <a:gd name="T13" fmla="*/ 0 h 340"/>
                <a:gd name="T14" fmla="*/ 340 w 340"/>
                <a:gd name="T15" fmla="*/ 170 h 340"/>
                <a:gd name="T16" fmla="*/ 170 w 340"/>
                <a:gd name="T17" fmla="*/ 340 h 340"/>
                <a:gd name="T18" fmla="*/ 0 w 340"/>
                <a:gd name="T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93" y="170"/>
                  </a:moveTo>
                  <a:cubicBezTo>
                    <a:pt x="93" y="213"/>
                    <a:pt x="128" y="247"/>
                    <a:pt x="170" y="247"/>
                  </a:cubicBezTo>
                  <a:cubicBezTo>
                    <a:pt x="213" y="247"/>
                    <a:pt x="247" y="213"/>
                    <a:pt x="247" y="170"/>
                  </a:cubicBezTo>
                  <a:cubicBezTo>
                    <a:pt x="247" y="128"/>
                    <a:pt x="213" y="93"/>
                    <a:pt x="170" y="93"/>
                  </a:cubicBezTo>
                  <a:cubicBezTo>
                    <a:pt x="128" y="93"/>
                    <a:pt x="93" y="128"/>
                    <a:pt x="93" y="170"/>
                  </a:cubicBezTo>
                  <a:moveTo>
                    <a:pt x="0" y="170"/>
                  </a:moveTo>
                  <a:cubicBezTo>
                    <a:pt x="0" y="76"/>
                    <a:pt x="76" y="0"/>
                    <a:pt x="170" y="0"/>
                  </a:cubicBezTo>
                  <a:cubicBezTo>
                    <a:pt x="264" y="0"/>
                    <a:pt x="340" y="76"/>
                    <a:pt x="340" y="170"/>
                  </a:cubicBezTo>
                  <a:cubicBezTo>
                    <a:pt x="340" y="264"/>
                    <a:pt x="264" y="340"/>
                    <a:pt x="170" y="340"/>
                  </a:cubicBezTo>
                  <a:cubicBezTo>
                    <a:pt x="76" y="340"/>
                    <a:pt x="0" y="264"/>
                    <a:pt x="0" y="17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17">
              <a:extLst>
                <a:ext uri="{FF2B5EF4-FFF2-40B4-BE49-F238E27FC236}">
                  <a16:creationId xmlns:a16="http://schemas.microsoft.com/office/drawing/2014/main" id="{5B59381F-9A55-A757-4893-F15DE676EEAF}"/>
                </a:ext>
              </a:extLst>
            </p:cNvPr>
            <p:cNvSpPr>
              <a:spLocks noGrp="1" noRot="1" noMove="1" noResize="1" noEditPoints="1" noAdjustHandles="1" noChangeArrowheads="1" noChangeShapeType="1"/>
            </p:cNvSpPr>
            <p:nvPr userDrawn="1"/>
          </p:nvSpPr>
          <p:spPr bwMode="auto">
            <a:xfrm>
              <a:off x="7157" y="-7"/>
              <a:ext cx="381" cy="190"/>
            </a:xfrm>
            <a:custGeom>
              <a:avLst/>
              <a:gdLst>
                <a:gd name="T0" fmla="*/ 247 w 341"/>
                <a:gd name="T1" fmla="*/ 0 h 170"/>
                <a:gd name="T2" fmla="*/ 247 w 341"/>
                <a:gd name="T3" fmla="*/ 0 h 170"/>
                <a:gd name="T4" fmla="*/ 171 w 341"/>
                <a:gd name="T5" fmla="*/ 77 h 170"/>
                <a:gd name="T6" fmla="*/ 94 w 341"/>
                <a:gd name="T7" fmla="*/ 0 h 170"/>
                <a:gd name="T8" fmla="*/ 94 w 341"/>
                <a:gd name="T9" fmla="*/ 0 h 170"/>
                <a:gd name="T10" fmla="*/ 0 w 341"/>
                <a:gd name="T11" fmla="*/ 0 h 170"/>
                <a:gd name="T12" fmla="*/ 0 w 341"/>
                <a:gd name="T13" fmla="*/ 0 h 170"/>
                <a:gd name="T14" fmla="*/ 171 w 341"/>
                <a:gd name="T15" fmla="*/ 170 h 170"/>
                <a:gd name="T16" fmla="*/ 341 w 341"/>
                <a:gd name="T17" fmla="*/ 0 h 170"/>
                <a:gd name="T18" fmla="*/ 341 w 341"/>
                <a:gd name="T19" fmla="*/ 0 h 170"/>
                <a:gd name="T20" fmla="*/ 247 w 341"/>
                <a:gd name="T21"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170">
                  <a:moveTo>
                    <a:pt x="247" y="0"/>
                  </a:moveTo>
                  <a:cubicBezTo>
                    <a:pt x="247" y="0"/>
                    <a:pt x="247" y="0"/>
                    <a:pt x="247" y="0"/>
                  </a:cubicBezTo>
                  <a:cubicBezTo>
                    <a:pt x="247" y="42"/>
                    <a:pt x="213" y="77"/>
                    <a:pt x="171" y="77"/>
                  </a:cubicBezTo>
                  <a:cubicBezTo>
                    <a:pt x="128" y="77"/>
                    <a:pt x="94" y="42"/>
                    <a:pt x="94" y="0"/>
                  </a:cubicBezTo>
                  <a:cubicBezTo>
                    <a:pt x="94" y="0"/>
                    <a:pt x="94" y="0"/>
                    <a:pt x="94" y="0"/>
                  </a:cubicBezTo>
                  <a:cubicBezTo>
                    <a:pt x="0" y="0"/>
                    <a:pt x="0" y="0"/>
                    <a:pt x="0" y="0"/>
                  </a:cubicBezTo>
                  <a:cubicBezTo>
                    <a:pt x="0" y="0"/>
                    <a:pt x="0" y="0"/>
                    <a:pt x="0" y="0"/>
                  </a:cubicBezTo>
                  <a:cubicBezTo>
                    <a:pt x="0" y="94"/>
                    <a:pt x="77" y="170"/>
                    <a:pt x="171" y="170"/>
                  </a:cubicBezTo>
                  <a:cubicBezTo>
                    <a:pt x="265" y="170"/>
                    <a:pt x="341" y="94"/>
                    <a:pt x="341" y="0"/>
                  </a:cubicBezTo>
                  <a:cubicBezTo>
                    <a:pt x="341" y="0"/>
                    <a:pt x="341" y="0"/>
                    <a:pt x="341" y="0"/>
                  </a:cubicBezTo>
                  <a:lnTo>
                    <a:pt x="24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18">
              <a:extLst>
                <a:ext uri="{FF2B5EF4-FFF2-40B4-BE49-F238E27FC236}">
                  <a16:creationId xmlns:a16="http://schemas.microsoft.com/office/drawing/2014/main" id="{2DD342FE-8BDC-A01F-2542-3B388EFA53D8}"/>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ZA"/>
            </a:p>
          </p:txBody>
        </p:sp>
        <p:sp>
          <p:nvSpPr>
            <p:cNvPr id="9" name="Freeform 19">
              <a:extLst>
                <a:ext uri="{FF2B5EF4-FFF2-40B4-BE49-F238E27FC236}">
                  <a16:creationId xmlns:a16="http://schemas.microsoft.com/office/drawing/2014/main" id="{ED3FB288-8368-D6F9-F939-E9CCF7207990}"/>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20">
              <a:extLst>
                <a:ext uri="{FF2B5EF4-FFF2-40B4-BE49-F238E27FC236}">
                  <a16:creationId xmlns:a16="http://schemas.microsoft.com/office/drawing/2014/main" id="{49D6D9DE-E02D-B432-512F-2C665F6A7FA0}"/>
                </a:ext>
              </a:extLst>
            </p:cNvPr>
            <p:cNvSpPr>
              <a:spLocks noGrp="1" noRot="1" noMove="1" noResize="1" noEditPoints="1" noAdjustHandles="1" noChangeArrowheads="1" noChangeShapeType="1"/>
            </p:cNvSpPr>
            <p:nvPr userDrawn="1"/>
          </p:nvSpPr>
          <p:spPr bwMode="auto">
            <a:xfrm>
              <a:off x="7036" y="331"/>
              <a:ext cx="381" cy="380"/>
            </a:xfrm>
            <a:custGeom>
              <a:avLst/>
              <a:gdLst>
                <a:gd name="T0" fmla="*/ 138 w 381"/>
                <a:gd name="T1" fmla="*/ 0 h 380"/>
                <a:gd name="T2" fmla="*/ 138 w 381"/>
                <a:gd name="T3" fmla="*/ 138 h 380"/>
                <a:gd name="T4" fmla="*/ 0 w 381"/>
                <a:gd name="T5" fmla="*/ 138 h 380"/>
                <a:gd name="T6" fmla="*/ 0 w 381"/>
                <a:gd name="T7" fmla="*/ 242 h 380"/>
                <a:gd name="T8" fmla="*/ 138 w 381"/>
                <a:gd name="T9" fmla="*/ 242 h 380"/>
                <a:gd name="T10" fmla="*/ 138 w 381"/>
                <a:gd name="T11" fmla="*/ 380 h 380"/>
                <a:gd name="T12" fmla="*/ 242 w 381"/>
                <a:gd name="T13" fmla="*/ 380 h 380"/>
                <a:gd name="T14" fmla="*/ 242 w 381"/>
                <a:gd name="T15" fmla="*/ 242 h 380"/>
                <a:gd name="T16" fmla="*/ 381 w 381"/>
                <a:gd name="T17" fmla="*/ 242 h 380"/>
                <a:gd name="T18" fmla="*/ 381 w 381"/>
                <a:gd name="T19" fmla="*/ 138 h 380"/>
                <a:gd name="T20" fmla="*/ 242 w 381"/>
                <a:gd name="T21" fmla="*/ 138 h 380"/>
                <a:gd name="T22" fmla="*/ 242 w 381"/>
                <a:gd name="T23" fmla="*/ 0 h 380"/>
                <a:gd name="T24" fmla="*/ 138 w 381"/>
                <a:gd name="T25"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 h="380">
                  <a:moveTo>
                    <a:pt x="138" y="0"/>
                  </a:moveTo>
                  <a:lnTo>
                    <a:pt x="138" y="138"/>
                  </a:lnTo>
                  <a:lnTo>
                    <a:pt x="0" y="138"/>
                  </a:lnTo>
                  <a:lnTo>
                    <a:pt x="0" y="242"/>
                  </a:lnTo>
                  <a:lnTo>
                    <a:pt x="138" y="242"/>
                  </a:lnTo>
                  <a:lnTo>
                    <a:pt x="138" y="380"/>
                  </a:lnTo>
                  <a:lnTo>
                    <a:pt x="242" y="380"/>
                  </a:lnTo>
                  <a:lnTo>
                    <a:pt x="242" y="242"/>
                  </a:lnTo>
                  <a:lnTo>
                    <a:pt x="381" y="242"/>
                  </a:lnTo>
                  <a:lnTo>
                    <a:pt x="381" y="138"/>
                  </a:lnTo>
                  <a:lnTo>
                    <a:pt x="242" y="138"/>
                  </a:lnTo>
                  <a:lnTo>
                    <a:pt x="242" y="0"/>
                  </a:lnTo>
                  <a:lnTo>
                    <a:pt x="138" y="0"/>
                  </a:lnTo>
                  <a:close/>
                </a:path>
              </a:pathLst>
            </a:custGeom>
            <a:solidFill>
              <a:srgbClr val="E1E7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588165" y="1411009"/>
            <a:ext cx="11051372" cy="396327"/>
          </a:xfrm>
          <a:prstGeom prst="rect">
            <a:avLst/>
          </a:prstGeom>
        </p:spPr>
        <p:txBody>
          <a:bodyPr lIns="0" tIns="0" rIns="0" bIns="0">
            <a:spAutoFit/>
          </a:bodyPr>
          <a:lstStyle>
            <a:lvl1pPr marL="0" indent="0">
              <a:lnSpc>
                <a:spcPts val="1600"/>
              </a:lnSpc>
              <a:buFont typeface="Calibri" panose="020F0502020204030204" pitchFamily="34" charset="0"/>
              <a:buNone/>
              <a:defRPr sz="105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014821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6" y="2490651"/>
            <a:ext cx="3086851" cy="3955411"/>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9" name="Text Placeholder 4">
            <a:extLst>
              <a:ext uri="{FF2B5EF4-FFF2-40B4-BE49-F238E27FC236}">
                <a16:creationId xmlns:a16="http://schemas.microsoft.com/office/drawing/2014/main" id="{B66E63BA-03F5-DC28-1448-B0738F58036B}"/>
              </a:ext>
            </a:extLst>
          </p:cNvPr>
          <p:cNvSpPr>
            <a:spLocks noGrp="1"/>
          </p:cNvSpPr>
          <p:nvPr>
            <p:ph type="body" sz="quarter" idx="40" hasCustomPrompt="1"/>
          </p:nvPr>
        </p:nvSpPr>
        <p:spPr>
          <a:xfrm>
            <a:off x="588167" y="2146130"/>
            <a:ext cx="3086849"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32" name="Table Placeholder 14">
            <a:extLst>
              <a:ext uri="{FF2B5EF4-FFF2-40B4-BE49-F238E27FC236}">
                <a16:creationId xmlns:a16="http://schemas.microsoft.com/office/drawing/2014/main" id="{628B8436-13CD-F46B-C36B-468CF073B5D6}"/>
              </a:ext>
            </a:extLst>
          </p:cNvPr>
          <p:cNvSpPr>
            <a:spLocks noGrp="1"/>
          </p:cNvSpPr>
          <p:nvPr>
            <p:ph type="tbl" sz="quarter" idx="41" hasCustomPrompt="1"/>
          </p:nvPr>
        </p:nvSpPr>
        <p:spPr>
          <a:xfrm>
            <a:off x="4023367" y="2185850"/>
            <a:ext cx="7616174" cy="4259579"/>
          </a:xfrm>
          <a:prstGeom prst="rect">
            <a:avLst/>
          </a:prstGeom>
        </p:spPr>
        <p:txBody>
          <a:bodyPr/>
          <a:lstStyle>
            <a:lvl1pPr marL="0" indent="0" algn="ctr">
              <a:buNone/>
              <a:defRPr sz="1050">
                <a:solidFill>
                  <a:schemeClr val="tx1"/>
                </a:solidFill>
              </a:defRPr>
            </a:lvl1pPr>
          </a:lstStyle>
          <a:p>
            <a:r>
              <a:rPr lang="en-ZA" dirty="0"/>
              <a:t>Insert Table</a:t>
            </a:r>
          </a:p>
        </p:txBody>
      </p:sp>
    </p:spTree>
    <p:extLst>
      <p:ext uri="{BB962C8B-B14F-4D97-AF65-F5344CB8AC3E}">
        <p14:creationId xmlns:p14="http://schemas.microsoft.com/office/powerpoint/2010/main" val="12219615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04 | Heading + Intro + 1 x Table">
    <p:spTree>
      <p:nvGrpSpPr>
        <p:cNvPr id="1" name=""/>
        <p:cNvGrpSpPr/>
        <p:nvPr/>
      </p:nvGrpSpPr>
      <p:grpSpPr>
        <a:xfrm>
          <a:off x="0" y="0"/>
          <a:ext cx="0" cy="0"/>
          <a:chOff x="0" y="0"/>
          <a:chExt cx="0" cy="0"/>
        </a:xfrm>
      </p:grpSpPr>
      <p:grpSp>
        <p:nvGrpSpPr>
          <p:cNvPr id="3" name="Group 13">
            <a:extLst>
              <a:ext uri="{FF2B5EF4-FFF2-40B4-BE49-F238E27FC236}">
                <a16:creationId xmlns:a16="http://schemas.microsoft.com/office/drawing/2014/main" id="{E043CC3A-BBAB-B0AA-A348-54D3DDDBDAA0}"/>
              </a:ext>
            </a:extLst>
          </p:cNvPr>
          <p:cNvGrpSpPr>
            <a:grpSpLocks noGrp="1" noUngrp="1" noRot="1" noChangeAspect="1" noMove="1" noResize="1"/>
          </p:cNvGrpSpPr>
          <p:nvPr userDrawn="1"/>
        </p:nvGrpSpPr>
        <p:grpSpPr bwMode="auto">
          <a:xfrm>
            <a:off x="10898368" y="0"/>
            <a:ext cx="1293632" cy="1352033"/>
            <a:chOff x="6509" y="-7"/>
            <a:chExt cx="1174" cy="1227"/>
          </a:xfrm>
        </p:grpSpPr>
        <p:sp>
          <p:nvSpPr>
            <p:cNvPr id="4" name="Freeform 14">
              <a:extLst>
                <a:ext uri="{FF2B5EF4-FFF2-40B4-BE49-F238E27FC236}">
                  <a16:creationId xmlns:a16="http://schemas.microsoft.com/office/drawing/2014/main" id="{28D1C26B-F8E0-8D59-450F-7A51DCEA5A06}"/>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5" name="Freeform 15">
              <a:extLst>
                <a:ext uri="{FF2B5EF4-FFF2-40B4-BE49-F238E27FC236}">
                  <a16:creationId xmlns:a16="http://schemas.microsoft.com/office/drawing/2014/main" id="{540D91E1-FB1A-6E58-2B9B-A01C18405079}"/>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16">
              <a:extLst>
                <a:ext uri="{FF2B5EF4-FFF2-40B4-BE49-F238E27FC236}">
                  <a16:creationId xmlns:a16="http://schemas.microsoft.com/office/drawing/2014/main" id="{78577B4E-1101-B283-90B8-23D5E1087C8A}"/>
                </a:ext>
              </a:extLst>
            </p:cNvPr>
            <p:cNvSpPr>
              <a:spLocks noGrp="1" noRot="1" noMove="1" noResize="1" noEditPoints="1" noAdjustHandles="1" noChangeArrowheads="1" noChangeShapeType="1"/>
            </p:cNvSpPr>
            <p:nvPr userDrawn="1"/>
          </p:nvSpPr>
          <p:spPr bwMode="auto">
            <a:xfrm>
              <a:off x="6509" y="450"/>
              <a:ext cx="380" cy="380"/>
            </a:xfrm>
            <a:custGeom>
              <a:avLst/>
              <a:gdLst>
                <a:gd name="T0" fmla="*/ 93 w 340"/>
                <a:gd name="T1" fmla="*/ 170 h 340"/>
                <a:gd name="T2" fmla="*/ 170 w 340"/>
                <a:gd name="T3" fmla="*/ 247 h 340"/>
                <a:gd name="T4" fmla="*/ 247 w 340"/>
                <a:gd name="T5" fmla="*/ 170 h 340"/>
                <a:gd name="T6" fmla="*/ 170 w 340"/>
                <a:gd name="T7" fmla="*/ 93 h 340"/>
                <a:gd name="T8" fmla="*/ 93 w 340"/>
                <a:gd name="T9" fmla="*/ 170 h 340"/>
                <a:gd name="T10" fmla="*/ 0 w 340"/>
                <a:gd name="T11" fmla="*/ 170 h 340"/>
                <a:gd name="T12" fmla="*/ 170 w 340"/>
                <a:gd name="T13" fmla="*/ 0 h 340"/>
                <a:gd name="T14" fmla="*/ 340 w 340"/>
                <a:gd name="T15" fmla="*/ 170 h 340"/>
                <a:gd name="T16" fmla="*/ 170 w 340"/>
                <a:gd name="T17" fmla="*/ 340 h 340"/>
                <a:gd name="T18" fmla="*/ 0 w 340"/>
                <a:gd name="T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93" y="170"/>
                  </a:moveTo>
                  <a:cubicBezTo>
                    <a:pt x="93" y="213"/>
                    <a:pt x="128" y="247"/>
                    <a:pt x="170" y="247"/>
                  </a:cubicBezTo>
                  <a:cubicBezTo>
                    <a:pt x="213" y="247"/>
                    <a:pt x="247" y="213"/>
                    <a:pt x="247" y="170"/>
                  </a:cubicBezTo>
                  <a:cubicBezTo>
                    <a:pt x="247" y="128"/>
                    <a:pt x="213" y="93"/>
                    <a:pt x="170" y="93"/>
                  </a:cubicBezTo>
                  <a:cubicBezTo>
                    <a:pt x="128" y="93"/>
                    <a:pt x="93" y="128"/>
                    <a:pt x="93" y="170"/>
                  </a:cubicBezTo>
                  <a:moveTo>
                    <a:pt x="0" y="170"/>
                  </a:moveTo>
                  <a:cubicBezTo>
                    <a:pt x="0" y="76"/>
                    <a:pt x="76" y="0"/>
                    <a:pt x="170" y="0"/>
                  </a:cubicBezTo>
                  <a:cubicBezTo>
                    <a:pt x="264" y="0"/>
                    <a:pt x="340" y="76"/>
                    <a:pt x="340" y="170"/>
                  </a:cubicBezTo>
                  <a:cubicBezTo>
                    <a:pt x="340" y="264"/>
                    <a:pt x="264" y="340"/>
                    <a:pt x="170" y="340"/>
                  </a:cubicBezTo>
                  <a:cubicBezTo>
                    <a:pt x="76" y="340"/>
                    <a:pt x="0" y="264"/>
                    <a:pt x="0" y="17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17">
              <a:extLst>
                <a:ext uri="{FF2B5EF4-FFF2-40B4-BE49-F238E27FC236}">
                  <a16:creationId xmlns:a16="http://schemas.microsoft.com/office/drawing/2014/main" id="{5B59381F-9A55-A757-4893-F15DE676EEAF}"/>
                </a:ext>
              </a:extLst>
            </p:cNvPr>
            <p:cNvSpPr>
              <a:spLocks noGrp="1" noRot="1" noMove="1" noResize="1" noEditPoints="1" noAdjustHandles="1" noChangeArrowheads="1" noChangeShapeType="1"/>
            </p:cNvSpPr>
            <p:nvPr userDrawn="1"/>
          </p:nvSpPr>
          <p:spPr bwMode="auto">
            <a:xfrm>
              <a:off x="7157" y="-7"/>
              <a:ext cx="381" cy="190"/>
            </a:xfrm>
            <a:custGeom>
              <a:avLst/>
              <a:gdLst>
                <a:gd name="T0" fmla="*/ 247 w 341"/>
                <a:gd name="T1" fmla="*/ 0 h 170"/>
                <a:gd name="T2" fmla="*/ 247 w 341"/>
                <a:gd name="T3" fmla="*/ 0 h 170"/>
                <a:gd name="T4" fmla="*/ 171 w 341"/>
                <a:gd name="T5" fmla="*/ 77 h 170"/>
                <a:gd name="T6" fmla="*/ 94 w 341"/>
                <a:gd name="T7" fmla="*/ 0 h 170"/>
                <a:gd name="T8" fmla="*/ 94 w 341"/>
                <a:gd name="T9" fmla="*/ 0 h 170"/>
                <a:gd name="T10" fmla="*/ 0 w 341"/>
                <a:gd name="T11" fmla="*/ 0 h 170"/>
                <a:gd name="T12" fmla="*/ 0 w 341"/>
                <a:gd name="T13" fmla="*/ 0 h 170"/>
                <a:gd name="T14" fmla="*/ 171 w 341"/>
                <a:gd name="T15" fmla="*/ 170 h 170"/>
                <a:gd name="T16" fmla="*/ 341 w 341"/>
                <a:gd name="T17" fmla="*/ 0 h 170"/>
                <a:gd name="T18" fmla="*/ 341 w 341"/>
                <a:gd name="T19" fmla="*/ 0 h 170"/>
                <a:gd name="T20" fmla="*/ 247 w 341"/>
                <a:gd name="T21"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170">
                  <a:moveTo>
                    <a:pt x="247" y="0"/>
                  </a:moveTo>
                  <a:cubicBezTo>
                    <a:pt x="247" y="0"/>
                    <a:pt x="247" y="0"/>
                    <a:pt x="247" y="0"/>
                  </a:cubicBezTo>
                  <a:cubicBezTo>
                    <a:pt x="247" y="42"/>
                    <a:pt x="213" y="77"/>
                    <a:pt x="171" y="77"/>
                  </a:cubicBezTo>
                  <a:cubicBezTo>
                    <a:pt x="128" y="77"/>
                    <a:pt x="94" y="42"/>
                    <a:pt x="94" y="0"/>
                  </a:cubicBezTo>
                  <a:cubicBezTo>
                    <a:pt x="94" y="0"/>
                    <a:pt x="94" y="0"/>
                    <a:pt x="94" y="0"/>
                  </a:cubicBezTo>
                  <a:cubicBezTo>
                    <a:pt x="0" y="0"/>
                    <a:pt x="0" y="0"/>
                    <a:pt x="0" y="0"/>
                  </a:cubicBezTo>
                  <a:cubicBezTo>
                    <a:pt x="0" y="0"/>
                    <a:pt x="0" y="0"/>
                    <a:pt x="0" y="0"/>
                  </a:cubicBezTo>
                  <a:cubicBezTo>
                    <a:pt x="0" y="94"/>
                    <a:pt x="77" y="170"/>
                    <a:pt x="171" y="170"/>
                  </a:cubicBezTo>
                  <a:cubicBezTo>
                    <a:pt x="265" y="170"/>
                    <a:pt x="341" y="94"/>
                    <a:pt x="341" y="0"/>
                  </a:cubicBezTo>
                  <a:cubicBezTo>
                    <a:pt x="341" y="0"/>
                    <a:pt x="341" y="0"/>
                    <a:pt x="341" y="0"/>
                  </a:cubicBezTo>
                  <a:lnTo>
                    <a:pt x="24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18">
              <a:extLst>
                <a:ext uri="{FF2B5EF4-FFF2-40B4-BE49-F238E27FC236}">
                  <a16:creationId xmlns:a16="http://schemas.microsoft.com/office/drawing/2014/main" id="{2DD342FE-8BDC-A01F-2542-3B388EFA53D8}"/>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ZA"/>
            </a:p>
          </p:txBody>
        </p:sp>
        <p:sp>
          <p:nvSpPr>
            <p:cNvPr id="9" name="Freeform 19">
              <a:extLst>
                <a:ext uri="{FF2B5EF4-FFF2-40B4-BE49-F238E27FC236}">
                  <a16:creationId xmlns:a16="http://schemas.microsoft.com/office/drawing/2014/main" id="{ED3FB288-8368-D6F9-F939-E9CCF7207990}"/>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20">
              <a:extLst>
                <a:ext uri="{FF2B5EF4-FFF2-40B4-BE49-F238E27FC236}">
                  <a16:creationId xmlns:a16="http://schemas.microsoft.com/office/drawing/2014/main" id="{49D6D9DE-E02D-B432-512F-2C665F6A7FA0}"/>
                </a:ext>
              </a:extLst>
            </p:cNvPr>
            <p:cNvSpPr>
              <a:spLocks noGrp="1" noRot="1" noMove="1" noResize="1" noEditPoints="1" noAdjustHandles="1" noChangeArrowheads="1" noChangeShapeType="1"/>
            </p:cNvSpPr>
            <p:nvPr userDrawn="1"/>
          </p:nvSpPr>
          <p:spPr bwMode="auto">
            <a:xfrm>
              <a:off x="7036" y="331"/>
              <a:ext cx="381" cy="380"/>
            </a:xfrm>
            <a:custGeom>
              <a:avLst/>
              <a:gdLst>
                <a:gd name="T0" fmla="*/ 138 w 381"/>
                <a:gd name="T1" fmla="*/ 0 h 380"/>
                <a:gd name="T2" fmla="*/ 138 w 381"/>
                <a:gd name="T3" fmla="*/ 138 h 380"/>
                <a:gd name="T4" fmla="*/ 0 w 381"/>
                <a:gd name="T5" fmla="*/ 138 h 380"/>
                <a:gd name="T6" fmla="*/ 0 w 381"/>
                <a:gd name="T7" fmla="*/ 242 h 380"/>
                <a:gd name="T8" fmla="*/ 138 w 381"/>
                <a:gd name="T9" fmla="*/ 242 h 380"/>
                <a:gd name="T10" fmla="*/ 138 w 381"/>
                <a:gd name="T11" fmla="*/ 380 h 380"/>
                <a:gd name="T12" fmla="*/ 242 w 381"/>
                <a:gd name="T13" fmla="*/ 380 h 380"/>
                <a:gd name="T14" fmla="*/ 242 w 381"/>
                <a:gd name="T15" fmla="*/ 242 h 380"/>
                <a:gd name="T16" fmla="*/ 381 w 381"/>
                <a:gd name="T17" fmla="*/ 242 h 380"/>
                <a:gd name="T18" fmla="*/ 381 w 381"/>
                <a:gd name="T19" fmla="*/ 138 h 380"/>
                <a:gd name="T20" fmla="*/ 242 w 381"/>
                <a:gd name="T21" fmla="*/ 138 h 380"/>
                <a:gd name="T22" fmla="*/ 242 w 381"/>
                <a:gd name="T23" fmla="*/ 0 h 380"/>
                <a:gd name="T24" fmla="*/ 138 w 381"/>
                <a:gd name="T25"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 h="380">
                  <a:moveTo>
                    <a:pt x="138" y="0"/>
                  </a:moveTo>
                  <a:lnTo>
                    <a:pt x="138" y="138"/>
                  </a:lnTo>
                  <a:lnTo>
                    <a:pt x="0" y="138"/>
                  </a:lnTo>
                  <a:lnTo>
                    <a:pt x="0" y="242"/>
                  </a:lnTo>
                  <a:lnTo>
                    <a:pt x="138" y="242"/>
                  </a:lnTo>
                  <a:lnTo>
                    <a:pt x="138" y="380"/>
                  </a:lnTo>
                  <a:lnTo>
                    <a:pt x="242" y="380"/>
                  </a:lnTo>
                  <a:lnTo>
                    <a:pt x="242" y="242"/>
                  </a:lnTo>
                  <a:lnTo>
                    <a:pt x="381" y="242"/>
                  </a:lnTo>
                  <a:lnTo>
                    <a:pt x="381" y="138"/>
                  </a:lnTo>
                  <a:lnTo>
                    <a:pt x="242" y="138"/>
                  </a:lnTo>
                  <a:lnTo>
                    <a:pt x="242" y="0"/>
                  </a:lnTo>
                  <a:lnTo>
                    <a:pt x="138" y="0"/>
                  </a:lnTo>
                  <a:close/>
                </a:path>
              </a:pathLst>
            </a:custGeom>
            <a:solidFill>
              <a:srgbClr val="E1E7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588165" y="1411009"/>
            <a:ext cx="11051372" cy="396327"/>
          </a:xfrm>
          <a:prstGeom prst="rect">
            <a:avLst/>
          </a:prstGeom>
        </p:spPr>
        <p:txBody>
          <a:bodyPr lIns="0" tIns="0" rIns="0" bIns="0">
            <a:spAutoFit/>
          </a:bodyPr>
          <a:lstStyle>
            <a:lvl1pPr marL="0" indent="0">
              <a:lnSpc>
                <a:spcPts val="1600"/>
              </a:lnSpc>
              <a:buFont typeface="Calibri" panose="020F0502020204030204" pitchFamily="34" charset="0"/>
              <a:buNone/>
              <a:defRPr sz="105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014821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5" name="Table Placeholder 14">
            <a:extLst>
              <a:ext uri="{FF2B5EF4-FFF2-40B4-BE49-F238E27FC236}">
                <a16:creationId xmlns:a16="http://schemas.microsoft.com/office/drawing/2014/main" id="{CD74B6ED-366C-6E9F-E962-85030A9C9BA4}"/>
              </a:ext>
            </a:extLst>
          </p:cNvPr>
          <p:cNvSpPr>
            <a:spLocks noGrp="1"/>
          </p:cNvSpPr>
          <p:nvPr>
            <p:ph type="tbl" sz="quarter" idx="41" hasCustomPrompt="1"/>
          </p:nvPr>
        </p:nvSpPr>
        <p:spPr>
          <a:xfrm>
            <a:off x="588166" y="2125770"/>
            <a:ext cx="11051375" cy="4319660"/>
          </a:xfrm>
          <a:prstGeom prst="rect">
            <a:avLst/>
          </a:prstGeom>
        </p:spPr>
        <p:txBody>
          <a:bodyPr/>
          <a:lstStyle>
            <a:lvl1pPr marL="0" indent="0" algn="ctr">
              <a:buNone/>
              <a:defRPr sz="1050">
                <a:solidFill>
                  <a:schemeClr val="tx1"/>
                </a:solidFill>
              </a:defRPr>
            </a:lvl1pPr>
          </a:lstStyle>
          <a:p>
            <a:r>
              <a:rPr lang="en-ZA" dirty="0"/>
              <a:t>Insert Table</a:t>
            </a:r>
          </a:p>
        </p:txBody>
      </p:sp>
    </p:spTree>
    <p:extLst>
      <p:ext uri="{BB962C8B-B14F-4D97-AF65-F5344CB8AC3E}">
        <p14:creationId xmlns:p14="http://schemas.microsoft.com/office/powerpoint/2010/main" val="18241290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04 | Double Heading + 1 x Table">
    <p:spTree>
      <p:nvGrpSpPr>
        <p:cNvPr id="1" name=""/>
        <p:cNvGrpSpPr/>
        <p:nvPr/>
      </p:nvGrpSpPr>
      <p:grpSpPr>
        <a:xfrm>
          <a:off x="0" y="0"/>
          <a:ext cx="0" cy="0"/>
          <a:chOff x="0" y="0"/>
          <a:chExt cx="0" cy="0"/>
        </a:xfrm>
      </p:grpSpPr>
      <p:sp>
        <p:nvSpPr>
          <p:cNvPr id="15" name="Table Placeholder 14">
            <a:extLst>
              <a:ext uri="{FF2B5EF4-FFF2-40B4-BE49-F238E27FC236}">
                <a16:creationId xmlns:a16="http://schemas.microsoft.com/office/drawing/2014/main" id="{688F97F7-F5E6-343C-7BE9-3A347C62C878}"/>
              </a:ext>
            </a:extLst>
          </p:cNvPr>
          <p:cNvSpPr>
            <a:spLocks noGrp="1"/>
          </p:cNvSpPr>
          <p:nvPr>
            <p:ph type="tbl" sz="quarter" idx="41" hasCustomPrompt="1"/>
          </p:nvPr>
        </p:nvSpPr>
        <p:spPr>
          <a:xfrm>
            <a:off x="588166" y="1724026"/>
            <a:ext cx="11051375" cy="4721404"/>
          </a:xfrm>
          <a:prstGeom prst="rect">
            <a:avLst/>
          </a:prstGeom>
        </p:spPr>
        <p:txBody>
          <a:bodyPr/>
          <a:lstStyle>
            <a:lvl1pPr marL="0" indent="0" algn="ctr">
              <a:buNone/>
              <a:defRPr sz="1050">
                <a:solidFill>
                  <a:schemeClr val="tx1"/>
                </a:solidFill>
              </a:defRPr>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Tree>
    <p:extLst>
      <p:ext uri="{BB962C8B-B14F-4D97-AF65-F5344CB8AC3E}">
        <p14:creationId xmlns:p14="http://schemas.microsoft.com/office/powerpoint/2010/main" val="20042001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04 | 2 - Double Heading + 1 x Tab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0" name="Table Placeholder 14">
            <a:extLst>
              <a:ext uri="{FF2B5EF4-FFF2-40B4-BE49-F238E27FC236}">
                <a16:creationId xmlns:a16="http://schemas.microsoft.com/office/drawing/2014/main" id="{6F05272A-ACD8-1039-C6DB-CD96394C7CEC}"/>
              </a:ext>
            </a:extLst>
          </p:cNvPr>
          <p:cNvSpPr>
            <a:spLocks noGrp="1"/>
          </p:cNvSpPr>
          <p:nvPr>
            <p:ph type="tbl" sz="quarter" idx="41" hasCustomPrompt="1"/>
          </p:nvPr>
        </p:nvSpPr>
        <p:spPr>
          <a:xfrm>
            <a:off x="588166" y="1647825"/>
            <a:ext cx="11051375" cy="4797605"/>
          </a:xfrm>
          <a:prstGeom prst="rect">
            <a:avLst/>
          </a:prstGeom>
        </p:spPr>
        <p:txBody>
          <a:bodyPr/>
          <a:lstStyle>
            <a:lvl1pPr marL="0" indent="0" algn="ctr">
              <a:buNone/>
              <a:defRPr sz="1050">
                <a:solidFill>
                  <a:schemeClr val="tx1"/>
                </a:solidFill>
              </a:defRPr>
            </a:lvl1pPr>
          </a:lstStyle>
          <a:p>
            <a:r>
              <a:rPr lang="en-ZA" dirty="0"/>
              <a:t>Insert Table</a:t>
            </a:r>
          </a:p>
        </p:txBody>
      </p:sp>
    </p:spTree>
    <p:extLst>
      <p:ext uri="{BB962C8B-B14F-4D97-AF65-F5344CB8AC3E}">
        <p14:creationId xmlns:p14="http://schemas.microsoft.com/office/powerpoint/2010/main" val="38792464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04 | Single Heading + 1 x Table">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FCADC196-1239-E73E-8FE0-96E724E69039}"/>
              </a:ext>
            </a:extLst>
          </p:cNvPr>
          <p:cNvSpPr>
            <a:spLocks noGrp="1"/>
          </p:cNvSpPr>
          <p:nvPr>
            <p:ph type="tbl" sz="quarter" idx="39" hasCustomPrompt="1"/>
          </p:nvPr>
        </p:nvSpPr>
        <p:spPr>
          <a:xfrm>
            <a:off x="587375" y="1112021"/>
            <a:ext cx="11052175" cy="5334817"/>
          </a:xfrm>
          <a:prstGeom prst="rect">
            <a:avLst/>
          </a:prstGeom>
        </p:spPr>
        <p:txBody>
          <a:bodyPr/>
          <a:lstStyle>
            <a:lvl1pPr marL="0" indent="0" algn="ctr">
              <a:buNone/>
              <a:defRPr sz="1050"/>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Tree>
    <p:extLst>
      <p:ext uri="{BB962C8B-B14F-4D97-AF65-F5344CB8AC3E}">
        <p14:creationId xmlns:p14="http://schemas.microsoft.com/office/powerpoint/2010/main" val="36630665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04 | 1_3. Single Head + Intro + 1 x Table">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FCADC196-1239-E73E-8FE0-96E724E69039}"/>
              </a:ext>
            </a:extLst>
          </p:cNvPr>
          <p:cNvSpPr>
            <a:spLocks noGrp="1"/>
          </p:cNvSpPr>
          <p:nvPr>
            <p:ph type="tbl" sz="quarter" idx="39" hasCustomPrompt="1"/>
          </p:nvPr>
        </p:nvSpPr>
        <p:spPr>
          <a:xfrm>
            <a:off x="587375" y="1528516"/>
            <a:ext cx="11052175" cy="4918322"/>
          </a:xfrm>
          <a:prstGeom prst="rect">
            <a:avLst/>
          </a:prstGeom>
        </p:spPr>
        <p:txBody>
          <a:bodyPr/>
          <a:lstStyle>
            <a:lvl1pPr marL="0" indent="0" algn="ctr">
              <a:buNone/>
              <a:defRPr sz="1050"/>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 name="Text Placeholder 15">
            <a:extLst>
              <a:ext uri="{FF2B5EF4-FFF2-40B4-BE49-F238E27FC236}">
                <a16:creationId xmlns:a16="http://schemas.microsoft.com/office/drawing/2014/main" id="{B344E32D-2457-EF2E-E316-6DB234314878}"/>
              </a:ext>
            </a:extLst>
          </p:cNvPr>
          <p:cNvSpPr>
            <a:spLocks noGrp="1"/>
          </p:cNvSpPr>
          <p:nvPr>
            <p:ph type="body" sz="quarter" idx="44" hasCustomPrompt="1"/>
          </p:nvPr>
        </p:nvSpPr>
        <p:spPr>
          <a:xfrm>
            <a:off x="587375" y="1003472"/>
            <a:ext cx="11052175" cy="185500"/>
          </a:xfrm>
          <a:prstGeom prst="rect">
            <a:avLst/>
          </a:prstGeom>
        </p:spPr>
        <p:txBody>
          <a:bodyPr lIns="0" tIns="0" rIns="0" bIns="0">
            <a:spAutoFit/>
          </a:bodyPr>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spTree>
    <p:extLst>
      <p:ext uri="{BB962C8B-B14F-4D97-AF65-F5344CB8AC3E}">
        <p14:creationId xmlns:p14="http://schemas.microsoft.com/office/powerpoint/2010/main" val="18774491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04 | 1_Intro + Text + 2 x Table">
    <p:spTree>
      <p:nvGrpSpPr>
        <p:cNvPr id="1" name=""/>
        <p:cNvGrpSpPr/>
        <p:nvPr/>
      </p:nvGrpSpPr>
      <p:grpSpPr>
        <a:xfrm>
          <a:off x="0" y="0"/>
          <a:ext cx="0" cy="0"/>
          <a:chOff x="0" y="0"/>
          <a:chExt cx="0" cy="0"/>
        </a:xfrm>
      </p:grpSpPr>
      <p:grpSp>
        <p:nvGrpSpPr>
          <p:cNvPr id="3" name="Group 13">
            <a:extLst>
              <a:ext uri="{FF2B5EF4-FFF2-40B4-BE49-F238E27FC236}">
                <a16:creationId xmlns:a16="http://schemas.microsoft.com/office/drawing/2014/main" id="{E043CC3A-BBAB-B0AA-A348-54D3DDDBDAA0}"/>
              </a:ext>
            </a:extLst>
          </p:cNvPr>
          <p:cNvGrpSpPr>
            <a:grpSpLocks noGrp="1" noUngrp="1" noRot="1" noChangeAspect="1" noMove="1" noResize="1"/>
          </p:cNvGrpSpPr>
          <p:nvPr userDrawn="1"/>
        </p:nvGrpSpPr>
        <p:grpSpPr bwMode="auto">
          <a:xfrm>
            <a:off x="10898368" y="0"/>
            <a:ext cx="1293632" cy="1352033"/>
            <a:chOff x="6509" y="-7"/>
            <a:chExt cx="1174" cy="1227"/>
          </a:xfrm>
        </p:grpSpPr>
        <p:sp>
          <p:nvSpPr>
            <p:cNvPr id="4" name="Freeform 14">
              <a:extLst>
                <a:ext uri="{FF2B5EF4-FFF2-40B4-BE49-F238E27FC236}">
                  <a16:creationId xmlns:a16="http://schemas.microsoft.com/office/drawing/2014/main" id="{28D1C26B-F8E0-8D59-450F-7A51DCEA5A06}"/>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5" name="Freeform 15">
              <a:extLst>
                <a:ext uri="{FF2B5EF4-FFF2-40B4-BE49-F238E27FC236}">
                  <a16:creationId xmlns:a16="http://schemas.microsoft.com/office/drawing/2014/main" id="{540D91E1-FB1A-6E58-2B9B-A01C18405079}"/>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16">
              <a:extLst>
                <a:ext uri="{FF2B5EF4-FFF2-40B4-BE49-F238E27FC236}">
                  <a16:creationId xmlns:a16="http://schemas.microsoft.com/office/drawing/2014/main" id="{78577B4E-1101-B283-90B8-23D5E1087C8A}"/>
                </a:ext>
              </a:extLst>
            </p:cNvPr>
            <p:cNvSpPr>
              <a:spLocks noGrp="1" noRot="1" noMove="1" noResize="1" noEditPoints="1" noAdjustHandles="1" noChangeArrowheads="1" noChangeShapeType="1"/>
            </p:cNvSpPr>
            <p:nvPr userDrawn="1"/>
          </p:nvSpPr>
          <p:spPr bwMode="auto">
            <a:xfrm>
              <a:off x="6509" y="450"/>
              <a:ext cx="380" cy="380"/>
            </a:xfrm>
            <a:custGeom>
              <a:avLst/>
              <a:gdLst>
                <a:gd name="T0" fmla="*/ 93 w 340"/>
                <a:gd name="T1" fmla="*/ 170 h 340"/>
                <a:gd name="T2" fmla="*/ 170 w 340"/>
                <a:gd name="T3" fmla="*/ 247 h 340"/>
                <a:gd name="T4" fmla="*/ 247 w 340"/>
                <a:gd name="T5" fmla="*/ 170 h 340"/>
                <a:gd name="T6" fmla="*/ 170 w 340"/>
                <a:gd name="T7" fmla="*/ 93 h 340"/>
                <a:gd name="T8" fmla="*/ 93 w 340"/>
                <a:gd name="T9" fmla="*/ 170 h 340"/>
                <a:gd name="T10" fmla="*/ 0 w 340"/>
                <a:gd name="T11" fmla="*/ 170 h 340"/>
                <a:gd name="T12" fmla="*/ 170 w 340"/>
                <a:gd name="T13" fmla="*/ 0 h 340"/>
                <a:gd name="T14" fmla="*/ 340 w 340"/>
                <a:gd name="T15" fmla="*/ 170 h 340"/>
                <a:gd name="T16" fmla="*/ 170 w 340"/>
                <a:gd name="T17" fmla="*/ 340 h 340"/>
                <a:gd name="T18" fmla="*/ 0 w 340"/>
                <a:gd name="T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93" y="170"/>
                  </a:moveTo>
                  <a:cubicBezTo>
                    <a:pt x="93" y="213"/>
                    <a:pt x="128" y="247"/>
                    <a:pt x="170" y="247"/>
                  </a:cubicBezTo>
                  <a:cubicBezTo>
                    <a:pt x="213" y="247"/>
                    <a:pt x="247" y="213"/>
                    <a:pt x="247" y="170"/>
                  </a:cubicBezTo>
                  <a:cubicBezTo>
                    <a:pt x="247" y="128"/>
                    <a:pt x="213" y="93"/>
                    <a:pt x="170" y="93"/>
                  </a:cubicBezTo>
                  <a:cubicBezTo>
                    <a:pt x="128" y="93"/>
                    <a:pt x="93" y="128"/>
                    <a:pt x="93" y="170"/>
                  </a:cubicBezTo>
                  <a:moveTo>
                    <a:pt x="0" y="170"/>
                  </a:moveTo>
                  <a:cubicBezTo>
                    <a:pt x="0" y="76"/>
                    <a:pt x="76" y="0"/>
                    <a:pt x="170" y="0"/>
                  </a:cubicBezTo>
                  <a:cubicBezTo>
                    <a:pt x="264" y="0"/>
                    <a:pt x="340" y="76"/>
                    <a:pt x="340" y="170"/>
                  </a:cubicBezTo>
                  <a:cubicBezTo>
                    <a:pt x="340" y="264"/>
                    <a:pt x="264" y="340"/>
                    <a:pt x="170" y="340"/>
                  </a:cubicBezTo>
                  <a:cubicBezTo>
                    <a:pt x="76" y="340"/>
                    <a:pt x="0" y="264"/>
                    <a:pt x="0" y="17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17">
              <a:extLst>
                <a:ext uri="{FF2B5EF4-FFF2-40B4-BE49-F238E27FC236}">
                  <a16:creationId xmlns:a16="http://schemas.microsoft.com/office/drawing/2014/main" id="{5B59381F-9A55-A757-4893-F15DE676EEAF}"/>
                </a:ext>
              </a:extLst>
            </p:cNvPr>
            <p:cNvSpPr>
              <a:spLocks noGrp="1" noRot="1" noMove="1" noResize="1" noEditPoints="1" noAdjustHandles="1" noChangeArrowheads="1" noChangeShapeType="1"/>
            </p:cNvSpPr>
            <p:nvPr userDrawn="1"/>
          </p:nvSpPr>
          <p:spPr bwMode="auto">
            <a:xfrm>
              <a:off x="7157" y="-7"/>
              <a:ext cx="381" cy="190"/>
            </a:xfrm>
            <a:custGeom>
              <a:avLst/>
              <a:gdLst>
                <a:gd name="T0" fmla="*/ 247 w 341"/>
                <a:gd name="T1" fmla="*/ 0 h 170"/>
                <a:gd name="T2" fmla="*/ 247 w 341"/>
                <a:gd name="T3" fmla="*/ 0 h 170"/>
                <a:gd name="T4" fmla="*/ 171 w 341"/>
                <a:gd name="T5" fmla="*/ 77 h 170"/>
                <a:gd name="T6" fmla="*/ 94 w 341"/>
                <a:gd name="T7" fmla="*/ 0 h 170"/>
                <a:gd name="T8" fmla="*/ 94 w 341"/>
                <a:gd name="T9" fmla="*/ 0 h 170"/>
                <a:gd name="T10" fmla="*/ 0 w 341"/>
                <a:gd name="T11" fmla="*/ 0 h 170"/>
                <a:gd name="T12" fmla="*/ 0 w 341"/>
                <a:gd name="T13" fmla="*/ 0 h 170"/>
                <a:gd name="T14" fmla="*/ 171 w 341"/>
                <a:gd name="T15" fmla="*/ 170 h 170"/>
                <a:gd name="T16" fmla="*/ 341 w 341"/>
                <a:gd name="T17" fmla="*/ 0 h 170"/>
                <a:gd name="T18" fmla="*/ 341 w 341"/>
                <a:gd name="T19" fmla="*/ 0 h 170"/>
                <a:gd name="T20" fmla="*/ 247 w 341"/>
                <a:gd name="T21"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170">
                  <a:moveTo>
                    <a:pt x="247" y="0"/>
                  </a:moveTo>
                  <a:cubicBezTo>
                    <a:pt x="247" y="0"/>
                    <a:pt x="247" y="0"/>
                    <a:pt x="247" y="0"/>
                  </a:cubicBezTo>
                  <a:cubicBezTo>
                    <a:pt x="247" y="42"/>
                    <a:pt x="213" y="77"/>
                    <a:pt x="171" y="77"/>
                  </a:cubicBezTo>
                  <a:cubicBezTo>
                    <a:pt x="128" y="77"/>
                    <a:pt x="94" y="42"/>
                    <a:pt x="94" y="0"/>
                  </a:cubicBezTo>
                  <a:cubicBezTo>
                    <a:pt x="94" y="0"/>
                    <a:pt x="94" y="0"/>
                    <a:pt x="94" y="0"/>
                  </a:cubicBezTo>
                  <a:cubicBezTo>
                    <a:pt x="0" y="0"/>
                    <a:pt x="0" y="0"/>
                    <a:pt x="0" y="0"/>
                  </a:cubicBezTo>
                  <a:cubicBezTo>
                    <a:pt x="0" y="0"/>
                    <a:pt x="0" y="0"/>
                    <a:pt x="0" y="0"/>
                  </a:cubicBezTo>
                  <a:cubicBezTo>
                    <a:pt x="0" y="94"/>
                    <a:pt x="77" y="170"/>
                    <a:pt x="171" y="170"/>
                  </a:cubicBezTo>
                  <a:cubicBezTo>
                    <a:pt x="265" y="170"/>
                    <a:pt x="341" y="94"/>
                    <a:pt x="341" y="0"/>
                  </a:cubicBezTo>
                  <a:cubicBezTo>
                    <a:pt x="341" y="0"/>
                    <a:pt x="341" y="0"/>
                    <a:pt x="341" y="0"/>
                  </a:cubicBezTo>
                  <a:lnTo>
                    <a:pt x="24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18">
              <a:extLst>
                <a:ext uri="{FF2B5EF4-FFF2-40B4-BE49-F238E27FC236}">
                  <a16:creationId xmlns:a16="http://schemas.microsoft.com/office/drawing/2014/main" id="{2DD342FE-8BDC-A01F-2542-3B388EFA53D8}"/>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ZA"/>
            </a:p>
          </p:txBody>
        </p:sp>
        <p:sp>
          <p:nvSpPr>
            <p:cNvPr id="9" name="Freeform 19">
              <a:extLst>
                <a:ext uri="{FF2B5EF4-FFF2-40B4-BE49-F238E27FC236}">
                  <a16:creationId xmlns:a16="http://schemas.microsoft.com/office/drawing/2014/main" id="{ED3FB288-8368-D6F9-F939-E9CCF7207990}"/>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20">
              <a:extLst>
                <a:ext uri="{FF2B5EF4-FFF2-40B4-BE49-F238E27FC236}">
                  <a16:creationId xmlns:a16="http://schemas.microsoft.com/office/drawing/2014/main" id="{49D6D9DE-E02D-B432-512F-2C665F6A7FA0}"/>
                </a:ext>
              </a:extLst>
            </p:cNvPr>
            <p:cNvSpPr>
              <a:spLocks noGrp="1" noRot="1" noMove="1" noResize="1" noEditPoints="1" noAdjustHandles="1" noChangeArrowheads="1" noChangeShapeType="1"/>
            </p:cNvSpPr>
            <p:nvPr userDrawn="1"/>
          </p:nvSpPr>
          <p:spPr bwMode="auto">
            <a:xfrm>
              <a:off x="7036" y="331"/>
              <a:ext cx="381" cy="380"/>
            </a:xfrm>
            <a:custGeom>
              <a:avLst/>
              <a:gdLst>
                <a:gd name="T0" fmla="*/ 138 w 381"/>
                <a:gd name="T1" fmla="*/ 0 h 380"/>
                <a:gd name="T2" fmla="*/ 138 w 381"/>
                <a:gd name="T3" fmla="*/ 138 h 380"/>
                <a:gd name="T4" fmla="*/ 0 w 381"/>
                <a:gd name="T5" fmla="*/ 138 h 380"/>
                <a:gd name="T6" fmla="*/ 0 w 381"/>
                <a:gd name="T7" fmla="*/ 242 h 380"/>
                <a:gd name="T8" fmla="*/ 138 w 381"/>
                <a:gd name="T9" fmla="*/ 242 h 380"/>
                <a:gd name="T10" fmla="*/ 138 w 381"/>
                <a:gd name="T11" fmla="*/ 380 h 380"/>
                <a:gd name="T12" fmla="*/ 242 w 381"/>
                <a:gd name="T13" fmla="*/ 380 h 380"/>
                <a:gd name="T14" fmla="*/ 242 w 381"/>
                <a:gd name="T15" fmla="*/ 242 h 380"/>
                <a:gd name="T16" fmla="*/ 381 w 381"/>
                <a:gd name="T17" fmla="*/ 242 h 380"/>
                <a:gd name="T18" fmla="*/ 381 w 381"/>
                <a:gd name="T19" fmla="*/ 138 h 380"/>
                <a:gd name="T20" fmla="*/ 242 w 381"/>
                <a:gd name="T21" fmla="*/ 138 h 380"/>
                <a:gd name="T22" fmla="*/ 242 w 381"/>
                <a:gd name="T23" fmla="*/ 0 h 380"/>
                <a:gd name="T24" fmla="*/ 138 w 381"/>
                <a:gd name="T25"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 h="380">
                  <a:moveTo>
                    <a:pt x="138" y="0"/>
                  </a:moveTo>
                  <a:lnTo>
                    <a:pt x="138" y="138"/>
                  </a:lnTo>
                  <a:lnTo>
                    <a:pt x="0" y="138"/>
                  </a:lnTo>
                  <a:lnTo>
                    <a:pt x="0" y="242"/>
                  </a:lnTo>
                  <a:lnTo>
                    <a:pt x="138" y="242"/>
                  </a:lnTo>
                  <a:lnTo>
                    <a:pt x="138" y="380"/>
                  </a:lnTo>
                  <a:lnTo>
                    <a:pt x="242" y="380"/>
                  </a:lnTo>
                  <a:lnTo>
                    <a:pt x="242" y="242"/>
                  </a:lnTo>
                  <a:lnTo>
                    <a:pt x="381" y="242"/>
                  </a:lnTo>
                  <a:lnTo>
                    <a:pt x="381" y="138"/>
                  </a:lnTo>
                  <a:lnTo>
                    <a:pt x="242" y="138"/>
                  </a:lnTo>
                  <a:lnTo>
                    <a:pt x="242" y="0"/>
                  </a:lnTo>
                  <a:lnTo>
                    <a:pt x="138" y="0"/>
                  </a:lnTo>
                  <a:close/>
                </a:path>
              </a:pathLst>
            </a:custGeom>
            <a:solidFill>
              <a:srgbClr val="E1E7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588165" y="1350048"/>
            <a:ext cx="534158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50" b="1"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Table 1 : Title here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014821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2" name="Table Placeholder 14">
            <a:extLst>
              <a:ext uri="{FF2B5EF4-FFF2-40B4-BE49-F238E27FC236}">
                <a16:creationId xmlns:a16="http://schemas.microsoft.com/office/drawing/2014/main" id="{628B8436-13CD-F46B-C36B-468CF073B5D6}"/>
              </a:ext>
            </a:extLst>
          </p:cNvPr>
          <p:cNvSpPr>
            <a:spLocks noGrp="1"/>
          </p:cNvSpPr>
          <p:nvPr>
            <p:ph type="tbl" sz="quarter" idx="41" hasCustomPrompt="1"/>
          </p:nvPr>
        </p:nvSpPr>
        <p:spPr>
          <a:xfrm>
            <a:off x="6297169" y="2146130"/>
            <a:ext cx="5342372" cy="4299299"/>
          </a:xfrm>
          <a:prstGeom prst="rect">
            <a:avLst/>
          </a:prstGeom>
        </p:spPr>
        <p:txBody>
          <a:bodyPr/>
          <a:lstStyle>
            <a:lvl1pPr marL="0" indent="0" algn="ctr">
              <a:buNone/>
              <a:defRPr sz="1050">
                <a:solidFill>
                  <a:schemeClr val="tx1"/>
                </a:solidFill>
              </a:defRPr>
            </a:lvl1pPr>
          </a:lstStyle>
          <a:p>
            <a:r>
              <a:rPr lang="en-ZA" dirty="0"/>
              <a:t>Insert Table</a:t>
            </a:r>
          </a:p>
        </p:txBody>
      </p:sp>
      <p:sp>
        <p:nvSpPr>
          <p:cNvPr id="15" name="Table Placeholder 14">
            <a:extLst>
              <a:ext uri="{FF2B5EF4-FFF2-40B4-BE49-F238E27FC236}">
                <a16:creationId xmlns:a16="http://schemas.microsoft.com/office/drawing/2014/main" id="{BD4021C9-0735-1531-61DE-1617880B1225}"/>
              </a:ext>
            </a:extLst>
          </p:cNvPr>
          <p:cNvSpPr>
            <a:spLocks noGrp="1"/>
          </p:cNvSpPr>
          <p:nvPr>
            <p:ph type="tbl" sz="quarter" idx="42" hasCustomPrompt="1"/>
          </p:nvPr>
        </p:nvSpPr>
        <p:spPr>
          <a:xfrm>
            <a:off x="588165" y="2146130"/>
            <a:ext cx="5342372" cy="4299299"/>
          </a:xfrm>
          <a:prstGeom prst="rect">
            <a:avLst/>
          </a:prstGeom>
        </p:spPr>
        <p:txBody>
          <a:bodyPr/>
          <a:lstStyle>
            <a:lvl1pPr marL="0" indent="0" algn="ctr">
              <a:buNone/>
              <a:defRPr sz="1050">
                <a:solidFill>
                  <a:schemeClr val="tx1"/>
                </a:solidFill>
              </a:defRPr>
            </a:lvl1pPr>
          </a:lstStyle>
          <a:p>
            <a:r>
              <a:rPr lang="en-ZA" dirty="0"/>
              <a:t>Insert Table</a:t>
            </a:r>
          </a:p>
        </p:txBody>
      </p:sp>
      <p:sp>
        <p:nvSpPr>
          <p:cNvPr id="23" name="Text Placeholder 22">
            <a:extLst>
              <a:ext uri="{FF2B5EF4-FFF2-40B4-BE49-F238E27FC236}">
                <a16:creationId xmlns:a16="http://schemas.microsoft.com/office/drawing/2014/main" id="{1BD96D8F-65EF-B834-C3E6-242C45E89136}"/>
              </a:ext>
            </a:extLst>
          </p:cNvPr>
          <p:cNvSpPr>
            <a:spLocks noGrp="1"/>
          </p:cNvSpPr>
          <p:nvPr>
            <p:ph type="body" sz="quarter" idx="43" hasCustomPrompt="1"/>
          </p:nvPr>
        </p:nvSpPr>
        <p:spPr>
          <a:xfrm>
            <a:off x="587375" y="1629047"/>
            <a:ext cx="5342373" cy="307777"/>
          </a:xfrm>
          <a:prstGeom prst="rect">
            <a:avLst/>
          </a:prstGeom>
        </p:spPr>
        <p:txBody>
          <a:bodyPr wrap="square" lIns="0" tIns="0" rIns="0" bIns="0">
            <a:spAutoFit/>
          </a:bodyPr>
          <a:lstStyle>
            <a:lvl1pPr marL="0" indent="0">
              <a:lnSpc>
                <a:spcPts val="1200"/>
              </a:lnSpc>
              <a:buNone/>
              <a:defRPr sz="11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Intro text goes here, over two lines maximum…Intro text goes here, over two lines maximum…</a:t>
            </a:r>
            <a:r>
              <a:rPr lang="en-ZA" dirty="0"/>
              <a:t> </a:t>
            </a:r>
            <a:r>
              <a:rPr lang="en-US" dirty="0"/>
              <a:t>Intro text goes here, over two lines maximum…</a:t>
            </a:r>
            <a:endParaRPr lang="en-ZA" dirty="0"/>
          </a:p>
        </p:txBody>
      </p:sp>
      <p:sp>
        <p:nvSpPr>
          <p:cNvPr id="24" name="Text Placeholder 4">
            <a:extLst>
              <a:ext uri="{FF2B5EF4-FFF2-40B4-BE49-F238E27FC236}">
                <a16:creationId xmlns:a16="http://schemas.microsoft.com/office/drawing/2014/main" id="{A4A8C0D3-78EB-593D-BA49-4A2BCCAEB75C}"/>
              </a:ext>
            </a:extLst>
          </p:cNvPr>
          <p:cNvSpPr>
            <a:spLocks noGrp="1"/>
          </p:cNvSpPr>
          <p:nvPr>
            <p:ph type="body" sz="quarter" idx="44" hasCustomPrompt="1"/>
          </p:nvPr>
        </p:nvSpPr>
        <p:spPr>
          <a:xfrm>
            <a:off x="6297959" y="1350048"/>
            <a:ext cx="534158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50" b="1"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Table 2 : Title here</a:t>
            </a:r>
          </a:p>
        </p:txBody>
      </p:sp>
      <p:sp>
        <p:nvSpPr>
          <p:cNvPr id="25" name="Text Placeholder 22">
            <a:extLst>
              <a:ext uri="{FF2B5EF4-FFF2-40B4-BE49-F238E27FC236}">
                <a16:creationId xmlns:a16="http://schemas.microsoft.com/office/drawing/2014/main" id="{69B798DD-BD02-4059-E640-72EB07E670F3}"/>
              </a:ext>
            </a:extLst>
          </p:cNvPr>
          <p:cNvSpPr>
            <a:spLocks noGrp="1"/>
          </p:cNvSpPr>
          <p:nvPr>
            <p:ph type="body" sz="quarter" idx="45" hasCustomPrompt="1"/>
          </p:nvPr>
        </p:nvSpPr>
        <p:spPr>
          <a:xfrm>
            <a:off x="6297169" y="1629047"/>
            <a:ext cx="5342373" cy="307777"/>
          </a:xfrm>
          <a:prstGeom prst="rect">
            <a:avLst/>
          </a:prstGeom>
        </p:spPr>
        <p:txBody>
          <a:bodyPr wrap="square" lIns="0" tIns="0" rIns="0" bIns="0">
            <a:spAutoFit/>
          </a:bodyPr>
          <a:lstStyle>
            <a:lvl1pPr marL="0" indent="0">
              <a:lnSpc>
                <a:spcPts val="1200"/>
              </a:lnSpc>
              <a:buNone/>
              <a:defRPr sz="11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Intro text goes here, over two lines maximum…Intro text goes here, over two lines maximum…</a:t>
            </a:r>
            <a:r>
              <a:rPr lang="en-ZA" dirty="0"/>
              <a:t> </a:t>
            </a:r>
            <a:r>
              <a:rPr lang="en-US" dirty="0"/>
              <a:t>Intro text goes here, over two lines maximum…</a:t>
            </a:r>
            <a:endParaRPr lang="en-ZA" dirty="0"/>
          </a:p>
        </p:txBody>
      </p:sp>
    </p:spTree>
    <p:extLst>
      <p:ext uri="{BB962C8B-B14F-4D97-AF65-F5344CB8AC3E}">
        <p14:creationId xmlns:p14="http://schemas.microsoft.com/office/powerpoint/2010/main" val="7696458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04 | Heading + Intro + 2 x Tab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 name="Table Placeholder 14">
            <a:extLst>
              <a:ext uri="{FF2B5EF4-FFF2-40B4-BE49-F238E27FC236}">
                <a16:creationId xmlns:a16="http://schemas.microsoft.com/office/drawing/2014/main" id="{036148E3-9E3D-0874-C253-EF6BCBA4A63F}"/>
              </a:ext>
            </a:extLst>
          </p:cNvPr>
          <p:cNvSpPr>
            <a:spLocks noGrp="1"/>
          </p:cNvSpPr>
          <p:nvPr>
            <p:ph type="tbl" sz="quarter" idx="42" hasCustomPrompt="1"/>
          </p:nvPr>
        </p:nvSpPr>
        <p:spPr>
          <a:xfrm>
            <a:off x="6297169" y="2272648"/>
            <a:ext cx="5342372" cy="4172781"/>
          </a:xfrm>
          <a:prstGeom prst="rect">
            <a:avLst/>
          </a:prstGeom>
        </p:spPr>
        <p:txBody>
          <a:bodyPr/>
          <a:lstStyle>
            <a:lvl1pPr marL="0" indent="0" algn="ctr">
              <a:buNone/>
              <a:defRPr sz="1050">
                <a:solidFill>
                  <a:schemeClr val="tx1"/>
                </a:solidFill>
              </a:defRPr>
            </a:lvl1pPr>
          </a:lstStyle>
          <a:p>
            <a:r>
              <a:rPr lang="en-ZA" dirty="0"/>
              <a:t>Insert Table</a:t>
            </a:r>
          </a:p>
        </p:txBody>
      </p:sp>
      <p:sp>
        <p:nvSpPr>
          <p:cNvPr id="4" name="Table Placeholder 14">
            <a:extLst>
              <a:ext uri="{FF2B5EF4-FFF2-40B4-BE49-F238E27FC236}">
                <a16:creationId xmlns:a16="http://schemas.microsoft.com/office/drawing/2014/main" id="{472E5FFA-DA25-FC5F-4BB9-631C1740DDCD}"/>
              </a:ext>
            </a:extLst>
          </p:cNvPr>
          <p:cNvSpPr>
            <a:spLocks noGrp="1"/>
          </p:cNvSpPr>
          <p:nvPr>
            <p:ph type="tbl" sz="quarter" idx="43" hasCustomPrompt="1"/>
          </p:nvPr>
        </p:nvSpPr>
        <p:spPr>
          <a:xfrm>
            <a:off x="588165" y="2272648"/>
            <a:ext cx="5342372" cy="4172781"/>
          </a:xfrm>
          <a:prstGeom prst="rect">
            <a:avLst/>
          </a:prstGeom>
        </p:spPr>
        <p:txBody>
          <a:bodyPr/>
          <a:lstStyle>
            <a:lvl1pPr marL="0" indent="0" algn="ctr">
              <a:buNone/>
              <a:defRPr sz="1050">
                <a:solidFill>
                  <a:schemeClr val="tx1"/>
                </a:solidFill>
              </a:defRPr>
            </a:lvl1pPr>
          </a:lstStyle>
          <a:p>
            <a:r>
              <a:rPr lang="en-ZA" dirty="0"/>
              <a:t>Insert Table</a:t>
            </a:r>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5FA903CA-9CAD-27FB-B8C8-EB92642292C5}"/>
              </a:ext>
            </a:extLst>
          </p:cNvPr>
          <p:cNvSpPr>
            <a:spLocks noGrp="1"/>
          </p:cNvSpPr>
          <p:nvPr>
            <p:ph type="body" sz="quarter" idx="44" hasCustomPrompt="1"/>
          </p:nvPr>
        </p:nvSpPr>
        <p:spPr>
          <a:xfrm>
            <a:off x="587375" y="1611314"/>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Tree>
    <p:extLst>
      <p:ext uri="{BB962C8B-B14F-4D97-AF65-F5344CB8AC3E}">
        <p14:creationId xmlns:p14="http://schemas.microsoft.com/office/powerpoint/2010/main" val="20952475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04 | Single Head + Clean 1 x Table">
    <p:bg>
      <p:bgPr>
        <a:solidFill>
          <a:schemeClr val="bg1"/>
        </a:solidFill>
        <a:effectLst/>
      </p:bgPr>
    </p:bg>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FCADC196-1239-E73E-8FE0-96E724E69039}"/>
              </a:ext>
            </a:extLst>
          </p:cNvPr>
          <p:cNvSpPr>
            <a:spLocks noGrp="1"/>
          </p:cNvSpPr>
          <p:nvPr>
            <p:ph type="tbl" sz="quarter" idx="39" hasCustomPrompt="1"/>
          </p:nvPr>
        </p:nvSpPr>
        <p:spPr>
          <a:xfrm>
            <a:off x="587375" y="1408113"/>
            <a:ext cx="11052175" cy="5038725"/>
          </a:xfrm>
          <a:prstGeom prst="rect">
            <a:avLst/>
          </a:prstGeom>
        </p:spPr>
        <p:txBody>
          <a:bodyPr/>
          <a:lstStyle>
            <a:lvl1pPr marL="0" indent="0" algn="ctr">
              <a:buNone/>
              <a:defRPr sz="1050"/>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Freeform 9">
            <a:extLst>
              <a:ext uri="{FF2B5EF4-FFF2-40B4-BE49-F238E27FC236}">
                <a16:creationId xmlns:a16="http://schemas.microsoft.com/office/drawing/2014/main" id="{FA518287-9D1E-8B55-4848-CC508CE781CF}"/>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Tree>
    <p:extLst>
      <p:ext uri="{BB962C8B-B14F-4D97-AF65-F5344CB8AC3E}">
        <p14:creationId xmlns:p14="http://schemas.microsoft.com/office/powerpoint/2010/main" val="127250151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04 | 2. Single Heading + 1 x Table">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FCADC196-1239-E73E-8FE0-96E724E69039}"/>
              </a:ext>
            </a:extLst>
          </p:cNvPr>
          <p:cNvSpPr>
            <a:spLocks noGrp="1"/>
          </p:cNvSpPr>
          <p:nvPr>
            <p:ph type="tbl" sz="quarter" idx="39" hasCustomPrompt="1"/>
          </p:nvPr>
        </p:nvSpPr>
        <p:spPr>
          <a:xfrm>
            <a:off x="587375" y="3013166"/>
            <a:ext cx="11052175" cy="3433672"/>
          </a:xfrm>
          <a:prstGeom prst="rect">
            <a:avLst/>
          </a:prstGeom>
        </p:spPr>
        <p:txBody>
          <a:bodyPr/>
          <a:lstStyle>
            <a:lvl1pPr marL="0" indent="0" algn="ctr">
              <a:buNone/>
              <a:defRPr sz="1050"/>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 name="Text Placeholder 15">
            <a:extLst>
              <a:ext uri="{FF2B5EF4-FFF2-40B4-BE49-F238E27FC236}">
                <a16:creationId xmlns:a16="http://schemas.microsoft.com/office/drawing/2014/main" id="{B344E32D-2457-EF2E-E316-6DB234314878}"/>
              </a:ext>
            </a:extLst>
          </p:cNvPr>
          <p:cNvSpPr>
            <a:spLocks noGrp="1"/>
          </p:cNvSpPr>
          <p:nvPr>
            <p:ph type="body" sz="quarter" idx="44" hasCustomPrompt="1"/>
          </p:nvPr>
        </p:nvSpPr>
        <p:spPr>
          <a:xfrm>
            <a:off x="587375" y="1003472"/>
            <a:ext cx="11052175" cy="185500"/>
          </a:xfrm>
          <a:prstGeom prst="rect">
            <a:avLst/>
          </a:prstGeom>
        </p:spPr>
        <p:txBody>
          <a:bodyPr lIns="0" tIns="0" rIns="0" bIns="0">
            <a:spAutoFit/>
          </a:bodyPr>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sp>
        <p:nvSpPr>
          <p:cNvPr id="5" name="Rectangle 4">
            <a:extLst>
              <a:ext uri="{FF2B5EF4-FFF2-40B4-BE49-F238E27FC236}">
                <a16:creationId xmlns:a16="http://schemas.microsoft.com/office/drawing/2014/main" id="{39ACABEC-24EE-68F5-055D-62E1BA33E787}"/>
              </a:ext>
            </a:extLst>
          </p:cNvPr>
          <p:cNvSpPr>
            <a:spLocks noGrp="1" noRot="1" noMove="1" noResize="1" noEditPoints="1" noAdjustHandles="1" noChangeArrowheads="1" noChangeShapeType="1"/>
          </p:cNvSpPr>
          <p:nvPr userDrawn="1"/>
        </p:nvSpPr>
        <p:spPr>
          <a:xfrm>
            <a:off x="587375" y="1528607"/>
            <a:ext cx="5290911" cy="1144924"/>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ext Placeholder 7">
            <a:extLst>
              <a:ext uri="{FF2B5EF4-FFF2-40B4-BE49-F238E27FC236}">
                <a16:creationId xmlns:a16="http://schemas.microsoft.com/office/drawing/2014/main" id="{CCDADBCF-03B8-921C-276C-5A537269E526}"/>
              </a:ext>
            </a:extLst>
          </p:cNvPr>
          <p:cNvSpPr>
            <a:spLocks noGrp="1"/>
          </p:cNvSpPr>
          <p:nvPr>
            <p:ph type="body" sz="quarter" idx="45"/>
          </p:nvPr>
        </p:nvSpPr>
        <p:spPr>
          <a:xfrm>
            <a:off x="855662" y="1774044"/>
            <a:ext cx="4770075" cy="654050"/>
          </a:xfrm>
          <a:prstGeom prst="rect">
            <a:avLst/>
          </a:prstGeom>
        </p:spPr>
        <p:txBody>
          <a:bodyPr lIns="0" tIns="0" rIns="0" bIns="0"/>
          <a:lstStyle>
            <a:lvl1pPr marL="0" indent="0">
              <a:buNone/>
              <a:defRPr sz="1100">
                <a:solidFill>
                  <a:schemeClr val="accent5">
                    <a:lumMod val="50000"/>
                  </a:schemeClr>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lvl="0"/>
            <a:r>
              <a:rPr lang="en-US" dirty="0"/>
              <a:t>Click to edit Master text styles</a:t>
            </a:r>
            <a:endParaRPr lang="en-ZA" dirty="0"/>
          </a:p>
        </p:txBody>
      </p:sp>
      <p:sp>
        <p:nvSpPr>
          <p:cNvPr id="9" name="Text Placeholder 4">
            <a:extLst>
              <a:ext uri="{FF2B5EF4-FFF2-40B4-BE49-F238E27FC236}">
                <a16:creationId xmlns:a16="http://schemas.microsoft.com/office/drawing/2014/main" id="{62D16D05-70D6-F541-7EE0-1F082A99703D}"/>
              </a:ext>
            </a:extLst>
          </p:cNvPr>
          <p:cNvSpPr>
            <a:spLocks noGrp="1"/>
          </p:cNvSpPr>
          <p:nvPr>
            <p:ph type="body" sz="quarter" idx="38"/>
          </p:nvPr>
        </p:nvSpPr>
        <p:spPr>
          <a:xfrm>
            <a:off x="6331131" y="1873038"/>
            <a:ext cx="5308414" cy="816464"/>
          </a:xfrm>
          <a:prstGeom prst="rect">
            <a:avLst/>
          </a:prstGeom>
        </p:spPr>
        <p:txBody>
          <a:bodyPr lIns="0" tIns="0" rIns="0" bIns="0"/>
          <a:lstStyle>
            <a:lvl1pPr marL="228600" indent="-228600">
              <a:lnSpc>
                <a:spcPct val="100000"/>
              </a:lnSpc>
              <a:spcBef>
                <a:spcPts val="200"/>
              </a:spcBef>
              <a:buFont typeface="Calibri" panose="020F0502020204030204" pitchFamily="34" charset="0"/>
              <a:buChar char="+"/>
              <a:defRPr sz="1100">
                <a:solidFill>
                  <a:schemeClr val="tx2">
                    <a:lumMod val="50000"/>
                  </a:schemeClr>
                </a:solidFill>
              </a:defRPr>
            </a:lvl1pPr>
            <a:lvl2pPr>
              <a:lnSpc>
                <a:spcPct val="100000"/>
              </a:lnSpc>
              <a:spcBef>
                <a:spcPts val="2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10" name="Text Placeholder 4">
            <a:extLst>
              <a:ext uri="{FF2B5EF4-FFF2-40B4-BE49-F238E27FC236}">
                <a16:creationId xmlns:a16="http://schemas.microsoft.com/office/drawing/2014/main" id="{7829395F-F302-9376-1EB7-42544D46FA01}"/>
              </a:ext>
            </a:extLst>
          </p:cNvPr>
          <p:cNvSpPr>
            <a:spLocks noGrp="1"/>
          </p:cNvSpPr>
          <p:nvPr>
            <p:ph type="body" sz="quarter" idx="40" hasCustomPrompt="1"/>
          </p:nvPr>
        </p:nvSpPr>
        <p:spPr>
          <a:xfrm>
            <a:off x="6331132" y="1528516"/>
            <a:ext cx="5308411"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6945431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04 | 1_Single Heading + 1 x Table">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FCADC196-1239-E73E-8FE0-96E724E69039}"/>
              </a:ext>
            </a:extLst>
          </p:cNvPr>
          <p:cNvSpPr>
            <a:spLocks noGrp="1"/>
          </p:cNvSpPr>
          <p:nvPr>
            <p:ph type="tbl" sz="quarter" idx="39" hasCustomPrompt="1"/>
          </p:nvPr>
        </p:nvSpPr>
        <p:spPr>
          <a:xfrm>
            <a:off x="587375" y="1408113"/>
            <a:ext cx="11052175" cy="5038725"/>
          </a:xfrm>
          <a:prstGeom prst="rect">
            <a:avLst/>
          </a:prstGeom>
        </p:spPr>
        <p:txBody>
          <a:bodyPr/>
          <a:lstStyle>
            <a:lvl1pPr marL="0" indent="0" algn="ctr">
              <a:buNone/>
              <a:defRPr sz="1050"/>
            </a:lvl1pPr>
          </a:lstStyle>
          <a:p>
            <a:r>
              <a:rPr lang="en-ZA" dirty="0"/>
              <a:t>Insert Table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2284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04GT | 1_Heading + Intro + 1 x Table">
    <p:spTree>
      <p:nvGrpSpPr>
        <p:cNvPr id="1" name=""/>
        <p:cNvGrpSpPr/>
        <p:nvPr/>
      </p:nvGrpSpPr>
      <p:grpSpPr>
        <a:xfrm>
          <a:off x="0" y="0"/>
          <a:ext cx="0" cy="0"/>
          <a:chOff x="0" y="0"/>
          <a:chExt cx="0" cy="0"/>
        </a:xfrm>
      </p:grpSpPr>
      <p:sp>
        <p:nvSpPr>
          <p:cNvPr id="4" name="Table Placeholder 14">
            <a:extLst>
              <a:ext uri="{FF2B5EF4-FFF2-40B4-BE49-F238E27FC236}">
                <a16:creationId xmlns:a16="http://schemas.microsoft.com/office/drawing/2014/main" id="{472E5FFA-DA25-FC5F-4BB9-631C1740DDCD}"/>
              </a:ext>
            </a:extLst>
          </p:cNvPr>
          <p:cNvSpPr>
            <a:spLocks noGrp="1"/>
          </p:cNvSpPr>
          <p:nvPr>
            <p:ph type="tbl" sz="quarter" idx="43" hasCustomPrompt="1"/>
          </p:nvPr>
        </p:nvSpPr>
        <p:spPr>
          <a:xfrm>
            <a:off x="588164" y="2272648"/>
            <a:ext cx="11051369" cy="4172781"/>
          </a:xfrm>
          <a:prstGeom prst="rect">
            <a:avLst/>
          </a:prstGeom>
        </p:spPr>
        <p:txBody>
          <a:bodyPr/>
          <a:lstStyle>
            <a:lvl1pPr marL="0" indent="0" algn="ctr">
              <a:buNone/>
              <a:defRPr sz="1050">
                <a:solidFill>
                  <a:schemeClr val="tx1"/>
                </a:solidFill>
              </a:defRPr>
            </a:lvl1pPr>
          </a:lstStyle>
          <a:p>
            <a:r>
              <a:rPr lang="en-ZA" dirty="0"/>
              <a:t>Insert Table</a:t>
            </a:r>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5FA903CA-9CAD-27FB-B8C8-EB92642292C5}"/>
              </a:ext>
            </a:extLst>
          </p:cNvPr>
          <p:cNvSpPr>
            <a:spLocks noGrp="1"/>
          </p:cNvSpPr>
          <p:nvPr>
            <p:ph type="body" sz="quarter" idx="44" hasCustomPrompt="1"/>
          </p:nvPr>
        </p:nvSpPr>
        <p:spPr>
          <a:xfrm>
            <a:off x="587375" y="1611314"/>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Tree>
    <p:extLst>
      <p:ext uri="{BB962C8B-B14F-4D97-AF65-F5344CB8AC3E}">
        <p14:creationId xmlns:p14="http://schemas.microsoft.com/office/powerpoint/2010/main" val="25312538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04GT | 2_2 Line Head + Intro + 1 x Table">
    <p:spTree>
      <p:nvGrpSpPr>
        <p:cNvPr id="1" name=""/>
        <p:cNvGrpSpPr/>
        <p:nvPr/>
      </p:nvGrpSpPr>
      <p:grpSpPr>
        <a:xfrm>
          <a:off x="0" y="0"/>
          <a:ext cx="0" cy="0"/>
          <a:chOff x="0" y="0"/>
          <a:chExt cx="0" cy="0"/>
        </a:xfrm>
      </p:grpSpPr>
      <p:sp>
        <p:nvSpPr>
          <p:cNvPr id="4" name="Table Placeholder 14">
            <a:extLst>
              <a:ext uri="{FF2B5EF4-FFF2-40B4-BE49-F238E27FC236}">
                <a16:creationId xmlns:a16="http://schemas.microsoft.com/office/drawing/2014/main" id="{472E5FFA-DA25-FC5F-4BB9-631C1740DDCD}"/>
              </a:ext>
            </a:extLst>
          </p:cNvPr>
          <p:cNvSpPr>
            <a:spLocks noGrp="1"/>
          </p:cNvSpPr>
          <p:nvPr>
            <p:ph type="tbl" sz="quarter" idx="43" hasCustomPrompt="1"/>
          </p:nvPr>
        </p:nvSpPr>
        <p:spPr>
          <a:xfrm>
            <a:off x="588164" y="2397882"/>
            <a:ext cx="11051369" cy="4047548"/>
          </a:xfrm>
          <a:prstGeom prst="rect">
            <a:avLst/>
          </a:prstGeom>
        </p:spPr>
        <p:txBody>
          <a:bodyPr/>
          <a:lstStyle>
            <a:lvl1pPr marL="0" indent="0" algn="ctr">
              <a:buNone/>
              <a:defRPr sz="1050">
                <a:solidFill>
                  <a:schemeClr val="tx1"/>
                </a:solidFill>
              </a:defRPr>
            </a:lvl1pPr>
          </a:lstStyle>
          <a:p>
            <a:r>
              <a:rPr lang="en-ZA" dirty="0"/>
              <a:t>Insert Table</a:t>
            </a:r>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1"/>
            <a:ext cx="12192000" cy="1707356"/>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26832"/>
            <a:ext cx="11051379" cy="664797"/>
          </a:xfrm>
          <a:prstGeom prst="rect">
            <a:avLst/>
          </a:prstGeom>
        </p:spPr>
        <p:txBody>
          <a:bodyPr wrap="square" lIns="0" tIns="0" rIns="0" bIns="0" anchor="b" anchorCtr="0">
            <a:spAutoFit/>
          </a:bodyPr>
          <a:lstStyle>
            <a:lvl1pPr algn="ctr">
              <a:defRPr sz="2400" b="1" spc="40" baseline="0">
                <a:solidFill>
                  <a:schemeClr val="accent1"/>
                </a:solidFill>
              </a:defRPr>
            </a:lvl1pPr>
          </a:lstStyle>
          <a:p>
            <a:r>
              <a:rPr lang="en-GB" noProof="0" dirty="0"/>
              <a:t>CLICK TO INSERT TWO LINE HEADING CLICK TO INSERT TWO LINE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3595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5FA903CA-9CAD-27FB-B8C8-EB92642292C5}"/>
              </a:ext>
            </a:extLst>
          </p:cNvPr>
          <p:cNvSpPr>
            <a:spLocks noGrp="1"/>
          </p:cNvSpPr>
          <p:nvPr>
            <p:ph type="body" sz="quarter" idx="44" hasCustomPrompt="1"/>
          </p:nvPr>
        </p:nvSpPr>
        <p:spPr>
          <a:xfrm>
            <a:off x="587375" y="1937545"/>
            <a:ext cx="11052175" cy="185500"/>
          </a:xfrm>
          <a:prstGeom prst="rect">
            <a:avLst/>
          </a:prstGeom>
        </p:spPr>
        <p:txBody>
          <a:bodyPr lIns="0" tIns="0" rIns="0" bIns="0">
            <a:spAutoFit/>
          </a:bodyPr>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No longer than 1 line of copy maximum.</a:t>
            </a:r>
            <a:endParaRPr lang="en-ZA" dirty="0"/>
          </a:p>
        </p:txBody>
      </p:sp>
    </p:spTree>
    <p:extLst>
      <p:ext uri="{BB962C8B-B14F-4D97-AF65-F5344CB8AC3E}">
        <p14:creationId xmlns:p14="http://schemas.microsoft.com/office/powerpoint/2010/main" val="5173836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04GT | Head + 2 x Table">
    <p:spTree>
      <p:nvGrpSpPr>
        <p:cNvPr id="1" name=""/>
        <p:cNvGrpSpPr/>
        <p:nvPr/>
      </p:nvGrpSpPr>
      <p:grpSpPr>
        <a:xfrm>
          <a:off x="0" y="0"/>
          <a:ext cx="0" cy="0"/>
          <a:chOff x="0" y="0"/>
          <a:chExt cx="0" cy="0"/>
        </a:xfrm>
      </p:grpSpPr>
      <p:sp>
        <p:nvSpPr>
          <p:cNvPr id="32" name="Table Placeholder 14">
            <a:extLst>
              <a:ext uri="{FF2B5EF4-FFF2-40B4-BE49-F238E27FC236}">
                <a16:creationId xmlns:a16="http://schemas.microsoft.com/office/drawing/2014/main" id="{628B8436-13CD-F46B-C36B-468CF073B5D6}"/>
              </a:ext>
            </a:extLst>
          </p:cNvPr>
          <p:cNvSpPr>
            <a:spLocks noGrp="1"/>
          </p:cNvSpPr>
          <p:nvPr>
            <p:ph type="tbl" sz="quarter" idx="41" hasCustomPrompt="1"/>
          </p:nvPr>
        </p:nvSpPr>
        <p:spPr>
          <a:xfrm>
            <a:off x="6297169" y="1350048"/>
            <a:ext cx="5342372" cy="5095381"/>
          </a:xfrm>
          <a:prstGeom prst="rect">
            <a:avLst/>
          </a:prstGeom>
        </p:spPr>
        <p:txBody>
          <a:bodyPr/>
          <a:lstStyle>
            <a:lvl1pPr marL="0" indent="0" algn="ctr">
              <a:buNone/>
              <a:defRPr sz="1050">
                <a:solidFill>
                  <a:schemeClr val="tx1"/>
                </a:solidFill>
              </a:defRPr>
            </a:lvl1pPr>
          </a:lstStyle>
          <a:p>
            <a:r>
              <a:rPr lang="en-ZA" dirty="0"/>
              <a:t>Insert Table</a:t>
            </a:r>
          </a:p>
        </p:txBody>
      </p:sp>
      <p:sp>
        <p:nvSpPr>
          <p:cNvPr id="15" name="Table Placeholder 14">
            <a:extLst>
              <a:ext uri="{FF2B5EF4-FFF2-40B4-BE49-F238E27FC236}">
                <a16:creationId xmlns:a16="http://schemas.microsoft.com/office/drawing/2014/main" id="{BD4021C9-0735-1531-61DE-1617880B1225}"/>
              </a:ext>
            </a:extLst>
          </p:cNvPr>
          <p:cNvSpPr>
            <a:spLocks noGrp="1"/>
          </p:cNvSpPr>
          <p:nvPr>
            <p:ph type="tbl" sz="quarter" idx="42" hasCustomPrompt="1"/>
          </p:nvPr>
        </p:nvSpPr>
        <p:spPr>
          <a:xfrm>
            <a:off x="588165" y="1350048"/>
            <a:ext cx="5342372" cy="5095381"/>
          </a:xfrm>
          <a:prstGeom prst="rect">
            <a:avLst/>
          </a:prstGeom>
        </p:spPr>
        <p:txBody>
          <a:bodyPr/>
          <a:lstStyle>
            <a:lvl1pPr marL="0" indent="0" algn="ctr">
              <a:buNone/>
              <a:defRPr sz="1050">
                <a:solidFill>
                  <a:schemeClr val="tx1"/>
                </a:solidFill>
              </a:defRPr>
            </a:lvl1pPr>
          </a:lstStyle>
          <a:p>
            <a:r>
              <a:rPr lang="en-ZA" dirty="0"/>
              <a:t>Insert Table</a:t>
            </a:r>
          </a:p>
        </p:txBody>
      </p:sp>
      <p:grpSp>
        <p:nvGrpSpPr>
          <p:cNvPr id="3" name="Group 13">
            <a:extLst>
              <a:ext uri="{FF2B5EF4-FFF2-40B4-BE49-F238E27FC236}">
                <a16:creationId xmlns:a16="http://schemas.microsoft.com/office/drawing/2014/main" id="{E043CC3A-BBAB-B0AA-A348-54D3DDDBDAA0}"/>
              </a:ext>
            </a:extLst>
          </p:cNvPr>
          <p:cNvGrpSpPr>
            <a:grpSpLocks noGrp="1" noUngrp="1" noRot="1" noChangeAspect="1" noMove="1" noResize="1"/>
          </p:cNvGrpSpPr>
          <p:nvPr userDrawn="1"/>
        </p:nvGrpSpPr>
        <p:grpSpPr bwMode="auto">
          <a:xfrm>
            <a:off x="10898368" y="0"/>
            <a:ext cx="1293632" cy="1352033"/>
            <a:chOff x="6509" y="-7"/>
            <a:chExt cx="1174" cy="1227"/>
          </a:xfrm>
        </p:grpSpPr>
        <p:sp>
          <p:nvSpPr>
            <p:cNvPr id="4" name="Freeform 14">
              <a:extLst>
                <a:ext uri="{FF2B5EF4-FFF2-40B4-BE49-F238E27FC236}">
                  <a16:creationId xmlns:a16="http://schemas.microsoft.com/office/drawing/2014/main" id="{28D1C26B-F8E0-8D59-450F-7A51DCEA5A06}"/>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5" name="Freeform 15">
              <a:extLst>
                <a:ext uri="{FF2B5EF4-FFF2-40B4-BE49-F238E27FC236}">
                  <a16:creationId xmlns:a16="http://schemas.microsoft.com/office/drawing/2014/main" id="{540D91E1-FB1A-6E58-2B9B-A01C18405079}"/>
                </a:ext>
              </a:extLst>
            </p:cNvPr>
            <p:cNvSpPr>
              <a:spLocks noGrp="1" noRot="1" noMove="1" noResize="1" noEditPoints="1" noAdjustHandles="1" noChangeArrowheads="1" noChangeShapeType="1"/>
            </p:cNvSpPr>
            <p:nvPr userDrawn="1"/>
          </p:nvSpPr>
          <p:spPr bwMode="auto">
            <a:xfrm>
              <a:off x="6564" y="-7"/>
              <a:ext cx="911" cy="782"/>
            </a:xfrm>
            <a:custGeom>
              <a:avLst/>
              <a:gdLst>
                <a:gd name="T0" fmla="*/ 673 w 911"/>
                <a:gd name="T1" fmla="*/ 0 h 782"/>
                <a:gd name="T2" fmla="*/ 514 w 911"/>
                <a:gd name="T3" fmla="*/ 0 h 782"/>
                <a:gd name="T4" fmla="*/ 0 w 911"/>
                <a:gd name="T5" fmla="*/ 514 h 782"/>
                <a:gd name="T6" fmla="*/ 240 w 911"/>
                <a:gd name="T7" fmla="*/ 552 h 782"/>
                <a:gd name="T8" fmla="*/ 269 w 911"/>
                <a:gd name="T9" fmla="*/ 782 h 782"/>
                <a:gd name="T10" fmla="*/ 472 w 911"/>
                <a:gd name="T11" fmla="*/ 580 h 782"/>
                <a:gd name="T12" fmla="*/ 472 w 911"/>
                <a:gd name="T13" fmla="*/ 476 h 782"/>
                <a:gd name="T14" fmla="*/ 576 w 911"/>
                <a:gd name="T15" fmla="*/ 476 h 782"/>
                <a:gd name="T16" fmla="*/ 610 w 911"/>
                <a:gd name="T17" fmla="*/ 442 h 782"/>
                <a:gd name="T18" fmla="*/ 610 w 911"/>
                <a:gd name="T19" fmla="*/ 338 h 782"/>
                <a:gd name="T20" fmla="*/ 714 w 911"/>
                <a:gd name="T21" fmla="*/ 338 h 782"/>
                <a:gd name="T22" fmla="*/ 911 w 911"/>
                <a:gd name="T23" fmla="*/ 141 h 782"/>
                <a:gd name="T24" fmla="*/ 694 w 911"/>
                <a:gd name="T25" fmla="*/ 109 h 782"/>
                <a:gd name="T26" fmla="*/ 673 w 911"/>
                <a:gd name="T27" fmla="*/ 0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1" h="782">
                  <a:moveTo>
                    <a:pt x="673" y="0"/>
                  </a:moveTo>
                  <a:lnTo>
                    <a:pt x="514" y="0"/>
                  </a:lnTo>
                  <a:lnTo>
                    <a:pt x="0" y="514"/>
                  </a:lnTo>
                  <a:lnTo>
                    <a:pt x="240" y="552"/>
                  </a:lnTo>
                  <a:lnTo>
                    <a:pt x="269" y="782"/>
                  </a:lnTo>
                  <a:lnTo>
                    <a:pt x="472" y="580"/>
                  </a:lnTo>
                  <a:lnTo>
                    <a:pt x="472" y="476"/>
                  </a:lnTo>
                  <a:lnTo>
                    <a:pt x="576" y="476"/>
                  </a:lnTo>
                  <a:lnTo>
                    <a:pt x="610" y="442"/>
                  </a:lnTo>
                  <a:lnTo>
                    <a:pt x="610" y="338"/>
                  </a:lnTo>
                  <a:lnTo>
                    <a:pt x="714" y="338"/>
                  </a:lnTo>
                  <a:lnTo>
                    <a:pt x="911" y="141"/>
                  </a:lnTo>
                  <a:lnTo>
                    <a:pt x="694" y="109"/>
                  </a:lnTo>
                  <a:lnTo>
                    <a:pt x="67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16">
              <a:extLst>
                <a:ext uri="{FF2B5EF4-FFF2-40B4-BE49-F238E27FC236}">
                  <a16:creationId xmlns:a16="http://schemas.microsoft.com/office/drawing/2014/main" id="{78577B4E-1101-B283-90B8-23D5E1087C8A}"/>
                </a:ext>
              </a:extLst>
            </p:cNvPr>
            <p:cNvSpPr>
              <a:spLocks noGrp="1" noRot="1" noMove="1" noResize="1" noEditPoints="1" noAdjustHandles="1" noChangeArrowheads="1" noChangeShapeType="1"/>
            </p:cNvSpPr>
            <p:nvPr userDrawn="1"/>
          </p:nvSpPr>
          <p:spPr bwMode="auto">
            <a:xfrm>
              <a:off x="6509" y="450"/>
              <a:ext cx="380" cy="380"/>
            </a:xfrm>
            <a:custGeom>
              <a:avLst/>
              <a:gdLst>
                <a:gd name="T0" fmla="*/ 93 w 340"/>
                <a:gd name="T1" fmla="*/ 170 h 340"/>
                <a:gd name="T2" fmla="*/ 170 w 340"/>
                <a:gd name="T3" fmla="*/ 247 h 340"/>
                <a:gd name="T4" fmla="*/ 247 w 340"/>
                <a:gd name="T5" fmla="*/ 170 h 340"/>
                <a:gd name="T6" fmla="*/ 170 w 340"/>
                <a:gd name="T7" fmla="*/ 93 h 340"/>
                <a:gd name="T8" fmla="*/ 93 w 340"/>
                <a:gd name="T9" fmla="*/ 170 h 340"/>
                <a:gd name="T10" fmla="*/ 0 w 340"/>
                <a:gd name="T11" fmla="*/ 170 h 340"/>
                <a:gd name="T12" fmla="*/ 170 w 340"/>
                <a:gd name="T13" fmla="*/ 0 h 340"/>
                <a:gd name="T14" fmla="*/ 340 w 340"/>
                <a:gd name="T15" fmla="*/ 170 h 340"/>
                <a:gd name="T16" fmla="*/ 170 w 340"/>
                <a:gd name="T17" fmla="*/ 340 h 340"/>
                <a:gd name="T18" fmla="*/ 0 w 340"/>
                <a:gd name="T19" fmla="*/ 170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0" h="340">
                  <a:moveTo>
                    <a:pt x="93" y="170"/>
                  </a:moveTo>
                  <a:cubicBezTo>
                    <a:pt x="93" y="213"/>
                    <a:pt x="128" y="247"/>
                    <a:pt x="170" y="247"/>
                  </a:cubicBezTo>
                  <a:cubicBezTo>
                    <a:pt x="213" y="247"/>
                    <a:pt x="247" y="213"/>
                    <a:pt x="247" y="170"/>
                  </a:cubicBezTo>
                  <a:cubicBezTo>
                    <a:pt x="247" y="128"/>
                    <a:pt x="213" y="93"/>
                    <a:pt x="170" y="93"/>
                  </a:cubicBezTo>
                  <a:cubicBezTo>
                    <a:pt x="128" y="93"/>
                    <a:pt x="93" y="128"/>
                    <a:pt x="93" y="170"/>
                  </a:cubicBezTo>
                  <a:moveTo>
                    <a:pt x="0" y="170"/>
                  </a:moveTo>
                  <a:cubicBezTo>
                    <a:pt x="0" y="76"/>
                    <a:pt x="76" y="0"/>
                    <a:pt x="170" y="0"/>
                  </a:cubicBezTo>
                  <a:cubicBezTo>
                    <a:pt x="264" y="0"/>
                    <a:pt x="340" y="76"/>
                    <a:pt x="340" y="170"/>
                  </a:cubicBezTo>
                  <a:cubicBezTo>
                    <a:pt x="340" y="264"/>
                    <a:pt x="264" y="340"/>
                    <a:pt x="170" y="340"/>
                  </a:cubicBezTo>
                  <a:cubicBezTo>
                    <a:pt x="76" y="340"/>
                    <a:pt x="0" y="264"/>
                    <a:pt x="0" y="170"/>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7" name="Freeform 17">
              <a:extLst>
                <a:ext uri="{FF2B5EF4-FFF2-40B4-BE49-F238E27FC236}">
                  <a16:creationId xmlns:a16="http://schemas.microsoft.com/office/drawing/2014/main" id="{5B59381F-9A55-A757-4893-F15DE676EEAF}"/>
                </a:ext>
              </a:extLst>
            </p:cNvPr>
            <p:cNvSpPr>
              <a:spLocks noGrp="1" noRot="1" noMove="1" noResize="1" noEditPoints="1" noAdjustHandles="1" noChangeArrowheads="1" noChangeShapeType="1"/>
            </p:cNvSpPr>
            <p:nvPr userDrawn="1"/>
          </p:nvSpPr>
          <p:spPr bwMode="auto">
            <a:xfrm>
              <a:off x="7157" y="-7"/>
              <a:ext cx="381" cy="190"/>
            </a:xfrm>
            <a:custGeom>
              <a:avLst/>
              <a:gdLst>
                <a:gd name="T0" fmla="*/ 247 w 341"/>
                <a:gd name="T1" fmla="*/ 0 h 170"/>
                <a:gd name="T2" fmla="*/ 247 w 341"/>
                <a:gd name="T3" fmla="*/ 0 h 170"/>
                <a:gd name="T4" fmla="*/ 171 w 341"/>
                <a:gd name="T5" fmla="*/ 77 h 170"/>
                <a:gd name="T6" fmla="*/ 94 w 341"/>
                <a:gd name="T7" fmla="*/ 0 h 170"/>
                <a:gd name="T8" fmla="*/ 94 w 341"/>
                <a:gd name="T9" fmla="*/ 0 h 170"/>
                <a:gd name="T10" fmla="*/ 0 w 341"/>
                <a:gd name="T11" fmla="*/ 0 h 170"/>
                <a:gd name="T12" fmla="*/ 0 w 341"/>
                <a:gd name="T13" fmla="*/ 0 h 170"/>
                <a:gd name="T14" fmla="*/ 171 w 341"/>
                <a:gd name="T15" fmla="*/ 170 h 170"/>
                <a:gd name="T16" fmla="*/ 341 w 341"/>
                <a:gd name="T17" fmla="*/ 0 h 170"/>
                <a:gd name="T18" fmla="*/ 341 w 341"/>
                <a:gd name="T19" fmla="*/ 0 h 170"/>
                <a:gd name="T20" fmla="*/ 247 w 341"/>
                <a:gd name="T21"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1" h="170">
                  <a:moveTo>
                    <a:pt x="247" y="0"/>
                  </a:moveTo>
                  <a:cubicBezTo>
                    <a:pt x="247" y="0"/>
                    <a:pt x="247" y="0"/>
                    <a:pt x="247" y="0"/>
                  </a:cubicBezTo>
                  <a:cubicBezTo>
                    <a:pt x="247" y="42"/>
                    <a:pt x="213" y="77"/>
                    <a:pt x="171" y="77"/>
                  </a:cubicBezTo>
                  <a:cubicBezTo>
                    <a:pt x="128" y="77"/>
                    <a:pt x="94" y="42"/>
                    <a:pt x="94" y="0"/>
                  </a:cubicBezTo>
                  <a:cubicBezTo>
                    <a:pt x="94" y="0"/>
                    <a:pt x="94" y="0"/>
                    <a:pt x="94" y="0"/>
                  </a:cubicBezTo>
                  <a:cubicBezTo>
                    <a:pt x="0" y="0"/>
                    <a:pt x="0" y="0"/>
                    <a:pt x="0" y="0"/>
                  </a:cubicBezTo>
                  <a:cubicBezTo>
                    <a:pt x="0" y="0"/>
                    <a:pt x="0" y="0"/>
                    <a:pt x="0" y="0"/>
                  </a:cubicBezTo>
                  <a:cubicBezTo>
                    <a:pt x="0" y="94"/>
                    <a:pt x="77" y="170"/>
                    <a:pt x="171" y="170"/>
                  </a:cubicBezTo>
                  <a:cubicBezTo>
                    <a:pt x="265" y="170"/>
                    <a:pt x="341" y="94"/>
                    <a:pt x="341" y="0"/>
                  </a:cubicBezTo>
                  <a:cubicBezTo>
                    <a:pt x="341" y="0"/>
                    <a:pt x="341" y="0"/>
                    <a:pt x="341" y="0"/>
                  </a:cubicBezTo>
                  <a:lnTo>
                    <a:pt x="247"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8" name="Freeform 18">
              <a:extLst>
                <a:ext uri="{FF2B5EF4-FFF2-40B4-BE49-F238E27FC236}">
                  <a16:creationId xmlns:a16="http://schemas.microsoft.com/office/drawing/2014/main" id="{2DD342FE-8BDC-A01F-2542-3B388EFA53D8}"/>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close/>
                </a:path>
              </a:pathLst>
            </a:custGeom>
            <a:solidFill>
              <a:schemeClr val="bg2">
                <a:alpha val="24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lvl="0"/>
              <a:endParaRPr lang="en-ZA"/>
            </a:p>
          </p:txBody>
        </p:sp>
        <p:sp>
          <p:nvSpPr>
            <p:cNvPr id="9" name="Freeform 19">
              <a:extLst>
                <a:ext uri="{FF2B5EF4-FFF2-40B4-BE49-F238E27FC236}">
                  <a16:creationId xmlns:a16="http://schemas.microsoft.com/office/drawing/2014/main" id="{ED3FB288-8368-D6F9-F939-E9CCF7207990}"/>
                </a:ext>
              </a:extLst>
            </p:cNvPr>
            <p:cNvSpPr>
              <a:spLocks noGrp="1" noRot="1" noMove="1" noResize="1" noEditPoints="1" noAdjustHandles="1" noChangeArrowheads="1" noChangeShapeType="1"/>
            </p:cNvSpPr>
            <p:nvPr userDrawn="1"/>
          </p:nvSpPr>
          <p:spPr bwMode="auto">
            <a:xfrm>
              <a:off x="7036" y="331"/>
              <a:ext cx="647" cy="889"/>
            </a:xfrm>
            <a:custGeom>
              <a:avLst/>
              <a:gdLst>
                <a:gd name="T0" fmla="*/ 242 w 647"/>
                <a:gd name="T1" fmla="*/ 0 h 889"/>
                <a:gd name="T2" fmla="*/ 242 w 647"/>
                <a:gd name="T3" fmla="*/ 0 h 889"/>
                <a:gd name="T4" fmla="*/ 138 w 647"/>
                <a:gd name="T5" fmla="*/ 104 h 889"/>
                <a:gd name="T6" fmla="*/ 138 w 647"/>
                <a:gd name="T7" fmla="*/ 138 h 889"/>
                <a:gd name="T8" fmla="*/ 104 w 647"/>
                <a:gd name="T9" fmla="*/ 138 h 889"/>
                <a:gd name="T10" fmla="*/ 0 w 647"/>
                <a:gd name="T11" fmla="*/ 242 h 889"/>
                <a:gd name="T12" fmla="*/ 0 w 647"/>
                <a:gd name="T13" fmla="*/ 242 h 889"/>
                <a:gd name="T14" fmla="*/ 647 w 647"/>
                <a:gd name="T15" fmla="*/ 889 h 889"/>
                <a:gd name="T16" fmla="*/ 647 w 647"/>
                <a:gd name="T17" fmla="*/ 404 h 889"/>
                <a:gd name="T18" fmla="*/ 242 w 647"/>
                <a:gd name="T19" fmla="*/ 0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7" h="889">
                  <a:moveTo>
                    <a:pt x="242" y="0"/>
                  </a:moveTo>
                  <a:lnTo>
                    <a:pt x="242" y="0"/>
                  </a:lnTo>
                  <a:lnTo>
                    <a:pt x="138" y="104"/>
                  </a:lnTo>
                  <a:lnTo>
                    <a:pt x="138" y="138"/>
                  </a:lnTo>
                  <a:lnTo>
                    <a:pt x="104" y="138"/>
                  </a:lnTo>
                  <a:lnTo>
                    <a:pt x="0" y="242"/>
                  </a:lnTo>
                  <a:lnTo>
                    <a:pt x="0" y="242"/>
                  </a:lnTo>
                  <a:lnTo>
                    <a:pt x="647" y="889"/>
                  </a:lnTo>
                  <a:lnTo>
                    <a:pt x="647" y="404"/>
                  </a:lnTo>
                  <a:lnTo>
                    <a:pt x="2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0" name="Freeform 20">
              <a:extLst>
                <a:ext uri="{FF2B5EF4-FFF2-40B4-BE49-F238E27FC236}">
                  <a16:creationId xmlns:a16="http://schemas.microsoft.com/office/drawing/2014/main" id="{49D6D9DE-E02D-B432-512F-2C665F6A7FA0}"/>
                </a:ext>
              </a:extLst>
            </p:cNvPr>
            <p:cNvSpPr>
              <a:spLocks noGrp="1" noRot="1" noMove="1" noResize="1" noEditPoints="1" noAdjustHandles="1" noChangeArrowheads="1" noChangeShapeType="1"/>
            </p:cNvSpPr>
            <p:nvPr userDrawn="1"/>
          </p:nvSpPr>
          <p:spPr bwMode="auto">
            <a:xfrm>
              <a:off x="7036" y="331"/>
              <a:ext cx="381" cy="380"/>
            </a:xfrm>
            <a:custGeom>
              <a:avLst/>
              <a:gdLst>
                <a:gd name="T0" fmla="*/ 138 w 381"/>
                <a:gd name="T1" fmla="*/ 0 h 380"/>
                <a:gd name="T2" fmla="*/ 138 w 381"/>
                <a:gd name="T3" fmla="*/ 138 h 380"/>
                <a:gd name="T4" fmla="*/ 0 w 381"/>
                <a:gd name="T5" fmla="*/ 138 h 380"/>
                <a:gd name="T6" fmla="*/ 0 w 381"/>
                <a:gd name="T7" fmla="*/ 242 h 380"/>
                <a:gd name="T8" fmla="*/ 138 w 381"/>
                <a:gd name="T9" fmla="*/ 242 h 380"/>
                <a:gd name="T10" fmla="*/ 138 w 381"/>
                <a:gd name="T11" fmla="*/ 380 h 380"/>
                <a:gd name="T12" fmla="*/ 242 w 381"/>
                <a:gd name="T13" fmla="*/ 380 h 380"/>
                <a:gd name="T14" fmla="*/ 242 w 381"/>
                <a:gd name="T15" fmla="*/ 242 h 380"/>
                <a:gd name="T16" fmla="*/ 381 w 381"/>
                <a:gd name="T17" fmla="*/ 242 h 380"/>
                <a:gd name="T18" fmla="*/ 381 w 381"/>
                <a:gd name="T19" fmla="*/ 138 h 380"/>
                <a:gd name="T20" fmla="*/ 242 w 381"/>
                <a:gd name="T21" fmla="*/ 138 h 380"/>
                <a:gd name="T22" fmla="*/ 242 w 381"/>
                <a:gd name="T23" fmla="*/ 0 h 380"/>
                <a:gd name="T24" fmla="*/ 138 w 381"/>
                <a:gd name="T25" fmla="*/ 0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1" h="380">
                  <a:moveTo>
                    <a:pt x="138" y="0"/>
                  </a:moveTo>
                  <a:lnTo>
                    <a:pt x="138" y="138"/>
                  </a:lnTo>
                  <a:lnTo>
                    <a:pt x="0" y="138"/>
                  </a:lnTo>
                  <a:lnTo>
                    <a:pt x="0" y="242"/>
                  </a:lnTo>
                  <a:lnTo>
                    <a:pt x="138" y="242"/>
                  </a:lnTo>
                  <a:lnTo>
                    <a:pt x="138" y="380"/>
                  </a:lnTo>
                  <a:lnTo>
                    <a:pt x="242" y="380"/>
                  </a:lnTo>
                  <a:lnTo>
                    <a:pt x="242" y="242"/>
                  </a:lnTo>
                  <a:lnTo>
                    <a:pt x="381" y="242"/>
                  </a:lnTo>
                  <a:lnTo>
                    <a:pt x="381" y="138"/>
                  </a:lnTo>
                  <a:lnTo>
                    <a:pt x="242" y="138"/>
                  </a:lnTo>
                  <a:lnTo>
                    <a:pt x="242" y="0"/>
                  </a:lnTo>
                  <a:lnTo>
                    <a:pt x="138" y="0"/>
                  </a:lnTo>
                  <a:close/>
                </a:path>
              </a:pathLst>
            </a:custGeom>
            <a:solidFill>
              <a:srgbClr val="E1E7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014821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22726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05 | Single Heading + 1 x Graph">
    <p:spTree>
      <p:nvGrpSpPr>
        <p:cNvPr id="1" name=""/>
        <p:cNvGrpSpPr/>
        <p:nvPr/>
      </p:nvGrpSpPr>
      <p:grpSpPr>
        <a:xfrm>
          <a:off x="0" y="0"/>
          <a:ext cx="0" cy="0"/>
          <a:chOff x="0" y="0"/>
          <a:chExt cx="0" cy="0"/>
        </a:xfrm>
      </p:grpSpPr>
      <p:sp>
        <p:nvSpPr>
          <p:cNvPr id="5" name="Chart Placeholder 4">
            <a:extLst>
              <a:ext uri="{FF2B5EF4-FFF2-40B4-BE49-F238E27FC236}">
                <a16:creationId xmlns:a16="http://schemas.microsoft.com/office/drawing/2014/main" id="{050E336C-D711-3D95-EABA-6926D5164BBD}"/>
              </a:ext>
            </a:extLst>
          </p:cNvPr>
          <p:cNvSpPr>
            <a:spLocks noGrp="1"/>
          </p:cNvSpPr>
          <p:nvPr>
            <p:ph type="chart" sz="quarter" idx="40" hasCustomPrompt="1"/>
          </p:nvPr>
        </p:nvSpPr>
        <p:spPr>
          <a:xfrm>
            <a:off x="585789" y="1111250"/>
            <a:ext cx="11051374" cy="5335588"/>
          </a:xfrm>
          <a:prstGeom prst="rect">
            <a:avLst/>
          </a:prstGeom>
        </p:spPr>
        <p:txBody>
          <a:bodyPr/>
          <a:lstStyle>
            <a:lvl1pPr marL="0" indent="0" algn="ctr">
              <a:buNone/>
              <a:defRPr sz="1050"/>
            </a:lvl1pPr>
          </a:lstStyle>
          <a:p>
            <a:r>
              <a:rPr lang="en-US" dirty="0"/>
              <a:t>Insert Graph</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Tree>
    <p:extLst>
      <p:ext uri="{BB962C8B-B14F-4D97-AF65-F5344CB8AC3E}">
        <p14:creationId xmlns:p14="http://schemas.microsoft.com/office/powerpoint/2010/main" val="36630665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05 | Single Head + Intro + 1 x Graph">
    <p:spTree>
      <p:nvGrpSpPr>
        <p:cNvPr id="1" name=""/>
        <p:cNvGrpSpPr/>
        <p:nvPr/>
      </p:nvGrpSpPr>
      <p:grpSpPr>
        <a:xfrm>
          <a:off x="0" y="0"/>
          <a:ext cx="0" cy="0"/>
          <a:chOff x="0" y="0"/>
          <a:chExt cx="0" cy="0"/>
        </a:xfrm>
      </p:grpSpPr>
      <p:sp>
        <p:nvSpPr>
          <p:cNvPr id="5" name="Chart Placeholder 4">
            <a:extLst>
              <a:ext uri="{FF2B5EF4-FFF2-40B4-BE49-F238E27FC236}">
                <a16:creationId xmlns:a16="http://schemas.microsoft.com/office/drawing/2014/main" id="{2759C78F-1FEF-3165-DF9E-CB27D0969DFD}"/>
              </a:ext>
            </a:extLst>
          </p:cNvPr>
          <p:cNvSpPr>
            <a:spLocks noGrp="1"/>
          </p:cNvSpPr>
          <p:nvPr>
            <p:ph type="chart" sz="quarter" idx="46" hasCustomPrompt="1"/>
          </p:nvPr>
        </p:nvSpPr>
        <p:spPr>
          <a:xfrm>
            <a:off x="585788" y="1528516"/>
            <a:ext cx="11051365" cy="4918322"/>
          </a:xfrm>
          <a:prstGeom prst="rect">
            <a:avLst/>
          </a:prstGeom>
        </p:spPr>
        <p:txBody>
          <a:bodyPr/>
          <a:lstStyle>
            <a:lvl1pPr marL="0" indent="0" algn="ctr">
              <a:buNone/>
              <a:defRPr sz="1050"/>
            </a:lvl1pPr>
          </a:lstStyle>
          <a:p>
            <a:r>
              <a:rPr lang="en-US" dirty="0"/>
              <a:t>Insert Graph</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 name="Text Placeholder 15">
            <a:extLst>
              <a:ext uri="{FF2B5EF4-FFF2-40B4-BE49-F238E27FC236}">
                <a16:creationId xmlns:a16="http://schemas.microsoft.com/office/drawing/2014/main" id="{B344E32D-2457-EF2E-E316-6DB234314878}"/>
              </a:ext>
            </a:extLst>
          </p:cNvPr>
          <p:cNvSpPr>
            <a:spLocks noGrp="1"/>
          </p:cNvSpPr>
          <p:nvPr>
            <p:ph type="body" sz="quarter" idx="44" hasCustomPrompt="1"/>
          </p:nvPr>
        </p:nvSpPr>
        <p:spPr>
          <a:xfrm>
            <a:off x="587375" y="1003472"/>
            <a:ext cx="11052175" cy="185500"/>
          </a:xfrm>
          <a:prstGeom prst="rect">
            <a:avLst/>
          </a:prstGeom>
        </p:spPr>
        <p:txBody>
          <a:bodyPr lIns="0" tIns="0" rIns="0" bIns="0">
            <a:spAutoFit/>
          </a:bodyPr>
          <a:lstStyle>
            <a:lvl1pPr marL="0" indent="0" algn="ctr">
              <a:lnSpc>
                <a:spcPts val="1600"/>
              </a:lnSpc>
              <a:spcBef>
                <a:spcPts val="0"/>
              </a:spcBef>
              <a:buNone/>
              <a:defRPr sz="1050" spc="2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spTree>
    <p:extLst>
      <p:ext uri="{BB962C8B-B14F-4D97-AF65-F5344CB8AC3E}">
        <p14:creationId xmlns:p14="http://schemas.microsoft.com/office/powerpoint/2010/main" val="18774491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05 | 1_Double Heading + 1 x Graph">
    <p:spTree>
      <p:nvGrpSpPr>
        <p:cNvPr id="1" name=""/>
        <p:cNvGrpSpPr/>
        <p:nvPr/>
      </p:nvGrpSpPr>
      <p:grpSpPr>
        <a:xfrm>
          <a:off x="0" y="0"/>
          <a:ext cx="0" cy="0"/>
          <a:chOff x="0" y="0"/>
          <a:chExt cx="0" cy="0"/>
        </a:xfrm>
      </p:grpSpPr>
      <p:sp>
        <p:nvSpPr>
          <p:cNvPr id="3" name="Chart Placeholder 4">
            <a:extLst>
              <a:ext uri="{FF2B5EF4-FFF2-40B4-BE49-F238E27FC236}">
                <a16:creationId xmlns:a16="http://schemas.microsoft.com/office/drawing/2014/main" id="{17D28105-26B9-43C7-BE7E-0F9EB017CDB9}"/>
              </a:ext>
            </a:extLst>
          </p:cNvPr>
          <p:cNvSpPr>
            <a:spLocks noGrp="1"/>
          </p:cNvSpPr>
          <p:nvPr>
            <p:ph type="chart" sz="quarter" idx="42" hasCustomPrompt="1"/>
          </p:nvPr>
        </p:nvSpPr>
        <p:spPr>
          <a:xfrm>
            <a:off x="585789" y="1715692"/>
            <a:ext cx="11051374" cy="4731145"/>
          </a:xfrm>
          <a:prstGeom prst="rect">
            <a:avLst/>
          </a:prstGeom>
        </p:spPr>
        <p:txBody>
          <a:bodyPr/>
          <a:lstStyle>
            <a:lvl1pPr marL="0" indent="0" algn="ctr">
              <a:buNone/>
              <a:defRPr sz="1050"/>
            </a:lvl1pPr>
          </a:lstStyle>
          <a:p>
            <a:r>
              <a:rPr lang="en-US" dirty="0"/>
              <a:t>Insert Graph</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Tree>
    <p:extLst>
      <p:ext uri="{BB962C8B-B14F-4D97-AF65-F5344CB8AC3E}">
        <p14:creationId xmlns:p14="http://schemas.microsoft.com/office/powerpoint/2010/main" val="41438427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05 | 2_Double Heading + 2 x 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4" name="Chart Placeholder 4">
            <a:extLst>
              <a:ext uri="{FF2B5EF4-FFF2-40B4-BE49-F238E27FC236}">
                <a16:creationId xmlns:a16="http://schemas.microsoft.com/office/drawing/2014/main" id="{952DDA94-04CB-77DF-613C-1F91451CE6C3}"/>
              </a:ext>
            </a:extLst>
          </p:cNvPr>
          <p:cNvSpPr>
            <a:spLocks noGrp="1"/>
          </p:cNvSpPr>
          <p:nvPr>
            <p:ph type="chart" sz="quarter" idx="47" hasCustomPrompt="1"/>
          </p:nvPr>
        </p:nvSpPr>
        <p:spPr>
          <a:xfrm>
            <a:off x="6297958" y="1715692"/>
            <a:ext cx="5341583" cy="4731145"/>
          </a:xfrm>
          <a:prstGeom prst="rect">
            <a:avLst/>
          </a:prstGeom>
        </p:spPr>
        <p:txBody>
          <a:bodyPr/>
          <a:lstStyle>
            <a:lvl1pPr marL="0" indent="0" algn="ctr">
              <a:buNone/>
              <a:defRPr sz="1050"/>
            </a:lvl1pPr>
          </a:lstStyle>
          <a:p>
            <a:r>
              <a:rPr lang="en-US" dirty="0"/>
              <a:t>Insert Graph</a:t>
            </a:r>
            <a:endParaRPr lang="en-ZA" dirty="0"/>
          </a:p>
        </p:txBody>
      </p:sp>
      <p:sp>
        <p:nvSpPr>
          <p:cNvPr id="5" name="Chart Placeholder 4">
            <a:extLst>
              <a:ext uri="{FF2B5EF4-FFF2-40B4-BE49-F238E27FC236}">
                <a16:creationId xmlns:a16="http://schemas.microsoft.com/office/drawing/2014/main" id="{B6E6FA7B-3AA9-7E46-5372-A84DC34BFEE1}"/>
              </a:ext>
            </a:extLst>
          </p:cNvPr>
          <p:cNvSpPr>
            <a:spLocks noGrp="1"/>
          </p:cNvSpPr>
          <p:nvPr>
            <p:ph type="chart" sz="quarter" idx="46" hasCustomPrompt="1"/>
          </p:nvPr>
        </p:nvSpPr>
        <p:spPr>
          <a:xfrm>
            <a:off x="585789" y="1715692"/>
            <a:ext cx="5341583" cy="4731145"/>
          </a:xfrm>
          <a:prstGeom prst="rect">
            <a:avLst/>
          </a:prstGeom>
        </p:spPr>
        <p:txBody>
          <a:bodyPr/>
          <a:lstStyle>
            <a:lvl1pPr marL="0" indent="0" algn="ctr">
              <a:buNone/>
              <a:defRPr sz="1050"/>
            </a:lvl1pPr>
          </a:lstStyle>
          <a:p>
            <a:r>
              <a:rPr lang="en-US" dirty="0"/>
              <a:t>Insert Graph</a:t>
            </a:r>
            <a:endParaRPr lang="en-ZA" dirty="0"/>
          </a:p>
        </p:txBody>
      </p:sp>
    </p:spTree>
    <p:extLst>
      <p:ext uri="{BB962C8B-B14F-4D97-AF65-F5344CB8AC3E}">
        <p14:creationId xmlns:p14="http://schemas.microsoft.com/office/powerpoint/2010/main" val="15831250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05 | 1_Heading + 2 x Graph + Descript">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89DE668-33C3-57C8-6F04-364D2624C820}"/>
              </a:ext>
            </a:extLst>
          </p:cNvPr>
          <p:cNvSpPr>
            <a:spLocks noGrp="1" noRot="1" noMove="1" noResize="1" noEditPoints="1" noAdjustHandles="1" noChangeArrowheads="1" noChangeShapeType="1"/>
          </p:cNvSpPr>
          <p:nvPr userDrawn="1"/>
        </p:nvSpPr>
        <p:spPr>
          <a:xfrm>
            <a:off x="6297957" y="5650538"/>
            <a:ext cx="5341583" cy="795594"/>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Text Placeholder 4">
            <a:extLst>
              <a:ext uri="{FF2B5EF4-FFF2-40B4-BE49-F238E27FC236}">
                <a16:creationId xmlns:a16="http://schemas.microsoft.com/office/drawing/2014/main" id="{32CD8148-3FC7-33B9-EF22-8581DAD3F31F}"/>
              </a:ext>
            </a:extLst>
          </p:cNvPr>
          <p:cNvSpPr>
            <a:spLocks noGrp="1"/>
          </p:cNvSpPr>
          <p:nvPr>
            <p:ph type="body" sz="quarter" idx="48" hasCustomPrompt="1"/>
          </p:nvPr>
        </p:nvSpPr>
        <p:spPr>
          <a:xfrm>
            <a:off x="6453166" y="5727495"/>
            <a:ext cx="502410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00" b="0"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Heading here – 1 line</a:t>
            </a:r>
          </a:p>
        </p:txBody>
      </p:sp>
      <p:sp>
        <p:nvSpPr>
          <p:cNvPr id="30" name="Text Placeholder 22">
            <a:extLst>
              <a:ext uri="{FF2B5EF4-FFF2-40B4-BE49-F238E27FC236}">
                <a16:creationId xmlns:a16="http://schemas.microsoft.com/office/drawing/2014/main" id="{A76778BB-7E9F-7562-C370-BA57B7A47A98}"/>
              </a:ext>
            </a:extLst>
          </p:cNvPr>
          <p:cNvSpPr>
            <a:spLocks noGrp="1"/>
          </p:cNvSpPr>
          <p:nvPr>
            <p:ph type="body" sz="quarter" idx="49" hasCustomPrompt="1"/>
          </p:nvPr>
        </p:nvSpPr>
        <p:spPr>
          <a:xfrm>
            <a:off x="6452397" y="5989077"/>
            <a:ext cx="5024846" cy="307777"/>
          </a:xfrm>
          <a:prstGeom prst="rect">
            <a:avLst/>
          </a:prstGeom>
        </p:spPr>
        <p:txBody>
          <a:bodyPr wrap="square" lIns="0" tIns="0" rIns="0" bIns="0">
            <a:norm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Text goes here, over two lines maximum… Text goes here, over two lines maximum…</a:t>
            </a:r>
            <a:r>
              <a:rPr lang="en-ZA" dirty="0"/>
              <a:t> </a:t>
            </a:r>
            <a:r>
              <a:rPr lang="en-US" dirty="0"/>
              <a:t>Text goes here, over two lines maximum…</a:t>
            </a:r>
            <a:endParaRPr lang="en-ZA" dirty="0"/>
          </a:p>
        </p:txBody>
      </p:sp>
      <p:sp>
        <p:nvSpPr>
          <p:cNvPr id="22" name="Rectangle 21">
            <a:extLst>
              <a:ext uri="{FF2B5EF4-FFF2-40B4-BE49-F238E27FC236}">
                <a16:creationId xmlns:a16="http://schemas.microsoft.com/office/drawing/2014/main" id="{C339FE57-36C5-60EC-4DA1-E53BD5EAE3C6}"/>
              </a:ext>
            </a:extLst>
          </p:cNvPr>
          <p:cNvSpPr>
            <a:spLocks noGrp="1" noRot="1" noMove="1" noResize="1" noEditPoints="1" noAdjustHandles="1" noChangeArrowheads="1" noChangeShapeType="1"/>
          </p:cNvSpPr>
          <p:nvPr userDrawn="1"/>
        </p:nvSpPr>
        <p:spPr>
          <a:xfrm>
            <a:off x="585789" y="5650538"/>
            <a:ext cx="5341583" cy="795594"/>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Chart Placeholder 4">
            <a:extLst>
              <a:ext uri="{FF2B5EF4-FFF2-40B4-BE49-F238E27FC236}">
                <a16:creationId xmlns:a16="http://schemas.microsoft.com/office/drawing/2014/main" id="{758E5F67-07C2-F7C3-EF86-D1FC70BDF089}"/>
              </a:ext>
            </a:extLst>
          </p:cNvPr>
          <p:cNvSpPr>
            <a:spLocks noGrp="1"/>
          </p:cNvSpPr>
          <p:nvPr>
            <p:ph type="chart" sz="quarter" idx="47" hasCustomPrompt="1"/>
          </p:nvPr>
        </p:nvSpPr>
        <p:spPr>
          <a:xfrm>
            <a:off x="6297958" y="1349831"/>
            <a:ext cx="5341583" cy="4110443"/>
          </a:xfrm>
          <a:prstGeom prst="rect">
            <a:avLst/>
          </a:prstGeom>
        </p:spPr>
        <p:txBody>
          <a:bodyPr/>
          <a:lstStyle>
            <a:lvl1pPr marL="0" indent="0" algn="ctr">
              <a:buNone/>
              <a:defRPr sz="1050"/>
            </a:lvl1pPr>
          </a:lstStyle>
          <a:p>
            <a:r>
              <a:rPr lang="en-US" dirty="0"/>
              <a:t>Insert Graph</a:t>
            </a:r>
            <a:endParaRPr lang="en-ZA" dirty="0"/>
          </a:p>
        </p:txBody>
      </p:sp>
      <p:sp>
        <p:nvSpPr>
          <p:cNvPr id="16" name="Chart Placeholder 4">
            <a:extLst>
              <a:ext uri="{FF2B5EF4-FFF2-40B4-BE49-F238E27FC236}">
                <a16:creationId xmlns:a16="http://schemas.microsoft.com/office/drawing/2014/main" id="{04BCBF10-072C-AB4C-538B-37929D96D9C4}"/>
              </a:ext>
            </a:extLst>
          </p:cNvPr>
          <p:cNvSpPr>
            <a:spLocks noGrp="1"/>
          </p:cNvSpPr>
          <p:nvPr>
            <p:ph type="chart" sz="quarter" idx="46" hasCustomPrompt="1"/>
          </p:nvPr>
        </p:nvSpPr>
        <p:spPr>
          <a:xfrm>
            <a:off x="585789" y="1349831"/>
            <a:ext cx="5341583" cy="4110443"/>
          </a:xfrm>
          <a:prstGeom prst="rect">
            <a:avLst/>
          </a:prstGeom>
        </p:spPr>
        <p:txBody>
          <a:bodyPr/>
          <a:lstStyle>
            <a:lvl1pPr marL="0" indent="0" algn="ctr">
              <a:buNone/>
              <a:defRPr sz="1050"/>
            </a:lvl1pPr>
          </a:lstStyle>
          <a:p>
            <a:r>
              <a:rPr lang="en-US" dirty="0"/>
              <a:t>Insert Graph</a:t>
            </a:r>
            <a:endParaRPr lang="en-ZA" dirty="0"/>
          </a:p>
        </p:txBody>
      </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740998" y="5727495"/>
            <a:ext cx="502410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00" b="0"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Heading here – 1 line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6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1BD96D8F-65EF-B834-C3E6-242C45E89136}"/>
              </a:ext>
            </a:extLst>
          </p:cNvPr>
          <p:cNvSpPr>
            <a:spLocks noGrp="1"/>
          </p:cNvSpPr>
          <p:nvPr>
            <p:ph type="body" sz="quarter" idx="43" hasCustomPrompt="1"/>
          </p:nvPr>
        </p:nvSpPr>
        <p:spPr>
          <a:xfrm>
            <a:off x="740229" y="5989077"/>
            <a:ext cx="5024846" cy="307777"/>
          </a:xfrm>
          <a:prstGeom prst="rect">
            <a:avLst/>
          </a:prstGeom>
        </p:spPr>
        <p:txBody>
          <a:bodyPr wrap="square" lIns="0" tIns="0" rIns="0" bIns="0">
            <a:sp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Text goes here, over two lines maximum… Text goes here, over two lines maximum…</a:t>
            </a:r>
            <a:r>
              <a:rPr lang="en-ZA" dirty="0"/>
              <a:t> </a:t>
            </a:r>
            <a:r>
              <a:rPr lang="en-US" dirty="0"/>
              <a:t>Text goes here, over two lines maximum…</a:t>
            </a:r>
            <a:endParaRPr lang="en-ZA" dirty="0"/>
          </a:p>
        </p:txBody>
      </p:sp>
    </p:spTree>
    <p:extLst>
      <p:ext uri="{BB962C8B-B14F-4D97-AF65-F5344CB8AC3E}">
        <p14:creationId xmlns:p14="http://schemas.microsoft.com/office/powerpoint/2010/main" val="76964587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05 | 2_Heading + 2 x Graph + Descript">
    <p:spTree>
      <p:nvGrpSpPr>
        <p:cNvPr id="1" name=""/>
        <p:cNvGrpSpPr/>
        <p:nvPr/>
      </p:nvGrpSpPr>
      <p:grpSpPr>
        <a:xfrm>
          <a:off x="0" y="0"/>
          <a:ext cx="0" cy="0"/>
          <a:chOff x="0" y="0"/>
          <a:chExt cx="0" cy="0"/>
        </a:xfrm>
      </p:grpSpPr>
      <p:sp>
        <p:nvSpPr>
          <p:cNvPr id="17" name="Chart Placeholder 4">
            <a:extLst>
              <a:ext uri="{FF2B5EF4-FFF2-40B4-BE49-F238E27FC236}">
                <a16:creationId xmlns:a16="http://schemas.microsoft.com/office/drawing/2014/main" id="{758E5F67-07C2-F7C3-EF86-D1FC70BDF089}"/>
              </a:ext>
            </a:extLst>
          </p:cNvPr>
          <p:cNvSpPr>
            <a:spLocks noGrp="1"/>
          </p:cNvSpPr>
          <p:nvPr>
            <p:ph type="chart" sz="quarter" idx="47" hasCustomPrompt="1"/>
          </p:nvPr>
        </p:nvSpPr>
        <p:spPr>
          <a:xfrm>
            <a:off x="6347539" y="1349832"/>
            <a:ext cx="5292000" cy="4181835"/>
          </a:xfrm>
          <a:prstGeom prst="rect">
            <a:avLst/>
          </a:prstGeom>
        </p:spPr>
        <p:txBody>
          <a:bodyPr/>
          <a:lstStyle>
            <a:lvl1pPr marL="0" indent="0" algn="ctr">
              <a:buNone/>
              <a:defRPr sz="1050"/>
            </a:lvl1pPr>
          </a:lstStyle>
          <a:p>
            <a:r>
              <a:rPr lang="en-US" dirty="0"/>
              <a:t>Insert Graph</a:t>
            </a:r>
            <a:endParaRPr lang="en-ZA" dirty="0"/>
          </a:p>
        </p:txBody>
      </p:sp>
      <p:sp>
        <p:nvSpPr>
          <p:cNvPr id="16" name="Chart Placeholder 4">
            <a:extLst>
              <a:ext uri="{FF2B5EF4-FFF2-40B4-BE49-F238E27FC236}">
                <a16:creationId xmlns:a16="http://schemas.microsoft.com/office/drawing/2014/main" id="{04BCBF10-072C-AB4C-538B-37929D96D9C4}"/>
              </a:ext>
            </a:extLst>
          </p:cNvPr>
          <p:cNvSpPr>
            <a:spLocks noGrp="1"/>
          </p:cNvSpPr>
          <p:nvPr>
            <p:ph type="chart" sz="quarter" idx="46" hasCustomPrompt="1"/>
          </p:nvPr>
        </p:nvSpPr>
        <p:spPr>
          <a:xfrm>
            <a:off x="585789" y="1349832"/>
            <a:ext cx="5292000" cy="4181835"/>
          </a:xfrm>
          <a:prstGeom prst="rect">
            <a:avLst/>
          </a:prstGeom>
        </p:spPr>
        <p:txBody>
          <a:bodyPr/>
          <a:lstStyle>
            <a:lvl1pPr marL="0" indent="0" algn="ctr">
              <a:buNone/>
              <a:defRPr sz="1050"/>
            </a:lvl1pPr>
          </a:lstStyle>
          <a:p>
            <a:r>
              <a:rPr lang="en-US" dirty="0"/>
              <a:t>Insert Graph</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6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15">
            <a:extLst>
              <a:ext uri="{FF2B5EF4-FFF2-40B4-BE49-F238E27FC236}">
                <a16:creationId xmlns:a16="http://schemas.microsoft.com/office/drawing/2014/main" id="{127184E1-4AE8-64CA-0480-A329D4414E50}"/>
              </a:ext>
            </a:extLst>
          </p:cNvPr>
          <p:cNvSpPr>
            <a:spLocks noGrp="1"/>
          </p:cNvSpPr>
          <p:nvPr>
            <p:ph type="body" sz="quarter" idx="44" hasCustomPrompt="1"/>
          </p:nvPr>
        </p:nvSpPr>
        <p:spPr>
          <a:xfrm>
            <a:off x="587375" y="6095169"/>
            <a:ext cx="11052175" cy="185500"/>
          </a:xfrm>
          <a:prstGeom prst="rect">
            <a:avLst/>
          </a:prstGeom>
        </p:spPr>
        <p:txBody>
          <a:bodyPr lIns="0" tIns="0" rIns="0" bIns="0" anchor="b" anchorCtr="0">
            <a:spAutoFit/>
          </a:bodyPr>
          <a:lstStyle>
            <a:lvl1pPr marL="0" indent="0" algn="ctr">
              <a:lnSpc>
                <a:spcPts val="1600"/>
              </a:lnSpc>
              <a:spcBef>
                <a:spcPts val="0"/>
              </a:spcBef>
              <a:buNone/>
              <a:defRPr sz="1050" spc="2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descriptor text here. No longer than 1 line maximum. Insert descriptor text here. </a:t>
            </a:r>
            <a:endParaRPr lang="en-ZA" dirty="0"/>
          </a:p>
        </p:txBody>
      </p:sp>
      <p:sp>
        <p:nvSpPr>
          <p:cNvPr id="8" name="Text Placeholder 15">
            <a:extLst>
              <a:ext uri="{FF2B5EF4-FFF2-40B4-BE49-F238E27FC236}">
                <a16:creationId xmlns:a16="http://schemas.microsoft.com/office/drawing/2014/main" id="{44773CA7-0068-A2AB-6766-937BCB92BD3F}"/>
              </a:ext>
            </a:extLst>
          </p:cNvPr>
          <p:cNvSpPr>
            <a:spLocks noGrp="1"/>
          </p:cNvSpPr>
          <p:nvPr>
            <p:ph type="body" sz="quarter" idx="48" hasCustomPrompt="1"/>
          </p:nvPr>
        </p:nvSpPr>
        <p:spPr>
          <a:xfrm>
            <a:off x="587374" y="6280660"/>
            <a:ext cx="11052175" cy="189411"/>
          </a:xfrm>
          <a:prstGeom prst="rect">
            <a:avLst/>
          </a:prstGeom>
        </p:spPr>
        <p:txBody>
          <a:bodyPr lIns="0" tIns="0" rIns="0" bIns="0" anchor="b" anchorCtr="0">
            <a:spAutoFit/>
          </a:bodyPr>
          <a:lstStyle>
            <a:lvl1pPr marL="0" indent="0" algn="ctr">
              <a:lnSpc>
                <a:spcPts val="1600"/>
              </a:lnSpc>
              <a:spcBef>
                <a:spcPts val="0"/>
              </a:spcBef>
              <a:buNone/>
              <a:defRPr sz="900" spc="40" baseline="0">
                <a:solidFill>
                  <a:schemeClr val="accent5">
                    <a:lumMod val="50000"/>
                  </a:schemeClr>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 Any notes go here</a:t>
            </a:r>
            <a:endParaRPr lang="en-ZA" dirty="0"/>
          </a:p>
        </p:txBody>
      </p:sp>
    </p:spTree>
    <p:extLst>
      <p:ext uri="{BB962C8B-B14F-4D97-AF65-F5344CB8AC3E}">
        <p14:creationId xmlns:p14="http://schemas.microsoft.com/office/powerpoint/2010/main" val="17728983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05 | Intro + Text + 1 x Graph">
    <p:spTree>
      <p:nvGrpSpPr>
        <p:cNvPr id="1" name=""/>
        <p:cNvGrpSpPr/>
        <p:nvPr/>
      </p:nvGrpSpPr>
      <p:grpSpPr>
        <a:xfrm>
          <a:off x="0" y="0"/>
          <a:ext cx="0" cy="0"/>
          <a:chOff x="0" y="0"/>
          <a:chExt cx="0" cy="0"/>
        </a:xfrm>
      </p:grpSpPr>
      <p:sp>
        <p:nvSpPr>
          <p:cNvPr id="15" name="Chart Placeholder 4">
            <a:extLst>
              <a:ext uri="{FF2B5EF4-FFF2-40B4-BE49-F238E27FC236}">
                <a16:creationId xmlns:a16="http://schemas.microsoft.com/office/drawing/2014/main" id="{16418A07-3111-6F53-D314-7429078F039F}"/>
              </a:ext>
            </a:extLst>
          </p:cNvPr>
          <p:cNvSpPr>
            <a:spLocks noGrp="1"/>
          </p:cNvSpPr>
          <p:nvPr>
            <p:ph type="chart" sz="quarter" idx="47" hasCustomPrompt="1"/>
          </p:nvPr>
        </p:nvSpPr>
        <p:spPr>
          <a:xfrm>
            <a:off x="4023365" y="2146130"/>
            <a:ext cx="7616174" cy="4298501"/>
          </a:xfrm>
          <a:prstGeom prst="rect">
            <a:avLst/>
          </a:prstGeom>
        </p:spPr>
        <p:txBody>
          <a:bodyPr/>
          <a:lstStyle>
            <a:lvl1pPr marL="0" indent="0" algn="ctr">
              <a:buNone/>
              <a:defRPr sz="1050"/>
            </a:lvl1pPr>
          </a:lstStyle>
          <a:p>
            <a:r>
              <a:rPr lang="en-US" dirty="0"/>
              <a:t>Insert Graph</a:t>
            </a:r>
            <a:endParaRPr lang="en-ZA" dirty="0"/>
          </a:p>
        </p:txBody>
      </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588165" y="1411009"/>
            <a:ext cx="11051372" cy="396327"/>
          </a:xfrm>
          <a:prstGeom prst="rect">
            <a:avLst/>
          </a:prstGeom>
        </p:spPr>
        <p:txBody>
          <a:bodyPr lIns="0" tIns="0" rIns="0" bIns="0">
            <a:spAutoFit/>
          </a:bodyPr>
          <a:lstStyle>
            <a:lvl1pPr marL="0" indent="0">
              <a:lnSpc>
                <a:spcPts val="1600"/>
              </a:lnSpc>
              <a:buFont typeface="Calibri" panose="020F0502020204030204" pitchFamily="34" charset="0"/>
              <a:buNone/>
              <a:defRPr sz="1050" spc="2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1051366"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6" y="2490651"/>
            <a:ext cx="2978899" cy="3955411"/>
          </a:xfrm>
          <a:prstGeom prst="rect">
            <a:avLst/>
          </a:prstGeom>
        </p:spPr>
        <p:txBody>
          <a:bodyPr lIns="0" tIns="0" rIns="0" bIns="0"/>
          <a:lstStyle>
            <a:lvl1pPr marL="228600" indent="-228600">
              <a:lnSpc>
                <a:spcPts val="1300"/>
              </a:lnSpc>
              <a:spcBef>
                <a:spcPts val="900"/>
              </a:spcBef>
              <a:buFont typeface="Calibri" panose="020F0502020204030204" pitchFamily="34" charset="0"/>
              <a:buChar char="+"/>
              <a:defRPr sz="1050">
                <a:solidFill>
                  <a:schemeClr val="tx2">
                    <a:lumMod val="50000"/>
                  </a:schemeClr>
                </a:solidFill>
              </a:defRPr>
            </a:lvl1pPr>
            <a:lvl2pPr>
              <a:lnSpc>
                <a:spcPts val="1300"/>
              </a:lnSpc>
              <a:spcBef>
                <a:spcPts val="900"/>
              </a:spcBef>
              <a:defRPr sz="100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9" name="Text Placeholder 4">
            <a:extLst>
              <a:ext uri="{FF2B5EF4-FFF2-40B4-BE49-F238E27FC236}">
                <a16:creationId xmlns:a16="http://schemas.microsoft.com/office/drawing/2014/main" id="{B66E63BA-03F5-DC28-1448-B0738F58036B}"/>
              </a:ext>
            </a:extLst>
          </p:cNvPr>
          <p:cNvSpPr>
            <a:spLocks noGrp="1"/>
          </p:cNvSpPr>
          <p:nvPr>
            <p:ph type="body" sz="quarter" idx="40" hasCustomPrompt="1"/>
          </p:nvPr>
        </p:nvSpPr>
        <p:spPr>
          <a:xfrm>
            <a:off x="588167" y="2146130"/>
            <a:ext cx="2978897"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short Sub-heading</a:t>
            </a:r>
          </a:p>
        </p:txBody>
      </p:sp>
    </p:spTree>
    <p:extLst>
      <p:ext uri="{BB962C8B-B14F-4D97-AF65-F5344CB8AC3E}">
        <p14:creationId xmlns:p14="http://schemas.microsoft.com/office/powerpoint/2010/main" val="122196150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05 | Single Head + Text + 1 x Graph">
    <p:spTree>
      <p:nvGrpSpPr>
        <p:cNvPr id="1" name=""/>
        <p:cNvGrpSpPr/>
        <p:nvPr/>
      </p:nvGrpSpPr>
      <p:grpSpPr>
        <a:xfrm>
          <a:off x="0" y="0"/>
          <a:ext cx="0" cy="0"/>
          <a:chOff x="0" y="0"/>
          <a:chExt cx="0" cy="0"/>
        </a:xfrm>
      </p:grpSpPr>
      <p:sp>
        <p:nvSpPr>
          <p:cNvPr id="15" name="Chart Placeholder 4">
            <a:extLst>
              <a:ext uri="{FF2B5EF4-FFF2-40B4-BE49-F238E27FC236}">
                <a16:creationId xmlns:a16="http://schemas.microsoft.com/office/drawing/2014/main" id="{16418A07-3111-6F53-D314-7429078F039F}"/>
              </a:ext>
            </a:extLst>
          </p:cNvPr>
          <p:cNvSpPr>
            <a:spLocks noGrp="1"/>
          </p:cNvSpPr>
          <p:nvPr>
            <p:ph type="chart" sz="quarter" idx="47" hasCustomPrompt="1"/>
          </p:nvPr>
        </p:nvSpPr>
        <p:spPr>
          <a:xfrm>
            <a:off x="4023365" y="1411009"/>
            <a:ext cx="7616174" cy="5033618"/>
          </a:xfrm>
          <a:prstGeom prst="rect">
            <a:avLst/>
          </a:prstGeom>
        </p:spPr>
        <p:txBody>
          <a:bodyPr/>
          <a:lstStyle>
            <a:lvl1pPr marL="0" indent="0" algn="ctr">
              <a:buNone/>
              <a:defRPr sz="1050"/>
            </a:lvl1pPr>
          </a:lstStyle>
          <a:p>
            <a:r>
              <a:rPr lang="en-US" dirty="0"/>
              <a:t>Insert Graph</a:t>
            </a:r>
            <a:endParaRPr lang="en-ZA" dirty="0"/>
          </a:p>
        </p:txBody>
      </p: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7" y="1755530"/>
            <a:ext cx="2978898" cy="4689096"/>
          </a:xfrm>
          <a:prstGeom prst="rect">
            <a:avLst/>
          </a:prstGeom>
        </p:spPr>
        <p:txBody>
          <a:bodyPr lIns="0" tIns="0" rIns="0" bIns="0"/>
          <a:lstStyle>
            <a:lvl1pPr>
              <a:defRPr lang="en-GB" sz="1050" noProof="0" dirty="0">
                <a:solidFill>
                  <a:schemeClr val="tx2">
                    <a:lumMod val="50000"/>
                  </a:schemeClr>
                </a:solidFill>
              </a:defRPr>
            </a:lvl1pPr>
            <a:lvl2pPr>
              <a:defRPr lang="en-GB" sz="1000" noProof="0" dirty="0">
                <a:solidFill>
                  <a:schemeClr val="tx2">
                    <a:lumMod val="50000"/>
                  </a:schemeClr>
                </a:solidFill>
              </a:defRPr>
            </a:lvl2pPr>
          </a:lstStyle>
          <a:p>
            <a:pPr lvl="0">
              <a:lnSpc>
                <a:spcPts val="1300"/>
              </a:lnSpc>
              <a:spcBef>
                <a:spcPts val="900"/>
              </a:spcBef>
              <a:buFont typeface="Calibri" panose="020F0502020204030204" pitchFamily="34" charset="0"/>
              <a:buChar char="+"/>
            </a:pPr>
            <a:r>
              <a:rPr lang="en-GB" noProof="0" dirty="0"/>
              <a:t>Click to edit Master text styles</a:t>
            </a:r>
          </a:p>
          <a:p>
            <a:pPr lvl="1">
              <a:lnSpc>
                <a:spcPts val="1300"/>
              </a:lnSpc>
              <a:spcBef>
                <a:spcPts val="900"/>
              </a:spcBef>
            </a:pPr>
            <a:r>
              <a:rPr lang="en-GB" noProof="0" dirty="0"/>
              <a:t>Second level</a:t>
            </a:r>
          </a:p>
        </p:txBody>
      </p:sp>
      <p:sp>
        <p:nvSpPr>
          <p:cNvPr id="29" name="Text Placeholder 4">
            <a:extLst>
              <a:ext uri="{FF2B5EF4-FFF2-40B4-BE49-F238E27FC236}">
                <a16:creationId xmlns:a16="http://schemas.microsoft.com/office/drawing/2014/main" id="{B66E63BA-03F5-DC28-1448-B0738F58036B}"/>
              </a:ext>
            </a:extLst>
          </p:cNvPr>
          <p:cNvSpPr>
            <a:spLocks noGrp="1"/>
          </p:cNvSpPr>
          <p:nvPr>
            <p:ph type="body" sz="quarter" idx="40" hasCustomPrompt="1"/>
          </p:nvPr>
        </p:nvSpPr>
        <p:spPr>
          <a:xfrm>
            <a:off x="588168" y="1411009"/>
            <a:ext cx="2978896"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short Sub-heading</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105136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04141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05 | Double Head + Text + 1 x Graph">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C13AEE-A49A-34A3-068B-04F804644DB1}"/>
              </a:ext>
            </a:extLst>
          </p:cNvPr>
          <p:cNvSpPr>
            <a:spLocks noGrp="1"/>
          </p:cNvSpPr>
          <p:nvPr>
            <p:ph type="ctrTitle" hasCustomPrompt="1"/>
          </p:nvPr>
        </p:nvSpPr>
        <p:spPr>
          <a:xfrm>
            <a:off x="588171" y="532999"/>
            <a:ext cx="1105136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cxnSp>
        <p:nvCxnSpPr>
          <p:cNvPr id="4" name="Straight Connector 15">
            <a:extLst>
              <a:ext uri="{FF2B5EF4-FFF2-40B4-BE49-F238E27FC236}">
                <a16:creationId xmlns:a16="http://schemas.microsoft.com/office/drawing/2014/main" id="{A4EB6DB6-59EE-5C6A-0FC1-2709ED0275E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58E4F615-CFA6-9070-DB52-895EC8A1BE45}"/>
              </a:ext>
            </a:extLst>
          </p:cNvPr>
          <p:cNvSpPr>
            <a:spLocks noGrp="1"/>
          </p:cNvSpPr>
          <p:nvPr>
            <p:ph type="body" sz="quarter" idx="48"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15" name="Chart Placeholder 4">
            <a:extLst>
              <a:ext uri="{FF2B5EF4-FFF2-40B4-BE49-F238E27FC236}">
                <a16:creationId xmlns:a16="http://schemas.microsoft.com/office/drawing/2014/main" id="{16418A07-3111-6F53-D314-7429078F039F}"/>
              </a:ext>
            </a:extLst>
          </p:cNvPr>
          <p:cNvSpPr>
            <a:spLocks noGrp="1"/>
          </p:cNvSpPr>
          <p:nvPr>
            <p:ph type="chart" sz="quarter" idx="47" hasCustomPrompt="1"/>
          </p:nvPr>
        </p:nvSpPr>
        <p:spPr>
          <a:xfrm>
            <a:off x="4023365" y="1713480"/>
            <a:ext cx="7616174" cy="4731147"/>
          </a:xfrm>
          <a:prstGeom prst="rect">
            <a:avLst/>
          </a:prstGeom>
        </p:spPr>
        <p:txBody>
          <a:bodyPr/>
          <a:lstStyle>
            <a:lvl1pPr marL="0" indent="0" algn="ctr">
              <a:buNone/>
              <a:defRPr sz="1050"/>
            </a:lvl1pPr>
          </a:lstStyle>
          <a:p>
            <a:r>
              <a:rPr lang="en-US" dirty="0"/>
              <a:t>Insert Graph</a:t>
            </a:r>
            <a:endParaRPr lang="en-ZA" dirty="0"/>
          </a:p>
        </p:txBody>
      </p: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7" y="1713480"/>
            <a:ext cx="2978898" cy="4731146"/>
          </a:xfrm>
          <a:prstGeom prst="rect">
            <a:avLst/>
          </a:prstGeom>
        </p:spPr>
        <p:txBody>
          <a:bodyPr lIns="0" tIns="0" rIns="0" bIns="0"/>
          <a:lstStyle>
            <a:lvl1pPr>
              <a:defRPr lang="en-GB" sz="1050" noProof="0" dirty="0">
                <a:solidFill>
                  <a:schemeClr val="tx2">
                    <a:lumMod val="50000"/>
                  </a:schemeClr>
                </a:solidFill>
              </a:defRPr>
            </a:lvl1pPr>
            <a:lvl2pPr>
              <a:defRPr lang="en-GB" sz="1000" noProof="0" dirty="0">
                <a:solidFill>
                  <a:schemeClr val="tx2">
                    <a:lumMod val="50000"/>
                  </a:schemeClr>
                </a:solidFill>
              </a:defRPr>
            </a:lvl2pPr>
          </a:lstStyle>
          <a:p>
            <a:pPr lvl="0">
              <a:lnSpc>
                <a:spcPts val="1300"/>
              </a:lnSpc>
              <a:spcBef>
                <a:spcPts val="900"/>
              </a:spcBef>
              <a:buFont typeface="Calibri" panose="020F0502020204030204" pitchFamily="34" charset="0"/>
              <a:buChar char="+"/>
            </a:pPr>
            <a:r>
              <a:rPr lang="en-GB" noProof="0" dirty="0"/>
              <a:t>Click to edit Master text styles</a:t>
            </a:r>
          </a:p>
          <a:p>
            <a:pPr lvl="1">
              <a:lnSpc>
                <a:spcPts val="1300"/>
              </a:lnSpc>
              <a:spcBef>
                <a:spcPts val="900"/>
              </a:spcBef>
            </a:pPr>
            <a:r>
              <a:rPr lang="en-GB" noProof="0" dirty="0"/>
              <a:t>Second level</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Tree>
    <p:extLst>
      <p:ext uri="{BB962C8B-B14F-4D97-AF65-F5344CB8AC3E}">
        <p14:creationId xmlns:p14="http://schemas.microsoft.com/office/powerpoint/2010/main" val="5442522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05 | 1_Double Head + Text + 1 x Graph">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A09D353-9667-8B21-8791-6358138CA82C}"/>
              </a:ext>
            </a:extLst>
          </p:cNvPr>
          <p:cNvSpPr>
            <a:spLocks noGrp="1" noRot="1" noMove="1" noResize="1" noEditPoints="1" noAdjustHandles="1" noChangeArrowheads="1" noChangeShapeType="1"/>
          </p:cNvSpPr>
          <p:nvPr userDrawn="1"/>
        </p:nvSpPr>
        <p:spPr>
          <a:xfrm>
            <a:off x="8660641" y="1713479"/>
            <a:ext cx="2978899" cy="2481766"/>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itle 1">
            <a:extLst>
              <a:ext uri="{FF2B5EF4-FFF2-40B4-BE49-F238E27FC236}">
                <a16:creationId xmlns:a16="http://schemas.microsoft.com/office/drawing/2014/main" id="{FDC13AEE-A49A-34A3-068B-04F804644DB1}"/>
              </a:ext>
            </a:extLst>
          </p:cNvPr>
          <p:cNvSpPr>
            <a:spLocks noGrp="1"/>
          </p:cNvSpPr>
          <p:nvPr>
            <p:ph type="ctrTitle" hasCustomPrompt="1"/>
          </p:nvPr>
        </p:nvSpPr>
        <p:spPr>
          <a:xfrm>
            <a:off x="588171" y="532999"/>
            <a:ext cx="1105136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cxnSp>
        <p:nvCxnSpPr>
          <p:cNvPr id="4" name="Straight Connector 15">
            <a:extLst>
              <a:ext uri="{FF2B5EF4-FFF2-40B4-BE49-F238E27FC236}">
                <a16:creationId xmlns:a16="http://schemas.microsoft.com/office/drawing/2014/main" id="{A4EB6DB6-59EE-5C6A-0FC1-2709ED0275E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58E4F615-CFA6-9070-DB52-895EC8A1BE45}"/>
              </a:ext>
            </a:extLst>
          </p:cNvPr>
          <p:cNvSpPr>
            <a:spLocks noGrp="1"/>
          </p:cNvSpPr>
          <p:nvPr>
            <p:ph type="body" sz="quarter" idx="48"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15" name="Chart Placeholder 4">
            <a:extLst>
              <a:ext uri="{FF2B5EF4-FFF2-40B4-BE49-F238E27FC236}">
                <a16:creationId xmlns:a16="http://schemas.microsoft.com/office/drawing/2014/main" id="{16418A07-3111-6F53-D314-7429078F039F}"/>
              </a:ext>
            </a:extLst>
          </p:cNvPr>
          <p:cNvSpPr>
            <a:spLocks noGrp="1"/>
          </p:cNvSpPr>
          <p:nvPr>
            <p:ph type="chart" sz="quarter" idx="47" hasCustomPrompt="1"/>
          </p:nvPr>
        </p:nvSpPr>
        <p:spPr>
          <a:xfrm>
            <a:off x="588166" y="1713480"/>
            <a:ext cx="7616174" cy="4731147"/>
          </a:xfrm>
          <a:prstGeom prst="rect">
            <a:avLst/>
          </a:prstGeom>
        </p:spPr>
        <p:txBody>
          <a:bodyPr/>
          <a:lstStyle>
            <a:lvl1pPr marL="0" indent="0" algn="ctr">
              <a:buNone/>
              <a:defRPr sz="1050"/>
            </a:lvl1pPr>
          </a:lstStyle>
          <a:p>
            <a:r>
              <a:rPr lang="en-US" dirty="0"/>
              <a:t>Insert Graph</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 name="Oval 1">
            <a:extLst>
              <a:ext uri="{FF2B5EF4-FFF2-40B4-BE49-F238E27FC236}">
                <a16:creationId xmlns:a16="http://schemas.microsoft.com/office/drawing/2014/main" id="{42F6696D-789A-BB41-4BA4-9EACA4280308}"/>
              </a:ext>
            </a:extLst>
          </p:cNvPr>
          <p:cNvSpPr>
            <a:spLocks noGrp="1" noRot="1" noMove="1" noResize="1" noEditPoints="1" noAdjustHandles="1" noChangeArrowheads="1" noChangeShapeType="1"/>
          </p:cNvSpPr>
          <p:nvPr userDrawn="1"/>
        </p:nvSpPr>
        <p:spPr>
          <a:xfrm>
            <a:off x="8660641" y="4731597"/>
            <a:ext cx="409767" cy="409767"/>
          </a:xfrm>
          <a:prstGeom prst="ellipse">
            <a:avLst/>
          </a:prstGeom>
          <a:solidFill>
            <a:schemeClr val="accent2"/>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bg1"/>
                </a:solidFill>
                <a:latin typeface="+mj-lt"/>
              </a:rPr>
              <a:t>01</a:t>
            </a:r>
          </a:p>
        </p:txBody>
      </p:sp>
      <p:sp>
        <p:nvSpPr>
          <p:cNvPr id="8" name="Text Placeholder 4">
            <a:extLst>
              <a:ext uri="{FF2B5EF4-FFF2-40B4-BE49-F238E27FC236}">
                <a16:creationId xmlns:a16="http://schemas.microsoft.com/office/drawing/2014/main" id="{181C1D3E-B045-216C-D10C-104ADB28D0A9}"/>
              </a:ext>
            </a:extLst>
          </p:cNvPr>
          <p:cNvSpPr>
            <a:spLocks noGrp="1"/>
          </p:cNvSpPr>
          <p:nvPr>
            <p:ph type="body" sz="quarter" idx="38"/>
          </p:nvPr>
        </p:nvSpPr>
        <p:spPr>
          <a:xfrm>
            <a:off x="8930355" y="2418459"/>
            <a:ext cx="2427006" cy="441018"/>
          </a:xfrm>
          <a:prstGeom prst="rect">
            <a:avLst/>
          </a:prstGeom>
        </p:spPr>
        <p:txBody>
          <a:bodyPr lIns="0" tIns="0" rIns="0" bIns="0">
            <a:spAutoFit/>
          </a:bodyPr>
          <a:lstStyle>
            <a:lvl1pPr>
              <a:defRPr lang="en-GB" sz="1050" noProof="0" dirty="0">
                <a:solidFill>
                  <a:schemeClr val="tx2">
                    <a:lumMod val="50000"/>
                  </a:schemeClr>
                </a:solidFill>
              </a:defRPr>
            </a:lvl1pPr>
            <a:lvl2pPr>
              <a:defRPr lang="en-GB" sz="1000" noProof="0" dirty="0">
                <a:solidFill>
                  <a:schemeClr val="tx2">
                    <a:lumMod val="50000"/>
                  </a:schemeClr>
                </a:solidFill>
              </a:defRPr>
            </a:lvl2pPr>
          </a:lstStyle>
          <a:p>
            <a:pPr lvl="0">
              <a:lnSpc>
                <a:spcPts val="1300"/>
              </a:lnSpc>
              <a:spcBef>
                <a:spcPts val="900"/>
              </a:spcBef>
              <a:buFont typeface="Calibri" panose="020F0502020204030204" pitchFamily="34" charset="0"/>
              <a:buChar char="+"/>
            </a:pPr>
            <a:r>
              <a:rPr lang="en-GB" noProof="0" dirty="0"/>
              <a:t>Click to edit Master text styles</a:t>
            </a:r>
          </a:p>
          <a:p>
            <a:pPr lvl="1">
              <a:lnSpc>
                <a:spcPts val="1300"/>
              </a:lnSpc>
              <a:spcBef>
                <a:spcPts val="900"/>
              </a:spcBef>
            </a:pPr>
            <a:r>
              <a:rPr lang="en-GB" noProof="0" dirty="0"/>
              <a:t>Second level</a:t>
            </a:r>
          </a:p>
        </p:txBody>
      </p:sp>
      <p:sp>
        <p:nvSpPr>
          <p:cNvPr id="9" name="Text Placeholder 4">
            <a:extLst>
              <a:ext uri="{FF2B5EF4-FFF2-40B4-BE49-F238E27FC236}">
                <a16:creationId xmlns:a16="http://schemas.microsoft.com/office/drawing/2014/main" id="{16978FDF-29A5-C994-2A87-CA69AC22562C}"/>
              </a:ext>
            </a:extLst>
          </p:cNvPr>
          <p:cNvSpPr>
            <a:spLocks noGrp="1"/>
          </p:cNvSpPr>
          <p:nvPr>
            <p:ph type="body" sz="quarter" idx="40" hasCustomPrompt="1"/>
          </p:nvPr>
        </p:nvSpPr>
        <p:spPr>
          <a:xfrm>
            <a:off x="8930355" y="1899908"/>
            <a:ext cx="2421435" cy="187039"/>
          </a:xfrm>
          <a:prstGeom prst="rect">
            <a:avLst/>
          </a:prstGeom>
        </p:spPr>
        <p:txBody>
          <a:bodyPr wrap="square" lIns="0" tIns="0" rIns="0" bIns="0">
            <a:spAutoFit/>
          </a:bodyPr>
          <a:lstStyle>
            <a:lvl1pPr marL="0" indent="0" algn="ctr">
              <a:lnSpc>
                <a:spcPts val="1600"/>
              </a:lnSpc>
              <a:buFont typeface="Calibri" panose="020F0502020204030204" pitchFamily="34" charset="0"/>
              <a:buNone/>
              <a:defRPr sz="11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SHORT HEADING</a:t>
            </a:r>
          </a:p>
        </p:txBody>
      </p:sp>
      <p:sp>
        <p:nvSpPr>
          <p:cNvPr id="16" name="Text Placeholder 22">
            <a:extLst>
              <a:ext uri="{FF2B5EF4-FFF2-40B4-BE49-F238E27FC236}">
                <a16:creationId xmlns:a16="http://schemas.microsoft.com/office/drawing/2014/main" id="{48926E8E-155C-DB84-CE9A-EBAD947474DC}"/>
              </a:ext>
            </a:extLst>
          </p:cNvPr>
          <p:cNvSpPr>
            <a:spLocks noGrp="1"/>
          </p:cNvSpPr>
          <p:nvPr>
            <p:ph type="body" sz="quarter" idx="49" hasCustomPrompt="1"/>
          </p:nvPr>
        </p:nvSpPr>
        <p:spPr>
          <a:xfrm>
            <a:off x="9290615" y="4705648"/>
            <a:ext cx="2348921" cy="461665"/>
          </a:xfrm>
          <a:prstGeom prst="rect">
            <a:avLst/>
          </a:prstGeom>
        </p:spPr>
        <p:txBody>
          <a:bodyPr wrap="square" lIns="0" tIns="0" rIns="0" bIns="0" anchor="ctr" anchorCtr="0">
            <a:sp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Short Graph descriptor goes here… Short Graph descriptor goes here… Short Graph descriptor goes here… </a:t>
            </a:r>
            <a:endParaRPr lang="en-ZA" dirty="0"/>
          </a:p>
        </p:txBody>
      </p:sp>
      <p:sp>
        <p:nvSpPr>
          <p:cNvPr id="17" name="Oval 16">
            <a:extLst>
              <a:ext uri="{FF2B5EF4-FFF2-40B4-BE49-F238E27FC236}">
                <a16:creationId xmlns:a16="http://schemas.microsoft.com/office/drawing/2014/main" id="{311EA638-9A9F-BC52-E751-92C3129793C7}"/>
              </a:ext>
            </a:extLst>
          </p:cNvPr>
          <p:cNvSpPr>
            <a:spLocks noGrp="1" noRot="1" noMove="1" noResize="1" noEditPoints="1" noAdjustHandles="1" noChangeArrowheads="1" noChangeShapeType="1"/>
          </p:cNvSpPr>
          <p:nvPr userDrawn="1"/>
        </p:nvSpPr>
        <p:spPr>
          <a:xfrm>
            <a:off x="8660171" y="5651767"/>
            <a:ext cx="409767" cy="409767"/>
          </a:xfrm>
          <a:prstGeom prst="ellipse">
            <a:avLst/>
          </a:prstGeom>
          <a:solidFill>
            <a:schemeClr val="accent4"/>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US" sz="1200" b="1" dirty="0">
                <a:solidFill>
                  <a:schemeClr val="bg1"/>
                </a:solidFill>
                <a:latin typeface="+mj-lt"/>
              </a:rPr>
              <a:t>0</a:t>
            </a:r>
            <a:r>
              <a:rPr lang="en-ZA" sz="1200" b="1" dirty="0">
                <a:solidFill>
                  <a:schemeClr val="bg1"/>
                </a:solidFill>
                <a:latin typeface="+mj-lt"/>
              </a:rPr>
              <a:t>2</a:t>
            </a:r>
          </a:p>
        </p:txBody>
      </p:sp>
      <p:sp>
        <p:nvSpPr>
          <p:cNvPr id="18" name="Text Placeholder 22">
            <a:extLst>
              <a:ext uri="{FF2B5EF4-FFF2-40B4-BE49-F238E27FC236}">
                <a16:creationId xmlns:a16="http://schemas.microsoft.com/office/drawing/2014/main" id="{0658B5D6-D02C-9C24-3B5C-3EA2A4CC6FD0}"/>
              </a:ext>
            </a:extLst>
          </p:cNvPr>
          <p:cNvSpPr>
            <a:spLocks noGrp="1"/>
          </p:cNvSpPr>
          <p:nvPr>
            <p:ph type="body" sz="quarter" idx="50" hasCustomPrompt="1"/>
          </p:nvPr>
        </p:nvSpPr>
        <p:spPr>
          <a:xfrm>
            <a:off x="9290145" y="5625818"/>
            <a:ext cx="2348921" cy="461665"/>
          </a:xfrm>
          <a:prstGeom prst="rect">
            <a:avLst/>
          </a:prstGeom>
        </p:spPr>
        <p:txBody>
          <a:bodyPr wrap="square" lIns="0" tIns="0" rIns="0" bIns="0" anchor="ctr" anchorCtr="0">
            <a:sp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Short Graph descriptor goes here… Short Graph descriptor goes here… Short Graph descriptor goes here… </a:t>
            </a:r>
            <a:endParaRPr lang="en-ZA" dirty="0"/>
          </a:p>
        </p:txBody>
      </p:sp>
      <p:cxnSp>
        <p:nvCxnSpPr>
          <p:cNvPr id="20" name="Straight Connector 19">
            <a:extLst>
              <a:ext uri="{FF2B5EF4-FFF2-40B4-BE49-F238E27FC236}">
                <a16:creationId xmlns:a16="http://schemas.microsoft.com/office/drawing/2014/main" id="{1525C5EA-F76A-456F-949F-5018C53FF7DF}"/>
              </a:ext>
            </a:extLst>
          </p:cNvPr>
          <p:cNvCxnSpPr>
            <a:cxnSpLocks/>
          </p:cNvCxnSpPr>
          <p:nvPr userDrawn="1"/>
        </p:nvCxnSpPr>
        <p:spPr>
          <a:xfrm>
            <a:off x="8930355" y="2218414"/>
            <a:ext cx="24214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8194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05 | Heading + Intro + 1 x Graph">
    <p:spTree>
      <p:nvGrpSpPr>
        <p:cNvPr id="1" name=""/>
        <p:cNvGrpSpPr/>
        <p:nvPr/>
      </p:nvGrpSpPr>
      <p:grpSpPr>
        <a:xfrm>
          <a:off x="0" y="0"/>
          <a:ext cx="0" cy="0"/>
          <a:chOff x="0" y="0"/>
          <a:chExt cx="0" cy="0"/>
        </a:xfrm>
      </p:grpSpPr>
      <p:sp>
        <p:nvSpPr>
          <p:cNvPr id="16" name="Chart Placeholder 4">
            <a:extLst>
              <a:ext uri="{FF2B5EF4-FFF2-40B4-BE49-F238E27FC236}">
                <a16:creationId xmlns:a16="http://schemas.microsoft.com/office/drawing/2014/main" id="{AAFF994A-4E12-DC55-0D6E-2BBB5DB92F92}"/>
              </a:ext>
            </a:extLst>
          </p:cNvPr>
          <p:cNvSpPr>
            <a:spLocks noGrp="1"/>
          </p:cNvSpPr>
          <p:nvPr>
            <p:ph type="chart" sz="quarter" idx="47" hasCustomPrompt="1"/>
          </p:nvPr>
        </p:nvSpPr>
        <p:spPr>
          <a:xfrm>
            <a:off x="588164" y="2124967"/>
            <a:ext cx="11051375" cy="4319660"/>
          </a:xfrm>
          <a:prstGeom prst="rect">
            <a:avLst/>
          </a:prstGeom>
        </p:spPr>
        <p:txBody>
          <a:bodyPr/>
          <a:lstStyle>
            <a:lvl1pPr marL="0" indent="0" algn="ctr">
              <a:buNone/>
              <a:defRPr sz="1050"/>
            </a:lvl1pPr>
          </a:lstStyle>
          <a:p>
            <a:r>
              <a:rPr lang="en-US" dirty="0"/>
              <a:t>Insert Graph</a:t>
            </a:r>
            <a:endParaRPr lang="en-ZA" dirty="0"/>
          </a:p>
        </p:txBody>
      </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588165" y="1411009"/>
            <a:ext cx="11051372" cy="396327"/>
          </a:xfrm>
          <a:prstGeom prst="rect">
            <a:avLst/>
          </a:prstGeom>
        </p:spPr>
        <p:txBody>
          <a:bodyPr lIns="0" tIns="0" rIns="0" bIns="0">
            <a:spAutoFit/>
          </a:bodyPr>
          <a:lstStyle>
            <a:lvl1pPr marL="0" indent="0">
              <a:lnSpc>
                <a:spcPts val="1600"/>
              </a:lnSpc>
              <a:buFont typeface="Calibri" panose="020F0502020204030204" pitchFamily="34" charset="0"/>
              <a:buNone/>
              <a:defRPr sz="1050" spc="2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532999"/>
            <a:ext cx="1014821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412905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05 | 2 - Double Heading + 1 x Graph">
    <p:spTree>
      <p:nvGrpSpPr>
        <p:cNvPr id="1" name=""/>
        <p:cNvGrpSpPr/>
        <p:nvPr/>
      </p:nvGrpSpPr>
      <p:grpSpPr>
        <a:xfrm>
          <a:off x="0" y="0"/>
          <a:ext cx="0" cy="0"/>
          <a:chOff x="0" y="0"/>
          <a:chExt cx="0" cy="0"/>
        </a:xfrm>
      </p:grpSpPr>
      <p:sp>
        <p:nvSpPr>
          <p:cNvPr id="2" name="Chart Placeholder 4">
            <a:extLst>
              <a:ext uri="{FF2B5EF4-FFF2-40B4-BE49-F238E27FC236}">
                <a16:creationId xmlns:a16="http://schemas.microsoft.com/office/drawing/2014/main" id="{4C62C42B-515C-D9D8-91FF-4E0F866A9D7C}"/>
              </a:ext>
            </a:extLst>
          </p:cNvPr>
          <p:cNvSpPr>
            <a:spLocks noGrp="1"/>
          </p:cNvSpPr>
          <p:nvPr>
            <p:ph type="chart" sz="quarter" idx="47" hasCustomPrompt="1"/>
          </p:nvPr>
        </p:nvSpPr>
        <p:spPr>
          <a:xfrm>
            <a:off x="552459" y="1654569"/>
            <a:ext cx="11087080" cy="4790058"/>
          </a:xfrm>
          <a:prstGeom prst="rect">
            <a:avLst/>
          </a:prstGeom>
        </p:spPr>
        <p:txBody>
          <a:bodyPr/>
          <a:lstStyle>
            <a:lvl1pPr marL="0" indent="0" algn="ctr">
              <a:buNone/>
              <a:defRPr sz="1050"/>
            </a:lvl1pPr>
          </a:lstStyle>
          <a:p>
            <a:r>
              <a:rPr lang="en-US" dirty="0"/>
              <a:t>Insert Graph</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Tree>
    <p:extLst>
      <p:ext uri="{BB962C8B-B14F-4D97-AF65-F5344CB8AC3E}">
        <p14:creationId xmlns:p14="http://schemas.microsoft.com/office/powerpoint/2010/main" val="387924640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05 | Heading + Intro + 2 x Graph">
    <p:spTree>
      <p:nvGrpSpPr>
        <p:cNvPr id="1" name=""/>
        <p:cNvGrpSpPr/>
        <p:nvPr/>
      </p:nvGrpSpPr>
      <p:grpSpPr>
        <a:xfrm>
          <a:off x="0" y="0"/>
          <a:ext cx="0" cy="0"/>
          <a:chOff x="0" y="0"/>
          <a:chExt cx="0" cy="0"/>
        </a:xfrm>
      </p:grpSpPr>
      <p:sp>
        <p:nvSpPr>
          <p:cNvPr id="5" name="Chart Placeholder 4">
            <a:extLst>
              <a:ext uri="{FF2B5EF4-FFF2-40B4-BE49-F238E27FC236}">
                <a16:creationId xmlns:a16="http://schemas.microsoft.com/office/drawing/2014/main" id="{22FDA54F-05D9-9843-F193-68BF9C775A8E}"/>
              </a:ext>
            </a:extLst>
          </p:cNvPr>
          <p:cNvSpPr>
            <a:spLocks noGrp="1"/>
          </p:cNvSpPr>
          <p:nvPr>
            <p:ph type="chart" sz="quarter" idx="47" hasCustomPrompt="1"/>
          </p:nvPr>
        </p:nvSpPr>
        <p:spPr>
          <a:xfrm>
            <a:off x="587375" y="2271845"/>
            <a:ext cx="5342372" cy="4172781"/>
          </a:xfrm>
          <a:prstGeom prst="rect">
            <a:avLst/>
          </a:prstGeom>
        </p:spPr>
        <p:txBody>
          <a:bodyPr/>
          <a:lstStyle>
            <a:lvl1pPr marL="0" indent="0" algn="ctr">
              <a:buNone/>
              <a:defRPr sz="1050"/>
            </a:lvl1pPr>
          </a:lstStyle>
          <a:p>
            <a:r>
              <a:rPr lang="en-US" dirty="0"/>
              <a:t>Insert Graph</a:t>
            </a:r>
            <a:endParaRPr lang="en-ZA" dirty="0"/>
          </a:p>
        </p:txBody>
      </p:sp>
      <p:sp>
        <p:nvSpPr>
          <p:cNvPr id="6" name="Chart Placeholder 4">
            <a:extLst>
              <a:ext uri="{FF2B5EF4-FFF2-40B4-BE49-F238E27FC236}">
                <a16:creationId xmlns:a16="http://schemas.microsoft.com/office/drawing/2014/main" id="{2FF3C309-80B1-79F4-B465-9C5F7CE545C4}"/>
              </a:ext>
            </a:extLst>
          </p:cNvPr>
          <p:cNvSpPr>
            <a:spLocks noGrp="1"/>
          </p:cNvSpPr>
          <p:nvPr>
            <p:ph type="chart" sz="quarter" idx="48" hasCustomPrompt="1"/>
          </p:nvPr>
        </p:nvSpPr>
        <p:spPr>
          <a:xfrm>
            <a:off x="6297169" y="2271845"/>
            <a:ext cx="5342372" cy="4172781"/>
          </a:xfrm>
          <a:prstGeom prst="rect">
            <a:avLst/>
          </a:prstGeom>
        </p:spPr>
        <p:txBody>
          <a:bodyPr/>
          <a:lstStyle>
            <a:lvl1pPr marL="0" indent="0" algn="ctr">
              <a:buNone/>
              <a:defRPr sz="1050"/>
            </a:lvl1pPr>
          </a:lstStyle>
          <a:p>
            <a:r>
              <a:rPr lang="en-US" dirty="0"/>
              <a:t>Insert Graph</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5FA903CA-9CAD-27FB-B8C8-EB92642292C5}"/>
              </a:ext>
            </a:extLst>
          </p:cNvPr>
          <p:cNvSpPr>
            <a:spLocks noGrp="1"/>
          </p:cNvSpPr>
          <p:nvPr>
            <p:ph type="body" sz="quarter" idx="44" hasCustomPrompt="1"/>
          </p:nvPr>
        </p:nvSpPr>
        <p:spPr>
          <a:xfrm>
            <a:off x="587375" y="1611314"/>
            <a:ext cx="11052175" cy="396320"/>
          </a:xfrm>
          <a:prstGeom prst="rect">
            <a:avLst/>
          </a:prstGeom>
        </p:spPr>
        <p:txBody>
          <a:bodyPr lIns="0" tIns="0" rIns="0" bIns="0"/>
          <a:lstStyle>
            <a:lvl1pPr marL="0" indent="0" algn="ctr">
              <a:lnSpc>
                <a:spcPts val="1600"/>
              </a:lnSpc>
              <a:spcBef>
                <a:spcPts val="0"/>
              </a:spcBef>
              <a:buNone/>
              <a:defRPr sz="1050" spc="2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Tree>
    <p:extLst>
      <p:ext uri="{BB962C8B-B14F-4D97-AF65-F5344CB8AC3E}">
        <p14:creationId xmlns:p14="http://schemas.microsoft.com/office/powerpoint/2010/main" val="209524750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06 | Head + Sub-Head + 4 x Text Info">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BB8423BE-12BB-057B-1DAF-A08AE77C421A}"/>
              </a:ext>
            </a:extLst>
          </p:cNvPr>
          <p:cNvSpPr>
            <a:spLocks noGrp="1" noRot="1" noMove="1" noResize="1" noEditPoints="1" noAdjustHandles="1" noChangeArrowheads="1" noChangeShapeType="1"/>
          </p:cNvSpPr>
          <p:nvPr userDrawn="1"/>
        </p:nvSpPr>
        <p:spPr>
          <a:xfrm>
            <a:off x="596738" y="4616628"/>
            <a:ext cx="2664000" cy="18221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Rectangle 41">
            <a:extLst>
              <a:ext uri="{FF2B5EF4-FFF2-40B4-BE49-F238E27FC236}">
                <a16:creationId xmlns:a16="http://schemas.microsoft.com/office/drawing/2014/main" id="{F683EFA5-257E-BAAB-47E5-6BEE7FAE14F7}"/>
              </a:ext>
            </a:extLst>
          </p:cNvPr>
          <p:cNvSpPr>
            <a:spLocks noGrp="1" noRot="1" noMove="1" noResize="1" noEditPoints="1" noAdjustHandles="1" noChangeArrowheads="1" noChangeShapeType="1"/>
          </p:cNvSpPr>
          <p:nvPr userDrawn="1"/>
        </p:nvSpPr>
        <p:spPr>
          <a:xfrm>
            <a:off x="6177774" y="4616627"/>
            <a:ext cx="2662237" cy="18221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2" name="Rectangle 31">
            <a:extLst>
              <a:ext uri="{FF2B5EF4-FFF2-40B4-BE49-F238E27FC236}">
                <a16:creationId xmlns:a16="http://schemas.microsoft.com/office/drawing/2014/main" id="{37E0221D-F7A4-FD15-1E7C-429131CB3F6F}"/>
              </a:ext>
            </a:extLst>
          </p:cNvPr>
          <p:cNvSpPr>
            <a:spLocks noGrp="1" noRot="1" noMove="1" noResize="1" noEditPoints="1" noAdjustHandles="1" noChangeArrowheads="1" noChangeShapeType="1"/>
          </p:cNvSpPr>
          <p:nvPr userDrawn="1"/>
        </p:nvSpPr>
        <p:spPr>
          <a:xfrm>
            <a:off x="3384124" y="4623276"/>
            <a:ext cx="2669382" cy="18221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4" name="Rectangle 33">
            <a:extLst>
              <a:ext uri="{FF2B5EF4-FFF2-40B4-BE49-F238E27FC236}">
                <a16:creationId xmlns:a16="http://schemas.microsoft.com/office/drawing/2014/main" id="{CFD8B50F-CA3D-DA33-980C-6452C21630B5}"/>
              </a:ext>
            </a:extLst>
          </p:cNvPr>
          <p:cNvSpPr>
            <a:spLocks noGrp="1" noRot="1" noMove="1" noResize="1" noEditPoints="1" noAdjustHandles="1" noChangeArrowheads="1" noChangeShapeType="1"/>
          </p:cNvSpPr>
          <p:nvPr userDrawn="1"/>
        </p:nvSpPr>
        <p:spPr>
          <a:xfrm>
            <a:off x="8966968" y="4623275"/>
            <a:ext cx="2664000" cy="182215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3" name="Rectangle 2">
            <a:extLst>
              <a:ext uri="{FF2B5EF4-FFF2-40B4-BE49-F238E27FC236}">
                <a16:creationId xmlns:a16="http://schemas.microsoft.com/office/drawing/2014/main" id="{2ABABB44-D815-E4C9-A92E-93B1402C0A83}"/>
              </a:ext>
            </a:extLst>
          </p:cNvPr>
          <p:cNvSpPr>
            <a:spLocks noGrp="1" noRot="1" noMove="1" noResize="1" noEditPoints="1" noAdjustHandles="1" noChangeArrowheads="1" noChangeShapeType="1"/>
          </p:cNvSpPr>
          <p:nvPr userDrawn="1"/>
        </p:nvSpPr>
        <p:spPr>
          <a:xfrm>
            <a:off x="588166" y="2721026"/>
            <a:ext cx="2681145" cy="198613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5C81D717-8733-2D7F-F434-F25DD05F33F3}"/>
              </a:ext>
            </a:extLst>
          </p:cNvPr>
          <p:cNvSpPr>
            <a:spLocks noGrp="1" noRot="1" noMove="1" noResize="1" noEditPoints="1" noAdjustHandles="1" noChangeArrowheads="1" noChangeShapeType="1"/>
          </p:cNvSpPr>
          <p:nvPr userDrawn="1"/>
        </p:nvSpPr>
        <p:spPr>
          <a:xfrm>
            <a:off x="3378243" y="2721025"/>
            <a:ext cx="2681145" cy="198613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70EB4541-802B-69DD-7E0F-B45CF58DFB73}"/>
              </a:ext>
            </a:extLst>
          </p:cNvPr>
          <p:cNvSpPr>
            <a:spLocks noGrp="1" noRot="1" noMove="1" noResize="1" noEditPoints="1" noAdjustHandles="1" noChangeArrowheads="1" noChangeShapeType="1"/>
          </p:cNvSpPr>
          <p:nvPr userDrawn="1"/>
        </p:nvSpPr>
        <p:spPr>
          <a:xfrm>
            <a:off x="6168320" y="2721025"/>
            <a:ext cx="2681145" cy="1986132"/>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728F26FC-803B-AFD1-ACD6-44427B8BF5EA}"/>
              </a:ext>
            </a:extLst>
          </p:cNvPr>
          <p:cNvSpPr>
            <a:spLocks noGrp="1" noRot="1" noMove="1" noResize="1" noEditPoints="1" noAdjustHandles="1" noChangeArrowheads="1" noChangeShapeType="1"/>
          </p:cNvSpPr>
          <p:nvPr userDrawn="1"/>
        </p:nvSpPr>
        <p:spPr>
          <a:xfrm>
            <a:off x="8958396" y="2721024"/>
            <a:ext cx="2681145" cy="198613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Text Placeholder 22">
            <a:extLst>
              <a:ext uri="{FF2B5EF4-FFF2-40B4-BE49-F238E27FC236}">
                <a16:creationId xmlns:a16="http://schemas.microsoft.com/office/drawing/2014/main" id="{4F9CCF45-70EA-941A-E958-97BC018D3460}"/>
              </a:ext>
            </a:extLst>
          </p:cNvPr>
          <p:cNvSpPr>
            <a:spLocks noGrp="1"/>
          </p:cNvSpPr>
          <p:nvPr>
            <p:ph type="body" sz="quarter" idx="59" hasCustomPrompt="1"/>
          </p:nvPr>
        </p:nvSpPr>
        <p:spPr>
          <a:xfrm>
            <a:off x="775056" y="4031562"/>
            <a:ext cx="2307365" cy="304699"/>
          </a:xfrm>
          <a:prstGeom prst="rect">
            <a:avLst/>
          </a:prstGeom>
        </p:spPr>
        <p:txBody>
          <a:bodyPr wrap="square" lIns="0" tIns="0" rIns="0" bIns="0">
            <a:spAutoFit/>
          </a:bodyPr>
          <a:lstStyle>
            <a:lvl1pPr marL="0" indent="0" algn="ctr">
              <a:spcBef>
                <a:spcPts val="4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introductory text here under the heading of this info bucket…</a:t>
            </a:r>
            <a:endParaRPr lang="en-ZA" dirty="0"/>
          </a:p>
        </p:txBody>
      </p:sp>
      <p:sp>
        <p:nvSpPr>
          <p:cNvPr id="10" name="Text Placeholder 36">
            <a:extLst>
              <a:ext uri="{FF2B5EF4-FFF2-40B4-BE49-F238E27FC236}">
                <a16:creationId xmlns:a16="http://schemas.microsoft.com/office/drawing/2014/main" id="{DE6BE564-2FB4-CFD6-1C24-52AAFC1E9D61}"/>
              </a:ext>
            </a:extLst>
          </p:cNvPr>
          <p:cNvSpPr>
            <a:spLocks noGrp="1"/>
          </p:cNvSpPr>
          <p:nvPr>
            <p:ph type="body" sz="quarter" idx="49" hasCustomPrompt="1"/>
          </p:nvPr>
        </p:nvSpPr>
        <p:spPr>
          <a:xfrm>
            <a:off x="775056" y="3261024"/>
            <a:ext cx="2307365" cy="359073"/>
          </a:xfrm>
          <a:prstGeom prst="rect">
            <a:avLst/>
          </a:prstGeom>
        </p:spPr>
        <p:txBody>
          <a:bodyPr wrap="square" lIns="0" tIns="0" rIns="0" bIns="0">
            <a:spAutoFit/>
          </a:bodyPr>
          <a:lstStyle>
            <a:lvl1pPr marL="0" indent="0" algn="ctr">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6" name="Text Placeholder 15">
            <a:extLst>
              <a:ext uri="{FF2B5EF4-FFF2-40B4-BE49-F238E27FC236}">
                <a16:creationId xmlns:a16="http://schemas.microsoft.com/office/drawing/2014/main" id="{F05EC33E-7B70-BCBC-D901-3F92FA77B095}"/>
              </a:ext>
            </a:extLst>
          </p:cNvPr>
          <p:cNvSpPr>
            <a:spLocks noGrp="1"/>
          </p:cNvSpPr>
          <p:nvPr>
            <p:ph type="body" sz="quarter" idx="57" hasCustomPrompt="1"/>
          </p:nvPr>
        </p:nvSpPr>
        <p:spPr>
          <a:xfrm>
            <a:off x="588166" y="1755754"/>
            <a:ext cx="11052175" cy="396320"/>
          </a:xfrm>
          <a:prstGeom prst="rect">
            <a:avLst/>
          </a:prstGeom>
        </p:spPr>
        <p:txBody>
          <a:bodyPr lIns="0" tIns="0" rIns="0" bIns="0"/>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28" name="Oval 27">
            <a:extLst>
              <a:ext uri="{FF2B5EF4-FFF2-40B4-BE49-F238E27FC236}">
                <a16:creationId xmlns:a16="http://schemas.microsoft.com/office/drawing/2014/main" id="{4D156670-F0BF-2AD9-09B8-19B710733A02}"/>
              </a:ext>
            </a:extLst>
          </p:cNvPr>
          <p:cNvSpPr>
            <a:spLocks noGrp="1" noRot="1" noChangeAspect="1" noMove="1" noResize="1" noEditPoints="1" noAdjustHandles="1" noChangeArrowheads="1" noChangeShapeType="1"/>
          </p:cNvSpPr>
          <p:nvPr userDrawn="1"/>
        </p:nvSpPr>
        <p:spPr>
          <a:xfrm>
            <a:off x="1658738" y="2459779"/>
            <a:ext cx="540000" cy="540000"/>
          </a:xfrm>
          <a:prstGeom prst="ellipse">
            <a:avLst/>
          </a:prstGeom>
          <a:solidFill>
            <a:schemeClr val="accent1"/>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2000" b="1" dirty="0">
                <a:solidFill>
                  <a:schemeClr val="bg1"/>
                </a:solidFill>
                <a:latin typeface="+mj-lt"/>
              </a:rPr>
              <a:t>1</a:t>
            </a:r>
          </a:p>
        </p:txBody>
      </p:sp>
      <p:cxnSp>
        <p:nvCxnSpPr>
          <p:cNvPr id="30" name="Straight Connector 29">
            <a:extLst>
              <a:ext uri="{FF2B5EF4-FFF2-40B4-BE49-F238E27FC236}">
                <a16:creationId xmlns:a16="http://schemas.microsoft.com/office/drawing/2014/main" id="{A5C14623-EED2-8D6E-C89E-26F9762EF1A8}"/>
              </a:ext>
            </a:extLst>
          </p:cNvPr>
          <p:cNvCxnSpPr>
            <a:cxnSpLocks noGrp="1" noRot="1" noMove="1" noResize="1" noEditPoints="1" noAdjustHandles="1" noChangeArrowheads="1" noChangeShapeType="1"/>
          </p:cNvCxnSpPr>
          <p:nvPr userDrawn="1"/>
        </p:nvCxnSpPr>
        <p:spPr>
          <a:xfrm>
            <a:off x="775056" y="3821218"/>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4EEC6EF-8EDA-ACE9-4D1F-9E230B2EDA2F}"/>
              </a:ext>
            </a:extLst>
          </p:cNvPr>
          <p:cNvSpPr>
            <a:spLocks noGrp="1" noRot="1" noChangeAspect="1" noMove="1" noResize="1" noEditPoints="1" noAdjustHandles="1" noChangeArrowheads="1" noChangeShapeType="1"/>
          </p:cNvSpPr>
          <p:nvPr userDrawn="1"/>
        </p:nvSpPr>
        <p:spPr>
          <a:xfrm>
            <a:off x="4448815" y="2459779"/>
            <a:ext cx="540000" cy="540000"/>
          </a:xfrm>
          <a:prstGeom prst="ellipse">
            <a:avLst/>
          </a:prstGeom>
          <a:solidFill>
            <a:schemeClr val="accent1"/>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2000" b="1" dirty="0">
                <a:solidFill>
                  <a:schemeClr val="bg1"/>
                </a:solidFill>
                <a:latin typeface="+mj-lt"/>
              </a:rPr>
              <a:t>2</a:t>
            </a:r>
          </a:p>
        </p:txBody>
      </p:sp>
      <p:sp>
        <p:nvSpPr>
          <p:cNvPr id="36" name="Oval 35">
            <a:extLst>
              <a:ext uri="{FF2B5EF4-FFF2-40B4-BE49-F238E27FC236}">
                <a16:creationId xmlns:a16="http://schemas.microsoft.com/office/drawing/2014/main" id="{3DDBAFA4-4E72-0C74-E2B1-CFCE73DEB7BD}"/>
              </a:ext>
            </a:extLst>
          </p:cNvPr>
          <p:cNvSpPr>
            <a:spLocks noGrp="1" noRot="1" noChangeAspect="1" noMove="1" noResize="1" noEditPoints="1" noAdjustHandles="1" noChangeArrowheads="1" noChangeShapeType="1"/>
          </p:cNvSpPr>
          <p:nvPr userDrawn="1"/>
        </p:nvSpPr>
        <p:spPr>
          <a:xfrm>
            <a:off x="7238892" y="2459779"/>
            <a:ext cx="540000" cy="540000"/>
          </a:xfrm>
          <a:prstGeom prst="ellipse">
            <a:avLst/>
          </a:prstGeom>
          <a:solidFill>
            <a:schemeClr val="accent1"/>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2000" b="1" dirty="0">
                <a:solidFill>
                  <a:schemeClr val="bg1"/>
                </a:solidFill>
                <a:latin typeface="+mj-lt"/>
              </a:rPr>
              <a:t>3</a:t>
            </a:r>
          </a:p>
        </p:txBody>
      </p:sp>
      <p:sp>
        <p:nvSpPr>
          <p:cNvPr id="37" name="Oval 36">
            <a:extLst>
              <a:ext uri="{FF2B5EF4-FFF2-40B4-BE49-F238E27FC236}">
                <a16:creationId xmlns:a16="http://schemas.microsoft.com/office/drawing/2014/main" id="{E731F6E7-28D7-B6ED-5D66-456D57EAA25F}"/>
              </a:ext>
            </a:extLst>
          </p:cNvPr>
          <p:cNvSpPr>
            <a:spLocks noGrp="1" noRot="1" noChangeAspect="1" noMove="1" noResize="1" noEditPoints="1" noAdjustHandles="1" noChangeArrowheads="1" noChangeShapeType="1"/>
          </p:cNvSpPr>
          <p:nvPr userDrawn="1"/>
        </p:nvSpPr>
        <p:spPr>
          <a:xfrm>
            <a:off x="10028968" y="2459779"/>
            <a:ext cx="540000" cy="540000"/>
          </a:xfrm>
          <a:prstGeom prst="ellipse">
            <a:avLst/>
          </a:prstGeom>
          <a:solidFill>
            <a:schemeClr val="accent1"/>
          </a:solidFill>
          <a:ln w="571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2000" b="1" dirty="0">
                <a:solidFill>
                  <a:schemeClr val="bg1"/>
                </a:solidFill>
                <a:latin typeface="+mj-lt"/>
              </a:rPr>
              <a:t>4</a:t>
            </a:r>
          </a:p>
        </p:txBody>
      </p:sp>
      <p:sp>
        <p:nvSpPr>
          <p:cNvPr id="43" name="Text Placeholder 4">
            <a:extLst>
              <a:ext uri="{FF2B5EF4-FFF2-40B4-BE49-F238E27FC236}">
                <a16:creationId xmlns:a16="http://schemas.microsoft.com/office/drawing/2014/main" id="{7E57E431-A8BC-BE81-2F92-AD1F18FC1C98}"/>
              </a:ext>
            </a:extLst>
          </p:cNvPr>
          <p:cNvSpPr>
            <a:spLocks noGrp="1"/>
          </p:cNvSpPr>
          <p:nvPr>
            <p:ph type="body" sz="quarter" idx="39"/>
          </p:nvPr>
        </p:nvSpPr>
        <p:spPr>
          <a:xfrm>
            <a:off x="775056" y="4902924"/>
            <a:ext cx="2307365" cy="1316787"/>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accent5"/>
                </a:solidFill>
              </a:defRPr>
            </a:lvl1pPr>
            <a:lvl2pPr marL="357188" indent="-174625">
              <a:lnSpc>
                <a:spcPts val="1100"/>
              </a:lnSpc>
              <a:spcBef>
                <a:spcPts val="400"/>
              </a:spcBef>
              <a:defRPr sz="1050">
                <a:solidFill>
                  <a:schemeClr val="accent5"/>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4" name="Text Placeholder 4">
            <a:extLst>
              <a:ext uri="{FF2B5EF4-FFF2-40B4-BE49-F238E27FC236}">
                <a16:creationId xmlns:a16="http://schemas.microsoft.com/office/drawing/2014/main" id="{A3315ECC-94B5-AEAC-AF27-ACAE309E73D2}"/>
              </a:ext>
            </a:extLst>
          </p:cNvPr>
          <p:cNvSpPr>
            <a:spLocks noGrp="1"/>
          </p:cNvSpPr>
          <p:nvPr>
            <p:ph type="body" sz="quarter" idx="60"/>
          </p:nvPr>
        </p:nvSpPr>
        <p:spPr>
          <a:xfrm>
            <a:off x="3565132" y="4902924"/>
            <a:ext cx="2307365" cy="1316787"/>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accent5"/>
                </a:solidFill>
              </a:defRPr>
            </a:lvl1pPr>
            <a:lvl2pPr marL="357188" indent="-174625">
              <a:lnSpc>
                <a:spcPts val="1100"/>
              </a:lnSpc>
              <a:spcBef>
                <a:spcPts val="400"/>
              </a:spcBef>
              <a:defRPr sz="1050">
                <a:solidFill>
                  <a:schemeClr val="accent5"/>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5" name="Text Placeholder 4">
            <a:extLst>
              <a:ext uri="{FF2B5EF4-FFF2-40B4-BE49-F238E27FC236}">
                <a16:creationId xmlns:a16="http://schemas.microsoft.com/office/drawing/2014/main" id="{9FE48E67-AA67-0196-7A27-8CB5E57A1AD5}"/>
              </a:ext>
            </a:extLst>
          </p:cNvPr>
          <p:cNvSpPr>
            <a:spLocks noGrp="1"/>
          </p:cNvSpPr>
          <p:nvPr>
            <p:ph type="body" sz="quarter" idx="61"/>
          </p:nvPr>
        </p:nvSpPr>
        <p:spPr>
          <a:xfrm>
            <a:off x="6356554" y="4902924"/>
            <a:ext cx="2307365" cy="1316787"/>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accent5"/>
                </a:solidFill>
              </a:defRPr>
            </a:lvl1pPr>
            <a:lvl2pPr marL="357188" indent="-174625">
              <a:lnSpc>
                <a:spcPts val="1100"/>
              </a:lnSpc>
              <a:spcBef>
                <a:spcPts val="400"/>
              </a:spcBef>
              <a:defRPr sz="1050">
                <a:solidFill>
                  <a:schemeClr val="accent5"/>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6" name="Text Placeholder 4">
            <a:extLst>
              <a:ext uri="{FF2B5EF4-FFF2-40B4-BE49-F238E27FC236}">
                <a16:creationId xmlns:a16="http://schemas.microsoft.com/office/drawing/2014/main" id="{DF829728-8520-DF4F-7982-EECB7FFAD904}"/>
              </a:ext>
            </a:extLst>
          </p:cNvPr>
          <p:cNvSpPr>
            <a:spLocks noGrp="1"/>
          </p:cNvSpPr>
          <p:nvPr>
            <p:ph type="body" sz="quarter" idx="62"/>
          </p:nvPr>
        </p:nvSpPr>
        <p:spPr>
          <a:xfrm>
            <a:off x="9145285" y="4902924"/>
            <a:ext cx="2307365" cy="1316787"/>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accent5"/>
                </a:solidFill>
              </a:defRPr>
            </a:lvl1pPr>
            <a:lvl2pPr marL="357188" indent="-174625">
              <a:lnSpc>
                <a:spcPts val="1100"/>
              </a:lnSpc>
              <a:spcBef>
                <a:spcPts val="400"/>
              </a:spcBef>
              <a:defRPr sz="1050">
                <a:solidFill>
                  <a:schemeClr val="accent5"/>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7" name="Text Placeholder 22">
            <a:extLst>
              <a:ext uri="{FF2B5EF4-FFF2-40B4-BE49-F238E27FC236}">
                <a16:creationId xmlns:a16="http://schemas.microsoft.com/office/drawing/2014/main" id="{4C51D961-FCE2-1352-8911-5A4D603046C1}"/>
              </a:ext>
            </a:extLst>
          </p:cNvPr>
          <p:cNvSpPr>
            <a:spLocks noGrp="1"/>
          </p:cNvSpPr>
          <p:nvPr>
            <p:ph type="body" sz="quarter" idx="63" hasCustomPrompt="1"/>
          </p:nvPr>
        </p:nvSpPr>
        <p:spPr>
          <a:xfrm>
            <a:off x="3565132" y="4031562"/>
            <a:ext cx="2307365" cy="304699"/>
          </a:xfrm>
          <a:prstGeom prst="rect">
            <a:avLst/>
          </a:prstGeom>
        </p:spPr>
        <p:txBody>
          <a:bodyPr wrap="square" lIns="0" tIns="0" rIns="0" bIns="0">
            <a:spAutoFit/>
          </a:bodyPr>
          <a:lstStyle>
            <a:lvl1pPr marL="0" indent="0" algn="ctr">
              <a:spcBef>
                <a:spcPts val="4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introductory text here under the heading of this info bucket…</a:t>
            </a:r>
            <a:endParaRPr lang="en-ZA" dirty="0"/>
          </a:p>
        </p:txBody>
      </p:sp>
      <p:sp>
        <p:nvSpPr>
          <p:cNvPr id="48" name="Text Placeholder 36">
            <a:extLst>
              <a:ext uri="{FF2B5EF4-FFF2-40B4-BE49-F238E27FC236}">
                <a16:creationId xmlns:a16="http://schemas.microsoft.com/office/drawing/2014/main" id="{944BD24F-DBD0-04FB-94A3-359AC868D1BC}"/>
              </a:ext>
            </a:extLst>
          </p:cNvPr>
          <p:cNvSpPr>
            <a:spLocks noGrp="1"/>
          </p:cNvSpPr>
          <p:nvPr>
            <p:ph type="body" sz="quarter" idx="64" hasCustomPrompt="1"/>
          </p:nvPr>
        </p:nvSpPr>
        <p:spPr>
          <a:xfrm>
            <a:off x="3565132" y="3261024"/>
            <a:ext cx="2307365" cy="359073"/>
          </a:xfrm>
          <a:prstGeom prst="rect">
            <a:avLst/>
          </a:prstGeom>
        </p:spPr>
        <p:txBody>
          <a:bodyPr wrap="square" lIns="0" tIns="0" rIns="0" bIns="0">
            <a:spAutoFit/>
          </a:bodyPr>
          <a:lstStyle>
            <a:lvl1pPr marL="0" indent="0" algn="ctr">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49" name="Straight Connector 48">
            <a:extLst>
              <a:ext uri="{FF2B5EF4-FFF2-40B4-BE49-F238E27FC236}">
                <a16:creationId xmlns:a16="http://schemas.microsoft.com/office/drawing/2014/main" id="{9BAD8E59-972B-4F66-7FD0-7D7BEE3D937B}"/>
              </a:ext>
            </a:extLst>
          </p:cNvPr>
          <p:cNvCxnSpPr>
            <a:cxnSpLocks noGrp="1" noRot="1" noMove="1" noResize="1" noEditPoints="1" noAdjustHandles="1" noChangeArrowheads="1" noChangeShapeType="1"/>
          </p:cNvCxnSpPr>
          <p:nvPr userDrawn="1"/>
        </p:nvCxnSpPr>
        <p:spPr>
          <a:xfrm>
            <a:off x="3565132" y="3821218"/>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50" name="Text Placeholder 22">
            <a:extLst>
              <a:ext uri="{FF2B5EF4-FFF2-40B4-BE49-F238E27FC236}">
                <a16:creationId xmlns:a16="http://schemas.microsoft.com/office/drawing/2014/main" id="{2A48BD7E-3086-FCBC-2BAA-513CC8BAA2CC}"/>
              </a:ext>
            </a:extLst>
          </p:cNvPr>
          <p:cNvSpPr>
            <a:spLocks noGrp="1"/>
          </p:cNvSpPr>
          <p:nvPr>
            <p:ph type="body" sz="quarter" idx="65" hasCustomPrompt="1"/>
          </p:nvPr>
        </p:nvSpPr>
        <p:spPr>
          <a:xfrm>
            <a:off x="6356554" y="4031562"/>
            <a:ext cx="2307365" cy="304699"/>
          </a:xfrm>
          <a:prstGeom prst="rect">
            <a:avLst/>
          </a:prstGeom>
        </p:spPr>
        <p:txBody>
          <a:bodyPr wrap="square" lIns="0" tIns="0" rIns="0" bIns="0">
            <a:spAutoFit/>
          </a:bodyPr>
          <a:lstStyle>
            <a:lvl1pPr marL="0" indent="0" algn="ctr">
              <a:spcBef>
                <a:spcPts val="4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introductory text here under the heading of this info bucket…</a:t>
            </a:r>
            <a:endParaRPr lang="en-ZA" dirty="0"/>
          </a:p>
        </p:txBody>
      </p:sp>
      <p:sp>
        <p:nvSpPr>
          <p:cNvPr id="51" name="Text Placeholder 36">
            <a:extLst>
              <a:ext uri="{FF2B5EF4-FFF2-40B4-BE49-F238E27FC236}">
                <a16:creationId xmlns:a16="http://schemas.microsoft.com/office/drawing/2014/main" id="{675044F7-C2C4-C058-472E-F44005558A8D}"/>
              </a:ext>
            </a:extLst>
          </p:cNvPr>
          <p:cNvSpPr>
            <a:spLocks noGrp="1"/>
          </p:cNvSpPr>
          <p:nvPr>
            <p:ph type="body" sz="quarter" idx="66" hasCustomPrompt="1"/>
          </p:nvPr>
        </p:nvSpPr>
        <p:spPr>
          <a:xfrm>
            <a:off x="6356554" y="3261024"/>
            <a:ext cx="2307365" cy="359073"/>
          </a:xfrm>
          <a:prstGeom prst="rect">
            <a:avLst/>
          </a:prstGeom>
        </p:spPr>
        <p:txBody>
          <a:bodyPr wrap="square" lIns="0" tIns="0" rIns="0" bIns="0">
            <a:spAutoFit/>
          </a:bodyPr>
          <a:lstStyle>
            <a:lvl1pPr marL="0" indent="0" algn="ctr">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52" name="Straight Connector 51">
            <a:extLst>
              <a:ext uri="{FF2B5EF4-FFF2-40B4-BE49-F238E27FC236}">
                <a16:creationId xmlns:a16="http://schemas.microsoft.com/office/drawing/2014/main" id="{9A52D0B7-8729-C6E5-934F-25F112BD8EF5}"/>
              </a:ext>
            </a:extLst>
          </p:cNvPr>
          <p:cNvCxnSpPr>
            <a:cxnSpLocks noGrp="1" noRot="1" noMove="1" noResize="1" noEditPoints="1" noAdjustHandles="1" noChangeArrowheads="1" noChangeShapeType="1"/>
          </p:cNvCxnSpPr>
          <p:nvPr userDrawn="1"/>
        </p:nvCxnSpPr>
        <p:spPr>
          <a:xfrm>
            <a:off x="6356554" y="3821218"/>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22">
            <a:extLst>
              <a:ext uri="{FF2B5EF4-FFF2-40B4-BE49-F238E27FC236}">
                <a16:creationId xmlns:a16="http://schemas.microsoft.com/office/drawing/2014/main" id="{F599323A-EAC1-E77C-7418-492B60122E76}"/>
              </a:ext>
            </a:extLst>
          </p:cNvPr>
          <p:cNvSpPr>
            <a:spLocks noGrp="1"/>
          </p:cNvSpPr>
          <p:nvPr>
            <p:ph type="body" sz="quarter" idx="67" hasCustomPrompt="1"/>
          </p:nvPr>
        </p:nvSpPr>
        <p:spPr>
          <a:xfrm>
            <a:off x="9145285" y="4031562"/>
            <a:ext cx="2307365" cy="304699"/>
          </a:xfrm>
          <a:prstGeom prst="rect">
            <a:avLst/>
          </a:prstGeom>
        </p:spPr>
        <p:txBody>
          <a:bodyPr wrap="square" lIns="0" tIns="0" rIns="0" bIns="0">
            <a:spAutoFit/>
          </a:bodyPr>
          <a:lstStyle>
            <a:lvl1pPr marL="0" indent="0" algn="ctr">
              <a:spcBef>
                <a:spcPts val="4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introductory text here under the heading of this info bucket…</a:t>
            </a:r>
            <a:endParaRPr lang="en-ZA" dirty="0"/>
          </a:p>
        </p:txBody>
      </p:sp>
      <p:sp>
        <p:nvSpPr>
          <p:cNvPr id="54" name="Text Placeholder 36">
            <a:extLst>
              <a:ext uri="{FF2B5EF4-FFF2-40B4-BE49-F238E27FC236}">
                <a16:creationId xmlns:a16="http://schemas.microsoft.com/office/drawing/2014/main" id="{7CFBBCC4-10AA-DF76-FAA5-05BF50EC8BC3}"/>
              </a:ext>
            </a:extLst>
          </p:cNvPr>
          <p:cNvSpPr>
            <a:spLocks noGrp="1"/>
          </p:cNvSpPr>
          <p:nvPr>
            <p:ph type="body" sz="quarter" idx="68" hasCustomPrompt="1"/>
          </p:nvPr>
        </p:nvSpPr>
        <p:spPr>
          <a:xfrm>
            <a:off x="9145285" y="3261024"/>
            <a:ext cx="2307365" cy="359073"/>
          </a:xfrm>
          <a:prstGeom prst="rect">
            <a:avLst/>
          </a:prstGeom>
        </p:spPr>
        <p:txBody>
          <a:bodyPr wrap="square" lIns="0" tIns="0" rIns="0" bIns="0">
            <a:spAutoFit/>
          </a:bodyPr>
          <a:lstStyle>
            <a:lvl1pPr marL="0" indent="0" algn="ctr">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55" name="Straight Connector 54">
            <a:extLst>
              <a:ext uri="{FF2B5EF4-FFF2-40B4-BE49-F238E27FC236}">
                <a16:creationId xmlns:a16="http://schemas.microsoft.com/office/drawing/2014/main" id="{93E18357-5511-D338-93FA-6D94D1F1BC39}"/>
              </a:ext>
            </a:extLst>
          </p:cNvPr>
          <p:cNvCxnSpPr>
            <a:cxnSpLocks noGrp="1" noRot="1" noMove="1" noResize="1" noEditPoints="1" noAdjustHandles="1" noChangeArrowheads="1" noChangeShapeType="1"/>
          </p:cNvCxnSpPr>
          <p:nvPr userDrawn="1"/>
        </p:nvCxnSpPr>
        <p:spPr>
          <a:xfrm>
            <a:off x="9145285" y="3821218"/>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45460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06 | 1_Head + Sub-Head + 5 x Text Info">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9AB571D9-9748-AB11-50BB-EF5F112EF4DC}"/>
              </a:ext>
            </a:extLst>
          </p:cNvPr>
          <p:cNvSpPr>
            <a:spLocks noGrp="1" noRot="1" noMove="1" noResize="1" noEditPoints="1" noAdjustHandles="1" noChangeArrowheads="1" noChangeShapeType="1"/>
          </p:cNvSpPr>
          <p:nvPr userDrawn="1"/>
        </p:nvSpPr>
        <p:spPr>
          <a:xfrm>
            <a:off x="9480341" y="2562238"/>
            <a:ext cx="2160000" cy="25774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57">
            <a:extLst>
              <a:ext uri="{FF2B5EF4-FFF2-40B4-BE49-F238E27FC236}">
                <a16:creationId xmlns:a16="http://schemas.microsoft.com/office/drawing/2014/main" id="{63813B94-0E99-3D1C-10EA-C9D1F9ED4433}"/>
              </a:ext>
            </a:extLst>
          </p:cNvPr>
          <p:cNvSpPr>
            <a:spLocks noGrp="1" noRot="1" noMove="1" noResize="1" noEditPoints="1" noAdjustHandles="1" noChangeArrowheads="1" noChangeShapeType="1"/>
          </p:cNvSpPr>
          <p:nvPr userDrawn="1"/>
        </p:nvSpPr>
        <p:spPr>
          <a:xfrm>
            <a:off x="587374" y="2562238"/>
            <a:ext cx="2160000" cy="25774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ectangle 59">
            <a:extLst>
              <a:ext uri="{FF2B5EF4-FFF2-40B4-BE49-F238E27FC236}">
                <a16:creationId xmlns:a16="http://schemas.microsoft.com/office/drawing/2014/main" id="{23FEE472-9167-8CC8-05FB-20BC82011C12}"/>
              </a:ext>
            </a:extLst>
          </p:cNvPr>
          <p:cNvSpPr>
            <a:spLocks noGrp="1" noRot="1" noMove="1" noResize="1" noEditPoints="1" noAdjustHandles="1" noChangeArrowheads="1" noChangeShapeType="1"/>
          </p:cNvSpPr>
          <p:nvPr userDrawn="1"/>
        </p:nvSpPr>
        <p:spPr>
          <a:xfrm>
            <a:off x="2810616" y="2562238"/>
            <a:ext cx="2160000" cy="257745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Rectangle 61">
            <a:extLst>
              <a:ext uri="{FF2B5EF4-FFF2-40B4-BE49-F238E27FC236}">
                <a16:creationId xmlns:a16="http://schemas.microsoft.com/office/drawing/2014/main" id="{76956E5C-47F8-493A-B44B-87DA3C275244}"/>
              </a:ext>
            </a:extLst>
          </p:cNvPr>
          <p:cNvSpPr>
            <a:spLocks noGrp="1" noRot="1" noMove="1" noResize="1" noEditPoints="1" noAdjustHandles="1" noChangeArrowheads="1" noChangeShapeType="1"/>
          </p:cNvSpPr>
          <p:nvPr userDrawn="1"/>
        </p:nvSpPr>
        <p:spPr>
          <a:xfrm>
            <a:off x="5033854" y="2562238"/>
            <a:ext cx="2160000" cy="25774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Rectangle 62">
            <a:extLst>
              <a:ext uri="{FF2B5EF4-FFF2-40B4-BE49-F238E27FC236}">
                <a16:creationId xmlns:a16="http://schemas.microsoft.com/office/drawing/2014/main" id="{FAECCD7D-0B4F-089F-8591-4F657F5C8CC8}"/>
              </a:ext>
            </a:extLst>
          </p:cNvPr>
          <p:cNvSpPr>
            <a:spLocks noGrp="1" noRot="1" noMove="1" noResize="1" noEditPoints="1" noAdjustHandles="1" noChangeArrowheads="1" noChangeShapeType="1"/>
          </p:cNvSpPr>
          <p:nvPr userDrawn="1"/>
        </p:nvSpPr>
        <p:spPr>
          <a:xfrm>
            <a:off x="7257100" y="2562238"/>
            <a:ext cx="2160000" cy="25774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Oval 58">
            <a:extLst>
              <a:ext uri="{FF2B5EF4-FFF2-40B4-BE49-F238E27FC236}">
                <a16:creationId xmlns:a16="http://schemas.microsoft.com/office/drawing/2014/main" id="{408A66CB-9E02-DABE-3652-B250AE3D8FB2}"/>
              </a:ext>
            </a:extLst>
          </p:cNvPr>
          <p:cNvSpPr>
            <a:spLocks noGrp="1" noRot="1" noMove="1" noResize="1" noEditPoints="1" noAdjustHandles="1" noChangeArrowheads="1" noChangeShapeType="1"/>
          </p:cNvSpPr>
          <p:nvPr userDrawn="1"/>
        </p:nvSpPr>
        <p:spPr>
          <a:xfrm>
            <a:off x="1487374" y="2382238"/>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6" name="Text Placeholder 15">
            <a:extLst>
              <a:ext uri="{FF2B5EF4-FFF2-40B4-BE49-F238E27FC236}">
                <a16:creationId xmlns:a16="http://schemas.microsoft.com/office/drawing/2014/main" id="{F05EC33E-7B70-BCBC-D901-3F92FA77B095}"/>
              </a:ext>
            </a:extLst>
          </p:cNvPr>
          <p:cNvSpPr>
            <a:spLocks noGrp="1"/>
          </p:cNvSpPr>
          <p:nvPr>
            <p:ph type="body" sz="quarter" idx="57" hasCustomPrompt="1"/>
          </p:nvPr>
        </p:nvSpPr>
        <p:spPr>
          <a:xfrm>
            <a:off x="588166" y="1755754"/>
            <a:ext cx="11052175" cy="396320"/>
          </a:xfrm>
          <a:prstGeom prst="rect">
            <a:avLst/>
          </a:prstGeom>
        </p:spPr>
        <p:txBody>
          <a:bodyPr lIns="0" tIns="0" rIns="0" bIns="0"/>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cxnSp>
        <p:nvCxnSpPr>
          <p:cNvPr id="23" name="Straight Connector 22">
            <a:extLst>
              <a:ext uri="{FF2B5EF4-FFF2-40B4-BE49-F238E27FC236}">
                <a16:creationId xmlns:a16="http://schemas.microsoft.com/office/drawing/2014/main" id="{0623048B-61F3-6AA5-3FFD-42A63081FF80}"/>
              </a:ext>
            </a:extLst>
          </p:cNvPr>
          <p:cNvCxnSpPr>
            <a:cxnSpLocks noGrp="1" noRot="1" noMove="1" noResize="1" noEditPoints="1" noAdjustHandles="1" noChangeArrowheads="1" noChangeShapeType="1"/>
          </p:cNvCxnSpPr>
          <p:nvPr userDrawn="1"/>
        </p:nvCxnSpPr>
        <p:spPr>
          <a:xfrm flipH="1">
            <a:off x="587374" y="6426371"/>
            <a:ext cx="216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6652A60-6938-A6B7-AA66-309E6B4DEC46}"/>
              </a:ext>
            </a:extLst>
          </p:cNvPr>
          <p:cNvCxnSpPr>
            <a:cxnSpLocks noGrp="1" noRot="1" noMove="1" noResize="1" noEditPoints="1" noAdjustHandles="1" noChangeArrowheads="1" noChangeShapeType="1"/>
          </p:cNvCxnSpPr>
          <p:nvPr userDrawn="1"/>
        </p:nvCxnSpPr>
        <p:spPr>
          <a:xfrm flipH="1">
            <a:off x="2810616" y="6426371"/>
            <a:ext cx="21600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3CEBA9E-C6BB-8224-B544-53567C2946A5}"/>
              </a:ext>
            </a:extLst>
          </p:cNvPr>
          <p:cNvCxnSpPr>
            <a:cxnSpLocks noGrp="1" noRot="1" noMove="1" noResize="1" noEditPoints="1" noAdjustHandles="1" noChangeArrowheads="1" noChangeShapeType="1"/>
          </p:cNvCxnSpPr>
          <p:nvPr userDrawn="1"/>
        </p:nvCxnSpPr>
        <p:spPr>
          <a:xfrm flipH="1">
            <a:off x="5033858" y="6426371"/>
            <a:ext cx="21600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423086A-DD63-852E-C15B-3A032BD73EEA}"/>
              </a:ext>
            </a:extLst>
          </p:cNvPr>
          <p:cNvCxnSpPr>
            <a:cxnSpLocks noGrp="1" noRot="1" noMove="1" noResize="1" noEditPoints="1" noAdjustHandles="1" noChangeArrowheads="1" noChangeShapeType="1"/>
          </p:cNvCxnSpPr>
          <p:nvPr userDrawn="1"/>
        </p:nvCxnSpPr>
        <p:spPr>
          <a:xfrm flipH="1">
            <a:off x="7257100" y="6426371"/>
            <a:ext cx="21600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1A4E297-768B-FA16-B32F-0DB54A9FF41C}"/>
              </a:ext>
            </a:extLst>
          </p:cNvPr>
          <p:cNvCxnSpPr>
            <a:cxnSpLocks noGrp="1" noRot="1" noMove="1" noResize="1" noEditPoints="1" noAdjustHandles="1" noChangeArrowheads="1" noChangeShapeType="1"/>
          </p:cNvCxnSpPr>
          <p:nvPr userDrawn="1"/>
        </p:nvCxnSpPr>
        <p:spPr>
          <a:xfrm flipH="1">
            <a:off x="9480341" y="6426371"/>
            <a:ext cx="21600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Oval 64">
            <a:extLst>
              <a:ext uri="{FF2B5EF4-FFF2-40B4-BE49-F238E27FC236}">
                <a16:creationId xmlns:a16="http://schemas.microsoft.com/office/drawing/2014/main" id="{C29C5105-37BC-5FB2-2B8E-50D562380BB3}"/>
              </a:ext>
            </a:extLst>
          </p:cNvPr>
          <p:cNvSpPr>
            <a:spLocks noGrp="1" noRot="1" noMove="1" noResize="1" noEditPoints="1" noAdjustHandles="1" noChangeArrowheads="1" noChangeShapeType="1"/>
          </p:cNvSpPr>
          <p:nvPr userDrawn="1"/>
        </p:nvSpPr>
        <p:spPr>
          <a:xfrm>
            <a:off x="3710616" y="2382238"/>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02</a:t>
            </a:r>
          </a:p>
        </p:txBody>
      </p:sp>
      <p:sp>
        <p:nvSpPr>
          <p:cNvPr id="66" name="Oval 65">
            <a:extLst>
              <a:ext uri="{FF2B5EF4-FFF2-40B4-BE49-F238E27FC236}">
                <a16:creationId xmlns:a16="http://schemas.microsoft.com/office/drawing/2014/main" id="{791147CA-70EF-4D4A-A744-963EE4DB5457}"/>
              </a:ext>
            </a:extLst>
          </p:cNvPr>
          <p:cNvSpPr>
            <a:spLocks noGrp="1" noRot="1" noMove="1" noResize="1" noEditPoints="1" noAdjustHandles="1" noChangeArrowheads="1" noChangeShapeType="1"/>
          </p:cNvSpPr>
          <p:nvPr userDrawn="1"/>
        </p:nvSpPr>
        <p:spPr>
          <a:xfrm>
            <a:off x="5931707" y="2382238"/>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03</a:t>
            </a:r>
          </a:p>
        </p:txBody>
      </p:sp>
      <p:sp>
        <p:nvSpPr>
          <p:cNvPr id="67" name="Oval 66">
            <a:extLst>
              <a:ext uri="{FF2B5EF4-FFF2-40B4-BE49-F238E27FC236}">
                <a16:creationId xmlns:a16="http://schemas.microsoft.com/office/drawing/2014/main" id="{5232CE36-4274-5F64-4A3B-F5A11B231B72}"/>
              </a:ext>
            </a:extLst>
          </p:cNvPr>
          <p:cNvSpPr>
            <a:spLocks noGrp="1" noRot="1" noMove="1" noResize="1" noEditPoints="1" noAdjustHandles="1" noChangeArrowheads="1" noChangeShapeType="1"/>
          </p:cNvSpPr>
          <p:nvPr userDrawn="1"/>
        </p:nvSpPr>
        <p:spPr>
          <a:xfrm>
            <a:off x="8152798" y="2382238"/>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04</a:t>
            </a:r>
          </a:p>
        </p:txBody>
      </p:sp>
      <p:sp>
        <p:nvSpPr>
          <p:cNvPr id="68" name="Oval 67">
            <a:extLst>
              <a:ext uri="{FF2B5EF4-FFF2-40B4-BE49-F238E27FC236}">
                <a16:creationId xmlns:a16="http://schemas.microsoft.com/office/drawing/2014/main" id="{624F17AD-989F-C64E-65D3-04FCFA7C4298}"/>
              </a:ext>
            </a:extLst>
          </p:cNvPr>
          <p:cNvSpPr>
            <a:spLocks noGrp="1" noRot="1" noMove="1" noResize="1" noEditPoints="1" noAdjustHandles="1" noChangeArrowheads="1" noChangeShapeType="1"/>
          </p:cNvSpPr>
          <p:nvPr userDrawn="1"/>
        </p:nvSpPr>
        <p:spPr>
          <a:xfrm>
            <a:off x="10380342" y="2382238"/>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05</a:t>
            </a:r>
          </a:p>
        </p:txBody>
      </p:sp>
      <p:sp>
        <p:nvSpPr>
          <p:cNvPr id="15" name="Text Placeholder 36">
            <a:extLst>
              <a:ext uri="{FF2B5EF4-FFF2-40B4-BE49-F238E27FC236}">
                <a16:creationId xmlns:a16="http://schemas.microsoft.com/office/drawing/2014/main" id="{CCD3A373-72DA-4F66-AA2B-CDE3D3880C6C}"/>
              </a:ext>
            </a:extLst>
          </p:cNvPr>
          <p:cNvSpPr>
            <a:spLocks noGrp="1"/>
          </p:cNvSpPr>
          <p:nvPr>
            <p:ph type="body" sz="quarter" idx="49" hasCustomPrompt="1"/>
          </p:nvPr>
        </p:nvSpPr>
        <p:spPr>
          <a:xfrm>
            <a:off x="587374" y="2946460"/>
            <a:ext cx="2160000" cy="304699"/>
          </a:xfrm>
          <a:prstGeom prst="rect">
            <a:avLst/>
          </a:prstGeom>
        </p:spPr>
        <p:txBody>
          <a:bodyPr wrap="square" lIns="72000" tIns="0" rIns="7200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0" name="Text Placeholder 36">
            <a:extLst>
              <a:ext uri="{FF2B5EF4-FFF2-40B4-BE49-F238E27FC236}">
                <a16:creationId xmlns:a16="http://schemas.microsoft.com/office/drawing/2014/main" id="{90BA7C6B-6F06-904B-FA04-D44C1CB5D1C9}"/>
              </a:ext>
            </a:extLst>
          </p:cNvPr>
          <p:cNvSpPr>
            <a:spLocks noGrp="1"/>
          </p:cNvSpPr>
          <p:nvPr>
            <p:ph type="body" sz="quarter" idx="76" hasCustomPrompt="1"/>
          </p:nvPr>
        </p:nvSpPr>
        <p:spPr>
          <a:xfrm>
            <a:off x="2810615" y="2946460"/>
            <a:ext cx="2159999" cy="304699"/>
          </a:xfrm>
          <a:prstGeom prst="rect">
            <a:avLst/>
          </a:prstGeom>
        </p:spPr>
        <p:txBody>
          <a:bodyPr wrap="square" lIns="72000" tIns="0" rIns="7200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1" name="Text Placeholder 36">
            <a:extLst>
              <a:ext uri="{FF2B5EF4-FFF2-40B4-BE49-F238E27FC236}">
                <a16:creationId xmlns:a16="http://schemas.microsoft.com/office/drawing/2014/main" id="{C564C480-75EB-3BC1-8429-39561339EED2}"/>
              </a:ext>
            </a:extLst>
          </p:cNvPr>
          <p:cNvSpPr>
            <a:spLocks noGrp="1"/>
          </p:cNvSpPr>
          <p:nvPr>
            <p:ph type="body" sz="quarter" idx="77" hasCustomPrompt="1"/>
          </p:nvPr>
        </p:nvSpPr>
        <p:spPr>
          <a:xfrm>
            <a:off x="5033854" y="2946460"/>
            <a:ext cx="2159999" cy="304699"/>
          </a:xfrm>
          <a:prstGeom prst="rect">
            <a:avLst/>
          </a:prstGeom>
        </p:spPr>
        <p:txBody>
          <a:bodyPr wrap="square" lIns="72000" tIns="0" rIns="7200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2" name="Text Placeholder 36">
            <a:extLst>
              <a:ext uri="{FF2B5EF4-FFF2-40B4-BE49-F238E27FC236}">
                <a16:creationId xmlns:a16="http://schemas.microsoft.com/office/drawing/2014/main" id="{BC990216-129A-4450-42B1-8BBAD33F6451}"/>
              </a:ext>
            </a:extLst>
          </p:cNvPr>
          <p:cNvSpPr>
            <a:spLocks noGrp="1"/>
          </p:cNvSpPr>
          <p:nvPr>
            <p:ph type="body" sz="quarter" idx="78" hasCustomPrompt="1"/>
          </p:nvPr>
        </p:nvSpPr>
        <p:spPr>
          <a:xfrm>
            <a:off x="7257094" y="2946460"/>
            <a:ext cx="2159998" cy="304699"/>
          </a:xfrm>
          <a:prstGeom prst="rect">
            <a:avLst/>
          </a:prstGeom>
        </p:spPr>
        <p:txBody>
          <a:bodyPr wrap="square" lIns="72000" tIns="0" rIns="7200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4" name="Text Placeholder 22">
            <a:extLst>
              <a:ext uri="{FF2B5EF4-FFF2-40B4-BE49-F238E27FC236}">
                <a16:creationId xmlns:a16="http://schemas.microsoft.com/office/drawing/2014/main" id="{5BC6AE18-2BCF-A297-6DD0-2BA44564488B}"/>
              </a:ext>
            </a:extLst>
          </p:cNvPr>
          <p:cNvSpPr>
            <a:spLocks noGrp="1"/>
          </p:cNvSpPr>
          <p:nvPr>
            <p:ph type="body" sz="quarter" idx="59" hasCustomPrompt="1"/>
          </p:nvPr>
        </p:nvSpPr>
        <p:spPr>
          <a:xfrm>
            <a:off x="587375" y="534553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5" name="Text Placeholder 22">
            <a:extLst>
              <a:ext uri="{FF2B5EF4-FFF2-40B4-BE49-F238E27FC236}">
                <a16:creationId xmlns:a16="http://schemas.microsoft.com/office/drawing/2014/main" id="{46F36412-AD6C-0ED2-183A-08732C3E5E58}"/>
              </a:ext>
            </a:extLst>
          </p:cNvPr>
          <p:cNvSpPr>
            <a:spLocks noGrp="1"/>
          </p:cNvSpPr>
          <p:nvPr>
            <p:ph type="body" sz="quarter" idx="60" hasCustomPrompt="1"/>
          </p:nvPr>
        </p:nvSpPr>
        <p:spPr>
          <a:xfrm>
            <a:off x="2810683" y="5345531"/>
            <a:ext cx="2153245"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7" name="Text Placeholder 22">
            <a:extLst>
              <a:ext uri="{FF2B5EF4-FFF2-40B4-BE49-F238E27FC236}">
                <a16:creationId xmlns:a16="http://schemas.microsoft.com/office/drawing/2014/main" id="{FF27CE2F-52CE-C6AA-4F07-C5A577354119}"/>
              </a:ext>
            </a:extLst>
          </p:cNvPr>
          <p:cNvSpPr>
            <a:spLocks noGrp="1"/>
          </p:cNvSpPr>
          <p:nvPr>
            <p:ph type="body" sz="quarter" idx="62" hasCustomPrompt="1"/>
          </p:nvPr>
        </p:nvSpPr>
        <p:spPr>
          <a:xfrm>
            <a:off x="5033854" y="534553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9" name="Text Placeholder 22">
            <a:extLst>
              <a:ext uri="{FF2B5EF4-FFF2-40B4-BE49-F238E27FC236}">
                <a16:creationId xmlns:a16="http://schemas.microsoft.com/office/drawing/2014/main" id="{767370A0-DA2A-B134-8253-E4CDA1919BA9}"/>
              </a:ext>
            </a:extLst>
          </p:cNvPr>
          <p:cNvSpPr>
            <a:spLocks noGrp="1"/>
          </p:cNvSpPr>
          <p:nvPr>
            <p:ph type="body" sz="quarter" idx="64" hasCustomPrompt="1"/>
          </p:nvPr>
        </p:nvSpPr>
        <p:spPr>
          <a:xfrm>
            <a:off x="7257094" y="5345531"/>
            <a:ext cx="2159998"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3" name="Text Placeholder 36">
            <a:extLst>
              <a:ext uri="{FF2B5EF4-FFF2-40B4-BE49-F238E27FC236}">
                <a16:creationId xmlns:a16="http://schemas.microsoft.com/office/drawing/2014/main" id="{71AFE833-DAB5-D851-7FE3-3F5BD77791EB}"/>
              </a:ext>
            </a:extLst>
          </p:cNvPr>
          <p:cNvSpPr>
            <a:spLocks noGrp="1"/>
          </p:cNvSpPr>
          <p:nvPr>
            <p:ph type="body" sz="quarter" idx="80" hasCustomPrompt="1"/>
          </p:nvPr>
        </p:nvSpPr>
        <p:spPr>
          <a:xfrm>
            <a:off x="9476040" y="2946460"/>
            <a:ext cx="2159999" cy="304699"/>
          </a:xfrm>
          <a:prstGeom prst="rect">
            <a:avLst/>
          </a:prstGeom>
        </p:spPr>
        <p:txBody>
          <a:bodyPr wrap="square" lIns="72000" tIns="0" rIns="7200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8" name="Text Placeholder 22">
            <a:extLst>
              <a:ext uri="{FF2B5EF4-FFF2-40B4-BE49-F238E27FC236}">
                <a16:creationId xmlns:a16="http://schemas.microsoft.com/office/drawing/2014/main" id="{6C63ED97-ACBE-6010-E453-60183F98BEC4}"/>
              </a:ext>
            </a:extLst>
          </p:cNvPr>
          <p:cNvSpPr>
            <a:spLocks noGrp="1"/>
          </p:cNvSpPr>
          <p:nvPr>
            <p:ph type="body" sz="quarter" idx="81" hasCustomPrompt="1"/>
          </p:nvPr>
        </p:nvSpPr>
        <p:spPr>
          <a:xfrm>
            <a:off x="9476040" y="534553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69" name="Straight Connector 68">
            <a:extLst>
              <a:ext uri="{FF2B5EF4-FFF2-40B4-BE49-F238E27FC236}">
                <a16:creationId xmlns:a16="http://schemas.microsoft.com/office/drawing/2014/main" id="{0EAED43D-96AE-767F-3281-A1F184186C52}"/>
              </a:ext>
            </a:extLst>
          </p:cNvPr>
          <p:cNvCxnSpPr>
            <a:cxnSpLocks noGrp="1" noRot="1" noMove="1" noResize="1" noEditPoints="1" noAdjustHandles="1" noChangeArrowheads="1" noChangeShapeType="1"/>
          </p:cNvCxnSpPr>
          <p:nvPr userDrawn="1"/>
        </p:nvCxnSpPr>
        <p:spPr>
          <a:xfrm>
            <a:off x="587374" y="343988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5B0ED2F2-AC73-9F10-4B8B-5923D15332B0}"/>
              </a:ext>
            </a:extLst>
          </p:cNvPr>
          <p:cNvCxnSpPr>
            <a:cxnSpLocks noGrp="1" noRot="1" noMove="1" noResize="1" noEditPoints="1" noAdjustHandles="1" noChangeArrowheads="1" noChangeShapeType="1"/>
          </p:cNvCxnSpPr>
          <p:nvPr userDrawn="1"/>
        </p:nvCxnSpPr>
        <p:spPr>
          <a:xfrm>
            <a:off x="2810616" y="343988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9AD159A-A77C-1E0D-588D-C4ECCA197FEA}"/>
              </a:ext>
            </a:extLst>
          </p:cNvPr>
          <p:cNvCxnSpPr>
            <a:cxnSpLocks noGrp="1" noRot="1" noMove="1" noResize="1" noEditPoints="1" noAdjustHandles="1" noChangeArrowheads="1" noChangeShapeType="1"/>
          </p:cNvCxnSpPr>
          <p:nvPr userDrawn="1"/>
        </p:nvCxnSpPr>
        <p:spPr>
          <a:xfrm>
            <a:off x="5033854" y="343988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4B74056-D93F-C0E7-C8C4-CAE18E5EAA82}"/>
              </a:ext>
            </a:extLst>
          </p:cNvPr>
          <p:cNvCxnSpPr>
            <a:cxnSpLocks noGrp="1" noRot="1" noMove="1" noResize="1" noEditPoints="1" noAdjustHandles="1" noChangeArrowheads="1" noChangeShapeType="1"/>
          </p:cNvCxnSpPr>
          <p:nvPr userDrawn="1"/>
        </p:nvCxnSpPr>
        <p:spPr>
          <a:xfrm>
            <a:off x="7257100" y="343988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7E15F7E-B3B4-160D-7B54-04DE6326FCBE}"/>
              </a:ext>
            </a:extLst>
          </p:cNvPr>
          <p:cNvCxnSpPr>
            <a:cxnSpLocks noGrp="1" noRot="1" noMove="1" noResize="1" noEditPoints="1" noAdjustHandles="1" noChangeArrowheads="1" noChangeShapeType="1"/>
          </p:cNvCxnSpPr>
          <p:nvPr userDrawn="1"/>
        </p:nvCxnSpPr>
        <p:spPr>
          <a:xfrm>
            <a:off x="9480341" y="343988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77" name="Text Placeholder 4">
            <a:extLst>
              <a:ext uri="{FF2B5EF4-FFF2-40B4-BE49-F238E27FC236}">
                <a16:creationId xmlns:a16="http://schemas.microsoft.com/office/drawing/2014/main" id="{385BCBD7-DF19-4097-FAA3-6A6D49280283}"/>
              </a:ext>
            </a:extLst>
          </p:cNvPr>
          <p:cNvSpPr>
            <a:spLocks noGrp="1"/>
          </p:cNvSpPr>
          <p:nvPr>
            <p:ph type="body" sz="quarter" idx="39"/>
          </p:nvPr>
        </p:nvSpPr>
        <p:spPr>
          <a:xfrm>
            <a:off x="770731" y="3639828"/>
            <a:ext cx="1737338" cy="1334298"/>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78" name="Text Placeholder 4">
            <a:extLst>
              <a:ext uri="{FF2B5EF4-FFF2-40B4-BE49-F238E27FC236}">
                <a16:creationId xmlns:a16="http://schemas.microsoft.com/office/drawing/2014/main" id="{FABDCBAE-C7A1-DB7C-CDAF-8CC2FD33E9E7}"/>
              </a:ext>
            </a:extLst>
          </p:cNvPr>
          <p:cNvSpPr>
            <a:spLocks noGrp="1"/>
          </p:cNvSpPr>
          <p:nvPr>
            <p:ph type="body" sz="quarter" idx="82"/>
          </p:nvPr>
        </p:nvSpPr>
        <p:spPr>
          <a:xfrm>
            <a:off x="3018636" y="3639828"/>
            <a:ext cx="1737338" cy="1334298"/>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79" name="Text Placeholder 4">
            <a:extLst>
              <a:ext uri="{FF2B5EF4-FFF2-40B4-BE49-F238E27FC236}">
                <a16:creationId xmlns:a16="http://schemas.microsoft.com/office/drawing/2014/main" id="{7A9A186C-FF47-D329-8629-3CF303A32498}"/>
              </a:ext>
            </a:extLst>
          </p:cNvPr>
          <p:cNvSpPr>
            <a:spLocks noGrp="1"/>
          </p:cNvSpPr>
          <p:nvPr>
            <p:ph type="body" sz="quarter" idx="83"/>
          </p:nvPr>
        </p:nvSpPr>
        <p:spPr>
          <a:xfrm>
            <a:off x="5243038" y="3639828"/>
            <a:ext cx="1737338" cy="1334298"/>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80" name="Text Placeholder 4">
            <a:extLst>
              <a:ext uri="{FF2B5EF4-FFF2-40B4-BE49-F238E27FC236}">
                <a16:creationId xmlns:a16="http://schemas.microsoft.com/office/drawing/2014/main" id="{6ED7950B-7B35-D0B0-8741-FB9DE2BEC8C7}"/>
              </a:ext>
            </a:extLst>
          </p:cNvPr>
          <p:cNvSpPr>
            <a:spLocks noGrp="1"/>
          </p:cNvSpPr>
          <p:nvPr>
            <p:ph type="body" sz="quarter" idx="84"/>
          </p:nvPr>
        </p:nvSpPr>
        <p:spPr>
          <a:xfrm>
            <a:off x="7464129" y="3639828"/>
            <a:ext cx="1737338" cy="1334298"/>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81" name="Text Placeholder 4">
            <a:extLst>
              <a:ext uri="{FF2B5EF4-FFF2-40B4-BE49-F238E27FC236}">
                <a16:creationId xmlns:a16="http://schemas.microsoft.com/office/drawing/2014/main" id="{8807F4B9-127A-53FB-38B7-4974FBC0990A}"/>
              </a:ext>
            </a:extLst>
          </p:cNvPr>
          <p:cNvSpPr>
            <a:spLocks noGrp="1"/>
          </p:cNvSpPr>
          <p:nvPr>
            <p:ph type="body" sz="quarter" idx="85"/>
          </p:nvPr>
        </p:nvSpPr>
        <p:spPr>
          <a:xfrm>
            <a:off x="9687370" y="3639828"/>
            <a:ext cx="1737338" cy="1334298"/>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Tree>
    <p:extLst>
      <p:ext uri="{BB962C8B-B14F-4D97-AF65-F5344CB8AC3E}">
        <p14:creationId xmlns:p14="http://schemas.microsoft.com/office/powerpoint/2010/main" val="231980239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P06 | 1_Head + Sub-Head + 6 x Text Inf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0A03697-B454-4A9C-287B-BB23FC66C181}"/>
              </a:ext>
            </a:extLst>
          </p:cNvPr>
          <p:cNvSpPr>
            <a:spLocks noGrp="1" noRot="1" noMove="1" noResize="1" noEditPoints="1" noAdjustHandles="1" noChangeArrowheads="1" noChangeShapeType="1"/>
          </p:cNvSpPr>
          <p:nvPr userDrawn="1"/>
        </p:nvSpPr>
        <p:spPr>
          <a:xfrm>
            <a:off x="0" y="0"/>
            <a:ext cx="12192000" cy="268736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0" name="Title 1">
            <a:extLst>
              <a:ext uri="{FF2B5EF4-FFF2-40B4-BE49-F238E27FC236}">
                <a16:creationId xmlns:a16="http://schemas.microsoft.com/office/drawing/2014/main" id="{B32E0C9F-5890-D42D-0EE9-8138E9F31285}"/>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24" name="Rectangle 23">
            <a:extLst>
              <a:ext uri="{FF2B5EF4-FFF2-40B4-BE49-F238E27FC236}">
                <a16:creationId xmlns:a16="http://schemas.microsoft.com/office/drawing/2014/main" id="{A804FFF3-F92C-C7C1-04AE-A6FFD1D0CA4A}"/>
              </a:ext>
            </a:extLst>
          </p:cNvPr>
          <p:cNvSpPr>
            <a:spLocks noGrp="1" noRot="1" noMove="1" noResize="1" noEditPoints="1" noAdjustHandles="1" noChangeArrowheads="1" noChangeShapeType="1"/>
          </p:cNvSpPr>
          <p:nvPr userDrawn="1"/>
        </p:nvSpPr>
        <p:spPr>
          <a:xfrm>
            <a:off x="9839550" y="3413758"/>
            <a:ext cx="1800000" cy="303166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150B9519-F1A5-48B4-A710-3204F3111CB7}"/>
              </a:ext>
            </a:extLst>
          </p:cNvPr>
          <p:cNvSpPr>
            <a:spLocks noGrp="1" noRot="1" noMove="1" noResize="1" noEditPoints="1" noAdjustHandles="1" noChangeArrowheads="1" noChangeShapeType="1"/>
          </p:cNvSpPr>
          <p:nvPr userDrawn="1"/>
        </p:nvSpPr>
        <p:spPr>
          <a:xfrm>
            <a:off x="587375" y="3413758"/>
            <a:ext cx="1800000" cy="303166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B309512-3EC6-5E36-5983-AF3AA2E0D804}"/>
              </a:ext>
            </a:extLst>
          </p:cNvPr>
          <p:cNvSpPr>
            <a:spLocks noGrp="1" noRot="1" noMove="1" noResize="1" noEditPoints="1" noAdjustHandles="1" noChangeArrowheads="1" noChangeShapeType="1"/>
          </p:cNvSpPr>
          <p:nvPr userDrawn="1"/>
        </p:nvSpPr>
        <p:spPr>
          <a:xfrm>
            <a:off x="2437810" y="3413758"/>
            <a:ext cx="1800000" cy="30316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5812CF50-547C-76ED-A1C9-0CFAF09288C2}"/>
              </a:ext>
            </a:extLst>
          </p:cNvPr>
          <p:cNvSpPr>
            <a:spLocks noGrp="1" noRot="1" noMove="1" noResize="1" noEditPoints="1" noAdjustHandles="1" noChangeArrowheads="1" noChangeShapeType="1"/>
          </p:cNvSpPr>
          <p:nvPr userDrawn="1"/>
        </p:nvSpPr>
        <p:spPr>
          <a:xfrm>
            <a:off x="4288245" y="3413758"/>
            <a:ext cx="1800000" cy="303166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BD667C4-C58B-0BA4-8EED-92491B572922}"/>
              </a:ext>
            </a:extLst>
          </p:cNvPr>
          <p:cNvSpPr>
            <a:spLocks noGrp="1" noRot="1" noMove="1" noResize="1" noEditPoints="1" noAdjustHandles="1" noChangeArrowheads="1" noChangeShapeType="1"/>
          </p:cNvSpPr>
          <p:nvPr userDrawn="1"/>
        </p:nvSpPr>
        <p:spPr>
          <a:xfrm>
            <a:off x="6138680" y="3413758"/>
            <a:ext cx="1800000" cy="303166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2" name="Rectangle 21">
            <a:extLst>
              <a:ext uri="{FF2B5EF4-FFF2-40B4-BE49-F238E27FC236}">
                <a16:creationId xmlns:a16="http://schemas.microsoft.com/office/drawing/2014/main" id="{CE6D4731-1BF9-9B75-7CB2-52F1E390629A}"/>
              </a:ext>
            </a:extLst>
          </p:cNvPr>
          <p:cNvSpPr>
            <a:spLocks noGrp="1" noRot="1" noMove="1" noResize="1" noEditPoints="1" noAdjustHandles="1" noChangeArrowheads="1" noChangeShapeType="1"/>
          </p:cNvSpPr>
          <p:nvPr userDrawn="1"/>
        </p:nvSpPr>
        <p:spPr>
          <a:xfrm>
            <a:off x="7989115" y="3413758"/>
            <a:ext cx="1800000" cy="303166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 Placeholder 15">
            <a:extLst>
              <a:ext uri="{FF2B5EF4-FFF2-40B4-BE49-F238E27FC236}">
                <a16:creationId xmlns:a16="http://schemas.microsoft.com/office/drawing/2014/main" id="{EE6521D6-CF28-C26F-6570-F0D83DA461D6}"/>
              </a:ext>
            </a:extLst>
          </p:cNvPr>
          <p:cNvSpPr>
            <a:spLocks noGrp="1"/>
          </p:cNvSpPr>
          <p:nvPr>
            <p:ph type="body" sz="quarter" idx="57" hasCustomPrompt="1"/>
          </p:nvPr>
        </p:nvSpPr>
        <p:spPr>
          <a:xfrm>
            <a:off x="909592" y="2218966"/>
            <a:ext cx="3085058" cy="128240"/>
          </a:xfrm>
          <a:prstGeom prst="rect">
            <a:avLst/>
          </a:prstGeom>
        </p:spPr>
        <p:txBody>
          <a:bodyPr wrap="square" lIns="0" tIns="0" rIns="0" bIns="0">
            <a:spAutoFit/>
          </a:bodyPr>
          <a:lstStyle>
            <a:lvl1pPr marL="0" indent="0" algn="l">
              <a:lnSpc>
                <a:spcPts val="10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Short descriptor goes here.</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solidFill>
                <a:schemeClr val="bg1"/>
              </a:solidFill>
            </a:endParaRPr>
          </a:p>
        </p:txBody>
      </p:sp>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770731"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7" name="Text Placeholder 26">
            <a:extLst>
              <a:ext uri="{FF2B5EF4-FFF2-40B4-BE49-F238E27FC236}">
                <a16:creationId xmlns:a16="http://schemas.microsoft.com/office/drawing/2014/main" id="{938B8DC8-30EF-B53B-10AB-C552261EC200}"/>
              </a:ext>
            </a:extLst>
          </p:cNvPr>
          <p:cNvSpPr>
            <a:spLocks noGrp="1"/>
          </p:cNvSpPr>
          <p:nvPr>
            <p:ph type="body" sz="quarter" idx="58" hasCustomPrompt="1"/>
          </p:nvPr>
        </p:nvSpPr>
        <p:spPr>
          <a:xfrm>
            <a:off x="862637"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9" name="Text Placeholder 4">
            <a:extLst>
              <a:ext uri="{FF2B5EF4-FFF2-40B4-BE49-F238E27FC236}">
                <a16:creationId xmlns:a16="http://schemas.microsoft.com/office/drawing/2014/main" id="{5A7E0B6C-D89B-D80D-8EA2-B716443800B4}"/>
              </a:ext>
            </a:extLst>
          </p:cNvPr>
          <p:cNvSpPr>
            <a:spLocks noGrp="1"/>
          </p:cNvSpPr>
          <p:nvPr>
            <p:ph type="body" sz="quarter" idx="40" hasCustomPrompt="1"/>
          </p:nvPr>
        </p:nvSpPr>
        <p:spPr>
          <a:xfrm>
            <a:off x="909593" y="1968373"/>
            <a:ext cx="3085058" cy="214161"/>
          </a:xfrm>
          <a:prstGeom prst="rect">
            <a:avLst/>
          </a:prstGeom>
        </p:spPr>
        <p:txBody>
          <a:bodyPr lIns="0" tIns="0" rIns="0" bIns="0" anchor="t" anchorCtr="0">
            <a:normAutofit/>
          </a:bodyPr>
          <a:lstStyle>
            <a:lvl1pPr marL="0" indent="0">
              <a:lnSpc>
                <a:spcPts val="1600"/>
              </a:lnSpc>
              <a:buFont typeface="Calibri" panose="020F0502020204030204" pitchFamily="34" charset="0"/>
              <a:buNone/>
              <a:defRPr lang="en-GB" sz="19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SUB-HEADING</a:t>
            </a:r>
          </a:p>
        </p:txBody>
      </p:sp>
      <p:pic>
        <p:nvPicPr>
          <p:cNvPr id="16" name="Graphic 15">
            <a:extLst>
              <a:ext uri="{FF2B5EF4-FFF2-40B4-BE49-F238E27FC236}">
                <a16:creationId xmlns:a16="http://schemas.microsoft.com/office/drawing/2014/main" id="{AF3B5478-2169-02F9-5056-9149A4EAD20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87375" y="2944557"/>
            <a:ext cx="183356" cy="183356"/>
          </a:xfrm>
          <a:prstGeom prst="rect">
            <a:avLst/>
          </a:prstGeom>
        </p:spPr>
      </p:pic>
      <p:sp>
        <p:nvSpPr>
          <p:cNvPr id="28" name="Text Placeholder 26">
            <a:extLst>
              <a:ext uri="{FF2B5EF4-FFF2-40B4-BE49-F238E27FC236}">
                <a16:creationId xmlns:a16="http://schemas.microsoft.com/office/drawing/2014/main" id="{7C5A066C-7D8B-A07B-0807-D7427360A6E3}"/>
              </a:ext>
            </a:extLst>
          </p:cNvPr>
          <p:cNvSpPr>
            <a:spLocks noGrp="1"/>
          </p:cNvSpPr>
          <p:nvPr>
            <p:ph type="body" sz="quarter" idx="70" hasCustomPrompt="1"/>
          </p:nvPr>
        </p:nvSpPr>
        <p:spPr>
          <a:xfrm>
            <a:off x="2713072"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pic>
        <p:nvPicPr>
          <p:cNvPr id="50" name="Graphic 49">
            <a:extLst>
              <a:ext uri="{FF2B5EF4-FFF2-40B4-BE49-F238E27FC236}">
                <a16:creationId xmlns:a16="http://schemas.microsoft.com/office/drawing/2014/main" id="{0D77A1AA-34B5-8223-7676-06EDE73682EB}"/>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2437810" y="2944557"/>
            <a:ext cx="183356" cy="183356"/>
          </a:xfrm>
          <a:prstGeom prst="rect">
            <a:avLst/>
          </a:prstGeom>
        </p:spPr>
      </p:pic>
      <p:sp>
        <p:nvSpPr>
          <p:cNvPr id="51" name="Text Placeholder 26">
            <a:extLst>
              <a:ext uri="{FF2B5EF4-FFF2-40B4-BE49-F238E27FC236}">
                <a16:creationId xmlns:a16="http://schemas.microsoft.com/office/drawing/2014/main" id="{155BCDF0-82CD-3C40-0CA9-5FBD449AA0CC}"/>
              </a:ext>
            </a:extLst>
          </p:cNvPr>
          <p:cNvSpPr>
            <a:spLocks noGrp="1"/>
          </p:cNvSpPr>
          <p:nvPr>
            <p:ph type="body" sz="quarter" idx="71" hasCustomPrompt="1"/>
          </p:nvPr>
        </p:nvSpPr>
        <p:spPr>
          <a:xfrm>
            <a:off x="4563507"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pic>
        <p:nvPicPr>
          <p:cNvPr id="52" name="Graphic 51">
            <a:extLst>
              <a:ext uri="{FF2B5EF4-FFF2-40B4-BE49-F238E27FC236}">
                <a16:creationId xmlns:a16="http://schemas.microsoft.com/office/drawing/2014/main" id="{EC19C212-0EC6-3A19-B023-09CF26F9190D}"/>
              </a:ext>
            </a:extLst>
          </p:cNvPr>
          <p:cNvPicPr>
            <a:picLocks noGrp="1" noRot="1" noChangeAspec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4288245" y="2944557"/>
            <a:ext cx="183356" cy="183356"/>
          </a:xfrm>
          <a:prstGeom prst="rect">
            <a:avLst/>
          </a:prstGeom>
        </p:spPr>
      </p:pic>
      <p:sp>
        <p:nvSpPr>
          <p:cNvPr id="53" name="Text Placeholder 26">
            <a:extLst>
              <a:ext uri="{FF2B5EF4-FFF2-40B4-BE49-F238E27FC236}">
                <a16:creationId xmlns:a16="http://schemas.microsoft.com/office/drawing/2014/main" id="{494EB5B3-DAEF-2AA2-0EF9-3223BA1C47C3}"/>
              </a:ext>
            </a:extLst>
          </p:cNvPr>
          <p:cNvSpPr>
            <a:spLocks noGrp="1"/>
          </p:cNvSpPr>
          <p:nvPr>
            <p:ph type="body" sz="quarter" idx="72" hasCustomPrompt="1"/>
          </p:nvPr>
        </p:nvSpPr>
        <p:spPr>
          <a:xfrm>
            <a:off x="6413942"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pic>
        <p:nvPicPr>
          <p:cNvPr id="54" name="Graphic 53">
            <a:extLst>
              <a:ext uri="{FF2B5EF4-FFF2-40B4-BE49-F238E27FC236}">
                <a16:creationId xmlns:a16="http://schemas.microsoft.com/office/drawing/2014/main" id="{5865106F-69CC-EA2D-09A2-91222787B78E}"/>
              </a:ext>
            </a:extLst>
          </p:cNvPr>
          <p:cNvPicPr>
            <a:picLocks noGrp="1" noRot="1" noChangeAspect="1" noMove="1" noResize="1" noEditPoints="1" noAdjustHandles="1" noChangeArrowheads="1" noChangeShapeType="1" noCrop="1"/>
          </p:cNvPicPr>
          <p:nvPr userDrawn="1"/>
        </p:nvPicPr>
        <p:blipFill>
          <a:blip r:embed="rId8">
            <a:extLst>
              <a:ext uri="{96DAC541-7B7A-43D3-8B79-37D633B846F1}">
                <asvg:svgBlip xmlns:asvg="http://schemas.microsoft.com/office/drawing/2016/SVG/main" r:embed="rId9"/>
              </a:ext>
            </a:extLst>
          </a:blip>
          <a:stretch>
            <a:fillRect/>
          </a:stretch>
        </p:blipFill>
        <p:spPr>
          <a:xfrm>
            <a:off x="6138680" y="2944557"/>
            <a:ext cx="183356" cy="183356"/>
          </a:xfrm>
          <a:prstGeom prst="rect">
            <a:avLst/>
          </a:prstGeom>
        </p:spPr>
      </p:pic>
      <p:sp>
        <p:nvSpPr>
          <p:cNvPr id="55" name="Text Placeholder 26">
            <a:extLst>
              <a:ext uri="{FF2B5EF4-FFF2-40B4-BE49-F238E27FC236}">
                <a16:creationId xmlns:a16="http://schemas.microsoft.com/office/drawing/2014/main" id="{2A0AB445-AB98-8152-E3B2-2FB02852B3F9}"/>
              </a:ext>
            </a:extLst>
          </p:cNvPr>
          <p:cNvSpPr>
            <a:spLocks noGrp="1"/>
          </p:cNvSpPr>
          <p:nvPr>
            <p:ph type="body" sz="quarter" idx="73" hasCustomPrompt="1"/>
          </p:nvPr>
        </p:nvSpPr>
        <p:spPr>
          <a:xfrm>
            <a:off x="8264377"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pic>
        <p:nvPicPr>
          <p:cNvPr id="56" name="Graphic 55">
            <a:extLst>
              <a:ext uri="{FF2B5EF4-FFF2-40B4-BE49-F238E27FC236}">
                <a16:creationId xmlns:a16="http://schemas.microsoft.com/office/drawing/2014/main" id="{C61D635F-9198-D5D5-CA47-2BC7EDCBBF57}"/>
              </a:ext>
            </a:extLst>
          </p:cNvPr>
          <p:cNvPicPr>
            <a:picLocks noGrp="1" noRot="1" noChangeAspect="1" noMove="1" noResize="1" noEditPoints="1" noAdjustHandles="1" noChangeArrowheads="1" noChangeShapeType="1" noCrop="1"/>
          </p:cNvPicPr>
          <p:nvPr userDrawn="1"/>
        </p:nvPicPr>
        <p:blipFill>
          <a:blip r:embed="rId10">
            <a:extLst>
              <a:ext uri="{96DAC541-7B7A-43D3-8B79-37D633B846F1}">
                <asvg:svgBlip xmlns:asvg="http://schemas.microsoft.com/office/drawing/2016/SVG/main" r:embed="rId11"/>
              </a:ext>
            </a:extLst>
          </a:blip>
          <a:stretch>
            <a:fillRect/>
          </a:stretch>
        </p:blipFill>
        <p:spPr>
          <a:xfrm>
            <a:off x="7989115" y="2944557"/>
            <a:ext cx="183356" cy="183356"/>
          </a:xfrm>
          <a:prstGeom prst="rect">
            <a:avLst/>
          </a:prstGeom>
        </p:spPr>
      </p:pic>
      <p:sp>
        <p:nvSpPr>
          <p:cNvPr id="57" name="Text Placeholder 26">
            <a:extLst>
              <a:ext uri="{FF2B5EF4-FFF2-40B4-BE49-F238E27FC236}">
                <a16:creationId xmlns:a16="http://schemas.microsoft.com/office/drawing/2014/main" id="{11706F8D-093B-7BC0-ECA3-DF7608376EE0}"/>
              </a:ext>
            </a:extLst>
          </p:cNvPr>
          <p:cNvSpPr>
            <a:spLocks noGrp="1"/>
          </p:cNvSpPr>
          <p:nvPr>
            <p:ph type="body" sz="quarter" idx="74" hasCustomPrompt="1"/>
          </p:nvPr>
        </p:nvSpPr>
        <p:spPr>
          <a:xfrm>
            <a:off x="10114812" y="2944557"/>
            <a:ext cx="1440000" cy="256480"/>
          </a:xfrm>
          <a:prstGeom prst="rect">
            <a:avLst/>
          </a:prstGeom>
        </p:spPr>
        <p:txBody>
          <a:bodyPr wrap="square" lIns="0" tIns="0" rIns="0" bIns="0">
            <a:spAutoFit/>
          </a:bodyPr>
          <a:lstStyle>
            <a:lvl1pPr marL="0" indent="0" algn="l">
              <a:lnSpc>
                <a:spcPts val="1000"/>
              </a:lnSpc>
              <a:spcBef>
                <a:spcPts val="0"/>
              </a:spcBef>
              <a:buNone/>
              <a:defRPr sz="1000" b="1" spc="40" baseline="0">
                <a:solidFill>
                  <a:schemeClr val="tx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pic>
        <p:nvPicPr>
          <p:cNvPr id="58" name="Graphic 57">
            <a:extLst>
              <a:ext uri="{FF2B5EF4-FFF2-40B4-BE49-F238E27FC236}">
                <a16:creationId xmlns:a16="http://schemas.microsoft.com/office/drawing/2014/main" id="{7688F642-9961-9659-A5CD-9072184AC69A}"/>
              </a:ext>
            </a:extLst>
          </p:cNvPr>
          <p:cNvPicPr>
            <a:picLocks noGrp="1" noRot="1" noChangeAspect="1" noMove="1" noResize="1" noEditPoints="1" noAdjustHandles="1" noChangeArrowheads="1" noChangeShapeType="1" noCrop="1"/>
          </p:cNvPicPr>
          <p:nvPr userDrawn="1"/>
        </p:nvPicPr>
        <p:blipFill>
          <a:blip r:embed="rId12">
            <a:extLst>
              <a:ext uri="{96DAC541-7B7A-43D3-8B79-37D633B846F1}">
                <asvg:svgBlip xmlns:asvg="http://schemas.microsoft.com/office/drawing/2016/SVG/main" r:embed="rId13"/>
              </a:ext>
            </a:extLst>
          </a:blip>
          <a:stretch>
            <a:fillRect/>
          </a:stretch>
        </p:blipFill>
        <p:spPr>
          <a:xfrm>
            <a:off x="9839550" y="2944557"/>
            <a:ext cx="183356" cy="183356"/>
          </a:xfrm>
          <a:prstGeom prst="rect">
            <a:avLst/>
          </a:prstGeom>
        </p:spPr>
      </p:pic>
      <p:sp>
        <p:nvSpPr>
          <p:cNvPr id="59" name="Text Placeholder 4">
            <a:extLst>
              <a:ext uri="{FF2B5EF4-FFF2-40B4-BE49-F238E27FC236}">
                <a16:creationId xmlns:a16="http://schemas.microsoft.com/office/drawing/2014/main" id="{14FB58EF-98EF-C488-6223-9DF714C1210E}"/>
              </a:ext>
            </a:extLst>
          </p:cNvPr>
          <p:cNvSpPr>
            <a:spLocks noGrp="1"/>
          </p:cNvSpPr>
          <p:nvPr>
            <p:ph type="body" sz="quarter" idx="75"/>
          </p:nvPr>
        </p:nvSpPr>
        <p:spPr>
          <a:xfrm>
            <a:off x="2635810"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60" name="Text Placeholder 4">
            <a:extLst>
              <a:ext uri="{FF2B5EF4-FFF2-40B4-BE49-F238E27FC236}">
                <a16:creationId xmlns:a16="http://schemas.microsoft.com/office/drawing/2014/main" id="{EC68CFAC-9C66-0482-923D-E2E4B54F05B7}"/>
              </a:ext>
            </a:extLst>
          </p:cNvPr>
          <p:cNvSpPr>
            <a:spLocks noGrp="1"/>
          </p:cNvSpPr>
          <p:nvPr>
            <p:ph type="body" sz="quarter" idx="76"/>
          </p:nvPr>
        </p:nvSpPr>
        <p:spPr>
          <a:xfrm>
            <a:off x="4484413"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61" name="Text Placeholder 4">
            <a:extLst>
              <a:ext uri="{FF2B5EF4-FFF2-40B4-BE49-F238E27FC236}">
                <a16:creationId xmlns:a16="http://schemas.microsoft.com/office/drawing/2014/main" id="{AD69DA0A-2ACA-FFE5-05BE-D7C9B6117491}"/>
              </a:ext>
            </a:extLst>
          </p:cNvPr>
          <p:cNvSpPr>
            <a:spLocks noGrp="1"/>
          </p:cNvSpPr>
          <p:nvPr>
            <p:ph type="body" sz="quarter" idx="77"/>
          </p:nvPr>
        </p:nvSpPr>
        <p:spPr>
          <a:xfrm>
            <a:off x="6322036"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62" name="Text Placeholder 4">
            <a:extLst>
              <a:ext uri="{FF2B5EF4-FFF2-40B4-BE49-F238E27FC236}">
                <a16:creationId xmlns:a16="http://schemas.microsoft.com/office/drawing/2014/main" id="{E3517BF0-CA90-42EB-9181-65B56DE670EF}"/>
              </a:ext>
            </a:extLst>
          </p:cNvPr>
          <p:cNvSpPr>
            <a:spLocks noGrp="1"/>
          </p:cNvSpPr>
          <p:nvPr>
            <p:ph type="body" sz="quarter" idx="78"/>
          </p:nvPr>
        </p:nvSpPr>
        <p:spPr>
          <a:xfrm>
            <a:off x="8187115"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63" name="Text Placeholder 4">
            <a:extLst>
              <a:ext uri="{FF2B5EF4-FFF2-40B4-BE49-F238E27FC236}">
                <a16:creationId xmlns:a16="http://schemas.microsoft.com/office/drawing/2014/main" id="{EAE4EE9F-A8B7-DF2E-9F8B-2FAB04A888F4}"/>
              </a:ext>
            </a:extLst>
          </p:cNvPr>
          <p:cNvSpPr>
            <a:spLocks noGrp="1"/>
          </p:cNvSpPr>
          <p:nvPr>
            <p:ph type="body" sz="quarter" idx="79"/>
          </p:nvPr>
        </p:nvSpPr>
        <p:spPr>
          <a:xfrm>
            <a:off x="10037550" y="3613700"/>
            <a:ext cx="1404000"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pic>
        <p:nvPicPr>
          <p:cNvPr id="65" name="Graphic 64">
            <a:extLst>
              <a:ext uri="{FF2B5EF4-FFF2-40B4-BE49-F238E27FC236}">
                <a16:creationId xmlns:a16="http://schemas.microsoft.com/office/drawing/2014/main" id="{4B7C2C69-6F77-F437-AF35-212CE7E56DDD}"/>
              </a:ext>
            </a:extLst>
          </p:cNvPr>
          <p:cNvPicPr>
            <a:picLocks noGrp="1" noRot="1" noChangeAspect="1" noMove="1" noResize="1" noEditPoints="1" noAdjustHandles="1" noChangeArrowheads="1" noChangeShapeType="1" noCrop="1"/>
          </p:cNvPicPr>
          <p:nvPr userDrawn="1"/>
        </p:nvPicPr>
        <p:blipFill>
          <a:blip r:embed="rId14">
            <a:extLst>
              <a:ext uri="{96DAC541-7B7A-43D3-8B79-37D633B846F1}">
                <asvg:svgBlip xmlns:asvg="http://schemas.microsoft.com/office/drawing/2016/SVG/main" r:embed="rId15"/>
              </a:ext>
            </a:extLst>
          </a:blip>
          <a:stretch>
            <a:fillRect/>
          </a:stretch>
        </p:blipFill>
        <p:spPr>
          <a:xfrm>
            <a:off x="587375" y="1904428"/>
            <a:ext cx="182368" cy="252000"/>
          </a:xfrm>
          <a:prstGeom prst="rect">
            <a:avLst/>
          </a:prstGeom>
        </p:spPr>
      </p:pic>
      <p:cxnSp>
        <p:nvCxnSpPr>
          <p:cNvPr id="67" name="Straight Connector 15">
            <a:extLst>
              <a:ext uri="{FF2B5EF4-FFF2-40B4-BE49-F238E27FC236}">
                <a16:creationId xmlns:a16="http://schemas.microsoft.com/office/drawing/2014/main" id="{12619453-450D-C1D5-7CE3-5DD4314EADAF}"/>
              </a:ext>
            </a:extLst>
          </p:cNvPr>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9" name="Text Placeholder 15">
            <a:extLst>
              <a:ext uri="{FF2B5EF4-FFF2-40B4-BE49-F238E27FC236}">
                <a16:creationId xmlns:a16="http://schemas.microsoft.com/office/drawing/2014/main" id="{783196BA-43E5-2817-A42A-FC9BC1B549AB}"/>
              </a:ext>
            </a:extLst>
          </p:cNvPr>
          <p:cNvSpPr>
            <a:spLocks noGrp="1"/>
          </p:cNvSpPr>
          <p:nvPr>
            <p:ph type="body" sz="quarter" idx="81" hasCustomPrompt="1"/>
          </p:nvPr>
        </p:nvSpPr>
        <p:spPr>
          <a:xfrm>
            <a:off x="587375" y="1408039"/>
            <a:ext cx="11052175" cy="185500"/>
          </a:xfrm>
          <a:prstGeom prst="rect">
            <a:avLst/>
          </a:prstGeom>
        </p:spPr>
        <p:txBody>
          <a:bodyPr lIns="0" tIns="0" rIns="0" bIns="0">
            <a:spAutoFit/>
          </a:bodyPr>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No longer than 1 line of copy maximum. </a:t>
            </a:r>
            <a:endParaRPr lang="en-ZA" dirty="0"/>
          </a:p>
        </p:txBody>
      </p:sp>
      <p:sp>
        <p:nvSpPr>
          <p:cNvPr id="71" name="Text Placeholder 15">
            <a:extLst>
              <a:ext uri="{FF2B5EF4-FFF2-40B4-BE49-F238E27FC236}">
                <a16:creationId xmlns:a16="http://schemas.microsoft.com/office/drawing/2014/main" id="{96920111-8963-C8F8-B4DE-4121AEC008C8}"/>
              </a:ext>
            </a:extLst>
          </p:cNvPr>
          <p:cNvSpPr>
            <a:spLocks noGrp="1"/>
          </p:cNvSpPr>
          <p:nvPr>
            <p:ph type="body" sz="quarter" idx="82" hasCustomPrompt="1"/>
          </p:nvPr>
        </p:nvSpPr>
        <p:spPr>
          <a:xfrm>
            <a:off x="4715698" y="2218966"/>
            <a:ext cx="3088799" cy="128240"/>
          </a:xfrm>
          <a:prstGeom prst="rect">
            <a:avLst/>
          </a:prstGeom>
        </p:spPr>
        <p:txBody>
          <a:bodyPr wrap="square" lIns="0" tIns="0" rIns="0" bIns="0">
            <a:spAutoFit/>
          </a:bodyPr>
          <a:lstStyle>
            <a:lvl1pPr marL="0" indent="0" algn="l">
              <a:lnSpc>
                <a:spcPts val="10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Short descriptor goes here.</a:t>
            </a:r>
            <a:endParaRPr lang="en-ZA" dirty="0"/>
          </a:p>
        </p:txBody>
      </p:sp>
      <p:sp>
        <p:nvSpPr>
          <p:cNvPr id="72" name="Text Placeholder 4">
            <a:extLst>
              <a:ext uri="{FF2B5EF4-FFF2-40B4-BE49-F238E27FC236}">
                <a16:creationId xmlns:a16="http://schemas.microsoft.com/office/drawing/2014/main" id="{23B45E0C-93D8-735A-3C89-5C6960428651}"/>
              </a:ext>
            </a:extLst>
          </p:cNvPr>
          <p:cNvSpPr>
            <a:spLocks noGrp="1"/>
          </p:cNvSpPr>
          <p:nvPr>
            <p:ph type="body" sz="quarter" idx="83" hasCustomPrompt="1"/>
          </p:nvPr>
        </p:nvSpPr>
        <p:spPr>
          <a:xfrm>
            <a:off x="4715699" y="1968373"/>
            <a:ext cx="3088799" cy="214161"/>
          </a:xfrm>
          <a:prstGeom prst="rect">
            <a:avLst/>
          </a:prstGeom>
        </p:spPr>
        <p:txBody>
          <a:bodyPr lIns="0" tIns="0" rIns="0" bIns="0" anchor="t" anchorCtr="0">
            <a:normAutofit/>
          </a:bodyPr>
          <a:lstStyle>
            <a:lvl1pPr marL="0" indent="0">
              <a:lnSpc>
                <a:spcPts val="1600"/>
              </a:lnSpc>
              <a:buFont typeface="Calibri" panose="020F0502020204030204" pitchFamily="34" charset="0"/>
              <a:buNone/>
              <a:defRPr lang="en-GB" sz="19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SUB-HEADING</a:t>
            </a:r>
          </a:p>
        </p:txBody>
      </p:sp>
      <p:pic>
        <p:nvPicPr>
          <p:cNvPr id="73" name="Graphic 72">
            <a:extLst>
              <a:ext uri="{FF2B5EF4-FFF2-40B4-BE49-F238E27FC236}">
                <a16:creationId xmlns:a16="http://schemas.microsoft.com/office/drawing/2014/main" id="{94023D0D-F9BA-2A61-27F3-952B703087CF}"/>
              </a:ext>
            </a:extLst>
          </p:cNvPr>
          <p:cNvPicPr>
            <a:picLocks noGrp="1" noRot="1" noChangeAspect="1" noMove="1" noResize="1" noEditPoints="1" noAdjustHandles="1" noChangeArrowheads="1" noChangeShapeType="1" noCrop="1"/>
          </p:cNvPicPr>
          <p:nvPr userDrawn="1"/>
        </p:nvPicPr>
        <p:blipFill>
          <a:blip r:embed="rId14">
            <a:extLst>
              <a:ext uri="{96DAC541-7B7A-43D3-8B79-37D633B846F1}">
                <asvg:svgBlip xmlns:asvg="http://schemas.microsoft.com/office/drawing/2016/SVG/main" r:embed="rId15"/>
              </a:ext>
            </a:extLst>
          </a:blip>
          <a:stretch>
            <a:fillRect/>
          </a:stretch>
        </p:blipFill>
        <p:spPr>
          <a:xfrm>
            <a:off x="4393481" y="1904428"/>
            <a:ext cx="182368" cy="252000"/>
          </a:xfrm>
          <a:prstGeom prst="rect">
            <a:avLst/>
          </a:prstGeom>
        </p:spPr>
      </p:pic>
      <p:sp>
        <p:nvSpPr>
          <p:cNvPr id="74" name="Text Placeholder 15">
            <a:extLst>
              <a:ext uri="{FF2B5EF4-FFF2-40B4-BE49-F238E27FC236}">
                <a16:creationId xmlns:a16="http://schemas.microsoft.com/office/drawing/2014/main" id="{1F6E3F36-7A9A-1132-1200-9761A89A978D}"/>
              </a:ext>
            </a:extLst>
          </p:cNvPr>
          <p:cNvSpPr>
            <a:spLocks noGrp="1"/>
          </p:cNvSpPr>
          <p:nvPr>
            <p:ph type="body" sz="quarter" idx="84" hasCustomPrompt="1"/>
          </p:nvPr>
        </p:nvSpPr>
        <p:spPr>
          <a:xfrm>
            <a:off x="8420311" y="2214771"/>
            <a:ext cx="3193035" cy="128240"/>
          </a:xfrm>
          <a:prstGeom prst="rect">
            <a:avLst/>
          </a:prstGeom>
        </p:spPr>
        <p:txBody>
          <a:bodyPr wrap="square" lIns="0" tIns="0" rIns="0" bIns="0">
            <a:spAutoFit/>
          </a:bodyPr>
          <a:lstStyle>
            <a:lvl1pPr marL="0" indent="0" algn="l">
              <a:lnSpc>
                <a:spcPts val="10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Short descriptor goes here.</a:t>
            </a:r>
            <a:endParaRPr lang="en-ZA" dirty="0"/>
          </a:p>
        </p:txBody>
      </p:sp>
      <p:sp>
        <p:nvSpPr>
          <p:cNvPr id="75" name="Text Placeholder 4">
            <a:extLst>
              <a:ext uri="{FF2B5EF4-FFF2-40B4-BE49-F238E27FC236}">
                <a16:creationId xmlns:a16="http://schemas.microsoft.com/office/drawing/2014/main" id="{749B9FD8-DF85-D3BF-C5A8-E0A8AE52E82B}"/>
              </a:ext>
            </a:extLst>
          </p:cNvPr>
          <p:cNvSpPr>
            <a:spLocks noGrp="1"/>
          </p:cNvSpPr>
          <p:nvPr>
            <p:ph type="body" sz="quarter" idx="85" hasCustomPrompt="1"/>
          </p:nvPr>
        </p:nvSpPr>
        <p:spPr>
          <a:xfrm>
            <a:off x="8420312" y="1964178"/>
            <a:ext cx="3193035" cy="214161"/>
          </a:xfrm>
          <a:prstGeom prst="rect">
            <a:avLst/>
          </a:prstGeom>
        </p:spPr>
        <p:txBody>
          <a:bodyPr lIns="0" tIns="0" rIns="0" bIns="0" anchor="t" anchorCtr="0">
            <a:normAutofit/>
          </a:bodyPr>
          <a:lstStyle>
            <a:lvl1pPr marL="0" indent="0">
              <a:lnSpc>
                <a:spcPts val="1600"/>
              </a:lnSpc>
              <a:buFont typeface="Calibri" panose="020F0502020204030204" pitchFamily="34" charset="0"/>
              <a:buNone/>
              <a:defRPr lang="en-GB" sz="19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SUB-HEADING</a:t>
            </a:r>
          </a:p>
        </p:txBody>
      </p:sp>
      <p:pic>
        <p:nvPicPr>
          <p:cNvPr id="76" name="Graphic 75">
            <a:extLst>
              <a:ext uri="{FF2B5EF4-FFF2-40B4-BE49-F238E27FC236}">
                <a16:creationId xmlns:a16="http://schemas.microsoft.com/office/drawing/2014/main" id="{C56A0E98-6F9C-35E7-A835-A1DF1BAE4DF5}"/>
              </a:ext>
            </a:extLst>
          </p:cNvPr>
          <p:cNvPicPr>
            <a:picLocks noGrp="1" noRot="1" noChangeAspect="1" noMove="1" noResize="1" noEditPoints="1" noAdjustHandles="1" noChangeArrowheads="1" noChangeShapeType="1" noCrop="1"/>
          </p:cNvPicPr>
          <p:nvPr userDrawn="1"/>
        </p:nvPicPr>
        <p:blipFill>
          <a:blip r:embed="rId14">
            <a:extLst>
              <a:ext uri="{96DAC541-7B7A-43D3-8B79-37D633B846F1}">
                <asvg:svgBlip xmlns:asvg="http://schemas.microsoft.com/office/drawing/2016/SVG/main" r:embed="rId15"/>
              </a:ext>
            </a:extLst>
          </a:blip>
          <a:stretch>
            <a:fillRect/>
          </a:stretch>
        </p:blipFill>
        <p:spPr>
          <a:xfrm>
            <a:off x="8098094" y="1900233"/>
            <a:ext cx="182368" cy="252000"/>
          </a:xfrm>
          <a:prstGeom prst="rect">
            <a:avLst/>
          </a:prstGeom>
        </p:spPr>
      </p:pic>
      <p:cxnSp>
        <p:nvCxnSpPr>
          <p:cNvPr id="78" name="Straight Connector 77">
            <a:extLst>
              <a:ext uri="{FF2B5EF4-FFF2-40B4-BE49-F238E27FC236}">
                <a16:creationId xmlns:a16="http://schemas.microsoft.com/office/drawing/2014/main" id="{23016C75-1080-4307-645A-55861EE91809}"/>
              </a:ext>
            </a:extLst>
          </p:cNvPr>
          <p:cNvCxnSpPr>
            <a:cxnSpLocks noGrp="1" noRot="1" noMove="1" noResize="1" noEditPoints="1" noAdjustHandles="1" noChangeArrowheads="1" noChangeShapeType="1"/>
          </p:cNvCxnSpPr>
          <p:nvPr userDrawn="1"/>
        </p:nvCxnSpPr>
        <p:spPr>
          <a:xfrm flipV="1">
            <a:off x="4262051" y="1821853"/>
            <a:ext cx="0" cy="68624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ADE6D802-9A5A-AC0F-DB8F-CBCA889E1580}"/>
              </a:ext>
            </a:extLst>
          </p:cNvPr>
          <p:cNvCxnSpPr>
            <a:cxnSpLocks noGrp="1" noRot="1" noMove="1" noResize="1" noEditPoints="1" noAdjustHandles="1" noChangeArrowheads="1" noChangeShapeType="1"/>
          </p:cNvCxnSpPr>
          <p:nvPr userDrawn="1"/>
        </p:nvCxnSpPr>
        <p:spPr>
          <a:xfrm flipV="1">
            <a:off x="7962921" y="1821853"/>
            <a:ext cx="0" cy="686241"/>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8955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06 | Head + Sub-Head + Intro + 6 x Text Info">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32E0C9F-5890-D42D-0EE9-8138E9F31285}"/>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24" name="Rectangle 23">
            <a:extLst>
              <a:ext uri="{FF2B5EF4-FFF2-40B4-BE49-F238E27FC236}">
                <a16:creationId xmlns:a16="http://schemas.microsoft.com/office/drawing/2014/main" id="{A804FFF3-F92C-C7C1-04AE-A6FFD1D0CA4A}"/>
              </a:ext>
            </a:extLst>
          </p:cNvPr>
          <p:cNvSpPr>
            <a:spLocks noGrp="1" noRot="1" noMove="1" noResize="1" noEditPoints="1" noAdjustHandles="1" noChangeArrowheads="1" noChangeShapeType="1"/>
          </p:cNvSpPr>
          <p:nvPr userDrawn="1"/>
        </p:nvSpPr>
        <p:spPr>
          <a:xfrm>
            <a:off x="9904342" y="2562238"/>
            <a:ext cx="1735199" cy="388319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150B9519-F1A5-48B4-A710-3204F3111CB7}"/>
              </a:ext>
            </a:extLst>
          </p:cNvPr>
          <p:cNvSpPr>
            <a:spLocks noGrp="1" noRot="1" noMove="1" noResize="1" noEditPoints="1" noAdjustHandles="1" noChangeArrowheads="1" noChangeShapeType="1"/>
          </p:cNvSpPr>
          <p:nvPr userDrawn="1"/>
        </p:nvSpPr>
        <p:spPr>
          <a:xfrm>
            <a:off x="587375" y="2562238"/>
            <a:ext cx="1735199" cy="388319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9B309512-3EC6-5E36-5983-AF3AA2E0D804}"/>
              </a:ext>
            </a:extLst>
          </p:cNvPr>
          <p:cNvSpPr>
            <a:spLocks noGrp="1" noRot="1" noMove="1" noResize="1" noEditPoints="1" noAdjustHandles="1" noChangeArrowheads="1" noChangeShapeType="1"/>
          </p:cNvSpPr>
          <p:nvPr userDrawn="1"/>
        </p:nvSpPr>
        <p:spPr>
          <a:xfrm>
            <a:off x="2450043" y="2562238"/>
            <a:ext cx="1735199" cy="388319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19">
            <a:extLst>
              <a:ext uri="{FF2B5EF4-FFF2-40B4-BE49-F238E27FC236}">
                <a16:creationId xmlns:a16="http://schemas.microsoft.com/office/drawing/2014/main" id="{5812CF50-547C-76ED-A1C9-0CFAF09288C2}"/>
              </a:ext>
            </a:extLst>
          </p:cNvPr>
          <p:cNvSpPr>
            <a:spLocks noGrp="1" noRot="1" noMove="1" noResize="1" noEditPoints="1" noAdjustHandles="1" noChangeArrowheads="1" noChangeShapeType="1"/>
          </p:cNvSpPr>
          <p:nvPr userDrawn="1"/>
        </p:nvSpPr>
        <p:spPr>
          <a:xfrm>
            <a:off x="4312712" y="2562238"/>
            <a:ext cx="1735199" cy="38831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CBD667C4-C58B-0BA4-8EED-92491B572922}"/>
              </a:ext>
            </a:extLst>
          </p:cNvPr>
          <p:cNvSpPr>
            <a:spLocks noGrp="1" noRot="1" noMove="1" noResize="1" noEditPoints="1" noAdjustHandles="1" noChangeArrowheads="1" noChangeShapeType="1"/>
          </p:cNvSpPr>
          <p:nvPr userDrawn="1"/>
        </p:nvSpPr>
        <p:spPr>
          <a:xfrm>
            <a:off x="6175377" y="2562238"/>
            <a:ext cx="1735199" cy="38831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2" name="Rectangle 21">
            <a:extLst>
              <a:ext uri="{FF2B5EF4-FFF2-40B4-BE49-F238E27FC236}">
                <a16:creationId xmlns:a16="http://schemas.microsoft.com/office/drawing/2014/main" id="{CE6D4731-1BF9-9B75-7CB2-52F1E390629A}"/>
              </a:ext>
            </a:extLst>
          </p:cNvPr>
          <p:cNvSpPr>
            <a:spLocks noGrp="1" noRot="1" noMove="1" noResize="1" noEditPoints="1" noAdjustHandles="1" noChangeArrowheads="1" noChangeShapeType="1"/>
          </p:cNvSpPr>
          <p:nvPr userDrawn="1"/>
        </p:nvSpPr>
        <p:spPr>
          <a:xfrm>
            <a:off x="8038041" y="2562238"/>
            <a:ext cx="1735199" cy="388319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 Placeholder 15">
            <a:extLst>
              <a:ext uri="{FF2B5EF4-FFF2-40B4-BE49-F238E27FC236}">
                <a16:creationId xmlns:a16="http://schemas.microsoft.com/office/drawing/2014/main" id="{EE6521D6-CF28-C26F-6570-F0D83DA461D6}"/>
              </a:ext>
            </a:extLst>
          </p:cNvPr>
          <p:cNvSpPr>
            <a:spLocks noGrp="1"/>
          </p:cNvSpPr>
          <p:nvPr>
            <p:ph type="body" sz="quarter" idx="57" hasCustomPrompt="1"/>
          </p:nvPr>
        </p:nvSpPr>
        <p:spPr>
          <a:xfrm>
            <a:off x="587375" y="1756382"/>
            <a:ext cx="11052175" cy="396320"/>
          </a:xfrm>
          <a:prstGeom prst="rect">
            <a:avLst/>
          </a:prstGeom>
        </p:spPr>
        <p:txBody>
          <a:bodyPr lIns="0" tIns="0" rIns="0" bIns="0"/>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5" name="Oval 24">
            <a:extLst>
              <a:ext uri="{FF2B5EF4-FFF2-40B4-BE49-F238E27FC236}">
                <a16:creationId xmlns:a16="http://schemas.microsoft.com/office/drawing/2014/main" id="{882E41AB-FA71-DC0E-8C91-021139388D64}"/>
              </a:ext>
            </a:extLst>
          </p:cNvPr>
          <p:cNvSpPr>
            <a:spLocks noGrp="1" noRot="1" noMove="1" noResize="1" noEditPoints="1" noAdjustHandles="1" noChangeArrowheads="1" noChangeShapeType="1"/>
          </p:cNvSpPr>
          <p:nvPr userDrawn="1"/>
        </p:nvSpPr>
        <p:spPr>
          <a:xfrm>
            <a:off x="1274974" y="2382238"/>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p:nvPr>
        </p:nvSpPr>
        <p:spPr>
          <a:xfrm>
            <a:off x="783771" y="3614055"/>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7" name="Text Placeholder 26">
            <a:extLst>
              <a:ext uri="{FF2B5EF4-FFF2-40B4-BE49-F238E27FC236}">
                <a16:creationId xmlns:a16="http://schemas.microsoft.com/office/drawing/2014/main" id="{938B8DC8-30EF-B53B-10AB-C552261EC200}"/>
              </a:ext>
            </a:extLst>
          </p:cNvPr>
          <p:cNvSpPr>
            <a:spLocks noGrp="1"/>
          </p:cNvSpPr>
          <p:nvPr>
            <p:ph type="body" sz="quarter" idx="58" hasCustomPrompt="1"/>
          </p:nvPr>
        </p:nvSpPr>
        <p:spPr>
          <a:xfrm>
            <a:off x="783771" y="2926216"/>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29" name="Straight Connector 28">
            <a:extLst>
              <a:ext uri="{FF2B5EF4-FFF2-40B4-BE49-F238E27FC236}">
                <a16:creationId xmlns:a16="http://schemas.microsoft.com/office/drawing/2014/main" id="{0D3E20B2-A07B-989A-9D66-C7129368405D}"/>
              </a:ext>
            </a:extLst>
          </p:cNvPr>
          <p:cNvCxnSpPr>
            <a:cxnSpLocks noGrp="1" noRot="1" noMove="1" noResize="1" noEditPoints="1" noAdjustHandles="1" noChangeArrowheads="1" noChangeShapeType="1"/>
          </p:cNvCxnSpPr>
          <p:nvPr userDrawn="1"/>
        </p:nvCxnSpPr>
        <p:spPr>
          <a:xfrm>
            <a:off x="783771" y="3413759"/>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06D5E655-6B2A-CFD3-5A67-15B0F9A8E434}"/>
              </a:ext>
            </a:extLst>
          </p:cNvPr>
          <p:cNvSpPr>
            <a:spLocks noGrp="1" noRot="1" noMove="1" noResize="1" noEditPoints="1" noAdjustHandles="1" noChangeArrowheads="1" noChangeShapeType="1"/>
          </p:cNvSpPr>
          <p:nvPr userDrawn="1"/>
        </p:nvSpPr>
        <p:spPr>
          <a:xfrm>
            <a:off x="3141714" y="2382238"/>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3"/>
                </a:solidFill>
                <a:latin typeface="+mj-lt"/>
              </a:rPr>
              <a:t>02</a:t>
            </a:r>
          </a:p>
        </p:txBody>
      </p:sp>
      <p:sp>
        <p:nvSpPr>
          <p:cNvPr id="31" name="Text Placeholder 4">
            <a:extLst>
              <a:ext uri="{FF2B5EF4-FFF2-40B4-BE49-F238E27FC236}">
                <a16:creationId xmlns:a16="http://schemas.microsoft.com/office/drawing/2014/main" id="{72EB1664-C0E6-633A-2C6E-9DD446B127AF}"/>
              </a:ext>
            </a:extLst>
          </p:cNvPr>
          <p:cNvSpPr>
            <a:spLocks noGrp="1"/>
          </p:cNvSpPr>
          <p:nvPr>
            <p:ph type="body" sz="quarter" idx="59"/>
          </p:nvPr>
        </p:nvSpPr>
        <p:spPr>
          <a:xfrm>
            <a:off x="2650511" y="3614055"/>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2" name="Text Placeholder 26">
            <a:extLst>
              <a:ext uri="{FF2B5EF4-FFF2-40B4-BE49-F238E27FC236}">
                <a16:creationId xmlns:a16="http://schemas.microsoft.com/office/drawing/2014/main" id="{E1CB015E-CFA2-D7E0-50A7-9BB9DD1E1AEF}"/>
              </a:ext>
            </a:extLst>
          </p:cNvPr>
          <p:cNvSpPr>
            <a:spLocks noGrp="1"/>
          </p:cNvSpPr>
          <p:nvPr>
            <p:ph type="body" sz="quarter" idx="60" hasCustomPrompt="1"/>
          </p:nvPr>
        </p:nvSpPr>
        <p:spPr>
          <a:xfrm>
            <a:off x="2650511" y="2926216"/>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33" name="Straight Connector 32">
            <a:extLst>
              <a:ext uri="{FF2B5EF4-FFF2-40B4-BE49-F238E27FC236}">
                <a16:creationId xmlns:a16="http://schemas.microsoft.com/office/drawing/2014/main" id="{5B401615-0AF0-3928-8C44-2EC0F69B415C}"/>
              </a:ext>
            </a:extLst>
          </p:cNvPr>
          <p:cNvCxnSpPr>
            <a:cxnSpLocks noGrp="1" noRot="1" noMove="1" noResize="1" noEditPoints="1" noAdjustHandles="1" noChangeArrowheads="1" noChangeShapeType="1"/>
          </p:cNvCxnSpPr>
          <p:nvPr userDrawn="1"/>
        </p:nvCxnSpPr>
        <p:spPr>
          <a:xfrm>
            <a:off x="2650511" y="3413759"/>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AD8AE61C-A812-FFA5-20FB-CD0411F437FA}"/>
              </a:ext>
            </a:extLst>
          </p:cNvPr>
          <p:cNvSpPr>
            <a:spLocks noGrp="1" noRot="1" noMove="1" noResize="1" noEditPoints="1" noAdjustHandles="1" noChangeArrowheads="1" noChangeShapeType="1"/>
          </p:cNvSpPr>
          <p:nvPr userDrawn="1"/>
        </p:nvSpPr>
        <p:spPr>
          <a:xfrm>
            <a:off x="5004382" y="2382238"/>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solidFill>
                <a:latin typeface="+mj-lt"/>
              </a:rPr>
              <a:t>03</a:t>
            </a:r>
          </a:p>
        </p:txBody>
      </p:sp>
      <p:sp>
        <p:nvSpPr>
          <p:cNvPr id="35" name="Text Placeholder 4">
            <a:extLst>
              <a:ext uri="{FF2B5EF4-FFF2-40B4-BE49-F238E27FC236}">
                <a16:creationId xmlns:a16="http://schemas.microsoft.com/office/drawing/2014/main" id="{C21F57A9-AFCB-5F4F-8DAE-A14EF555B8F8}"/>
              </a:ext>
            </a:extLst>
          </p:cNvPr>
          <p:cNvSpPr>
            <a:spLocks noGrp="1"/>
          </p:cNvSpPr>
          <p:nvPr>
            <p:ph type="body" sz="quarter" idx="61"/>
          </p:nvPr>
        </p:nvSpPr>
        <p:spPr>
          <a:xfrm>
            <a:off x="4513179" y="3614055"/>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36" name="Text Placeholder 26">
            <a:extLst>
              <a:ext uri="{FF2B5EF4-FFF2-40B4-BE49-F238E27FC236}">
                <a16:creationId xmlns:a16="http://schemas.microsoft.com/office/drawing/2014/main" id="{22804318-5B38-9723-5642-D8FEFD7005D3}"/>
              </a:ext>
            </a:extLst>
          </p:cNvPr>
          <p:cNvSpPr>
            <a:spLocks noGrp="1"/>
          </p:cNvSpPr>
          <p:nvPr>
            <p:ph type="body" sz="quarter" idx="62" hasCustomPrompt="1"/>
          </p:nvPr>
        </p:nvSpPr>
        <p:spPr>
          <a:xfrm>
            <a:off x="4513179" y="2926216"/>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37" name="Straight Connector 36">
            <a:extLst>
              <a:ext uri="{FF2B5EF4-FFF2-40B4-BE49-F238E27FC236}">
                <a16:creationId xmlns:a16="http://schemas.microsoft.com/office/drawing/2014/main" id="{7B9AFB90-40FA-320E-7543-2B9B31F32453}"/>
              </a:ext>
            </a:extLst>
          </p:cNvPr>
          <p:cNvCxnSpPr>
            <a:cxnSpLocks noGrp="1" noRot="1" noMove="1" noResize="1" noEditPoints="1" noAdjustHandles="1" noChangeArrowheads="1" noChangeShapeType="1"/>
          </p:cNvCxnSpPr>
          <p:nvPr userDrawn="1"/>
        </p:nvCxnSpPr>
        <p:spPr>
          <a:xfrm>
            <a:off x="4513179" y="3413759"/>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53078BF-B3A2-8D6F-3550-8510ADB0534E}"/>
              </a:ext>
            </a:extLst>
          </p:cNvPr>
          <p:cNvSpPr>
            <a:spLocks noGrp="1" noRot="1" noMove="1" noResize="1" noEditPoints="1" noAdjustHandles="1" noChangeArrowheads="1" noChangeShapeType="1"/>
          </p:cNvSpPr>
          <p:nvPr userDrawn="1"/>
        </p:nvSpPr>
        <p:spPr>
          <a:xfrm>
            <a:off x="6867050" y="2382238"/>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2"/>
                </a:solidFill>
                <a:latin typeface="+mj-lt"/>
              </a:rPr>
              <a:t>04</a:t>
            </a:r>
          </a:p>
        </p:txBody>
      </p:sp>
      <p:sp>
        <p:nvSpPr>
          <p:cNvPr id="39" name="Text Placeholder 4">
            <a:extLst>
              <a:ext uri="{FF2B5EF4-FFF2-40B4-BE49-F238E27FC236}">
                <a16:creationId xmlns:a16="http://schemas.microsoft.com/office/drawing/2014/main" id="{CF198629-1D5A-06F3-6100-EB75A6546A5C}"/>
              </a:ext>
            </a:extLst>
          </p:cNvPr>
          <p:cNvSpPr>
            <a:spLocks noGrp="1"/>
          </p:cNvSpPr>
          <p:nvPr>
            <p:ph type="body" sz="quarter" idx="63"/>
          </p:nvPr>
        </p:nvSpPr>
        <p:spPr>
          <a:xfrm>
            <a:off x="6375847" y="3614055"/>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0" name="Text Placeholder 26">
            <a:extLst>
              <a:ext uri="{FF2B5EF4-FFF2-40B4-BE49-F238E27FC236}">
                <a16:creationId xmlns:a16="http://schemas.microsoft.com/office/drawing/2014/main" id="{F6EA9B8A-ABAF-999D-4691-AA6956893690}"/>
              </a:ext>
            </a:extLst>
          </p:cNvPr>
          <p:cNvSpPr>
            <a:spLocks noGrp="1"/>
          </p:cNvSpPr>
          <p:nvPr>
            <p:ph type="body" sz="quarter" idx="64" hasCustomPrompt="1"/>
          </p:nvPr>
        </p:nvSpPr>
        <p:spPr>
          <a:xfrm>
            <a:off x="6375847" y="2926216"/>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41" name="Straight Connector 40">
            <a:extLst>
              <a:ext uri="{FF2B5EF4-FFF2-40B4-BE49-F238E27FC236}">
                <a16:creationId xmlns:a16="http://schemas.microsoft.com/office/drawing/2014/main" id="{66B8B596-61E6-F75E-F039-A3ECE91B7454}"/>
              </a:ext>
            </a:extLst>
          </p:cNvPr>
          <p:cNvCxnSpPr>
            <a:cxnSpLocks noGrp="1" noRot="1" noMove="1" noResize="1" noEditPoints="1" noAdjustHandles="1" noChangeArrowheads="1" noChangeShapeType="1"/>
          </p:cNvCxnSpPr>
          <p:nvPr userDrawn="1"/>
        </p:nvCxnSpPr>
        <p:spPr>
          <a:xfrm>
            <a:off x="6375847" y="3413759"/>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5F56D7F9-A089-5221-849D-2DD25E918BE2}"/>
              </a:ext>
            </a:extLst>
          </p:cNvPr>
          <p:cNvSpPr>
            <a:spLocks noGrp="1" noRot="1" noMove="1" noResize="1" noEditPoints="1" noAdjustHandles="1" noChangeArrowheads="1" noChangeShapeType="1"/>
          </p:cNvSpPr>
          <p:nvPr userDrawn="1"/>
        </p:nvSpPr>
        <p:spPr>
          <a:xfrm>
            <a:off x="8729715" y="2382238"/>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6"/>
                </a:solidFill>
                <a:latin typeface="+mj-lt"/>
              </a:rPr>
              <a:t>05</a:t>
            </a:r>
          </a:p>
        </p:txBody>
      </p:sp>
      <p:sp>
        <p:nvSpPr>
          <p:cNvPr id="43" name="Text Placeholder 4">
            <a:extLst>
              <a:ext uri="{FF2B5EF4-FFF2-40B4-BE49-F238E27FC236}">
                <a16:creationId xmlns:a16="http://schemas.microsoft.com/office/drawing/2014/main" id="{9E6FDD9A-4DD7-97B8-E08A-B8A1F628C77E}"/>
              </a:ext>
            </a:extLst>
          </p:cNvPr>
          <p:cNvSpPr>
            <a:spLocks noGrp="1"/>
          </p:cNvSpPr>
          <p:nvPr>
            <p:ph type="body" sz="quarter" idx="65"/>
          </p:nvPr>
        </p:nvSpPr>
        <p:spPr>
          <a:xfrm>
            <a:off x="8238512" y="3614055"/>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4" name="Text Placeholder 26">
            <a:extLst>
              <a:ext uri="{FF2B5EF4-FFF2-40B4-BE49-F238E27FC236}">
                <a16:creationId xmlns:a16="http://schemas.microsoft.com/office/drawing/2014/main" id="{A93C06D6-3AEB-78C8-E5A2-6B0D6EC381A0}"/>
              </a:ext>
            </a:extLst>
          </p:cNvPr>
          <p:cNvSpPr>
            <a:spLocks noGrp="1"/>
          </p:cNvSpPr>
          <p:nvPr>
            <p:ph type="body" sz="quarter" idx="66" hasCustomPrompt="1"/>
          </p:nvPr>
        </p:nvSpPr>
        <p:spPr>
          <a:xfrm>
            <a:off x="8238512" y="2926216"/>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45" name="Straight Connector 44">
            <a:extLst>
              <a:ext uri="{FF2B5EF4-FFF2-40B4-BE49-F238E27FC236}">
                <a16:creationId xmlns:a16="http://schemas.microsoft.com/office/drawing/2014/main" id="{7A6980A7-8364-4B95-3BEA-D131F522E6FA}"/>
              </a:ext>
            </a:extLst>
          </p:cNvPr>
          <p:cNvCxnSpPr>
            <a:cxnSpLocks noGrp="1" noRot="1" noMove="1" noResize="1" noEditPoints="1" noAdjustHandles="1" noChangeArrowheads="1" noChangeShapeType="1"/>
          </p:cNvCxnSpPr>
          <p:nvPr userDrawn="1"/>
        </p:nvCxnSpPr>
        <p:spPr>
          <a:xfrm>
            <a:off x="8238512" y="3413759"/>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51421DB1-0E57-1E83-628B-51BCEE392F7D}"/>
              </a:ext>
            </a:extLst>
          </p:cNvPr>
          <p:cNvSpPr>
            <a:spLocks noGrp="1" noRot="1" noMove="1" noResize="1" noEditPoints="1" noAdjustHandles="1" noChangeArrowheads="1" noChangeShapeType="1"/>
          </p:cNvSpPr>
          <p:nvPr userDrawn="1"/>
        </p:nvSpPr>
        <p:spPr>
          <a:xfrm>
            <a:off x="10592379" y="2389153"/>
            <a:ext cx="360000" cy="360000"/>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5"/>
                </a:solidFill>
                <a:latin typeface="+mj-lt"/>
              </a:rPr>
              <a:t>06</a:t>
            </a:r>
          </a:p>
        </p:txBody>
      </p:sp>
      <p:sp>
        <p:nvSpPr>
          <p:cNvPr id="47" name="Text Placeholder 4">
            <a:extLst>
              <a:ext uri="{FF2B5EF4-FFF2-40B4-BE49-F238E27FC236}">
                <a16:creationId xmlns:a16="http://schemas.microsoft.com/office/drawing/2014/main" id="{DE9C10A4-0B4D-DC4D-2411-DC4057372EB9}"/>
              </a:ext>
            </a:extLst>
          </p:cNvPr>
          <p:cNvSpPr>
            <a:spLocks noGrp="1"/>
          </p:cNvSpPr>
          <p:nvPr>
            <p:ph type="body" sz="quarter" idx="67"/>
          </p:nvPr>
        </p:nvSpPr>
        <p:spPr>
          <a:xfrm>
            <a:off x="10101176" y="3620970"/>
            <a:ext cx="1332412" cy="2631783"/>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050">
                <a:solidFill>
                  <a:schemeClr val="bg1"/>
                </a:solidFill>
              </a:defRPr>
            </a:lvl1pPr>
            <a:lvl2pPr marL="357188" indent="-174625">
              <a:lnSpc>
                <a:spcPts val="1100"/>
              </a:lnSpc>
              <a:spcBef>
                <a:spcPts val="400"/>
              </a:spcBef>
              <a:defRPr sz="10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8" name="Text Placeholder 26">
            <a:extLst>
              <a:ext uri="{FF2B5EF4-FFF2-40B4-BE49-F238E27FC236}">
                <a16:creationId xmlns:a16="http://schemas.microsoft.com/office/drawing/2014/main" id="{36AF7524-1AFD-5DAD-398C-E388C7EE9EB6}"/>
              </a:ext>
            </a:extLst>
          </p:cNvPr>
          <p:cNvSpPr>
            <a:spLocks noGrp="1"/>
          </p:cNvSpPr>
          <p:nvPr>
            <p:ph type="body" sz="quarter" idx="68" hasCustomPrompt="1"/>
          </p:nvPr>
        </p:nvSpPr>
        <p:spPr>
          <a:xfrm>
            <a:off x="10101176" y="2933131"/>
            <a:ext cx="1331913" cy="307777"/>
          </a:xfrm>
          <a:prstGeom prst="rect">
            <a:avLst/>
          </a:prstGeom>
        </p:spPr>
        <p:txBody>
          <a:bodyPr lIns="0" tIns="0" rIns="0" bIns="0">
            <a:spAutoFit/>
          </a:bodyPr>
          <a:lstStyle>
            <a:lvl1pPr marL="0" indent="0" algn="ctr">
              <a:lnSpc>
                <a:spcPts val="1200"/>
              </a:lnSpc>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cxnSp>
        <p:nvCxnSpPr>
          <p:cNvPr id="49" name="Straight Connector 48">
            <a:extLst>
              <a:ext uri="{FF2B5EF4-FFF2-40B4-BE49-F238E27FC236}">
                <a16:creationId xmlns:a16="http://schemas.microsoft.com/office/drawing/2014/main" id="{95CA46AE-21D4-F128-D1B5-E16412209041}"/>
              </a:ext>
            </a:extLst>
          </p:cNvPr>
          <p:cNvCxnSpPr>
            <a:cxnSpLocks noGrp="1" noRot="1" noMove="1" noResize="1" noEditPoints="1" noAdjustHandles="1" noChangeArrowheads="1" noChangeShapeType="1"/>
          </p:cNvCxnSpPr>
          <p:nvPr userDrawn="1"/>
        </p:nvCxnSpPr>
        <p:spPr>
          <a:xfrm>
            <a:off x="10101176" y="3420674"/>
            <a:ext cx="1331913"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15">
            <a:extLst>
              <a:ext uri="{FF2B5EF4-FFF2-40B4-BE49-F238E27FC236}">
                <a16:creationId xmlns:a16="http://schemas.microsoft.com/office/drawing/2014/main" id="{ADF70844-2672-CC10-4E9C-B3870E1A4AE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5A7E0B6C-D89B-D80D-8EA2-B716443800B4}"/>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264112617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06 | Heading + Sub-Head + 8 x Inf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588166" y="1657885"/>
            <a:ext cx="2681145" cy="22680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378243" y="1657884"/>
            <a:ext cx="2681145" cy="226807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68320" y="1657884"/>
            <a:ext cx="2681145" cy="226807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958396" y="1657883"/>
            <a:ext cx="2681145" cy="226807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76E168F1-DE39-824E-14D0-2E8BF8630F6F}"/>
              </a:ext>
            </a:extLst>
          </p:cNvPr>
          <p:cNvSpPr>
            <a:spLocks noGrp="1" noRot="1" noMove="1" noResize="1" noEditPoints="1" noAdjustHandles="1" noChangeArrowheads="1" noChangeShapeType="1"/>
          </p:cNvSpPr>
          <p:nvPr userDrawn="1"/>
        </p:nvSpPr>
        <p:spPr>
          <a:xfrm>
            <a:off x="588166" y="4177358"/>
            <a:ext cx="2681145" cy="22680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2D4B2CEA-3461-4B11-8313-BC47D2B4B5D9}"/>
              </a:ext>
            </a:extLst>
          </p:cNvPr>
          <p:cNvSpPr>
            <a:spLocks noGrp="1" noRot="1" noMove="1" noResize="1" noEditPoints="1" noAdjustHandles="1" noChangeArrowheads="1" noChangeShapeType="1"/>
          </p:cNvSpPr>
          <p:nvPr userDrawn="1"/>
        </p:nvSpPr>
        <p:spPr>
          <a:xfrm>
            <a:off x="3378243" y="4177357"/>
            <a:ext cx="2681145" cy="226807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BDD48E65-096A-CBE6-F31A-797E44DB733D}"/>
              </a:ext>
            </a:extLst>
          </p:cNvPr>
          <p:cNvSpPr>
            <a:spLocks noGrp="1" noRot="1" noMove="1" noResize="1" noEditPoints="1" noAdjustHandles="1" noChangeArrowheads="1" noChangeShapeType="1"/>
          </p:cNvSpPr>
          <p:nvPr userDrawn="1"/>
        </p:nvSpPr>
        <p:spPr>
          <a:xfrm>
            <a:off x="6168320" y="4177357"/>
            <a:ext cx="2681145" cy="2268071"/>
          </a:xfrm>
          <a:prstGeom prst="rect">
            <a:avLst/>
          </a:prstGeom>
          <a:solidFill>
            <a:srgbClr val="85C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756E3BF4-1F1F-655C-8948-7908A0767134}"/>
              </a:ext>
            </a:extLst>
          </p:cNvPr>
          <p:cNvSpPr>
            <a:spLocks noGrp="1" noRot="1" noMove="1" noResize="1" noEditPoints="1" noAdjustHandles="1" noChangeArrowheads="1" noChangeShapeType="1"/>
          </p:cNvSpPr>
          <p:nvPr userDrawn="1"/>
        </p:nvSpPr>
        <p:spPr>
          <a:xfrm>
            <a:off x="8958396" y="4177356"/>
            <a:ext cx="2681145" cy="2268071"/>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Oval 20">
            <a:extLst>
              <a:ext uri="{FF2B5EF4-FFF2-40B4-BE49-F238E27FC236}">
                <a16:creationId xmlns:a16="http://schemas.microsoft.com/office/drawing/2014/main" id="{6C122693-A04F-434B-8C26-0C8F469D5B07}"/>
              </a:ext>
            </a:extLst>
          </p:cNvPr>
          <p:cNvSpPr>
            <a:spLocks noGrp="1" noRot="1" noMove="1" noResize="1" noEditPoints="1" noAdjustHandles="1" noChangeArrowheads="1" noChangeShapeType="1"/>
          </p:cNvSpPr>
          <p:nvPr userDrawn="1"/>
        </p:nvSpPr>
        <p:spPr>
          <a:xfrm>
            <a:off x="1723855" y="1467103"/>
            <a:ext cx="409767" cy="409767"/>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tx2"/>
                </a:solidFill>
                <a:latin typeface="+mj-lt"/>
              </a:rPr>
              <a:t>01</a:t>
            </a:r>
          </a:p>
        </p:txBody>
      </p:sp>
      <p:sp>
        <p:nvSpPr>
          <p:cNvPr id="26" name="Oval 25">
            <a:extLst>
              <a:ext uri="{FF2B5EF4-FFF2-40B4-BE49-F238E27FC236}">
                <a16:creationId xmlns:a16="http://schemas.microsoft.com/office/drawing/2014/main" id="{C04D3905-7FAD-739F-0C54-F388D7742855}"/>
              </a:ext>
            </a:extLst>
          </p:cNvPr>
          <p:cNvSpPr>
            <a:spLocks noGrp="1" noRot="1" noMove="1" noResize="1" noEditPoints="1" noAdjustHandles="1" noChangeArrowheads="1" noChangeShapeType="1"/>
          </p:cNvSpPr>
          <p:nvPr userDrawn="1"/>
        </p:nvSpPr>
        <p:spPr>
          <a:xfrm>
            <a:off x="4513932" y="1467103"/>
            <a:ext cx="409767" cy="409767"/>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3"/>
                </a:solidFill>
                <a:latin typeface="+mj-lt"/>
              </a:rPr>
              <a:t>02</a:t>
            </a:r>
          </a:p>
        </p:txBody>
      </p:sp>
      <p:sp>
        <p:nvSpPr>
          <p:cNvPr id="28" name="Oval 27">
            <a:extLst>
              <a:ext uri="{FF2B5EF4-FFF2-40B4-BE49-F238E27FC236}">
                <a16:creationId xmlns:a16="http://schemas.microsoft.com/office/drawing/2014/main" id="{DE7F7145-68BA-2FC6-7F4D-766EBF34EB22}"/>
              </a:ext>
            </a:extLst>
          </p:cNvPr>
          <p:cNvSpPr>
            <a:spLocks noGrp="1" noRot="1" noMove="1" noResize="1" noEditPoints="1" noAdjustHandles="1" noChangeArrowheads="1" noChangeShapeType="1"/>
          </p:cNvSpPr>
          <p:nvPr userDrawn="1"/>
        </p:nvSpPr>
        <p:spPr>
          <a:xfrm>
            <a:off x="7304009" y="1467103"/>
            <a:ext cx="409767" cy="409767"/>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rgbClr val="37465B"/>
                </a:solidFill>
                <a:latin typeface="+mj-lt"/>
              </a:rPr>
              <a:t>03</a:t>
            </a:r>
          </a:p>
        </p:txBody>
      </p:sp>
      <p:sp>
        <p:nvSpPr>
          <p:cNvPr id="31" name="Oval 30">
            <a:extLst>
              <a:ext uri="{FF2B5EF4-FFF2-40B4-BE49-F238E27FC236}">
                <a16:creationId xmlns:a16="http://schemas.microsoft.com/office/drawing/2014/main" id="{AF85D4ED-4595-0B32-B83C-D720A2115668}"/>
              </a:ext>
            </a:extLst>
          </p:cNvPr>
          <p:cNvSpPr>
            <a:spLocks noGrp="1" noRot="1" noChangeAspect="1" noMove="1" noResize="1" noEditPoints="1" noAdjustHandles="1" noChangeArrowheads="1" noChangeShapeType="1"/>
          </p:cNvSpPr>
          <p:nvPr userDrawn="1"/>
        </p:nvSpPr>
        <p:spPr>
          <a:xfrm>
            <a:off x="10094085" y="1467103"/>
            <a:ext cx="409767" cy="409767"/>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2"/>
                </a:solidFill>
                <a:latin typeface="+mj-lt"/>
              </a:rPr>
              <a:t>04</a:t>
            </a:r>
          </a:p>
        </p:txBody>
      </p:sp>
      <p:sp>
        <p:nvSpPr>
          <p:cNvPr id="32" name="Oval 31">
            <a:extLst>
              <a:ext uri="{FF2B5EF4-FFF2-40B4-BE49-F238E27FC236}">
                <a16:creationId xmlns:a16="http://schemas.microsoft.com/office/drawing/2014/main" id="{07EE3730-FD08-9F0D-F9F8-901B54930E04}"/>
              </a:ext>
            </a:extLst>
          </p:cNvPr>
          <p:cNvSpPr>
            <a:spLocks noGrp="1" noRot="1" noMove="1" noResize="1" noEditPoints="1" noAdjustHandles="1" noChangeArrowheads="1" noChangeShapeType="1"/>
          </p:cNvSpPr>
          <p:nvPr userDrawn="1"/>
        </p:nvSpPr>
        <p:spPr>
          <a:xfrm>
            <a:off x="1723855" y="3989890"/>
            <a:ext cx="409767" cy="409767"/>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1"/>
                </a:solidFill>
                <a:latin typeface="+mj-lt"/>
              </a:rPr>
              <a:t>05</a:t>
            </a:r>
          </a:p>
        </p:txBody>
      </p:sp>
      <p:sp>
        <p:nvSpPr>
          <p:cNvPr id="33" name="Oval 32">
            <a:extLst>
              <a:ext uri="{FF2B5EF4-FFF2-40B4-BE49-F238E27FC236}">
                <a16:creationId xmlns:a16="http://schemas.microsoft.com/office/drawing/2014/main" id="{E876AEED-5C47-ACA6-F907-32E3697C8523}"/>
              </a:ext>
            </a:extLst>
          </p:cNvPr>
          <p:cNvSpPr>
            <a:spLocks noGrp="1" noRot="1" noMove="1" noResize="1" noEditPoints="1" noAdjustHandles="1" noChangeArrowheads="1" noChangeShapeType="1"/>
          </p:cNvSpPr>
          <p:nvPr userDrawn="1"/>
        </p:nvSpPr>
        <p:spPr>
          <a:xfrm>
            <a:off x="4513932" y="3989890"/>
            <a:ext cx="409767" cy="409767"/>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solidFill>
                <a:latin typeface="+mj-lt"/>
              </a:rPr>
              <a:t>06</a:t>
            </a:r>
          </a:p>
        </p:txBody>
      </p:sp>
      <p:sp>
        <p:nvSpPr>
          <p:cNvPr id="34" name="Oval 33">
            <a:extLst>
              <a:ext uri="{FF2B5EF4-FFF2-40B4-BE49-F238E27FC236}">
                <a16:creationId xmlns:a16="http://schemas.microsoft.com/office/drawing/2014/main" id="{4AAAC7A1-507C-4A41-3B45-E3F0509BEFC1}"/>
              </a:ext>
            </a:extLst>
          </p:cNvPr>
          <p:cNvSpPr>
            <a:spLocks noGrp="1" noRot="1" noMove="1" noResize="1" noEditPoints="1" noAdjustHandles="1" noChangeArrowheads="1" noChangeShapeType="1"/>
          </p:cNvSpPr>
          <p:nvPr userDrawn="1"/>
        </p:nvSpPr>
        <p:spPr>
          <a:xfrm>
            <a:off x="7304009" y="3989890"/>
            <a:ext cx="409767" cy="409767"/>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6"/>
                </a:solidFill>
                <a:latin typeface="+mj-lt"/>
              </a:rPr>
              <a:t>07</a:t>
            </a:r>
          </a:p>
        </p:txBody>
      </p:sp>
      <p:sp>
        <p:nvSpPr>
          <p:cNvPr id="35" name="Oval 34">
            <a:extLst>
              <a:ext uri="{FF2B5EF4-FFF2-40B4-BE49-F238E27FC236}">
                <a16:creationId xmlns:a16="http://schemas.microsoft.com/office/drawing/2014/main" id="{F9E7D5AF-2AB4-8C38-F4A1-3C62F1BD9528}"/>
              </a:ext>
            </a:extLst>
          </p:cNvPr>
          <p:cNvSpPr>
            <a:spLocks noGrp="1" noRot="1" noMove="1" noResize="1" noEditPoints="1" noAdjustHandles="1" noChangeArrowheads="1" noChangeShapeType="1"/>
          </p:cNvSpPr>
          <p:nvPr userDrawn="1"/>
        </p:nvSpPr>
        <p:spPr>
          <a:xfrm>
            <a:off x="10094085" y="3989890"/>
            <a:ext cx="409767" cy="409767"/>
          </a:xfrm>
          <a:prstGeom prst="ellipse">
            <a:avLst/>
          </a:prstGeom>
          <a:solidFill>
            <a:schemeClr val="bg1"/>
          </a:solidFill>
          <a:ln w="19050">
            <a:solidFill>
              <a:schemeClr val="accent4">
                <a:lumMod val="50000"/>
              </a:schemeClr>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lumMod val="50000"/>
                  </a:schemeClr>
                </a:solidFill>
                <a:latin typeface="+mj-lt"/>
              </a:rPr>
              <a:t>08</a:t>
            </a:r>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p:ph type="body" sz="quarter" idx="41" hasCustomPrompt="1"/>
          </p:nvPr>
        </p:nvSpPr>
        <p:spPr>
          <a:xfrm>
            <a:off x="866701" y="207781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9" name="Text Placeholder 38">
            <a:extLst>
              <a:ext uri="{FF2B5EF4-FFF2-40B4-BE49-F238E27FC236}">
                <a16:creationId xmlns:a16="http://schemas.microsoft.com/office/drawing/2014/main" id="{6684F912-3415-9715-3800-9CB1E78BB8D2}"/>
              </a:ext>
            </a:extLst>
          </p:cNvPr>
          <p:cNvSpPr>
            <a:spLocks noGrp="1"/>
          </p:cNvSpPr>
          <p:nvPr>
            <p:ph type="body" sz="quarter" idx="42" hasCustomPrompt="1"/>
          </p:nvPr>
        </p:nvSpPr>
        <p:spPr>
          <a:xfrm>
            <a:off x="866304" y="2570465"/>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40" name="Text Placeholder 36">
            <a:extLst>
              <a:ext uri="{FF2B5EF4-FFF2-40B4-BE49-F238E27FC236}">
                <a16:creationId xmlns:a16="http://schemas.microsoft.com/office/drawing/2014/main" id="{83C12ADB-2B40-0E9B-FE15-76F50D013A79}"/>
              </a:ext>
            </a:extLst>
          </p:cNvPr>
          <p:cNvSpPr>
            <a:spLocks noGrp="1"/>
          </p:cNvSpPr>
          <p:nvPr>
            <p:ph type="body" sz="quarter" idx="43" hasCustomPrompt="1"/>
          </p:nvPr>
        </p:nvSpPr>
        <p:spPr>
          <a:xfrm>
            <a:off x="3650960" y="207781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1" name="Text Placeholder 38">
            <a:extLst>
              <a:ext uri="{FF2B5EF4-FFF2-40B4-BE49-F238E27FC236}">
                <a16:creationId xmlns:a16="http://schemas.microsoft.com/office/drawing/2014/main" id="{CA783A19-D8B3-08A9-DD56-DF1A31ACF8B2}"/>
              </a:ext>
            </a:extLst>
          </p:cNvPr>
          <p:cNvSpPr>
            <a:spLocks noGrp="1"/>
          </p:cNvSpPr>
          <p:nvPr>
            <p:ph type="body" sz="quarter" idx="44" hasCustomPrompt="1"/>
          </p:nvPr>
        </p:nvSpPr>
        <p:spPr>
          <a:xfrm>
            <a:off x="3650563" y="2570465"/>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42" name="Text Placeholder 36">
            <a:extLst>
              <a:ext uri="{FF2B5EF4-FFF2-40B4-BE49-F238E27FC236}">
                <a16:creationId xmlns:a16="http://schemas.microsoft.com/office/drawing/2014/main" id="{5A91FA76-7D6E-2C3B-C076-6C723299DE68}"/>
              </a:ext>
            </a:extLst>
          </p:cNvPr>
          <p:cNvSpPr>
            <a:spLocks noGrp="1"/>
          </p:cNvSpPr>
          <p:nvPr>
            <p:ph type="body" sz="quarter" idx="45" hasCustomPrompt="1"/>
          </p:nvPr>
        </p:nvSpPr>
        <p:spPr>
          <a:xfrm>
            <a:off x="6444141" y="207781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3" name="Text Placeholder 38">
            <a:extLst>
              <a:ext uri="{FF2B5EF4-FFF2-40B4-BE49-F238E27FC236}">
                <a16:creationId xmlns:a16="http://schemas.microsoft.com/office/drawing/2014/main" id="{1E71703E-0E50-84FE-68AE-D861FE4EDBB7}"/>
              </a:ext>
            </a:extLst>
          </p:cNvPr>
          <p:cNvSpPr>
            <a:spLocks noGrp="1"/>
          </p:cNvSpPr>
          <p:nvPr>
            <p:ph type="body" sz="quarter" idx="46" hasCustomPrompt="1"/>
          </p:nvPr>
        </p:nvSpPr>
        <p:spPr>
          <a:xfrm>
            <a:off x="6443744" y="2570465"/>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44" name="Text Placeholder 36">
            <a:extLst>
              <a:ext uri="{FF2B5EF4-FFF2-40B4-BE49-F238E27FC236}">
                <a16:creationId xmlns:a16="http://schemas.microsoft.com/office/drawing/2014/main" id="{9E1BB8FE-E849-2294-743D-1038A1EC6871}"/>
              </a:ext>
            </a:extLst>
          </p:cNvPr>
          <p:cNvSpPr>
            <a:spLocks noGrp="1"/>
          </p:cNvSpPr>
          <p:nvPr>
            <p:ph type="body" sz="quarter" idx="47" hasCustomPrompt="1"/>
          </p:nvPr>
        </p:nvSpPr>
        <p:spPr>
          <a:xfrm>
            <a:off x="9227319" y="207781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5" name="Text Placeholder 38">
            <a:extLst>
              <a:ext uri="{FF2B5EF4-FFF2-40B4-BE49-F238E27FC236}">
                <a16:creationId xmlns:a16="http://schemas.microsoft.com/office/drawing/2014/main" id="{4DD6ADB7-9464-6934-6B47-128F67E48A3B}"/>
              </a:ext>
            </a:extLst>
          </p:cNvPr>
          <p:cNvSpPr>
            <a:spLocks noGrp="1"/>
          </p:cNvSpPr>
          <p:nvPr>
            <p:ph type="body" sz="quarter" idx="48" hasCustomPrompt="1"/>
          </p:nvPr>
        </p:nvSpPr>
        <p:spPr>
          <a:xfrm>
            <a:off x="9226922" y="2570465"/>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46" name="Text Placeholder 36">
            <a:extLst>
              <a:ext uri="{FF2B5EF4-FFF2-40B4-BE49-F238E27FC236}">
                <a16:creationId xmlns:a16="http://schemas.microsoft.com/office/drawing/2014/main" id="{76A3D5DC-DD3B-2C1E-2BA9-899A25255E82}"/>
              </a:ext>
            </a:extLst>
          </p:cNvPr>
          <p:cNvSpPr>
            <a:spLocks noGrp="1"/>
          </p:cNvSpPr>
          <p:nvPr>
            <p:ph type="body" sz="quarter" idx="49" hasCustomPrompt="1"/>
          </p:nvPr>
        </p:nvSpPr>
        <p:spPr>
          <a:xfrm>
            <a:off x="870109" y="4598814"/>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7" name="Text Placeholder 38">
            <a:extLst>
              <a:ext uri="{FF2B5EF4-FFF2-40B4-BE49-F238E27FC236}">
                <a16:creationId xmlns:a16="http://schemas.microsoft.com/office/drawing/2014/main" id="{17F208D7-9631-BD30-A4F0-4443DAE18F43}"/>
              </a:ext>
            </a:extLst>
          </p:cNvPr>
          <p:cNvSpPr>
            <a:spLocks noGrp="1"/>
          </p:cNvSpPr>
          <p:nvPr>
            <p:ph type="body" sz="quarter" idx="50" hasCustomPrompt="1"/>
          </p:nvPr>
        </p:nvSpPr>
        <p:spPr>
          <a:xfrm>
            <a:off x="869712" y="5091468"/>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48" name="Text Placeholder 36">
            <a:extLst>
              <a:ext uri="{FF2B5EF4-FFF2-40B4-BE49-F238E27FC236}">
                <a16:creationId xmlns:a16="http://schemas.microsoft.com/office/drawing/2014/main" id="{5470B633-94F6-3D09-D13A-1840A95D150F}"/>
              </a:ext>
            </a:extLst>
          </p:cNvPr>
          <p:cNvSpPr>
            <a:spLocks noGrp="1"/>
          </p:cNvSpPr>
          <p:nvPr>
            <p:ph type="body" sz="quarter" idx="51" hasCustomPrompt="1"/>
          </p:nvPr>
        </p:nvSpPr>
        <p:spPr>
          <a:xfrm>
            <a:off x="3654368" y="4598814"/>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9" name="Text Placeholder 38">
            <a:extLst>
              <a:ext uri="{FF2B5EF4-FFF2-40B4-BE49-F238E27FC236}">
                <a16:creationId xmlns:a16="http://schemas.microsoft.com/office/drawing/2014/main" id="{CD93AB44-BAF2-237C-85DA-B0E933A16941}"/>
              </a:ext>
            </a:extLst>
          </p:cNvPr>
          <p:cNvSpPr>
            <a:spLocks noGrp="1"/>
          </p:cNvSpPr>
          <p:nvPr>
            <p:ph type="body" sz="quarter" idx="52" hasCustomPrompt="1"/>
          </p:nvPr>
        </p:nvSpPr>
        <p:spPr>
          <a:xfrm>
            <a:off x="3653971" y="5091468"/>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50" name="Text Placeholder 36">
            <a:extLst>
              <a:ext uri="{FF2B5EF4-FFF2-40B4-BE49-F238E27FC236}">
                <a16:creationId xmlns:a16="http://schemas.microsoft.com/office/drawing/2014/main" id="{3E3FBC37-5CC7-E830-9FD0-97CAC91554BF}"/>
              </a:ext>
            </a:extLst>
          </p:cNvPr>
          <p:cNvSpPr>
            <a:spLocks noGrp="1"/>
          </p:cNvSpPr>
          <p:nvPr>
            <p:ph type="body" sz="quarter" idx="53" hasCustomPrompt="1"/>
          </p:nvPr>
        </p:nvSpPr>
        <p:spPr>
          <a:xfrm>
            <a:off x="6447549" y="4598814"/>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1" name="Text Placeholder 38">
            <a:extLst>
              <a:ext uri="{FF2B5EF4-FFF2-40B4-BE49-F238E27FC236}">
                <a16:creationId xmlns:a16="http://schemas.microsoft.com/office/drawing/2014/main" id="{459F5390-2E76-BC2D-85BF-E22B1122BE1D}"/>
              </a:ext>
            </a:extLst>
          </p:cNvPr>
          <p:cNvSpPr>
            <a:spLocks noGrp="1"/>
          </p:cNvSpPr>
          <p:nvPr>
            <p:ph type="body" sz="quarter" idx="54" hasCustomPrompt="1"/>
          </p:nvPr>
        </p:nvSpPr>
        <p:spPr>
          <a:xfrm>
            <a:off x="6447152" y="5091468"/>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52" name="Text Placeholder 36">
            <a:extLst>
              <a:ext uri="{FF2B5EF4-FFF2-40B4-BE49-F238E27FC236}">
                <a16:creationId xmlns:a16="http://schemas.microsoft.com/office/drawing/2014/main" id="{C45CD18C-C13F-9AE0-C9E8-9BE62C4D5142}"/>
              </a:ext>
            </a:extLst>
          </p:cNvPr>
          <p:cNvSpPr>
            <a:spLocks noGrp="1"/>
          </p:cNvSpPr>
          <p:nvPr>
            <p:ph type="body" sz="quarter" idx="55" hasCustomPrompt="1"/>
          </p:nvPr>
        </p:nvSpPr>
        <p:spPr>
          <a:xfrm>
            <a:off x="9230727" y="4598814"/>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3" name="Text Placeholder 38">
            <a:extLst>
              <a:ext uri="{FF2B5EF4-FFF2-40B4-BE49-F238E27FC236}">
                <a16:creationId xmlns:a16="http://schemas.microsoft.com/office/drawing/2014/main" id="{410D6747-D384-EFF9-6B52-C95EEC70039C}"/>
              </a:ext>
            </a:extLst>
          </p:cNvPr>
          <p:cNvSpPr>
            <a:spLocks noGrp="1"/>
          </p:cNvSpPr>
          <p:nvPr>
            <p:ph type="body" sz="quarter" idx="56" hasCustomPrompt="1"/>
          </p:nvPr>
        </p:nvSpPr>
        <p:spPr>
          <a:xfrm>
            <a:off x="9230330" y="5091468"/>
            <a:ext cx="2124868" cy="1066446"/>
          </a:xfrm>
          <a:prstGeom prst="rect">
            <a:avLst/>
          </a:prstGeom>
        </p:spPr>
        <p:txBody>
          <a:bodyPr lIns="0" tIns="0" rIns="0" bIns="0">
            <a:no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Tree>
    <p:extLst>
      <p:ext uri="{BB962C8B-B14F-4D97-AF65-F5344CB8AC3E}">
        <p14:creationId xmlns:p14="http://schemas.microsoft.com/office/powerpoint/2010/main" val="579972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06 | 2 Heading + Sub-Head + 8 x Bullet Info">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56E3BF4-1F1F-655C-8948-7908A0767134}"/>
              </a:ext>
            </a:extLst>
          </p:cNvPr>
          <p:cNvSpPr>
            <a:spLocks noGrp="1" noRot="1" noMove="1" noResize="1" noEditPoints="1" noAdjustHandles="1" noChangeArrowheads="1" noChangeShapeType="1"/>
          </p:cNvSpPr>
          <p:nvPr userDrawn="1"/>
        </p:nvSpPr>
        <p:spPr>
          <a:xfrm>
            <a:off x="8958396" y="4177356"/>
            <a:ext cx="2681145" cy="2268071"/>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588166" y="1657885"/>
            <a:ext cx="2681145" cy="226807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378243" y="1657884"/>
            <a:ext cx="2681145" cy="226807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68320" y="1657884"/>
            <a:ext cx="2681145" cy="226807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958396" y="1657883"/>
            <a:ext cx="2681145" cy="226807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76E168F1-DE39-824E-14D0-2E8BF8630F6F}"/>
              </a:ext>
            </a:extLst>
          </p:cNvPr>
          <p:cNvSpPr>
            <a:spLocks noGrp="1" noRot="1" noMove="1" noResize="1" noEditPoints="1" noAdjustHandles="1" noChangeArrowheads="1" noChangeShapeType="1"/>
          </p:cNvSpPr>
          <p:nvPr userDrawn="1"/>
        </p:nvSpPr>
        <p:spPr>
          <a:xfrm>
            <a:off x="588166" y="4177358"/>
            <a:ext cx="2681145" cy="226807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2D4B2CEA-3461-4B11-8313-BC47D2B4B5D9}"/>
              </a:ext>
            </a:extLst>
          </p:cNvPr>
          <p:cNvSpPr>
            <a:spLocks noGrp="1" noRot="1" noMove="1" noResize="1" noEditPoints="1" noAdjustHandles="1" noChangeArrowheads="1" noChangeShapeType="1"/>
          </p:cNvSpPr>
          <p:nvPr userDrawn="1"/>
        </p:nvSpPr>
        <p:spPr>
          <a:xfrm>
            <a:off x="3378243" y="4177357"/>
            <a:ext cx="2681145" cy="226807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BDD48E65-096A-CBE6-F31A-797E44DB733D}"/>
              </a:ext>
            </a:extLst>
          </p:cNvPr>
          <p:cNvSpPr>
            <a:spLocks noGrp="1" noRot="1" noMove="1" noResize="1" noEditPoints="1" noAdjustHandles="1" noChangeArrowheads="1" noChangeShapeType="1"/>
          </p:cNvSpPr>
          <p:nvPr userDrawn="1"/>
        </p:nvSpPr>
        <p:spPr>
          <a:xfrm>
            <a:off x="6168320" y="4177357"/>
            <a:ext cx="2681145" cy="2268071"/>
          </a:xfrm>
          <a:prstGeom prst="rect">
            <a:avLst/>
          </a:prstGeom>
          <a:solidFill>
            <a:srgbClr val="85C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Oval 20">
            <a:extLst>
              <a:ext uri="{FF2B5EF4-FFF2-40B4-BE49-F238E27FC236}">
                <a16:creationId xmlns:a16="http://schemas.microsoft.com/office/drawing/2014/main" id="{6C122693-A04F-434B-8C26-0C8F469D5B07}"/>
              </a:ext>
            </a:extLst>
          </p:cNvPr>
          <p:cNvSpPr>
            <a:spLocks noGrp="1" noRot="1" noMove="1" noResize="1" noEditPoints="1" noAdjustHandles="1" noChangeArrowheads="1" noChangeShapeType="1"/>
          </p:cNvSpPr>
          <p:nvPr userDrawn="1"/>
        </p:nvSpPr>
        <p:spPr>
          <a:xfrm>
            <a:off x="840210" y="1467103"/>
            <a:ext cx="409767" cy="409767"/>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tx2"/>
                </a:solidFill>
                <a:latin typeface="+mj-lt"/>
              </a:rPr>
              <a:t>01</a:t>
            </a:r>
          </a:p>
        </p:txBody>
      </p:sp>
      <p:sp>
        <p:nvSpPr>
          <p:cNvPr id="26" name="Oval 25">
            <a:extLst>
              <a:ext uri="{FF2B5EF4-FFF2-40B4-BE49-F238E27FC236}">
                <a16:creationId xmlns:a16="http://schemas.microsoft.com/office/drawing/2014/main" id="{C04D3905-7FAD-739F-0C54-F388D7742855}"/>
              </a:ext>
            </a:extLst>
          </p:cNvPr>
          <p:cNvSpPr>
            <a:spLocks noGrp="1" noRot="1" noMove="1" noResize="1" noEditPoints="1" noAdjustHandles="1" noChangeArrowheads="1" noChangeShapeType="1"/>
          </p:cNvSpPr>
          <p:nvPr userDrawn="1"/>
        </p:nvSpPr>
        <p:spPr>
          <a:xfrm>
            <a:off x="3630287" y="1467103"/>
            <a:ext cx="409767" cy="409767"/>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3"/>
                </a:solidFill>
                <a:latin typeface="+mj-lt"/>
              </a:rPr>
              <a:t>02</a:t>
            </a:r>
          </a:p>
        </p:txBody>
      </p:sp>
      <p:sp>
        <p:nvSpPr>
          <p:cNvPr id="28" name="Oval 27">
            <a:extLst>
              <a:ext uri="{FF2B5EF4-FFF2-40B4-BE49-F238E27FC236}">
                <a16:creationId xmlns:a16="http://schemas.microsoft.com/office/drawing/2014/main" id="{DE7F7145-68BA-2FC6-7F4D-766EBF34EB22}"/>
              </a:ext>
            </a:extLst>
          </p:cNvPr>
          <p:cNvSpPr>
            <a:spLocks noGrp="1" noRot="1" noMove="1" noResize="1" noEditPoints="1" noAdjustHandles="1" noChangeArrowheads="1" noChangeShapeType="1"/>
          </p:cNvSpPr>
          <p:nvPr userDrawn="1"/>
        </p:nvSpPr>
        <p:spPr>
          <a:xfrm>
            <a:off x="6420364" y="1467103"/>
            <a:ext cx="409767" cy="409767"/>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rgbClr val="37465B"/>
                </a:solidFill>
                <a:latin typeface="+mj-lt"/>
              </a:rPr>
              <a:t>03</a:t>
            </a:r>
          </a:p>
        </p:txBody>
      </p:sp>
      <p:sp>
        <p:nvSpPr>
          <p:cNvPr id="31" name="Oval 30">
            <a:extLst>
              <a:ext uri="{FF2B5EF4-FFF2-40B4-BE49-F238E27FC236}">
                <a16:creationId xmlns:a16="http://schemas.microsoft.com/office/drawing/2014/main" id="{AF85D4ED-4595-0B32-B83C-D720A2115668}"/>
              </a:ext>
            </a:extLst>
          </p:cNvPr>
          <p:cNvSpPr>
            <a:spLocks noGrp="1" noRot="1" noChangeAspect="1" noMove="1" noResize="1" noEditPoints="1" noAdjustHandles="1" noChangeArrowheads="1" noChangeShapeType="1"/>
          </p:cNvSpPr>
          <p:nvPr userDrawn="1"/>
        </p:nvSpPr>
        <p:spPr>
          <a:xfrm>
            <a:off x="9210440" y="1467103"/>
            <a:ext cx="409767" cy="409767"/>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2"/>
                </a:solidFill>
                <a:latin typeface="+mj-lt"/>
              </a:rPr>
              <a:t>04</a:t>
            </a:r>
          </a:p>
        </p:txBody>
      </p:sp>
      <p:sp>
        <p:nvSpPr>
          <p:cNvPr id="32" name="Oval 31">
            <a:extLst>
              <a:ext uri="{FF2B5EF4-FFF2-40B4-BE49-F238E27FC236}">
                <a16:creationId xmlns:a16="http://schemas.microsoft.com/office/drawing/2014/main" id="{07EE3730-FD08-9F0D-F9F8-901B54930E04}"/>
              </a:ext>
            </a:extLst>
          </p:cNvPr>
          <p:cNvSpPr>
            <a:spLocks noGrp="1" noRot="1" noMove="1" noResize="1" noEditPoints="1" noAdjustHandles="1" noChangeArrowheads="1" noChangeShapeType="1"/>
          </p:cNvSpPr>
          <p:nvPr userDrawn="1"/>
        </p:nvSpPr>
        <p:spPr>
          <a:xfrm>
            <a:off x="840210" y="3989890"/>
            <a:ext cx="409767" cy="409767"/>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1"/>
                </a:solidFill>
                <a:latin typeface="+mj-lt"/>
              </a:rPr>
              <a:t>05</a:t>
            </a:r>
          </a:p>
        </p:txBody>
      </p:sp>
      <p:sp>
        <p:nvSpPr>
          <p:cNvPr id="33" name="Oval 32">
            <a:extLst>
              <a:ext uri="{FF2B5EF4-FFF2-40B4-BE49-F238E27FC236}">
                <a16:creationId xmlns:a16="http://schemas.microsoft.com/office/drawing/2014/main" id="{E876AEED-5C47-ACA6-F907-32E3697C8523}"/>
              </a:ext>
            </a:extLst>
          </p:cNvPr>
          <p:cNvSpPr>
            <a:spLocks noGrp="1" noRot="1" noMove="1" noResize="1" noEditPoints="1" noAdjustHandles="1" noChangeArrowheads="1" noChangeShapeType="1"/>
          </p:cNvSpPr>
          <p:nvPr userDrawn="1"/>
        </p:nvSpPr>
        <p:spPr>
          <a:xfrm>
            <a:off x="3630287" y="3989890"/>
            <a:ext cx="409767" cy="409767"/>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solidFill>
                <a:latin typeface="+mj-lt"/>
              </a:rPr>
              <a:t>06</a:t>
            </a:r>
          </a:p>
        </p:txBody>
      </p:sp>
      <p:sp>
        <p:nvSpPr>
          <p:cNvPr id="34" name="Oval 33">
            <a:extLst>
              <a:ext uri="{FF2B5EF4-FFF2-40B4-BE49-F238E27FC236}">
                <a16:creationId xmlns:a16="http://schemas.microsoft.com/office/drawing/2014/main" id="{4AAAC7A1-507C-4A41-3B45-E3F0509BEFC1}"/>
              </a:ext>
            </a:extLst>
          </p:cNvPr>
          <p:cNvSpPr>
            <a:spLocks noGrp="1" noRot="1" noMove="1" noResize="1" noEditPoints="1" noAdjustHandles="1" noChangeArrowheads="1" noChangeShapeType="1"/>
          </p:cNvSpPr>
          <p:nvPr userDrawn="1"/>
        </p:nvSpPr>
        <p:spPr>
          <a:xfrm>
            <a:off x="6420364" y="3989890"/>
            <a:ext cx="409767" cy="409767"/>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6"/>
                </a:solidFill>
                <a:latin typeface="+mj-lt"/>
              </a:rPr>
              <a:t>07</a:t>
            </a:r>
          </a:p>
        </p:txBody>
      </p:sp>
      <p:sp>
        <p:nvSpPr>
          <p:cNvPr id="35" name="Oval 34">
            <a:extLst>
              <a:ext uri="{FF2B5EF4-FFF2-40B4-BE49-F238E27FC236}">
                <a16:creationId xmlns:a16="http://schemas.microsoft.com/office/drawing/2014/main" id="{F9E7D5AF-2AB4-8C38-F4A1-3C62F1BD9528}"/>
              </a:ext>
            </a:extLst>
          </p:cNvPr>
          <p:cNvSpPr>
            <a:spLocks noGrp="1" noRot="1" noMove="1" noResize="1" noEditPoints="1" noAdjustHandles="1" noChangeArrowheads="1" noChangeShapeType="1"/>
          </p:cNvSpPr>
          <p:nvPr userDrawn="1"/>
        </p:nvSpPr>
        <p:spPr>
          <a:xfrm>
            <a:off x="9210440" y="3989890"/>
            <a:ext cx="409767" cy="409767"/>
          </a:xfrm>
          <a:prstGeom prst="ellipse">
            <a:avLst/>
          </a:prstGeom>
          <a:solidFill>
            <a:schemeClr val="bg1"/>
          </a:solidFill>
          <a:ln w="19050">
            <a:solidFill>
              <a:schemeClr val="accent4">
                <a:lumMod val="50000"/>
              </a:schemeClr>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lumMod val="50000"/>
                  </a:schemeClr>
                </a:solidFill>
                <a:latin typeface="+mj-lt"/>
              </a:rPr>
              <a:t>08</a:t>
            </a:r>
          </a:p>
        </p:txBody>
      </p:sp>
      <p:sp>
        <p:nvSpPr>
          <p:cNvPr id="24" name="Text Placeholder 5">
            <a:extLst>
              <a:ext uri="{FF2B5EF4-FFF2-40B4-BE49-F238E27FC236}">
                <a16:creationId xmlns:a16="http://schemas.microsoft.com/office/drawing/2014/main" id="{9B7B49CB-A91F-C199-81F7-37AE9C7AA207}"/>
              </a:ext>
            </a:extLst>
          </p:cNvPr>
          <p:cNvSpPr>
            <a:spLocks noGrp="1"/>
          </p:cNvSpPr>
          <p:nvPr>
            <p:ph type="body" sz="quarter" idx="64" hasCustomPrompt="1"/>
          </p:nvPr>
        </p:nvSpPr>
        <p:spPr>
          <a:xfrm>
            <a:off x="9230404" y="5056581"/>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25" name="Text Placeholder 36">
            <a:extLst>
              <a:ext uri="{FF2B5EF4-FFF2-40B4-BE49-F238E27FC236}">
                <a16:creationId xmlns:a16="http://schemas.microsoft.com/office/drawing/2014/main" id="{9F920D3A-D52D-C13A-E437-2ABB0AD15F4D}"/>
              </a:ext>
            </a:extLst>
          </p:cNvPr>
          <p:cNvSpPr>
            <a:spLocks noGrp="1"/>
          </p:cNvSpPr>
          <p:nvPr>
            <p:ph type="body" sz="quarter" idx="65" hasCustomPrompt="1"/>
          </p:nvPr>
        </p:nvSpPr>
        <p:spPr>
          <a:xfrm>
            <a:off x="9230330" y="4598814"/>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6" name="Text Placeholder 5">
            <a:extLst>
              <a:ext uri="{FF2B5EF4-FFF2-40B4-BE49-F238E27FC236}">
                <a16:creationId xmlns:a16="http://schemas.microsoft.com/office/drawing/2014/main" id="{2070A866-C6E3-3F6A-6FC3-2CFA43542AA3}"/>
              </a:ext>
            </a:extLst>
          </p:cNvPr>
          <p:cNvSpPr>
            <a:spLocks noGrp="1"/>
          </p:cNvSpPr>
          <p:nvPr>
            <p:ph type="body" sz="quarter" idx="57" hasCustomPrompt="1"/>
          </p:nvPr>
        </p:nvSpPr>
        <p:spPr>
          <a:xfrm>
            <a:off x="866775" y="2500742"/>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p:ph type="body" sz="quarter" idx="41" hasCustomPrompt="1"/>
          </p:nvPr>
        </p:nvSpPr>
        <p:spPr>
          <a:xfrm>
            <a:off x="866701" y="2042975"/>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9" name="Text Placeholder 5">
            <a:extLst>
              <a:ext uri="{FF2B5EF4-FFF2-40B4-BE49-F238E27FC236}">
                <a16:creationId xmlns:a16="http://schemas.microsoft.com/office/drawing/2014/main" id="{428FC771-386C-E631-4124-AE06BF95167E}"/>
              </a:ext>
            </a:extLst>
          </p:cNvPr>
          <p:cNvSpPr>
            <a:spLocks noGrp="1"/>
          </p:cNvSpPr>
          <p:nvPr>
            <p:ph type="body" sz="quarter" idx="58" hasCustomPrompt="1"/>
          </p:nvPr>
        </p:nvSpPr>
        <p:spPr>
          <a:xfrm>
            <a:off x="3654045" y="2504702"/>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8" name="Text Placeholder 36">
            <a:extLst>
              <a:ext uri="{FF2B5EF4-FFF2-40B4-BE49-F238E27FC236}">
                <a16:creationId xmlns:a16="http://schemas.microsoft.com/office/drawing/2014/main" id="{DA417A29-9B55-B906-81B7-B15FBD6D66BE}"/>
              </a:ext>
            </a:extLst>
          </p:cNvPr>
          <p:cNvSpPr>
            <a:spLocks noGrp="1"/>
          </p:cNvSpPr>
          <p:nvPr>
            <p:ph type="body" sz="quarter" idx="59" hasCustomPrompt="1"/>
          </p:nvPr>
        </p:nvSpPr>
        <p:spPr>
          <a:xfrm>
            <a:off x="3653971" y="2046935"/>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9" name="Text Placeholder 5">
            <a:extLst>
              <a:ext uri="{FF2B5EF4-FFF2-40B4-BE49-F238E27FC236}">
                <a16:creationId xmlns:a16="http://schemas.microsoft.com/office/drawing/2014/main" id="{D6366710-B207-7C7D-BCCD-98EBF75BEC51}"/>
              </a:ext>
            </a:extLst>
          </p:cNvPr>
          <p:cNvSpPr>
            <a:spLocks noGrp="1"/>
          </p:cNvSpPr>
          <p:nvPr>
            <p:ph type="body" sz="quarter" idx="60" hasCustomPrompt="1"/>
          </p:nvPr>
        </p:nvSpPr>
        <p:spPr>
          <a:xfrm>
            <a:off x="6447623" y="2504702"/>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20" name="Text Placeholder 36">
            <a:extLst>
              <a:ext uri="{FF2B5EF4-FFF2-40B4-BE49-F238E27FC236}">
                <a16:creationId xmlns:a16="http://schemas.microsoft.com/office/drawing/2014/main" id="{26F4FAD1-CC85-4DE9-4E49-4A23391EF8D9}"/>
              </a:ext>
            </a:extLst>
          </p:cNvPr>
          <p:cNvSpPr>
            <a:spLocks noGrp="1"/>
          </p:cNvSpPr>
          <p:nvPr>
            <p:ph type="body" sz="quarter" idx="61" hasCustomPrompt="1"/>
          </p:nvPr>
        </p:nvSpPr>
        <p:spPr>
          <a:xfrm>
            <a:off x="6447549" y="2046935"/>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2" name="Text Placeholder 5">
            <a:extLst>
              <a:ext uri="{FF2B5EF4-FFF2-40B4-BE49-F238E27FC236}">
                <a16:creationId xmlns:a16="http://schemas.microsoft.com/office/drawing/2014/main" id="{21C6FE0B-2F94-C862-E46E-0AE155729721}"/>
              </a:ext>
            </a:extLst>
          </p:cNvPr>
          <p:cNvSpPr>
            <a:spLocks noGrp="1"/>
          </p:cNvSpPr>
          <p:nvPr>
            <p:ph type="body" sz="quarter" idx="62" hasCustomPrompt="1"/>
          </p:nvPr>
        </p:nvSpPr>
        <p:spPr>
          <a:xfrm>
            <a:off x="9230404" y="2504702"/>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23" name="Text Placeholder 36">
            <a:extLst>
              <a:ext uri="{FF2B5EF4-FFF2-40B4-BE49-F238E27FC236}">
                <a16:creationId xmlns:a16="http://schemas.microsoft.com/office/drawing/2014/main" id="{3AF4AB1B-E980-44FC-3A16-BCE719F259E3}"/>
              </a:ext>
            </a:extLst>
          </p:cNvPr>
          <p:cNvSpPr>
            <a:spLocks noGrp="1"/>
          </p:cNvSpPr>
          <p:nvPr>
            <p:ph type="body" sz="quarter" idx="63" hasCustomPrompt="1"/>
          </p:nvPr>
        </p:nvSpPr>
        <p:spPr>
          <a:xfrm>
            <a:off x="9230330" y="2046935"/>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0" name="Text Placeholder 5">
            <a:extLst>
              <a:ext uri="{FF2B5EF4-FFF2-40B4-BE49-F238E27FC236}">
                <a16:creationId xmlns:a16="http://schemas.microsoft.com/office/drawing/2014/main" id="{97FCBFAF-55A7-8528-774E-0ADD1449F71C}"/>
              </a:ext>
            </a:extLst>
          </p:cNvPr>
          <p:cNvSpPr>
            <a:spLocks noGrp="1"/>
          </p:cNvSpPr>
          <p:nvPr>
            <p:ph type="body" sz="quarter" idx="66" hasCustomPrompt="1"/>
          </p:nvPr>
        </p:nvSpPr>
        <p:spPr>
          <a:xfrm>
            <a:off x="6447623" y="5056581"/>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36" name="Text Placeholder 36">
            <a:extLst>
              <a:ext uri="{FF2B5EF4-FFF2-40B4-BE49-F238E27FC236}">
                <a16:creationId xmlns:a16="http://schemas.microsoft.com/office/drawing/2014/main" id="{9448E4C6-505B-3A79-6B0F-DF3209E976D5}"/>
              </a:ext>
            </a:extLst>
          </p:cNvPr>
          <p:cNvSpPr>
            <a:spLocks noGrp="1"/>
          </p:cNvSpPr>
          <p:nvPr>
            <p:ph type="body" sz="quarter" idx="67" hasCustomPrompt="1"/>
          </p:nvPr>
        </p:nvSpPr>
        <p:spPr>
          <a:xfrm>
            <a:off x="6447549" y="4598814"/>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8" name="Text Placeholder 5">
            <a:extLst>
              <a:ext uri="{FF2B5EF4-FFF2-40B4-BE49-F238E27FC236}">
                <a16:creationId xmlns:a16="http://schemas.microsoft.com/office/drawing/2014/main" id="{93638F22-39D7-0F07-227C-80D6F014A6FD}"/>
              </a:ext>
            </a:extLst>
          </p:cNvPr>
          <p:cNvSpPr>
            <a:spLocks noGrp="1"/>
          </p:cNvSpPr>
          <p:nvPr>
            <p:ph type="body" sz="quarter" idx="68" hasCustomPrompt="1"/>
          </p:nvPr>
        </p:nvSpPr>
        <p:spPr>
          <a:xfrm>
            <a:off x="3648212" y="5056581"/>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54" name="Text Placeholder 36">
            <a:extLst>
              <a:ext uri="{FF2B5EF4-FFF2-40B4-BE49-F238E27FC236}">
                <a16:creationId xmlns:a16="http://schemas.microsoft.com/office/drawing/2014/main" id="{E4DE1562-72C3-DB31-0A86-39521E5B894E}"/>
              </a:ext>
            </a:extLst>
          </p:cNvPr>
          <p:cNvSpPr>
            <a:spLocks noGrp="1"/>
          </p:cNvSpPr>
          <p:nvPr>
            <p:ph type="body" sz="quarter" idx="69" hasCustomPrompt="1"/>
          </p:nvPr>
        </p:nvSpPr>
        <p:spPr>
          <a:xfrm>
            <a:off x="3648138" y="4598814"/>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5" name="Text Placeholder 5">
            <a:extLst>
              <a:ext uri="{FF2B5EF4-FFF2-40B4-BE49-F238E27FC236}">
                <a16:creationId xmlns:a16="http://schemas.microsoft.com/office/drawing/2014/main" id="{585C65C5-18CA-4A95-6CC1-BA488FD4045A}"/>
              </a:ext>
            </a:extLst>
          </p:cNvPr>
          <p:cNvSpPr>
            <a:spLocks noGrp="1"/>
          </p:cNvSpPr>
          <p:nvPr>
            <p:ph type="body" sz="quarter" idx="70" hasCustomPrompt="1"/>
          </p:nvPr>
        </p:nvSpPr>
        <p:spPr>
          <a:xfrm>
            <a:off x="866775" y="5056581"/>
            <a:ext cx="2124075" cy="1245919"/>
          </a:xfrm>
          <a:prstGeom prst="rect">
            <a:avLst/>
          </a:prstGeom>
        </p:spPr>
        <p:txBody>
          <a:bodyPr lIns="0" tIns="0" rIns="0" bIns="0">
            <a:spAutoFit/>
          </a:bodyPr>
          <a:lstStyle>
            <a:lvl1pPr marL="182563" indent="-182563" algn="l">
              <a:lnSpc>
                <a:spcPts val="1100"/>
              </a:lnSpc>
              <a:spcBef>
                <a:spcPts val="400"/>
              </a:spcBef>
              <a:defRPr sz="1000">
                <a:solidFill>
                  <a:schemeClr val="bg1"/>
                </a:solidFill>
              </a:defRPr>
            </a:lvl1pPr>
            <a:lvl2pPr algn="l">
              <a:defRPr sz="1100"/>
            </a:lvl2pPr>
            <a:lvl3pPr algn="l">
              <a:defRPr sz="1100"/>
            </a:lvl3pPr>
            <a:lvl4pPr algn="l">
              <a:defRPr sz="1100"/>
            </a:lvl4pPr>
            <a:lvl5pPr algn="l">
              <a:defRPr sz="1100"/>
            </a:lvl5p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56" name="Text Placeholder 36">
            <a:extLst>
              <a:ext uri="{FF2B5EF4-FFF2-40B4-BE49-F238E27FC236}">
                <a16:creationId xmlns:a16="http://schemas.microsoft.com/office/drawing/2014/main" id="{9519F0C0-4385-2AD0-2F29-0040DC94D8CB}"/>
              </a:ext>
            </a:extLst>
          </p:cNvPr>
          <p:cNvSpPr>
            <a:spLocks noGrp="1"/>
          </p:cNvSpPr>
          <p:nvPr>
            <p:ph type="body" sz="quarter" idx="71" hasCustomPrompt="1"/>
          </p:nvPr>
        </p:nvSpPr>
        <p:spPr>
          <a:xfrm>
            <a:off x="866701" y="4598814"/>
            <a:ext cx="2124075" cy="304699"/>
          </a:xfrm>
          <a:prstGeom prst="rect">
            <a:avLst/>
          </a:prstGeom>
        </p:spPr>
        <p:txBody>
          <a:bodyPr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Tree>
    <p:extLst>
      <p:ext uri="{BB962C8B-B14F-4D97-AF65-F5344CB8AC3E}">
        <p14:creationId xmlns:p14="http://schemas.microsoft.com/office/powerpoint/2010/main" val="297734394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P06 | Heading + Sub-Head + Intro + 8 x Inf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588166" y="2435553"/>
            <a:ext cx="2681145" cy="18429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378243" y="2435552"/>
            <a:ext cx="2681145" cy="18429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68320" y="2435552"/>
            <a:ext cx="2681145" cy="184297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958396" y="2435551"/>
            <a:ext cx="2681145" cy="18429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76E168F1-DE39-824E-14D0-2E8BF8630F6F}"/>
              </a:ext>
            </a:extLst>
          </p:cNvPr>
          <p:cNvSpPr>
            <a:spLocks noGrp="1" noRot="1" noMove="1" noResize="1" noEditPoints="1" noAdjustHandles="1" noChangeArrowheads="1" noChangeShapeType="1"/>
          </p:cNvSpPr>
          <p:nvPr userDrawn="1"/>
        </p:nvSpPr>
        <p:spPr>
          <a:xfrm>
            <a:off x="588166" y="4602454"/>
            <a:ext cx="2681145" cy="18429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2D4B2CEA-3461-4B11-8313-BC47D2B4B5D9}"/>
              </a:ext>
            </a:extLst>
          </p:cNvPr>
          <p:cNvSpPr>
            <a:spLocks noGrp="1" noRot="1" noMove="1" noResize="1" noEditPoints="1" noAdjustHandles="1" noChangeArrowheads="1" noChangeShapeType="1"/>
          </p:cNvSpPr>
          <p:nvPr userDrawn="1"/>
        </p:nvSpPr>
        <p:spPr>
          <a:xfrm>
            <a:off x="3378243" y="4602453"/>
            <a:ext cx="2681145" cy="18429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BDD48E65-096A-CBE6-F31A-797E44DB733D}"/>
              </a:ext>
            </a:extLst>
          </p:cNvPr>
          <p:cNvSpPr>
            <a:spLocks noGrp="1" noRot="1" noMove="1" noResize="1" noEditPoints="1" noAdjustHandles="1" noChangeArrowheads="1" noChangeShapeType="1"/>
          </p:cNvSpPr>
          <p:nvPr userDrawn="1"/>
        </p:nvSpPr>
        <p:spPr>
          <a:xfrm>
            <a:off x="6168320" y="4602453"/>
            <a:ext cx="2681145" cy="1842975"/>
          </a:xfrm>
          <a:prstGeom prst="rect">
            <a:avLst/>
          </a:prstGeom>
          <a:solidFill>
            <a:srgbClr val="85C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756E3BF4-1F1F-655C-8948-7908A0767134}"/>
              </a:ext>
            </a:extLst>
          </p:cNvPr>
          <p:cNvSpPr>
            <a:spLocks noGrp="1" noRot="1" noMove="1" noResize="1" noEditPoints="1" noAdjustHandles="1" noChangeArrowheads="1" noChangeShapeType="1"/>
          </p:cNvSpPr>
          <p:nvPr userDrawn="1"/>
        </p:nvSpPr>
        <p:spPr>
          <a:xfrm>
            <a:off x="8958396" y="4602452"/>
            <a:ext cx="2681145" cy="184297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Oval 20">
            <a:extLst>
              <a:ext uri="{FF2B5EF4-FFF2-40B4-BE49-F238E27FC236}">
                <a16:creationId xmlns:a16="http://schemas.microsoft.com/office/drawing/2014/main" id="{6C122693-A04F-434B-8C26-0C8F469D5B07}"/>
              </a:ext>
            </a:extLst>
          </p:cNvPr>
          <p:cNvSpPr>
            <a:spLocks noGrp="1" noRot="1" noChangeAspect="1" noMove="1" noResize="1" noEditPoints="1" noAdjustHandles="1" noChangeArrowheads="1" noChangeShapeType="1"/>
          </p:cNvSpPr>
          <p:nvPr userDrawn="1"/>
        </p:nvSpPr>
        <p:spPr>
          <a:xfrm>
            <a:off x="1723855" y="2255847"/>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tx2"/>
                </a:solidFill>
                <a:latin typeface="+mj-lt"/>
              </a:rPr>
              <a:t>01</a:t>
            </a:r>
          </a:p>
        </p:txBody>
      </p:sp>
      <p:sp>
        <p:nvSpPr>
          <p:cNvPr id="26" name="Oval 25">
            <a:extLst>
              <a:ext uri="{FF2B5EF4-FFF2-40B4-BE49-F238E27FC236}">
                <a16:creationId xmlns:a16="http://schemas.microsoft.com/office/drawing/2014/main" id="{C04D3905-7FAD-739F-0C54-F388D7742855}"/>
              </a:ext>
            </a:extLst>
          </p:cNvPr>
          <p:cNvSpPr>
            <a:spLocks noGrp="1" noRot="1" noChangeAspect="1" noMove="1" noResize="1" noEditPoints="1" noAdjustHandles="1" noChangeArrowheads="1" noChangeShapeType="1"/>
          </p:cNvSpPr>
          <p:nvPr userDrawn="1"/>
        </p:nvSpPr>
        <p:spPr>
          <a:xfrm>
            <a:off x="4513932" y="2255847"/>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3"/>
                </a:solidFill>
                <a:latin typeface="+mj-lt"/>
              </a:rPr>
              <a:t>02</a:t>
            </a:r>
          </a:p>
        </p:txBody>
      </p:sp>
      <p:sp>
        <p:nvSpPr>
          <p:cNvPr id="28" name="Oval 27">
            <a:extLst>
              <a:ext uri="{FF2B5EF4-FFF2-40B4-BE49-F238E27FC236}">
                <a16:creationId xmlns:a16="http://schemas.microsoft.com/office/drawing/2014/main" id="{DE7F7145-68BA-2FC6-7F4D-766EBF34EB22}"/>
              </a:ext>
            </a:extLst>
          </p:cNvPr>
          <p:cNvSpPr>
            <a:spLocks noGrp="1" noRot="1" noChangeAspect="1" noMove="1" noResize="1" noEditPoints="1" noAdjustHandles="1" noChangeArrowheads="1" noChangeShapeType="1"/>
          </p:cNvSpPr>
          <p:nvPr userDrawn="1"/>
        </p:nvSpPr>
        <p:spPr>
          <a:xfrm>
            <a:off x="7304009" y="2255847"/>
            <a:ext cx="360000" cy="360000"/>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rgbClr val="37465B"/>
                </a:solidFill>
                <a:latin typeface="+mj-lt"/>
              </a:rPr>
              <a:t>03</a:t>
            </a:r>
          </a:p>
        </p:txBody>
      </p:sp>
      <p:sp>
        <p:nvSpPr>
          <p:cNvPr id="31" name="Oval 30">
            <a:extLst>
              <a:ext uri="{FF2B5EF4-FFF2-40B4-BE49-F238E27FC236}">
                <a16:creationId xmlns:a16="http://schemas.microsoft.com/office/drawing/2014/main" id="{AF85D4ED-4595-0B32-B83C-D720A2115668}"/>
              </a:ext>
            </a:extLst>
          </p:cNvPr>
          <p:cNvSpPr>
            <a:spLocks noGrp="1" noRot="1" noChangeAspect="1" noMove="1" noResize="1" noEditPoints="1" noAdjustHandles="1" noChangeArrowheads="1" noChangeShapeType="1"/>
          </p:cNvSpPr>
          <p:nvPr userDrawn="1"/>
        </p:nvSpPr>
        <p:spPr>
          <a:xfrm>
            <a:off x="10094085" y="2255847"/>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2"/>
                </a:solidFill>
                <a:latin typeface="+mj-lt"/>
              </a:rPr>
              <a:t>04</a:t>
            </a:r>
          </a:p>
        </p:txBody>
      </p:sp>
      <p:sp>
        <p:nvSpPr>
          <p:cNvPr id="32" name="Oval 31">
            <a:extLst>
              <a:ext uri="{FF2B5EF4-FFF2-40B4-BE49-F238E27FC236}">
                <a16:creationId xmlns:a16="http://schemas.microsoft.com/office/drawing/2014/main" id="{07EE3730-FD08-9F0D-F9F8-901B54930E04}"/>
              </a:ext>
            </a:extLst>
          </p:cNvPr>
          <p:cNvSpPr>
            <a:spLocks noGrp="1" noRot="1" noChangeAspect="1" noMove="1" noResize="1" noEditPoints="1" noAdjustHandles="1" noChangeArrowheads="1" noChangeShapeType="1"/>
          </p:cNvSpPr>
          <p:nvPr userDrawn="1"/>
        </p:nvSpPr>
        <p:spPr>
          <a:xfrm>
            <a:off x="1723855" y="4422152"/>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1"/>
                </a:solidFill>
                <a:latin typeface="+mj-lt"/>
              </a:rPr>
              <a:t>05</a:t>
            </a:r>
          </a:p>
        </p:txBody>
      </p:sp>
      <p:sp>
        <p:nvSpPr>
          <p:cNvPr id="33" name="Oval 32">
            <a:extLst>
              <a:ext uri="{FF2B5EF4-FFF2-40B4-BE49-F238E27FC236}">
                <a16:creationId xmlns:a16="http://schemas.microsoft.com/office/drawing/2014/main" id="{E876AEED-5C47-ACA6-F907-32E3697C8523}"/>
              </a:ext>
            </a:extLst>
          </p:cNvPr>
          <p:cNvSpPr>
            <a:spLocks noGrp="1" noRot="1" noChangeAspect="1" noMove="1" noResize="1" noEditPoints="1" noAdjustHandles="1" noChangeArrowheads="1" noChangeShapeType="1"/>
          </p:cNvSpPr>
          <p:nvPr userDrawn="1"/>
        </p:nvSpPr>
        <p:spPr>
          <a:xfrm>
            <a:off x="4513932" y="4422152"/>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solidFill>
                <a:latin typeface="+mj-lt"/>
              </a:rPr>
              <a:t>06</a:t>
            </a:r>
          </a:p>
        </p:txBody>
      </p:sp>
      <p:sp>
        <p:nvSpPr>
          <p:cNvPr id="34" name="Oval 33">
            <a:extLst>
              <a:ext uri="{FF2B5EF4-FFF2-40B4-BE49-F238E27FC236}">
                <a16:creationId xmlns:a16="http://schemas.microsoft.com/office/drawing/2014/main" id="{4AAAC7A1-507C-4A41-3B45-E3F0509BEFC1}"/>
              </a:ext>
            </a:extLst>
          </p:cNvPr>
          <p:cNvSpPr>
            <a:spLocks noGrp="1" noRot="1" noChangeAspect="1" noMove="1" noResize="1" noEditPoints="1" noAdjustHandles="1" noChangeArrowheads="1" noChangeShapeType="1"/>
          </p:cNvSpPr>
          <p:nvPr userDrawn="1"/>
        </p:nvSpPr>
        <p:spPr>
          <a:xfrm>
            <a:off x="7304009" y="4422152"/>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6"/>
                </a:solidFill>
                <a:latin typeface="+mj-lt"/>
              </a:rPr>
              <a:t>07</a:t>
            </a:r>
          </a:p>
        </p:txBody>
      </p:sp>
      <p:sp>
        <p:nvSpPr>
          <p:cNvPr id="35" name="Oval 34">
            <a:extLst>
              <a:ext uri="{FF2B5EF4-FFF2-40B4-BE49-F238E27FC236}">
                <a16:creationId xmlns:a16="http://schemas.microsoft.com/office/drawing/2014/main" id="{F9E7D5AF-2AB4-8C38-F4A1-3C62F1BD9528}"/>
              </a:ext>
            </a:extLst>
          </p:cNvPr>
          <p:cNvSpPr>
            <a:spLocks noGrp="1" noRot="1" noChangeAspect="1" noMove="1" noResize="1" noEditPoints="1" noAdjustHandles="1" noChangeArrowheads="1" noChangeShapeType="1"/>
          </p:cNvSpPr>
          <p:nvPr userDrawn="1"/>
        </p:nvSpPr>
        <p:spPr>
          <a:xfrm>
            <a:off x="10094085" y="4422152"/>
            <a:ext cx="360000" cy="360000"/>
          </a:xfrm>
          <a:prstGeom prst="ellipse">
            <a:avLst/>
          </a:prstGeom>
          <a:solidFill>
            <a:schemeClr val="bg1"/>
          </a:solidFill>
          <a:ln w="19050">
            <a:solidFill>
              <a:schemeClr val="accent4">
                <a:lumMod val="50000"/>
              </a:schemeClr>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lumMod val="50000"/>
                  </a:schemeClr>
                </a:solidFill>
                <a:latin typeface="+mj-lt"/>
              </a:rPr>
              <a:t>08</a:t>
            </a:r>
          </a:p>
        </p:txBody>
      </p:sp>
      <p:sp>
        <p:nvSpPr>
          <p:cNvPr id="19" name="Text Placeholder 15">
            <a:extLst>
              <a:ext uri="{FF2B5EF4-FFF2-40B4-BE49-F238E27FC236}">
                <a16:creationId xmlns:a16="http://schemas.microsoft.com/office/drawing/2014/main" id="{DAFCD38B-DAA2-BEFA-0841-D4CC29E32D64}"/>
              </a:ext>
            </a:extLst>
          </p:cNvPr>
          <p:cNvSpPr>
            <a:spLocks noGrp="1"/>
          </p:cNvSpPr>
          <p:nvPr>
            <p:ph type="body" sz="quarter" idx="57" hasCustomPrompt="1"/>
          </p:nvPr>
        </p:nvSpPr>
        <p:spPr>
          <a:xfrm>
            <a:off x="587375" y="1611314"/>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userDrawn="1">
            <p:ph type="body" sz="quarter" idx="41" hasCustomPrompt="1"/>
          </p:nvPr>
        </p:nvSpPr>
        <p:spPr>
          <a:xfrm>
            <a:off x="866701" y="2761122"/>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9" name="Text Placeholder 38">
            <a:extLst>
              <a:ext uri="{FF2B5EF4-FFF2-40B4-BE49-F238E27FC236}">
                <a16:creationId xmlns:a16="http://schemas.microsoft.com/office/drawing/2014/main" id="{6684F912-3415-9715-3800-9CB1E78BB8D2}"/>
              </a:ext>
            </a:extLst>
          </p:cNvPr>
          <p:cNvSpPr>
            <a:spLocks noGrp="1"/>
          </p:cNvSpPr>
          <p:nvPr userDrawn="1">
            <p:ph type="body" sz="quarter" idx="42" hasCustomPrompt="1"/>
          </p:nvPr>
        </p:nvSpPr>
        <p:spPr>
          <a:xfrm>
            <a:off x="874850" y="3253776"/>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40" name="Text Placeholder 36">
            <a:extLst>
              <a:ext uri="{FF2B5EF4-FFF2-40B4-BE49-F238E27FC236}">
                <a16:creationId xmlns:a16="http://schemas.microsoft.com/office/drawing/2014/main" id="{83C12ADB-2B40-0E9B-FE15-76F50D013A79}"/>
              </a:ext>
            </a:extLst>
          </p:cNvPr>
          <p:cNvSpPr>
            <a:spLocks noGrp="1"/>
          </p:cNvSpPr>
          <p:nvPr userDrawn="1">
            <p:ph type="body" sz="quarter" idx="43" hasCustomPrompt="1"/>
          </p:nvPr>
        </p:nvSpPr>
        <p:spPr>
          <a:xfrm>
            <a:off x="3650960" y="2761122"/>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1" name="Text Placeholder 38">
            <a:extLst>
              <a:ext uri="{FF2B5EF4-FFF2-40B4-BE49-F238E27FC236}">
                <a16:creationId xmlns:a16="http://schemas.microsoft.com/office/drawing/2014/main" id="{CA783A19-D8B3-08A9-DD56-DF1A31ACF8B2}"/>
              </a:ext>
            </a:extLst>
          </p:cNvPr>
          <p:cNvSpPr>
            <a:spLocks noGrp="1"/>
          </p:cNvSpPr>
          <p:nvPr userDrawn="1">
            <p:ph type="body" sz="quarter" idx="44" hasCustomPrompt="1"/>
          </p:nvPr>
        </p:nvSpPr>
        <p:spPr>
          <a:xfrm>
            <a:off x="3659109" y="3253776"/>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42" name="Text Placeholder 36">
            <a:extLst>
              <a:ext uri="{FF2B5EF4-FFF2-40B4-BE49-F238E27FC236}">
                <a16:creationId xmlns:a16="http://schemas.microsoft.com/office/drawing/2014/main" id="{5A91FA76-7D6E-2C3B-C076-6C723299DE68}"/>
              </a:ext>
            </a:extLst>
          </p:cNvPr>
          <p:cNvSpPr>
            <a:spLocks noGrp="1"/>
          </p:cNvSpPr>
          <p:nvPr userDrawn="1">
            <p:ph type="body" sz="quarter" idx="45" hasCustomPrompt="1"/>
          </p:nvPr>
        </p:nvSpPr>
        <p:spPr>
          <a:xfrm>
            <a:off x="6444141" y="2761122"/>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3" name="Text Placeholder 38">
            <a:extLst>
              <a:ext uri="{FF2B5EF4-FFF2-40B4-BE49-F238E27FC236}">
                <a16:creationId xmlns:a16="http://schemas.microsoft.com/office/drawing/2014/main" id="{1E71703E-0E50-84FE-68AE-D861FE4EDBB7}"/>
              </a:ext>
            </a:extLst>
          </p:cNvPr>
          <p:cNvSpPr>
            <a:spLocks noGrp="1"/>
          </p:cNvSpPr>
          <p:nvPr userDrawn="1">
            <p:ph type="body" sz="quarter" idx="46" hasCustomPrompt="1"/>
          </p:nvPr>
        </p:nvSpPr>
        <p:spPr>
          <a:xfrm>
            <a:off x="6452290" y="3253776"/>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44" name="Text Placeholder 36">
            <a:extLst>
              <a:ext uri="{FF2B5EF4-FFF2-40B4-BE49-F238E27FC236}">
                <a16:creationId xmlns:a16="http://schemas.microsoft.com/office/drawing/2014/main" id="{9E1BB8FE-E849-2294-743D-1038A1EC6871}"/>
              </a:ext>
            </a:extLst>
          </p:cNvPr>
          <p:cNvSpPr>
            <a:spLocks noGrp="1"/>
          </p:cNvSpPr>
          <p:nvPr userDrawn="1">
            <p:ph type="body" sz="quarter" idx="47" hasCustomPrompt="1"/>
          </p:nvPr>
        </p:nvSpPr>
        <p:spPr>
          <a:xfrm>
            <a:off x="9227319" y="2761122"/>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5" name="Text Placeholder 38">
            <a:extLst>
              <a:ext uri="{FF2B5EF4-FFF2-40B4-BE49-F238E27FC236}">
                <a16:creationId xmlns:a16="http://schemas.microsoft.com/office/drawing/2014/main" id="{4DD6ADB7-9464-6934-6B47-128F67E48A3B}"/>
              </a:ext>
            </a:extLst>
          </p:cNvPr>
          <p:cNvSpPr>
            <a:spLocks noGrp="1"/>
          </p:cNvSpPr>
          <p:nvPr userDrawn="1">
            <p:ph type="body" sz="quarter" idx="48" hasCustomPrompt="1"/>
          </p:nvPr>
        </p:nvSpPr>
        <p:spPr>
          <a:xfrm>
            <a:off x="9235468" y="3253776"/>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46" name="Text Placeholder 36">
            <a:extLst>
              <a:ext uri="{FF2B5EF4-FFF2-40B4-BE49-F238E27FC236}">
                <a16:creationId xmlns:a16="http://schemas.microsoft.com/office/drawing/2014/main" id="{76A3D5DC-DD3B-2C1E-2BA9-899A25255E82}"/>
              </a:ext>
            </a:extLst>
          </p:cNvPr>
          <p:cNvSpPr>
            <a:spLocks noGrp="1"/>
          </p:cNvSpPr>
          <p:nvPr userDrawn="1">
            <p:ph type="body" sz="quarter" idx="49" hasCustomPrompt="1"/>
          </p:nvPr>
        </p:nvSpPr>
        <p:spPr>
          <a:xfrm>
            <a:off x="870109" y="494055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7" name="Text Placeholder 38">
            <a:extLst>
              <a:ext uri="{FF2B5EF4-FFF2-40B4-BE49-F238E27FC236}">
                <a16:creationId xmlns:a16="http://schemas.microsoft.com/office/drawing/2014/main" id="{17F208D7-9631-BD30-A4F0-4443DAE18F43}"/>
              </a:ext>
            </a:extLst>
          </p:cNvPr>
          <p:cNvSpPr>
            <a:spLocks noGrp="1"/>
          </p:cNvSpPr>
          <p:nvPr userDrawn="1">
            <p:ph type="body" sz="quarter" idx="50" hasCustomPrompt="1"/>
          </p:nvPr>
        </p:nvSpPr>
        <p:spPr>
          <a:xfrm>
            <a:off x="878258" y="5433205"/>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48" name="Text Placeholder 36">
            <a:extLst>
              <a:ext uri="{FF2B5EF4-FFF2-40B4-BE49-F238E27FC236}">
                <a16:creationId xmlns:a16="http://schemas.microsoft.com/office/drawing/2014/main" id="{5470B633-94F6-3D09-D13A-1840A95D150F}"/>
              </a:ext>
            </a:extLst>
          </p:cNvPr>
          <p:cNvSpPr>
            <a:spLocks noGrp="1"/>
          </p:cNvSpPr>
          <p:nvPr userDrawn="1">
            <p:ph type="body" sz="quarter" idx="51" hasCustomPrompt="1"/>
          </p:nvPr>
        </p:nvSpPr>
        <p:spPr>
          <a:xfrm>
            <a:off x="3654368" y="494055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9" name="Text Placeholder 38">
            <a:extLst>
              <a:ext uri="{FF2B5EF4-FFF2-40B4-BE49-F238E27FC236}">
                <a16:creationId xmlns:a16="http://schemas.microsoft.com/office/drawing/2014/main" id="{CD93AB44-BAF2-237C-85DA-B0E933A16941}"/>
              </a:ext>
            </a:extLst>
          </p:cNvPr>
          <p:cNvSpPr>
            <a:spLocks noGrp="1"/>
          </p:cNvSpPr>
          <p:nvPr userDrawn="1">
            <p:ph type="body" sz="quarter" idx="52" hasCustomPrompt="1"/>
          </p:nvPr>
        </p:nvSpPr>
        <p:spPr>
          <a:xfrm>
            <a:off x="3662517" y="5433205"/>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50" name="Text Placeholder 36">
            <a:extLst>
              <a:ext uri="{FF2B5EF4-FFF2-40B4-BE49-F238E27FC236}">
                <a16:creationId xmlns:a16="http://schemas.microsoft.com/office/drawing/2014/main" id="{3E3FBC37-5CC7-E830-9FD0-97CAC91554BF}"/>
              </a:ext>
            </a:extLst>
          </p:cNvPr>
          <p:cNvSpPr>
            <a:spLocks noGrp="1"/>
          </p:cNvSpPr>
          <p:nvPr userDrawn="1">
            <p:ph type="body" sz="quarter" idx="53" hasCustomPrompt="1"/>
          </p:nvPr>
        </p:nvSpPr>
        <p:spPr>
          <a:xfrm>
            <a:off x="6447549" y="494055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1" name="Text Placeholder 38">
            <a:extLst>
              <a:ext uri="{FF2B5EF4-FFF2-40B4-BE49-F238E27FC236}">
                <a16:creationId xmlns:a16="http://schemas.microsoft.com/office/drawing/2014/main" id="{459F5390-2E76-BC2D-85BF-E22B1122BE1D}"/>
              </a:ext>
            </a:extLst>
          </p:cNvPr>
          <p:cNvSpPr>
            <a:spLocks noGrp="1"/>
          </p:cNvSpPr>
          <p:nvPr userDrawn="1">
            <p:ph type="body" sz="quarter" idx="54" hasCustomPrompt="1"/>
          </p:nvPr>
        </p:nvSpPr>
        <p:spPr>
          <a:xfrm>
            <a:off x="6455698" y="5433205"/>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
        <p:nvSpPr>
          <p:cNvPr id="52" name="Text Placeholder 36">
            <a:extLst>
              <a:ext uri="{FF2B5EF4-FFF2-40B4-BE49-F238E27FC236}">
                <a16:creationId xmlns:a16="http://schemas.microsoft.com/office/drawing/2014/main" id="{C45CD18C-C13F-9AE0-C9E8-9BE62C4D5142}"/>
              </a:ext>
            </a:extLst>
          </p:cNvPr>
          <p:cNvSpPr>
            <a:spLocks noGrp="1"/>
          </p:cNvSpPr>
          <p:nvPr userDrawn="1">
            <p:ph type="body" sz="quarter" idx="55" hasCustomPrompt="1"/>
          </p:nvPr>
        </p:nvSpPr>
        <p:spPr>
          <a:xfrm>
            <a:off x="9230727" y="4940551"/>
            <a:ext cx="2124075" cy="304699"/>
          </a:xfrm>
          <a:prstGeom prst="rect">
            <a:avLst/>
          </a:prstGeom>
        </p:spPr>
        <p:txBody>
          <a:bodyPr lIns="0" tIns="0" rIns="0" bIns="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3" name="Text Placeholder 38">
            <a:extLst>
              <a:ext uri="{FF2B5EF4-FFF2-40B4-BE49-F238E27FC236}">
                <a16:creationId xmlns:a16="http://schemas.microsoft.com/office/drawing/2014/main" id="{410D6747-D384-EFF9-6B52-C95EEC70039C}"/>
              </a:ext>
            </a:extLst>
          </p:cNvPr>
          <p:cNvSpPr>
            <a:spLocks noGrp="1"/>
          </p:cNvSpPr>
          <p:nvPr userDrawn="1">
            <p:ph type="body" sz="quarter" idx="56" hasCustomPrompt="1"/>
          </p:nvPr>
        </p:nvSpPr>
        <p:spPr>
          <a:xfrm>
            <a:off x="9238876" y="5433205"/>
            <a:ext cx="2124868" cy="761747"/>
          </a:xfrm>
          <a:prstGeom prst="rect">
            <a:avLst/>
          </a:prstGeom>
        </p:spPr>
        <p:txBody>
          <a:bodyPr lIns="0" tIns="0" rIns="0" bIns="0">
            <a:spAutoFit/>
          </a:bodyPr>
          <a:lstStyle>
            <a:lvl1pPr marL="0" indent="0" algn="ctr">
              <a:spcBef>
                <a:spcPts val="400"/>
              </a:spcBef>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paragraph description here… Click to edit your paragraph description here… edit paragraph description here…</a:t>
            </a:r>
            <a:endParaRPr lang="en-ZA" dirty="0"/>
          </a:p>
        </p:txBody>
      </p:sp>
    </p:spTree>
    <p:extLst>
      <p:ext uri="{BB962C8B-B14F-4D97-AF65-F5344CB8AC3E}">
        <p14:creationId xmlns:p14="http://schemas.microsoft.com/office/powerpoint/2010/main" val="76489629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06 | Heading + Sub-Head + Intro + 4 x Photo-Info">
    <p:spTree>
      <p:nvGrpSpPr>
        <p:cNvPr id="1" name=""/>
        <p:cNvGrpSpPr/>
        <p:nvPr/>
      </p:nvGrpSpPr>
      <p:grpSpPr>
        <a:xfrm>
          <a:off x="0" y="0"/>
          <a:ext cx="0" cy="0"/>
          <a:chOff x="0" y="0"/>
          <a:chExt cx="0" cy="0"/>
        </a:xfrm>
      </p:grpSpPr>
      <p:sp>
        <p:nvSpPr>
          <p:cNvPr id="60" name="Picture Placeholder 59">
            <a:extLst>
              <a:ext uri="{FF2B5EF4-FFF2-40B4-BE49-F238E27FC236}">
                <a16:creationId xmlns:a16="http://schemas.microsoft.com/office/drawing/2014/main" id="{0113C4AA-9AC0-A3A3-635C-0A1BED287E65}"/>
              </a:ext>
            </a:extLst>
          </p:cNvPr>
          <p:cNvSpPr>
            <a:spLocks noGrp="1"/>
          </p:cNvSpPr>
          <p:nvPr>
            <p:ph type="pic" sz="quarter" idx="69" hasCustomPrompt="1"/>
          </p:nvPr>
        </p:nvSpPr>
        <p:spPr>
          <a:xfrm>
            <a:off x="587375" y="2400101"/>
            <a:ext cx="2681288" cy="2022674"/>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9" name="Text Placeholder 15">
            <a:extLst>
              <a:ext uri="{FF2B5EF4-FFF2-40B4-BE49-F238E27FC236}">
                <a16:creationId xmlns:a16="http://schemas.microsoft.com/office/drawing/2014/main" id="{DAFCD38B-DAA2-BEFA-0841-D4CC29E32D64}"/>
              </a:ext>
            </a:extLst>
          </p:cNvPr>
          <p:cNvSpPr>
            <a:spLocks noGrp="1"/>
          </p:cNvSpPr>
          <p:nvPr>
            <p:ph type="body" sz="quarter" idx="57" hasCustomPrompt="1"/>
          </p:nvPr>
        </p:nvSpPr>
        <p:spPr>
          <a:xfrm>
            <a:off x="587375" y="1611314"/>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588166" y="4422749"/>
            <a:ext cx="2681145" cy="20226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378243" y="4422748"/>
            <a:ext cx="2681145" cy="20226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68320" y="4422748"/>
            <a:ext cx="2681145" cy="20226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958396" y="4422747"/>
            <a:ext cx="2681145" cy="202267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Text Placeholder 22">
            <a:extLst>
              <a:ext uri="{FF2B5EF4-FFF2-40B4-BE49-F238E27FC236}">
                <a16:creationId xmlns:a16="http://schemas.microsoft.com/office/drawing/2014/main" id="{DF7AFD5B-8691-F9FC-5542-2E91E9810DE6}"/>
              </a:ext>
            </a:extLst>
          </p:cNvPr>
          <p:cNvSpPr>
            <a:spLocks noGrp="1"/>
          </p:cNvSpPr>
          <p:nvPr>
            <p:ph type="body" sz="quarter" idx="59"/>
          </p:nvPr>
        </p:nvSpPr>
        <p:spPr>
          <a:xfrm>
            <a:off x="870670" y="5607672"/>
            <a:ext cx="2116137" cy="152349"/>
          </a:xfrm>
          <a:prstGeom prst="rect">
            <a:avLst/>
          </a:prstGeom>
        </p:spPr>
        <p:txBody>
          <a:bodyPr lIns="0" tIns="0" rIns="0" bIns="0">
            <a:spAutoFit/>
          </a:bodyPr>
          <a:lstStyle>
            <a:lvl1pPr marL="0" indent="0" algn="ctr">
              <a:spcBef>
                <a:spcPts val="400"/>
              </a:spcBef>
              <a:buNone/>
              <a:defRPr sz="1100"/>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endParaRPr lang="en-ZA" dirty="0"/>
          </a:p>
        </p:txBody>
      </p:sp>
      <p:sp>
        <p:nvSpPr>
          <p:cNvPr id="24" name="Text Placeholder 36">
            <a:extLst>
              <a:ext uri="{FF2B5EF4-FFF2-40B4-BE49-F238E27FC236}">
                <a16:creationId xmlns:a16="http://schemas.microsoft.com/office/drawing/2014/main" id="{2CD040E4-3665-94BC-6C94-8362D962BDE8}"/>
              </a:ext>
            </a:extLst>
          </p:cNvPr>
          <p:cNvSpPr>
            <a:spLocks noGrp="1"/>
          </p:cNvSpPr>
          <p:nvPr>
            <p:ph type="body" sz="quarter" idx="49" hasCustomPrompt="1"/>
          </p:nvPr>
        </p:nvSpPr>
        <p:spPr>
          <a:xfrm>
            <a:off x="866701" y="5140006"/>
            <a:ext cx="2124075" cy="304699"/>
          </a:xfrm>
          <a:prstGeom prst="rect">
            <a:avLst/>
          </a:prstGeom>
        </p:spPr>
        <p:txBody>
          <a:bodyPr lIns="0" tIns="0" rIns="0" bIns="0">
            <a:spAutoFit/>
          </a:bodyPr>
          <a:lstStyle>
            <a:lvl1pPr marL="0" indent="0" algn="ctr">
              <a:buNone/>
              <a:defRPr sz="1100" b="1" spc="40" baseline="0">
                <a:solidFill>
                  <a:schemeClr val="accent3"/>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5" name="Text Placeholder 22">
            <a:extLst>
              <a:ext uri="{FF2B5EF4-FFF2-40B4-BE49-F238E27FC236}">
                <a16:creationId xmlns:a16="http://schemas.microsoft.com/office/drawing/2014/main" id="{65CD9208-8028-C94E-34CC-C0A4F8F6EB08}"/>
              </a:ext>
            </a:extLst>
          </p:cNvPr>
          <p:cNvSpPr>
            <a:spLocks noGrp="1"/>
          </p:cNvSpPr>
          <p:nvPr>
            <p:ph type="body" sz="quarter" idx="60"/>
          </p:nvPr>
        </p:nvSpPr>
        <p:spPr>
          <a:xfrm>
            <a:off x="3660747" y="5607672"/>
            <a:ext cx="2116137" cy="152349"/>
          </a:xfrm>
          <a:prstGeom prst="rect">
            <a:avLst/>
          </a:prstGeom>
        </p:spPr>
        <p:txBody>
          <a:bodyPr lIns="0" tIns="0" rIns="0" bIns="0">
            <a:spAutoFit/>
          </a:bodyPr>
          <a:lstStyle>
            <a:lvl1pPr marL="0" indent="0" algn="ctr">
              <a:spcBef>
                <a:spcPts val="400"/>
              </a:spcBef>
              <a:buNone/>
              <a:defRPr sz="1100"/>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endParaRPr lang="en-ZA" dirty="0"/>
          </a:p>
        </p:txBody>
      </p:sp>
      <p:sp>
        <p:nvSpPr>
          <p:cNvPr id="30" name="Text Placeholder 36">
            <a:extLst>
              <a:ext uri="{FF2B5EF4-FFF2-40B4-BE49-F238E27FC236}">
                <a16:creationId xmlns:a16="http://schemas.microsoft.com/office/drawing/2014/main" id="{2431B62C-9133-0871-CBF8-62AA9DC139B5}"/>
              </a:ext>
            </a:extLst>
          </p:cNvPr>
          <p:cNvSpPr>
            <a:spLocks noGrp="1"/>
          </p:cNvSpPr>
          <p:nvPr>
            <p:ph type="body" sz="quarter" idx="61" hasCustomPrompt="1"/>
          </p:nvPr>
        </p:nvSpPr>
        <p:spPr>
          <a:xfrm>
            <a:off x="3656778" y="5140006"/>
            <a:ext cx="2124075" cy="304699"/>
          </a:xfrm>
          <a:prstGeom prst="rect">
            <a:avLst/>
          </a:prstGeom>
        </p:spPr>
        <p:txBody>
          <a:bodyPr lIns="0" tIns="0" rIns="0" bIns="0">
            <a:spAutoFit/>
          </a:bodyPr>
          <a:lstStyle>
            <a:lvl1pPr marL="0" indent="0" algn="ctr">
              <a:buNone/>
              <a:defRPr sz="1100" b="1" spc="40" baseline="0">
                <a:solidFill>
                  <a:schemeClr val="accent2"/>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6" name="Text Placeholder 22">
            <a:extLst>
              <a:ext uri="{FF2B5EF4-FFF2-40B4-BE49-F238E27FC236}">
                <a16:creationId xmlns:a16="http://schemas.microsoft.com/office/drawing/2014/main" id="{3F98F6AD-D08E-1AE6-2D4E-E3CC28755F03}"/>
              </a:ext>
            </a:extLst>
          </p:cNvPr>
          <p:cNvSpPr>
            <a:spLocks noGrp="1"/>
          </p:cNvSpPr>
          <p:nvPr>
            <p:ph type="body" sz="quarter" idx="62"/>
          </p:nvPr>
        </p:nvSpPr>
        <p:spPr>
          <a:xfrm>
            <a:off x="6450824" y="5607672"/>
            <a:ext cx="2116137" cy="152349"/>
          </a:xfrm>
          <a:prstGeom prst="rect">
            <a:avLst/>
          </a:prstGeom>
        </p:spPr>
        <p:txBody>
          <a:bodyPr lIns="0" tIns="0" rIns="0" bIns="0">
            <a:spAutoFit/>
          </a:bodyPr>
          <a:lstStyle>
            <a:lvl1pPr marL="0" indent="0" algn="ctr">
              <a:spcBef>
                <a:spcPts val="400"/>
              </a:spcBef>
              <a:buNone/>
              <a:defRPr sz="1100"/>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endParaRPr lang="en-ZA" dirty="0"/>
          </a:p>
        </p:txBody>
      </p:sp>
      <p:sp>
        <p:nvSpPr>
          <p:cNvPr id="38" name="Text Placeholder 36">
            <a:extLst>
              <a:ext uri="{FF2B5EF4-FFF2-40B4-BE49-F238E27FC236}">
                <a16:creationId xmlns:a16="http://schemas.microsoft.com/office/drawing/2014/main" id="{EA82950D-455F-3EA9-43E0-A8A1A170B131}"/>
              </a:ext>
            </a:extLst>
          </p:cNvPr>
          <p:cNvSpPr>
            <a:spLocks noGrp="1"/>
          </p:cNvSpPr>
          <p:nvPr>
            <p:ph type="body" sz="quarter" idx="63" hasCustomPrompt="1"/>
          </p:nvPr>
        </p:nvSpPr>
        <p:spPr>
          <a:xfrm>
            <a:off x="6446855" y="5140006"/>
            <a:ext cx="2124075" cy="304699"/>
          </a:xfrm>
          <a:prstGeom prst="rect">
            <a:avLst/>
          </a:prstGeom>
        </p:spPr>
        <p:txBody>
          <a:bodyPr lIns="0" tIns="0" rIns="0" bIns="0">
            <a:spAutoFit/>
          </a:bodyPr>
          <a:lstStyle>
            <a:lvl1pPr marL="0" indent="0" algn="ctr">
              <a:buNone/>
              <a:defRPr sz="1100" b="1" spc="40" baseline="0">
                <a:solidFill>
                  <a:schemeClr val="accent4"/>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4" name="Text Placeholder 22">
            <a:extLst>
              <a:ext uri="{FF2B5EF4-FFF2-40B4-BE49-F238E27FC236}">
                <a16:creationId xmlns:a16="http://schemas.microsoft.com/office/drawing/2014/main" id="{D42E78B0-E979-CC13-6555-6D58E891A8F7}"/>
              </a:ext>
            </a:extLst>
          </p:cNvPr>
          <p:cNvSpPr>
            <a:spLocks noGrp="1"/>
          </p:cNvSpPr>
          <p:nvPr>
            <p:ph type="body" sz="quarter" idx="64"/>
          </p:nvPr>
        </p:nvSpPr>
        <p:spPr>
          <a:xfrm>
            <a:off x="9240900" y="5606591"/>
            <a:ext cx="2116137" cy="152349"/>
          </a:xfrm>
          <a:prstGeom prst="rect">
            <a:avLst/>
          </a:prstGeom>
        </p:spPr>
        <p:txBody>
          <a:bodyPr lIns="0" tIns="0" rIns="0" bIns="0">
            <a:spAutoFit/>
          </a:bodyPr>
          <a:lstStyle>
            <a:lvl1pPr marL="0" indent="0" algn="ctr">
              <a:spcBef>
                <a:spcPts val="400"/>
              </a:spcBef>
              <a:buNone/>
              <a:defRPr sz="1100"/>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a:t>
            </a:r>
            <a:endParaRPr lang="en-ZA" dirty="0"/>
          </a:p>
        </p:txBody>
      </p:sp>
      <p:sp>
        <p:nvSpPr>
          <p:cNvPr id="55" name="Text Placeholder 36">
            <a:extLst>
              <a:ext uri="{FF2B5EF4-FFF2-40B4-BE49-F238E27FC236}">
                <a16:creationId xmlns:a16="http://schemas.microsoft.com/office/drawing/2014/main" id="{6886FAC9-7234-5EC6-32C3-BDE0B85F9E21}"/>
              </a:ext>
            </a:extLst>
          </p:cNvPr>
          <p:cNvSpPr>
            <a:spLocks noGrp="1"/>
          </p:cNvSpPr>
          <p:nvPr>
            <p:ph type="body" sz="quarter" idx="65" hasCustomPrompt="1"/>
          </p:nvPr>
        </p:nvSpPr>
        <p:spPr>
          <a:xfrm>
            <a:off x="9236931" y="5138925"/>
            <a:ext cx="2124075" cy="304699"/>
          </a:xfrm>
          <a:prstGeom prst="rect">
            <a:avLst/>
          </a:prstGeom>
        </p:spPr>
        <p:txBody>
          <a:bodyPr lIns="0" tIns="0" rIns="0" bIns="0">
            <a:spAutoFit/>
          </a:bodyPr>
          <a:lstStyle>
            <a:lvl1pPr marL="0" indent="0" algn="ctr">
              <a:buNone/>
              <a:defRPr sz="1100" b="1" spc="40" baseline="0">
                <a:solidFill>
                  <a:schemeClr val="accent6"/>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61" name="Picture Placeholder 59">
            <a:extLst>
              <a:ext uri="{FF2B5EF4-FFF2-40B4-BE49-F238E27FC236}">
                <a16:creationId xmlns:a16="http://schemas.microsoft.com/office/drawing/2014/main" id="{A095364C-155E-33C1-B55A-8DB289BFD31A}"/>
              </a:ext>
            </a:extLst>
          </p:cNvPr>
          <p:cNvSpPr>
            <a:spLocks noGrp="1"/>
          </p:cNvSpPr>
          <p:nvPr>
            <p:ph type="pic" sz="quarter" idx="70" hasCustomPrompt="1"/>
          </p:nvPr>
        </p:nvSpPr>
        <p:spPr>
          <a:xfrm>
            <a:off x="3378243" y="2400101"/>
            <a:ext cx="2681288" cy="2022674"/>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62" name="Picture Placeholder 59">
            <a:extLst>
              <a:ext uri="{FF2B5EF4-FFF2-40B4-BE49-F238E27FC236}">
                <a16:creationId xmlns:a16="http://schemas.microsoft.com/office/drawing/2014/main" id="{5954C08C-4E54-216C-2A23-F0523C79F6CA}"/>
              </a:ext>
            </a:extLst>
          </p:cNvPr>
          <p:cNvSpPr>
            <a:spLocks noGrp="1"/>
          </p:cNvSpPr>
          <p:nvPr>
            <p:ph type="pic" sz="quarter" idx="71" hasCustomPrompt="1"/>
          </p:nvPr>
        </p:nvSpPr>
        <p:spPr>
          <a:xfrm>
            <a:off x="6168320" y="2400101"/>
            <a:ext cx="2681288" cy="2022674"/>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63" name="Picture Placeholder 59">
            <a:extLst>
              <a:ext uri="{FF2B5EF4-FFF2-40B4-BE49-F238E27FC236}">
                <a16:creationId xmlns:a16="http://schemas.microsoft.com/office/drawing/2014/main" id="{AE7F9FF9-5B9F-D34E-D344-98F12F4F84D9}"/>
              </a:ext>
            </a:extLst>
          </p:cNvPr>
          <p:cNvSpPr>
            <a:spLocks noGrp="1"/>
          </p:cNvSpPr>
          <p:nvPr>
            <p:ph type="pic" sz="quarter" idx="72" hasCustomPrompt="1"/>
          </p:nvPr>
        </p:nvSpPr>
        <p:spPr>
          <a:xfrm>
            <a:off x="8958253" y="2400101"/>
            <a:ext cx="2681288" cy="2022674"/>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66" name="Oval 65">
            <a:extLst>
              <a:ext uri="{FF2B5EF4-FFF2-40B4-BE49-F238E27FC236}">
                <a16:creationId xmlns:a16="http://schemas.microsoft.com/office/drawing/2014/main" id="{282B2D79-A522-915E-1BE2-8323EA7E2E31}"/>
              </a:ext>
            </a:extLst>
          </p:cNvPr>
          <p:cNvSpPr>
            <a:spLocks noGrp="1" noRot="1" noMove="1" noResize="1" noEditPoints="1" noAdjustHandles="1" noChangeArrowheads="1" noChangeShapeType="1"/>
          </p:cNvSpPr>
          <p:nvPr userDrawn="1"/>
        </p:nvSpPr>
        <p:spPr>
          <a:xfrm>
            <a:off x="1723855" y="4607161"/>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3"/>
                </a:solidFill>
                <a:latin typeface="+mj-lt"/>
              </a:rPr>
              <a:t>01</a:t>
            </a:r>
          </a:p>
        </p:txBody>
      </p:sp>
      <p:sp>
        <p:nvSpPr>
          <p:cNvPr id="67" name="Oval 66">
            <a:extLst>
              <a:ext uri="{FF2B5EF4-FFF2-40B4-BE49-F238E27FC236}">
                <a16:creationId xmlns:a16="http://schemas.microsoft.com/office/drawing/2014/main" id="{E444589E-4926-A858-1A96-B0D388216409}"/>
              </a:ext>
            </a:extLst>
          </p:cNvPr>
          <p:cNvSpPr>
            <a:spLocks noGrp="1" noRot="1" noMove="1" noResize="1" noEditPoints="1" noAdjustHandles="1" noChangeArrowheads="1" noChangeShapeType="1"/>
          </p:cNvSpPr>
          <p:nvPr userDrawn="1"/>
        </p:nvSpPr>
        <p:spPr>
          <a:xfrm>
            <a:off x="4513932" y="4607161"/>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2"/>
                </a:solidFill>
                <a:latin typeface="+mj-lt"/>
              </a:rPr>
              <a:t>02</a:t>
            </a:r>
          </a:p>
        </p:txBody>
      </p:sp>
      <p:sp>
        <p:nvSpPr>
          <p:cNvPr id="68" name="Oval 67">
            <a:extLst>
              <a:ext uri="{FF2B5EF4-FFF2-40B4-BE49-F238E27FC236}">
                <a16:creationId xmlns:a16="http://schemas.microsoft.com/office/drawing/2014/main" id="{0B5B1526-B710-DC82-3BE8-E58E01C10BD9}"/>
              </a:ext>
            </a:extLst>
          </p:cNvPr>
          <p:cNvSpPr>
            <a:spLocks noGrp="1" noRot="1" noMove="1" noResize="1" noEditPoints="1" noAdjustHandles="1" noChangeArrowheads="1" noChangeShapeType="1"/>
          </p:cNvSpPr>
          <p:nvPr userDrawn="1"/>
        </p:nvSpPr>
        <p:spPr>
          <a:xfrm>
            <a:off x="7304009" y="4607161"/>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4"/>
                </a:solidFill>
                <a:latin typeface="+mj-lt"/>
              </a:rPr>
              <a:t>03</a:t>
            </a:r>
          </a:p>
        </p:txBody>
      </p:sp>
      <p:sp>
        <p:nvSpPr>
          <p:cNvPr id="69" name="Oval 68">
            <a:extLst>
              <a:ext uri="{FF2B5EF4-FFF2-40B4-BE49-F238E27FC236}">
                <a16:creationId xmlns:a16="http://schemas.microsoft.com/office/drawing/2014/main" id="{5928E41F-D004-D4F5-6437-E26719BF4E3A}"/>
              </a:ext>
            </a:extLst>
          </p:cNvPr>
          <p:cNvSpPr>
            <a:spLocks noGrp="1" noRot="1" noMove="1" noResize="1" noEditPoints="1" noAdjustHandles="1" noChangeArrowheads="1" noChangeShapeType="1"/>
          </p:cNvSpPr>
          <p:nvPr userDrawn="1"/>
        </p:nvSpPr>
        <p:spPr>
          <a:xfrm>
            <a:off x="10094085" y="4607161"/>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200" b="1" dirty="0">
                <a:solidFill>
                  <a:schemeClr val="accent6"/>
                </a:solidFill>
                <a:latin typeface="+mj-lt"/>
              </a:rPr>
              <a:t>04</a:t>
            </a:r>
          </a:p>
        </p:txBody>
      </p:sp>
    </p:spTree>
    <p:extLst>
      <p:ext uri="{BB962C8B-B14F-4D97-AF65-F5344CB8AC3E}">
        <p14:creationId xmlns:p14="http://schemas.microsoft.com/office/powerpoint/2010/main" val="20988837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P06 | Heading + Sub-Head + 4 x Photo-Inf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2699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3" name="Picture Placeholder 59">
            <a:extLst>
              <a:ext uri="{FF2B5EF4-FFF2-40B4-BE49-F238E27FC236}">
                <a16:creationId xmlns:a16="http://schemas.microsoft.com/office/drawing/2014/main" id="{AE7F9FF9-5B9F-D34E-D344-98F12F4F84D9}"/>
              </a:ext>
            </a:extLst>
          </p:cNvPr>
          <p:cNvSpPr>
            <a:spLocks noGrp="1"/>
          </p:cNvSpPr>
          <p:nvPr>
            <p:ph type="pic" sz="quarter" idx="72" hasCustomPrompt="1"/>
          </p:nvPr>
        </p:nvSpPr>
        <p:spPr>
          <a:xfrm>
            <a:off x="9004663" y="1611314"/>
            <a:ext cx="2634878"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4" name="Text Placeholder 36">
            <a:extLst>
              <a:ext uri="{FF2B5EF4-FFF2-40B4-BE49-F238E27FC236}">
                <a16:creationId xmlns:a16="http://schemas.microsoft.com/office/drawing/2014/main" id="{2CD040E4-3665-94BC-6C94-8362D962BDE8}"/>
              </a:ext>
            </a:extLst>
          </p:cNvPr>
          <p:cNvSpPr>
            <a:spLocks noGrp="1"/>
          </p:cNvSpPr>
          <p:nvPr>
            <p:ph type="body" sz="quarter" idx="49" hasCustomPrompt="1"/>
          </p:nvPr>
        </p:nvSpPr>
        <p:spPr>
          <a:xfrm>
            <a:off x="587373" y="5297774"/>
            <a:ext cx="2634879"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5" name="Picture Placeholder 59">
            <a:extLst>
              <a:ext uri="{FF2B5EF4-FFF2-40B4-BE49-F238E27FC236}">
                <a16:creationId xmlns:a16="http://schemas.microsoft.com/office/drawing/2014/main" id="{0152FBDE-317E-F29E-7846-65C3C0180858}"/>
              </a:ext>
            </a:extLst>
          </p:cNvPr>
          <p:cNvSpPr>
            <a:spLocks noGrp="1"/>
          </p:cNvSpPr>
          <p:nvPr>
            <p:ph type="pic" sz="quarter" idx="73" hasCustomPrompt="1"/>
          </p:nvPr>
        </p:nvSpPr>
        <p:spPr>
          <a:xfrm>
            <a:off x="6198901" y="1611314"/>
            <a:ext cx="2634878"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6" name="Picture Placeholder 59">
            <a:extLst>
              <a:ext uri="{FF2B5EF4-FFF2-40B4-BE49-F238E27FC236}">
                <a16:creationId xmlns:a16="http://schemas.microsoft.com/office/drawing/2014/main" id="{3C3A4FA2-CE48-B1D7-2718-FD361E9BEAAC}"/>
              </a:ext>
            </a:extLst>
          </p:cNvPr>
          <p:cNvSpPr>
            <a:spLocks noGrp="1"/>
          </p:cNvSpPr>
          <p:nvPr>
            <p:ph type="pic" sz="quarter" idx="74" hasCustomPrompt="1"/>
          </p:nvPr>
        </p:nvSpPr>
        <p:spPr>
          <a:xfrm>
            <a:off x="3393138" y="1611314"/>
            <a:ext cx="2634878"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7" name="Picture Placeholder 59">
            <a:extLst>
              <a:ext uri="{FF2B5EF4-FFF2-40B4-BE49-F238E27FC236}">
                <a16:creationId xmlns:a16="http://schemas.microsoft.com/office/drawing/2014/main" id="{9F41938E-F7A9-139D-0838-E7861442FB46}"/>
              </a:ext>
            </a:extLst>
          </p:cNvPr>
          <p:cNvSpPr>
            <a:spLocks noGrp="1"/>
          </p:cNvSpPr>
          <p:nvPr>
            <p:ph type="pic" sz="quarter" idx="75" hasCustomPrompt="1"/>
          </p:nvPr>
        </p:nvSpPr>
        <p:spPr>
          <a:xfrm>
            <a:off x="587375" y="1611314"/>
            <a:ext cx="2634878"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8" name="Text Placeholder 36">
            <a:extLst>
              <a:ext uri="{FF2B5EF4-FFF2-40B4-BE49-F238E27FC236}">
                <a16:creationId xmlns:a16="http://schemas.microsoft.com/office/drawing/2014/main" id="{0D4BAF04-741E-357E-5753-E9EF4FE1C0AA}"/>
              </a:ext>
            </a:extLst>
          </p:cNvPr>
          <p:cNvSpPr>
            <a:spLocks noGrp="1"/>
          </p:cNvSpPr>
          <p:nvPr>
            <p:ph type="body" sz="quarter" idx="76" hasCustomPrompt="1"/>
          </p:nvPr>
        </p:nvSpPr>
        <p:spPr>
          <a:xfrm>
            <a:off x="3393137" y="5297774"/>
            <a:ext cx="2634879"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0" name="Text Placeholder 36">
            <a:extLst>
              <a:ext uri="{FF2B5EF4-FFF2-40B4-BE49-F238E27FC236}">
                <a16:creationId xmlns:a16="http://schemas.microsoft.com/office/drawing/2014/main" id="{2237C64A-D5A1-52EB-3392-1330E04659C5}"/>
              </a:ext>
            </a:extLst>
          </p:cNvPr>
          <p:cNvSpPr>
            <a:spLocks noGrp="1"/>
          </p:cNvSpPr>
          <p:nvPr>
            <p:ph type="body" sz="quarter" idx="77" hasCustomPrompt="1"/>
          </p:nvPr>
        </p:nvSpPr>
        <p:spPr>
          <a:xfrm>
            <a:off x="6198901" y="5297774"/>
            <a:ext cx="2634878"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1" name="Text Placeholder 36">
            <a:extLst>
              <a:ext uri="{FF2B5EF4-FFF2-40B4-BE49-F238E27FC236}">
                <a16:creationId xmlns:a16="http://schemas.microsoft.com/office/drawing/2014/main" id="{7F3E1F58-57F5-8491-14CA-C85CC163FA6D}"/>
              </a:ext>
            </a:extLst>
          </p:cNvPr>
          <p:cNvSpPr>
            <a:spLocks noGrp="1"/>
          </p:cNvSpPr>
          <p:nvPr>
            <p:ph type="body" sz="quarter" idx="78" hasCustomPrompt="1"/>
          </p:nvPr>
        </p:nvSpPr>
        <p:spPr>
          <a:xfrm>
            <a:off x="9004663" y="5297774"/>
            <a:ext cx="2634878"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65" name="Straight Connector 64">
            <a:extLst>
              <a:ext uri="{FF2B5EF4-FFF2-40B4-BE49-F238E27FC236}">
                <a16:creationId xmlns:a16="http://schemas.microsoft.com/office/drawing/2014/main" id="{3F4CC30E-8E1B-B0E8-BE95-F02ED9BCADEC}"/>
              </a:ext>
            </a:extLst>
          </p:cNvPr>
          <p:cNvCxnSpPr>
            <a:cxnSpLocks noGrp="1" noRot="1" noMove="1" noResize="1" noEditPoints="1" noAdjustHandles="1" noChangeArrowheads="1" noChangeShapeType="1"/>
          </p:cNvCxnSpPr>
          <p:nvPr userDrawn="1"/>
        </p:nvCxnSpPr>
        <p:spPr>
          <a:xfrm flipH="1">
            <a:off x="587375" y="6426371"/>
            <a:ext cx="263487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DF6B06-90A4-8DF8-A3EF-826DD71BCB5A}"/>
              </a:ext>
            </a:extLst>
          </p:cNvPr>
          <p:cNvCxnSpPr>
            <a:cxnSpLocks noGrp="1" noRot="1" noMove="1" noResize="1" noEditPoints="1" noAdjustHandles="1" noChangeArrowheads="1" noChangeShapeType="1"/>
          </p:cNvCxnSpPr>
          <p:nvPr userDrawn="1"/>
        </p:nvCxnSpPr>
        <p:spPr>
          <a:xfrm flipH="1">
            <a:off x="3393138" y="6426371"/>
            <a:ext cx="263487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A84F7BC-5A8F-9C26-4395-DE4A8B90DC22}"/>
              </a:ext>
            </a:extLst>
          </p:cNvPr>
          <p:cNvCxnSpPr>
            <a:cxnSpLocks noGrp="1" noRot="1" noMove="1" noResize="1" noEditPoints="1" noAdjustHandles="1" noChangeArrowheads="1" noChangeShapeType="1"/>
          </p:cNvCxnSpPr>
          <p:nvPr userDrawn="1"/>
        </p:nvCxnSpPr>
        <p:spPr>
          <a:xfrm flipH="1">
            <a:off x="6198901" y="6426371"/>
            <a:ext cx="263487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E855AEC-10FD-676C-F42B-64D23026D6DB}"/>
              </a:ext>
            </a:extLst>
          </p:cNvPr>
          <p:cNvCxnSpPr>
            <a:cxnSpLocks noGrp="1" noRot="1" noMove="1" noResize="1" noEditPoints="1" noAdjustHandles="1" noChangeArrowheads="1" noChangeShapeType="1"/>
          </p:cNvCxnSpPr>
          <p:nvPr userDrawn="1"/>
        </p:nvCxnSpPr>
        <p:spPr>
          <a:xfrm flipH="1">
            <a:off x="9004663" y="6426371"/>
            <a:ext cx="263487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 Placeholder 22">
            <a:extLst>
              <a:ext uri="{FF2B5EF4-FFF2-40B4-BE49-F238E27FC236}">
                <a16:creationId xmlns:a16="http://schemas.microsoft.com/office/drawing/2014/main" id="{2B295264-B0F0-BC82-C427-69BE631B69E1}"/>
              </a:ext>
            </a:extLst>
          </p:cNvPr>
          <p:cNvSpPr>
            <a:spLocks noGrp="1"/>
          </p:cNvSpPr>
          <p:nvPr>
            <p:ph type="body" sz="quarter" idx="59" hasCustomPrompt="1"/>
          </p:nvPr>
        </p:nvSpPr>
        <p:spPr>
          <a:xfrm>
            <a:off x="587375" y="5746126"/>
            <a:ext cx="2634878"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98284077-F42E-9FA6-EA2C-188A841768A5}"/>
              </a:ext>
            </a:extLst>
          </p:cNvPr>
          <p:cNvSpPr>
            <a:spLocks noGrp="1"/>
          </p:cNvSpPr>
          <p:nvPr>
            <p:ph type="body" sz="quarter" idx="60" hasCustomPrompt="1"/>
          </p:nvPr>
        </p:nvSpPr>
        <p:spPr>
          <a:xfrm>
            <a:off x="3401376" y="5746126"/>
            <a:ext cx="2626640"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9" name="Text Placeholder 22">
            <a:extLst>
              <a:ext uri="{FF2B5EF4-FFF2-40B4-BE49-F238E27FC236}">
                <a16:creationId xmlns:a16="http://schemas.microsoft.com/office/drawing/2014/main" id="{579312E6-13DD-470F-4B30-01C432314325}"/>
              </a:ext>
            </a:extLst>
          </p:cNvPr>
          <p:cNvSpPr>
            <a:spLocks noGrp="1"/>
          </p:cNvSpPr>
          <p:nvPr>
            <p:ph type="body" sz="quarter" idx="62" hasCustomPrompt="1"/>
          </p:nvPr>
        </p:nvSpPr>
        <p:spPr>
          <a:xfrm>
            <a:off x="6198901" y="5746126"/>
            <a:ext cx="2634878"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22">
            <a:extLst>
              <a:ext uri="{FF2B5EF4-FFF2-40B4-BE49-F238E27FC236}">
                <a16:creationId xmlns:a16="http://schemas.microsoft.com/office/drawing/2014/main" id="{5E4F4144-F4AC-11FB-3892-1669C2C4247E}"/>
              </a:ext>
            </a:extLst>
          </p:cNvPr>
          <p:cNvSpPr>
            <a:spLocks noGrp="1"/>
          </p:cNvSpPr>
          <p:nvPr>
            <p:ph type="body" sz="quarter" idx="64" hasCustomPrompt="1"/>
          </p:nvPr>
        </p:nvSpPr>
        <p:spPr>
          <a:xfrm>
            <a:off x="9004663" y="5746126"/>
            <a:ext cx="2634878"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Tree>
    <p:extLst>
      <p:ext uri="{BB962C8B-B14F-4D97-AF65-F5344CB8AC3E}">
        <p14:creationId xmlns:p14="http://schemas.microsoft.com/office/powerpoint/2010/main" val="12125024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06 | Heading + Sub-Head +5 x Photo-Inf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2699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3" name="Picture Placeholder 59">
            <a:extLst>
              <a:ext uri="{FF2B5EF4-FFF2-40B4-BE49-F238E27FC236}">
                <a16:creationId xmlns:a16="http://schemas.microsoft.com/office/drawing/2014/main" id="{AE7F9FF9-5B9F-D34E-D344-98F12F4F84D9}"/>
              </a:ext>
            </a:extLst>
          </p:cNvPr>
          <p:cNvSpPr>
            <a:spLocks noGrp="1"/>
          </p:cNvSpPr>
          <p:nvPr>
            <p:ph type="pic" sz="quarter" idx="72" hasCustomPrompt="1"/>
          </p:nvPr>
        </p:nvSpPr>
        <p:spPr>
          <a:xfrm>
            <a:off x="7321822" y="1611314"/>
            <a:ext cx="2069401"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4" name="Text Placeholder 36">
            <a:extLst>
              <a:ext uri="{FF2B5EF4-FFF2-40B4-BE49-F238E27FC236}">
                <a16:creationId xmlns:a16="http://schemas.microsoft.com/office/drawing/2014/main" id="{2CD040E4-3665-94BC-6C94-8362D962BDE8}"/>
              </a:ext>
            </a:extLst>
          </p:cNvPr>
          <p:cNvSpPr>
            <a:spLocks noGrp="1"/>
          </p:cNvSpPr>
          <p:nvPr>
            <p:ph type="body" sz="quarter" idx="49" hasCustomPrompt="1"/>
          </p:nvPr>
        </p:nvSpPr>
        <p:spPr>
          <a:xfrm>
            <a:off x="587374" y="5297774"/>
            <a:ext cx="2069400"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5" name="Picture Placeholder 59">
            <a:extLst>
              <a:ext uri="{FF2B5EF4-FFF2-40B4-BE49-F238E27FC236}">
                <a16:creationId xmlns:a16="http://schemas.microsoft.com/office/drawing/2014/main" id="{0152FBDE-317E-F29E-7846-65C3C0180858}"/>
              </a:ext>
            </a:extLst>
          </p:cNvPr>
          <p:cNvSpPr>
            <a:spLocks noGrp="1"/>
          </p:cNvSpPr>
          <p:nvPr>
            <p:ph type="pic" sz="quarter" idx="73" hasCustomPrompt="1"/>
          </p:nvPr>
        </p:nvSpPr>
        <p:spPr>
          <a:xfrm>
            <a:off x="5077007" y="1611314"/>
            <a:ext cx="2069400"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6" name="Picture Placeholder 59">
            <a:extLst>
              <a:ext uri="{FF2B5EF4-FFF2-40B4-BE49-F238E27FC236}">
                <a16:creationId xmlns:a16="http://schemas.microsoft.com/office/drawing/2014/main" id="{3C3A4FA2-CE48-B1D7-2718-FD361E9BEAAC}"/>
              </a:ext>
            </a:extLst>
          </p:cNvPr>
          <p:cNvSpPr>
            <a:spLocks noGrp="1"/>
          </p:cNvSpPr>
          <p:nvPr>
            <p:ph type="pic" sz="quarter" idx="74" hasCustomPrompt="1"/>
          </p:nvPr>
        </p:nvSpPr>
        <p:spPr>
          <a:xfrm>
            <a:off x="2832190" y="1611314"/>
            <a:ext cx="2069399"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7" name="Picture Placeholder 59">
            <a:extLst>
              <a:ext uri="{FF2B5EF4-FFF2-40B4-BE49-F238E27FC236}">
                <a16:creationId xmlns:a16="http://schemas.microsoft.com/office/drawing/2014/main" id="{9F41938E-F7A9-139D-0838-E7861442FB46}"/>
              </a:ext>
            </a:extLst>
          </p:cNvPr>
          <p:cNvSpPr>
            <a:spLocks noGrp="1"/>
          </p:cNvSpPr>
          <p:nvPr>
            <p:ph type="pic" sz="quarter" idx="75" hasCustomPrompt="1"/>
          </p:nvPr>
        </p:nvSpPr>
        <p:spPr>
          <a:xfrm>
            <a:off x="587375" y="1611314"/>
            <a:ext cx="2069399"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8" name="Text Placeholder 36">
            <a:extLst>
              <a:ext uri="{FF2B5EF4-FFF2-40B4-BE49-F238E27FC236}">
                <a16:creationId xmlns:a16="http://schemas.microsoft.com/office/drawing/2014/main" id="{0D4BAF04-741E-357E-5753-E9EF4FE1C0AA}"/>
              </a:ext>
            </a:extLst>
          </p:cNvPr>
          <p:cNvSpPr>
            <a:spLocks noGrp="1"/>
          </p:cNvSpPr>
          <p:nvPr>
            <p:ph type="body" sz="quarter" idx="76" hasCustomPrompt="1"/>
          </p:nvPr>
        </p:nvSpPr>
        <p:spPr>
          <a:xfrm>
            <a:off x="2832190" y="5297774"/>
            <a:ext cx="2069400"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0" name="Text Placeholder 36">
            <a:extLst>
              <a:ext uri="{FF2B5EF4-FFF2-40B4-BE49-F238E27FC236}">
                <a16:creationId xmlns:a16="http://schemas.microsoft.com/office/drawing/2014/main" id="{2237C64A-D5A1-52EB-3392-1330E04659C5}"/>
              </a:ext>
            </a:extLst>
          </p:cNvPr>
          <p:cNvSpPr>
            <a:spLocks noGrp="1"/>
          </p:cNvSpPr>
          <p:nvPr>
            <p:ph type="body" sz="quarter" idx="77" hasCustomPrompt="1"/>
          </p:nvPr>
        </p:nvSpPr>
        <p:spPr>
          <a:xfrm>
            <a:off x="5077007" y="5297774"/>
            <a:ext cx="2069400"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1" name="Text Placeholder 36">
            <a:extLst>
              <a:ext uri="{FF2B5EF4-FFF2-40B4-BE49-F238E27FC236}">
                <a16:creationId xmlns:a16="http://schemas.microsoft.com/office/drawing/2014/main" id="{7F3E1F58-57F5-8491-14CA-C85CC163FA6D}"/>
              </a:ext>
            </a:extLst>
          </p:cNvPr>
          <p:cNvSpPr>
            <a:spLocks noGrp="1"/>
          </p:cNvSpPr>
          <p:nvPr>
            <p:ph type="body" sz="quarter" idx="78" hasCustomPrompt="1"/>
          </p:nvPr>
        </p:nvSpPr>
        <p:spPr>
          <a:xfrm>
            <a:off x="7321822" y="5297774"/>
            <a:ext cx="2069401"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65" name="Straight Connector 64">
            <a:extLst>
              <a:ext uri="{FF2B5EF4-FFF2-40B4-BE49-F238E27FC236}">
                <a16:creationId xmlns:a16="http://schemas.microsoft.com/office/drawing/2014/main" id="{3F4CC30E-8E1B-B0E8-BE95-F02ED9BCADEC}"/>
              </a:ext>
            </a:extLst>
          </p:cNvPr>
          <p:cNvCxnSpPr>
            <a:cxnSpLocks noGrp="1" noRot="1" noMove="1" noResize="1" noEditPoints="1" noAdjustHandles="1" noChangeArrowheads="1" noChangeShapeType="1"/>
          </p:cNvCxnSpPr>
          <p:nvPr userDrawn="1"/>
        </p:nvCxnSpPr>
        <p:spPr>
          <a:xfrm flipH="1">
            <a:off x="587374" y="6426371"/>
            <a:ext cx="20736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 Placeholder 22">
            <a:extLst>
              <a:ext uri="{FF2B5EF4-FFF2-40B4-BE49-F238E27FC236}">
                <a16:creationId xmlns:a16="http://schemas.microsoft.com/office/drawing/2014/main" id="{2B295264-B0F0-BC82-C427-69BE631B69E1}"/>
              </a:ext>
            </a:extLst>
          </p:cNvPr>
          <p:cNvSpPr>
            <a:spLocks noGrp="1"/>
          </p:cNvSpPr>
          <p:nvPr>
            <p:ph type="body" sz="quarter" idx="59" hasCustomPrompt="1"/>
          </p:nvPr>
        </p:nvSpPr>
        <p:spPr>
          <a:xfrm>
            <a:off x="587375" y="5746126"/>
            <a:ext cx="2069399"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98284077-F42E-9FA6-EA2C-188A841768A5}"/>
              </a:ext>
            </a:extLst>
          </p:cNvPr>
          <p:cNvSpPr>
            <a:spLocks noGrp="1"/>
          </p:cNvSpPr>
          <p:nvPr>
            <p:ph type="body" sz="quarter" idx="60" hasCustomPrompt="1"/>
          </p:nvPr>
        </p:nvSpPr>
        <p:spPr>
          <a:xfrm>
            <a:off x="2832190" y="5746126"/>
            <a:ext cx="2062929"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9" name="Text Placeholder 22">
            <a:extLst>
              <a:ext uri="{FF2B5EF4-FFF2-40B4-BE49-F238E27FC236}">
                <a16:creationId xmlns:a16="http://schemas.microsoft.com/office/drawing/2014/main" id="{579312E6-13DD-470F-4B30-01C432314325}"/>
              </a:ext>
            </a:extLst>
          </p:cNvPr>
          <p:cNvSpPr>
            <a:spLocks noGrp="1"/>
          </p:cNvSpPr>
          <p:nvPr>
            <p:ph type="body" sz="quarter" idx="62" hasCustomPrompt="1"/>
          </p:nvPr>
        </p:nvSpPr>
        <p:spPr>
          <a:xfrm>
            <a:off x="5077007" y="5746126"/>
            <a:ext cx="2069400"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22">
            <a:extLst>
              <a:ext uri="{FF2B5EF4-FFF2-40B4-BE49-F238E27FC236}">
                <a16:creationId xmlns:a16="http://schemas.microsoft.com/office/drawing/2014/main" id="{5E4F4144-F4AC-11FB-3892-1669C2C4247E}"/>
              </a:ext>
            </a:extLst>
          </p:cNvPr>
          <p:cNvSpPr>
            <a:spLocks noGrp="1"/>
          </p:cNvSpPr>
          <p:nvPr>
            <p:ph type="body" sz="quarter" idx="64" hasCustomPrompt="1"/>
          </p:nvPr>
        </p:nvSpPr>
        <p:spPr>
          <a:xfrm>
            <a:off x="7321822" y="5746126"/>
            <a:ext cx="2069401"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 name="Picture Placeholder 59">
            <a:extLst>
              <a:ext uri="{FF2B5EF4-FFF2-40B4-BE49-F238E27FC236}">
                <a16:creationId xmlns:a16="http://schemas.microsoft.com/office/drawing/2014/main" id="{F3F18CA6-DB6D-DEDE-2B83-36C7DBC31FCA}"/>
              </a:ext>
            </a:extLst>
          </p:cNvPr>
          <p:cNvSpPr>
            <a:spLocks noGrp="1"/>
          </p:cNvSpPr>
          <p:nvPr>
            <p:ph type="pic" sz="quarter" idx="79" hasCustomPrompt="1"/>
          </p:nvPr>
        </p:nvSpPr>
        <p:spPr>
          <a:xfrm>
            <a:off x="9566638" y="1611314"/>
            <a:ext cx="2069401" cy="3414298"/>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8" name="Text Placeholder 36">
            <a:extLst>
              <a:ext uri="{FF2B5EF4-FFF2-40B4-BE49-F238E27FC236}">
                <a16:creationId xmlns:a16="http://schemas.microsoft.com/office/drawing/2014/main" id="{B7B58E98-31B5-7A50-4CD8-9E473AF55659}"/>
              </a:ext>
            </a:extLst>
          </p:cNvPr>
          <p:cNvSpPr>
            <a:spLocks noGrp="1"/>
          </p:cNvSpPr>
          <p:nvPr>
            <p:ph type="body" sz="quarter" idx="80" hasCustomPrompt="1"/>
          </p:nvPr>
        </p:nvSpPr>
        <p:spPr>
          <a:xfrm>
            <a:off x="9566638" y="5297774"/>
            <a:ext cx="2069401"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9" name="Text Placeholder 22">
            <a:extLst>
              <a:ext uri="{FF2B5EF4-FFF2-40B4-BE49-F238E27FC236}">
                <a16:creationId xmlns:a16="http://schemas.microsoft.com/office/drawing/2014/main" id="{33D01095-FD60-AEED-7907-8DC109CA6F38}"/>
              </a:ext>
            </a:extLst>
          </p:cNvPr>
          <p:cNvSpPr>
            <a:spLocks noGrp="1"/>
          </p:cNvSpPr>
          <p:nvPr>
            <p:ph type="body" sz="quarter" idx="81" hasCustomPrompt="1"/>
          </p:nvPr>
        </p:nvSpPr>
        <p:spPr>
          <a:xfrm>
            <a:off x="9566638" y="5746126"/>
            <a:ext cx="2069401" cy="304699"/>
          </a:xfrm>
          <a:prstGeom prst="rect">
            <a:avLst/>
          </a:prstGeom>
        </p:spPr>
        <p:txBody>
          <a:bodyPr wrap="square" lIns="72000" tIns="0" rIns="72000" bIns="0">
            <a:spAutoFit/>
          </a:bodyPr>
          <a:lstStyle>
            <a:lvl1pPr marL="0" indent="0" algn="ctr">
              <a:spcBef>
                <a:spcPts val="400"/>
              </a:spcBef>
              <a:buNone/>
              <a:defRPr sz="11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30" name="Straight Connector 29">
            <a:extLst>
              <a:ext uri="{FF2B5EF4-FFF2-40B4-BE49-F238E27FC236}">
                <a16:creationId xmlns:a16="http://schemas.microsoft.com/office/drawing/2014/main" id="{99C30A96-A499-5B9E-2772-2312604CE7D2}"/>
              </a:ext>
            </a:extLst>
          </p:cNvPr>
          <p:cNvCxnSpPr>
            <a:cxnSpLocks noGrp="1" noRot="1" noMove="1" noResize="1" noEditPoints="1" noAdjustHandles="1" noChangeArrowheads="1" noChangeShapeType="1"/>
          </p:cNvCxnSpPr>
          <p:nvPr userDrawn="1"/>
        </p:nvCxnSpPr>
        <p:spPr>
          <a:xfrm flipH="1">
            <a:off x="2832190" y="6426371"/>
            <a:ext cx="20736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644A7AE-BF67-128E-483E-B6F0F8488AE6}"/>
              </a:ext>
            </a:extLst>
          </p:cNvPr>
          <p:cNvCxnSpPr>
            <a:cxnSpLocks noGrp="1" noRot="1" noMove="1" noResize="1" noEditPoints="1" noAdjustHandles="1" noChangeArrowheads="1" noChangeShapeType="1"/>
          </p:cNvCxnSpPr>
          <p:nvPr userDrawn="1"/>
        </p:nvCxnSpPr>
        <p:spPr>
          <a:xfrm flipH="1">
            <a:off x="5077006" y="6426371"/>
            <a:ext cx="20736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7631461-E35B-6634-7437-ADB3EBEF0E16}"/>
              </a:ext>
            </a:extLst>
          </p:cNvPr>
          <p:cNvCxnSpPr>
            <a:cxnSpLocks noGrp="1" noRot="1" noMove="1" noResize="1" noEditPoints="1" noAdjustHandles="1" noChangeArrowheads="1" noChangeShapeType="1"/>
          </p:cNvCxnSpPr>
          <p:nvPr userDrawn="1"/>
        </p:nvCxnSpPr>
        <p:spPr>
          <a:xfrm flipH="1">
            <a:off x="7321822" y="6426371"/>
            <a:ext cx="20736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39AD86F-BA2D-B3F9-1FC4-1744A16C96D7}"/>
              </a:ext>
            </a:extLst>
          </p:cNvPr>
          <p:cNvCxnSpPr>
            <a:cxnSpLocks noGrp="1" noRot="1" noMove="1" noResize="1" noEditPoints="1" noAdjustHandles="1" noChangeArrowheads="1" noChangeShapeType="1"/>
          </p:cNvCxnSpPr>
          <p:nvPr userDrawn="1"/>
        </p:nvCxnSpPr>
        <p:spPr>
          <a:xfrm flipH="1">
            <a:off x="9566638" y="6426371"/>
            <a:ext cx="20736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61915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06 | Heading + Sub-Head +6 x Photo-Inf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2699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3" name="Picture Placeholder 59">
            <a:extLst>
              <a:ext uri="{FF2B5EF4-FFF2-40B4-BE49-F238E27FC236}">
                <a16:creationId xmlns:a16="http://schemas.microsoft.com/office/drawing/2014/main" id="{AE7F9FF9-5B9F-D34E-D344-98F12F4F84D9}"/>
              </a:ext>
            </a:extLst>
          </p:cNvPr>
          <p:cNvSpPr>
            <a:spLocks noGrp="1"/>
          </p:cNvSpPr>
          <p:nvPr>
            <p:ph type="pic" sz="quarter" idx="72" hasCustomPrompt="1"/>
          </p:nvPr>
        </p:nvSpPr>
        <p:spPr>
          <a:xfrm>
            <a:off x="6175381" y="1611314"/>
            <a:ext cx="1733719"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5" name="Picture Placeholder 59">
            <a:extLst>
              <a:ext uri="{FF2B5EF4-FFF2-40B4-BE49-F238E27FC236}">
                <a16:creationId xmlns:a16="http://schemas.microsoft.com/office/drawing/2014/main" id="{0152FBDE-317E-F29E-7846-65C3C0180858}"/>
              </a:ext>
            </a:extLst>
          </p:cNvPr>
          <p:cNvSpPr>
            <a:spLocks noGrp="1"/>
          </p:cNvSpPr>
          <p:nvPr>
            <p:ph type="pic" sz="quarter" idx="73" hasCustomPrompt="1"/>
          </p:nvPr>
        </p:nvSpPr>
        <p:spPr>
          <a:xfrm>
            <a:off x="4312712" y="1611314"/>
            <a:ext cx="1733718"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6" name="Picture Placeholder 59">
            <a:extLst>
              <a:ext uri="{FF2B5EF4-FFF2-40B4-BE49-F238E27FC236}">
                <a16:creationId xmlns:a16="http://schemas.microsoft.com/office/drawing/2014/main" id="{3C3A4FA2-CE48-B1D7-2718-FD361E9BEAAC}"/>
              </a:ext>
            </a:extLst>
          </p:cNvPr>
          <p:cNvSpPr>
            <a:spLocks noGrp="1"/>
          </p:cNvSpPr>
          <p:nvPr>
            <p:ph type="pic" sz="quarter" idx="74" hasCustomPrompt="1"/>
          </p:nvPr>
        </p:nvSpPr>
        <p:spPr>
          <a:xfrm>
            <a:off x="2450043" y="1611314"/>
            <a:ext cx="1733718"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7" name="Picture Placeholder 59">
            <a:extLst>
              <a:ext uri="{FF2B5EF4-FFF2-40B4-BE49-F238E27FC236}">
                <a16:creationId xmlns:a16="http://schemas.microsoft.com/office/drawing/2014/main" id="{9F41938E-F7A9-139D-0838-E7861442FB46}"/>
              </a:ext>
            </a:extLst>
          </p:cNvPr>
          <p:cNvSpPr>
            <a:spLocks noGrp="1"/>
          </p:cNvSpPr>
          <p:nvPr>
            <p:ph type="pic" sz="quarter" idx="75" hasCustomPrompt="1"/>
          </p:nvPr>
        </p:nvSpPr>
        <p:spPr>
          <a:xfrm>
            <a:off x="587375" y="1611314"/>
            <a:ext cx="1735321"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7" name="Picture Placeholder 59">
            <a:extLst>
              <a:ext uri="{FF2B5EF4-FFF2-40B4-BE49-F238E27FC236}">
                <a16:creationId xmlns:a16="http://schemas.microsoft.com/office/drawing/2014/main" id="{F3F18CA6-DB6D-DEDE-2B83-36C7DBC31FCA}"/>
              </a:ext>
            </a:extLst>
          </p:cNvPr>
          <p:cNvSpPr>
            <a:spLocks noGrp="1"/>
          </p:cNvSpPr>
          <p:nvPr>
            <p:ph type="pic" sz="quarter" idx="79" hasCustomPrompt="1"/>
          </p:nvPr>
        </p:nvSpPr>
        <p:spPr>
          <a:xfrm>
            <a:off x="8038050" y="1611314"/>
            <a:ext cx="1733719"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5" name="Picture Placeholder 59">
            <a:extLst>
              <a:ext uri="{FF2B5EF4-FFF2-40B4-BE49-F238E27FC236}">
                <a16:creationId xmlns:a16="http://schemas.microsoft.com/office/drawing/2014/main" id="{A1A768B3-1DBA-65B1-B861-2BAE249506FA}"/>
              </a:ext>
            </a:extLst>
          </p:cNvPr>
          <p:cNvSpPr>
            <a:spLocks noGrp="1"/>
          </p:cNvSpPr>
          <p:nvPr>
            <p:ph type="pic" sz="quarter" idx="82" hasCustomPrompt="1"/>
          </p:nvPr>
        </p:nvSpPr>
        <p:spPr>
          <a:xfrm>
            <a:off x="9900718" y="1611314"/>
            <a:ext cx="1733720" cy="3302202"/>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4" name="Text Placeholder 36">
            <a:extLst>
              <a:ext uri="{FF2B5EF4-FFF2-40B4-BE49-F238E27FC236}">
                <a16:creationId xmlns:a16="http://schemas.microsoft.com/office/drawing/2014/main" id="{2CD040E4-3665-94BC-6C94-8362D962BDE8}"/>
              </a:ext>
            </a:extLst>
          </p:cNvPr>
          <p:cNvSpPr>
            <a:spLocks noGrp="1"/>
          </p:cNvSpPr>
          <p:nvPr>
            <p:ph type="body" sz="quarter" idx="49" hasCustomPrompt="1"/>
          </p:nvPr>
        </p:nvSpPr>
        <p:spPr>
          <a:xfrm>
            <a:off x="587374" y="5198785"/>
            <a:ext cx="1735322"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18" name="Text Placeholder 36">
            <a:extLst>
              <a:ext uri="{FF2B5EF4-FFF2-40B4-BE49-F238E27FC236}">
                <a16:creationId xmlns:a16="http://schemas.microsoft.com/office/drawing/2014/main" id="{0D4BAF04-741E-357E-5753-E9EF4FE1C0AA}"/>
              </a:ext>
            </a:extLst>
          </p:cNvPr>
          <p:cNvSpPr>
            <a:spLocks noGrp="1"/>
          </p:cNvSpPr>
          <p:nvPr>
            <p:ph type="body" sz="quarter" idx="76" hasCustomPrompt="1"/>
          </p:nvPr>
        </p:nvSpPr>
        <p:spPr>
          <a:xfrm>
            <a:off x="2450043" y="5198785"/>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0" name="Text Placeholder 36">
            <a:extLst>
              <a:ext uri="{FF2B5EF4-FFF2-40B4-BE49-F238E27FC236}">
                <a16:creationId xmlns:a16="http://schemas.microsoft.com/office/drawing/2014/main" id="{2237C64A-D5A1-52EB-3392-1330E04659C5}"/>
              </a:ext>
            </a:extLst>
          </p:cNvPr>
          <p:cNvSpPr>
            <a:spLocks noGrp="1"/>
          </p:cNvSpPr>
          <p:nvPr>
            <p:ph type="body" sz="quarter" idx="77" hasCustomPrompt="1"/>
          </p:nvPr>
        </p:nvSpPr>
        <p:spPr>
          <a:xfrm>
            <a:off x="4312712" y="5198785"/>
            <a:ext cx="1733718"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1" name="Text Placeholder 36">
            <a:extLst>
              <a:ext uri="{FF2B5EF4-FFF2-40B4-BE49-F238E27FC236}">
                <a16:creationId xmlns:a16="http://schemas.microsoft.com/office/drawing/2014/main" id="{7F3E1F58-57F5-8491-14CA-C85CC163FA6D}"/>
              </a:ext>
            </a:extLst>
          </p:cNvPr>
          <p:cNvSpPr>
            <a:spLocks noGrp="1"/>
          </p:cNvSpPr>
          <p:nvPr>
            <p:ph type="body" sz="quarter" idx="78" hasCustomPrompt="1"/>
          </p:nvPr>
        </p:nvSpPr>
        <p:spPr>
          <a:xfrm>
            <a:off x="6175381" y="5198785"/>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cxnSp>
        <p:nvCxnSpPr>
          <p:cNvPr id="65" name="Straight Connector 64">
            <a:extLst>
              <a:ext uri="{FF2B5EF4-FFF2-40B4-BE49-F238E27FC236}">
                <a16:creationId xmlns:a16="http://schemas.microsoft.com/office/drawing/2014/main" id="{3F4CC30E-8E1B-B0E8-BE95-F02ED9BCADEC}"/>
              </a:ext>
            </a:extLst>
          </p:cNvPr>
          <p:cNvCxnSpPr>
            <a:cxnSpLocks noGrp="1" noRot="1" noMove="1" noResize="1" noEditPoints="1" noAdjustHandles="1" noChangeArrowheads="1" noChangeShapeType="1"/>
          </p:cNvCxnSpPr>
          <p:nvPr userDrawn="1"/>
        </p:nvCxnSpPr>
        <p:spPr>
          <a:xfrm flipH="1">
            <a:off x="587374"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 Placeholder 22">
            <a:extLst>
              <a:ext uri="{FF2B5EF4-FFF2-40B4-BE49-F238E27FC236}">
                <a16:creationId xmlns:a16="http://schemas.microsoft.com/office/drawing/2014/main" id="{2B295264-B0F0-BC82-C427-69BE631B69E1}"/>
              </a:ext>
            </a:extLst>
          </p:cNvPr>
          <p:cNvSpPr>
            <a:spLocks noGrp="1"/>
          </p:cNvSpPr>
          <p:nvPr>
            <p:ph type="body" sz="quarter" idx="59" hasCustomPrompt="1"/>
          </p:nvPr>
        </p:nvSpPr>
        <p:spPr>
          <a:xfrm>
            <a:off x="587375" y="5786474"/>
            <a:ext cx="1735321"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98284077-F42E-9FA6-EA2C-188A841768A5}"/>
              </a:ext>
            </a:extLst>
          </p:cNvPr>
          <p:cNvSpPr>
            <a:spLocks noGrp="1"/>
          </p:cNvSpPr>
          <p:nvPr>
            <p:ph type="body" sz="quarter" idx="60" hasCustomPrompt="1"/>
          </p:nvPr>
        </p:nvSpPr>
        <p:spPr>
          <a:xfrm>
            <a:off x="2450043" y="5786474"/>
            <a:ext cx="1728298"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9" name="Text Placeholder 22">
            <a:extLst>
              <a:ext uri="{FF2B5EF4-FFF2-40B4-BE49-F238E27FC236}">
                <a16:creationId xmlns:a16="http://schemas.microsoft.com/office/drawing/2014/main" id="{579312E6-13DD-470F-4B30-01C432314325}"/>
              </a:ext>
            </a:extLst>
          </p:cNvPr>
          <p:cNvSpPr>
            <a:spLocks noGrp="1"/>
          </p:cNvSpPr>
          <p:nvPr>
            <p:ph type="body" sz="quarter" idx="62" hasCustomPrompt="1"/>
          </p:nvPr>
        </p:nvSpPr>
        <p:spPr>
          <a:xfrm>
            <a:off x="4312712" y="5786474"/>
            <a:ext cx="1733718"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22">
            <a:extLst>
              <a:ext uri="{FF2B5EF4-FFF2-40B4-BE49-F238E27FC236}">
                <a16:creationId xmlns:a16="http://schemas.microsoft.com/office/drawing/2014/main" id="{5E4F4144-F4AC-11FB-3892-1669C2C4247E}"/>
              </a:ext>
            </a:extLst>
          </p:cNvPr>
          <p:cNvSpPr>
            <a:spLocks noGrp="1"/>
          </p:cNvSpPr>
          <p:nvPr>
            <p:ph type="body" sz="quarter" idx="64" hasCustomPrompt="1"/>
          </p:nvPr>
        </p:nvSpPr>
        <p:spPr>
          <a:xfrm>
            <a:off x="6175381" y="5786474"/>
            <a:ext cx="1733719"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8" name="Text Placeholder 36">
            <a:extLst>
              <a:ext uri="{FF2B5EF4-FFF2-40B4-BE49-F238E27FC236}">
                <a16:creationId xmlns:a16="http://schemas.microsoft.com/office/drawing/2014/main" id="{B7B58E98-31B5-7A50-4CD8-9E473AF55659}"/>
              </a:ext>
            </a:extLst>
          </p:cNvPr>
          <p:cNvSpPr>
            <a:spLocks noGrp="1"/>
          </p:cNvSpPr>
          <p:nvPr>
            <p:ph type="body" sz="quarter" idx="80" hasCustomPrompt="1"/>
          </p:nvPr>
        </p:nvSpPr>
        <p:spPr>
          <a:xfrm>
            <a:off x="8038050" y="5198785"/>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9" name="Text Placeholder 22">
            <a:extLst>
              <a:ext uri="{FF2B5EF4-FFF2-40B4-BE49-F238E27FC236}">
                <a16:creationId xmlns:a16="http://schemas.microsoft.com/office/drawing/2014/main" id="{33D01095-FD60-AEED-7907-8DC109CA6F38}"/>
              </a:ext>
            </a:extLst>
          </p:cNvPr>
          <p:cNvSpPr>
            <a:spLocks noGrp="1"/>
          </p:cNvSpPr>
          <p:nvPr>
            <p:ph type="body" sz="quarter" idx="81" hasCustomPrompt="1"/>
          </p:nvPr>
        </p:nvSpPr>
        <p:spPr>
          <a:xfrm>
            <a:off x="8038050" y="5786474"/>
            <a:ext cx="1733719"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6" name="Text Placeholder 36">
            <a:extLst>
              <a:ext uri="{FF2B5EF4-FFF2-40B4-BE49-F238E27FC236}">
                <a16:creationId xmlns:a16="http://schemas.microsoft.com/office/drawing/2014/main" id="{29EFF498-AFF5-EC26-E3F3-6D5E17AECD7C}"/>
              </a:ext>
            </a:extLst>
          </p:cNvPr>
          <p:cNvSpPr>
            <a:spLocks noGrp="1"/>
          </p:cNvSpPr>
          <p:nvPr>
            <p:ph type="body" sz="quarter" idx="83" hasCustomPrompt="1"/>
          </p:nvPr>
        </p:nvSpPr>
        <p:spPr>
          <a:xfrm>
            <a:off x="9900718" y="5198785"/>
            <a:ext cx="1733720"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8" name="Text Placeholder 22">
            <a:extLst>
              <a:ext uri="{FF2B5EF4-FFF2-40B4-BE49-F238E27FC236}">
                <a16:creationId xmlns:a16="http://schemas.microsoft.com/office/drawing/2014/main" id="{C637DC36-018B-9A60-3B35-37A08C1E3FC6}"/>
              </a:ext>
            </a:extLst>
          </p:cNvPr>
          <p:cNvSpPr>
            <a:spLocks noGrp="1"/>
          </p:cNvSpPr>
          <p:nvPr>
            <p:ph type="body" sz="quarter" idx="84" hasCustomPrompt="1"/>
          </p:nvPr>
        </p:nvSpPr>
        <p:spPr>
          <a:xfrm>
            <a:off x="9900718" y="5786474"/>
            <a:ext cx="1733720"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33" name="Straight Connector 32">
            <a:extLst>
              <a:ext uri="{FF2B5EF4-FFF2-40B4-BE49-F238E27FC236}">
                <a16:creationId xmlns:a16="http://schemas.microsoft.com/office/drawing/2014/main" id="{A3511A4D-075F-C24B-CB5A-8D17A26CF81E}"/>
              </a:ext>
            </a:extLst>
          </p:cNvPr>
          <p:cNvCxnSpPr>
            <a:cxnSpLocks noGrp="1" noRot="1" noMove="1" noResize="1" noEditPoints="1" noAdjustHandles="1" noChangeArrowheads="1" noChangeShapeType="1"/>
          </p:cNvCxnSpPr>
          <p:nvPr userDrawn="1"/>
        </p:nvCxnSpPr>
        <p:spPr>
          <a:xfrm flipH="1">
            <a:off x="2450043"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359454F-C170-5886-37CB-84EAFD7B0830}"/>
              </a:ext>
            </a:extLst>
          </p:cNvPr>
          <p:cNvCxnSpPr>
            <a:cxnSpLocks noGrp="1" noRot="1" noMove="1" noResize="1" noEditPoints="1" noAdjustHandles="1" noChangeArrowheads="1" noChangeShapeType="1"/>
          </p:cNvCxnSpPr>
          <p:nvPr userDrawn="1"/>
        </p:nvCxnSpPr>
        <p:spPr>
          <a:xfrm flipH="1">
            <a:off x="4312712"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7F3FF74-6DE9-4280-4BB5-C17D2B2F6548}"/>
              </a:ext>
            </a:extLst>
          </p:cNvPr>
          <p:cNvCxnSpPr>
            <a:cxnSpLocks noGrp="1" noRot="1" noMove="1" noResize="1" noEditPoints="1" noAdjustHandles="1" noChangeArrowheads="1" noChangeShapeType="1"/>
          </p:cNvCxnSpPr>
          <p:nvPr userDrawn="1"/>
        </p:nvCxnSpPr>
        <p:spPr>
          <a:xfrm flipH="1">
            <a:off x="6175381"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1AD895-7B4D-D017-1117-4A588F09C9D8}"/>
              </a:ext>
            </a:extLst>
          </p:cNvPr>
          <p:cNvCxnSpPr>
            <a:cxnSpLocks noGrp="1" noRot="1" noMove="1" noResize="1" noEditPoints="1" noAdjustHandles="1" noChangeArrowheads="1" noChangeShapeType="1"/>
          </p:cNvCxnSpPr>
          <p:nvPr userDrawn="1"/>
        </p:nvCxnSpPr>
        <p:spPr>
          <a:xfrm flipH="1">
            <a:off x="8038050"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A00CA93-413F-4E9F-49E8-44657859AC0F}"/>
              </a:ext>
            </a:extLst>
          </p:cNvPr>
          <p:cNvCxnSpPr>
            <a:cxnSpLocks noGrp="1" noRot="1" noMove="1" noResize="1" noEditPoints="1" noAdjustHandles="1" noChangeArrowheads="1" noChangeShapeType="1"/>
          </p:cNvCxnSpPr>
          <p:nvPr userDrawn="1"/>
        </p:nvCxnSpPr>
        <p:spPr>
          <a:xfrm flipH="1">
            <a:off x="9900717"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46589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06 | 1_Heading + Sub-Head +Intro + 6 x Photo-Inf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2699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3" name="Picture Placeholder 59">
            <a:extLst>
              <a:ext uri="{FF2B5EF4-FFF2-40B4-BE49-F238E27FC236}">
                <a16:creationId xmlns:a16="http://schemas.microsoft.com/office/drawing/2014/main" id="{AE7F9FF9-5B9F-D34E-D344-98F12F4F84D9}"/>
              </a:ext>
            </a:extLst>
          </p:cNvPr>
          <p:cNvSpPr>
            <a:spLocks noGrp="1"/>
          </p:cNvSpPr>
          <p:nvPr>
            <p:ph type="pic" sz="quarter" idx="72" hasCustomPrompt="1"/>
          </p:nvPr>
        </p:nvSpPr>
        <p:spPr>
          <a:xfrm>
            <a:off x="6175381" y="3249013"/>
            <a:ext cx="1733719"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5" name="Picture Placeholder 59">
            <a:extLst>
              <a:ext uri="{FF2B5EF4-FFF2-40B4-BE49-F238E27FC236}">
                <a16:creationId xmlns:a16="http://schemas.microsoft.com/office/drawing/2014/main" id="{0152FBDE-317E-F29E-7846-65C3C0180858}"/>
              </a:ext>
            </a:extLst>
          </p:cNvPr>
          <p:cNvSpPr>
            <a:spLocks noGrp="1"/>
          </p:cNvSpPr>
          <p:nvPr>
            <p:ph type="pic" sz="quarter" idx="73" hasCustomPrompt="1"/>
          </p:nvPr>
        </p:nvSpPr>
        <p:spPr>
          <a:xfrm>
            <a:off x="4312712" y="3249013"/>
            <a:ext cx="1733718"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6" name="Picture Placeholder 59">
            <a:extLst>
              <a:ext uri="{FF2B5EF4-FFF2-40B4-BE49-F238E27FC236}">
                <a16:creationId xmlns:a16="http://schemas.microsoft.com/office/drawing/2014/main" id="{3C3A4FA2-CE48-B1D7-2718-FD361E9BEAAC}"/>
              </a:ext>
            </a:extLst>
          </p:cNvPr>
          <p:cNvSpPr>
            <a:spLocks noGrp="1"/>
          </p:cNvSpPr>
          <p:nvPr>
            <p:ph type="pic" sz="quarter" idx="74" hasCustomPrompt="1"/>
          </p:nvPr>
        </p:nvSpPr>
        <p:spPr>
          <a:xfrm>
            <a:off x="2450043" y="3249013"/>
            <a:ext cx="1733718"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7" name="Picture Placeholder 59">
            <a:extLst>
              <a:ext uri="{FF2B5EF4-FFF2-40B4-BE49-F238E27FC236}">
                <a16:creationId xmlns:a16="http://schemas.microsoft.com/office/drawing/2014/main" id="{9F41938E-F7A9-139D-0838-E7861442FB46}"/>
              </a:ext>
            </a:extLst>
          </p:cNvPr>
          <p:cNvSpPr>
            <a:spLocks noGrp="1"/>
          </p:cNvSpPr>
          <p:nvPr>
            <p:ph type="pic" sz="quarter" idx="75" hasCustomPrompt="1"/>
          </p:nvPr>
        </p:nvSpPr>
        <p:spPr>
          <a:xfrm>
            <a:off x="587375" y="3249013"/>
            <a:ext cx="1735321"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7" name="Picture Placeholder 59">
            <a:extLst>
              <a:ext uri="{FF2B5EF4-FFF2-40B4-BE49-F238E27FC236}">
                <a16:creationId xmlns:a16="http://schemas.microsoft.com/office/drawing/2014/main" id="{F3F18CA6-DB6D-DEDE-2B83-36C7DBC31FCA}"/>
              </a:ext>
            </a:extLst>
          </p:cNvPr>
          <p:cNvSpPr>
            <a:spLocks noGrp="1"/>
          </p:cNvSpPr>
          <p:nvPr>
            <p:ph type="pic" sz="quarter" idx="79" hasCustomPrompt="1"/>
          </p:nvPr>
        </p:nvSpPr>
        <p:spPr>
          <a:xfrm>
            <a:off x="8038050" y="3249013"/>
            <a:ext cx="1733719"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5" name="Picture Placeholder 59">
            <a:extLst>
              <a:ext uri="{FF2B5EF4-FFF2-40B4-BE49-F238E27FC236}">
                <a16:creationId xmlns:a16="http://schemas.microsoft.com/office/drawing/2014/main" id="{A1A768B3-1DBA-65B1-B861-2BAE249506FA}"/>
              </a:ext>
            </a:extLst>
          </p:cNvPr>
          <p:cNvSpPr>
            <a:spLocks noGrp="1"/>
          </p:cNvSpPr>
          <p:nvPr>
            <p:ph type="pic" sz="quarter" idx="82" hasCustomPrompt="1"/>
          </p:nvPr>
        </p:nvSpPr>
        <p:spPr>
          <a:xfrm>
            <a:off x="9900718" y="3249013"/>
            <a:ext cx="1733720" cy="1735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4" name="Text Placeholder 36">
            <a:extLst>
              <a:ext uri="{FF2B5EF4-FFF2-40B4-BE49-F238E27FC236}">
                <a16:creationId xmlns:a16="http://schemas.microsoft.com/office/drawing/2014/main" id="{2CD040E4-3665-94BC-6C94-8362D962BDE8}"/>
              </a:ext>
            </a:extLst>
          </p:cNvPr>
          <p:cNvSpPr>
            <a:spLocks noGrp="1"/>
          </p:cNvSpPr>
          <p:nvPr>
            <p:ph type="body" sz="quarter" idx="49" hasCustomPrompt="1"/>
          </p:nvPr>
        </p:nvSpPr>
        <p:spPr>
          <a:xfrm>
            <a:off x="587374" y="5181693"/>
            <a:ext cx="1735322"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18" name="Text Placeholder 36">
            <a:extLst>
              <a:ext uri="{FF2B5EF4-FFF2-40B4-BE49-F238E27FC236}">
                <a16:creationId xmlns:a16="http://schemas.microsoft.com/office/drawing/2014/main" id="{0D4BAF04-741E-357E-5753-E9EF4FE1C0AA}"/>
              </a:ext>
            </a:extLst>
          </p:cNvPr>
          <p:cNvSpPr>
            <a:spLocks noGrp="1"/>
          </p:cNvSpPr>
          <p:nvPr>
            <p:ph type="body" sz="quarter" idx="76" hasCustomPrompt="1"/>
          </p:nvPr>
        </p:nvSpPr>
        <p:spPr>
          <a:xfrm>
            <a:off x="2450043" y="5181693"/>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0" name="Text Placeholder 36">
            <a:extLst>
              <a:ext uri="{FF2B5EF4-FFF2-40B4-BE49-F238E27FC236}">
                <a16:creationId xmlns:a16="http://schemas.microsoft.com/office/drawing/2014/main" id="{2237C64A-D5A1-52EB-3392-1330E04659C5}"/>
              </a:ext>
            </a:extLst>
          </p:cNvPr>
          <p:cNvSpPr>
            <a:spLocks noGrp="1"/>
          </p:cNvSpPr>
          <p:nvPr>
            <p:ph type="body" sz="quarter" idx="77" hasCustomPrompt="1"/>
          </p:nvPr>
        </p:nvSpPr>
        <p:spPr>
          <a:xfrm>
            <a:off x="4312712" y="5181693"/>
            <a:ext cx="1733718"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1" name="Text Placeholder 36">
            <a:extLst>
              <a:ext uri="{FF2B5EF4-FFF2-40B4-BE49-F238E27FC236}">
                <a16:creationId xmlns:a16="http://schemas.microsoft.com/office/drawing/2014/main" id="{7F3E1F58-57F5-8491-14CA-C85CC163FA6D}"/>
              </a:ext>
            </a:extLst>
          </p:cNvPr>
          <p:cNvSpPr>
            <a:spLocks noGrp="1"/>
          </p:cNvSpPr>
          <p:nvPr>
            <p:ph type="body" sz="quarter" idx="78" hasCustomPrompt="1"/>
          </p:nvPr>
        </p:nvSpPr>
        <p:spPr>
          <a:xfrm>
            <a:off x="6175381" y="5181693"/>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cxnSp>
        <p:nvCxnSpPr>
          <p:cNvPr id="65" name="Straight Connector 64">
            <a:extLst>
              <a:ext uri="{FF2B5EF4-FFF2-40B4-BE49-F238E27FC236}">
                <a16:creationId xmlns:a16="http://schemas.microsoft.com/office/drawing/2014/main" id="{3F4CC30E-8E1B-B0E8-BE95-F02ED9BCADEC}"/>
              </a:ext>
            </a:extLst>
          </p:cNvPr>
          <p:cNvCxnSpPr>
            <a:cxnSpLocks noGrp="1" noRot="1" noMove="1" noResize="1" noEditPoints="1" noAdjustHandles="1" noChangeArrowheads="1" noChangeShapeType="1"/>
          </p:cNvCxnSpPr>
          <p:nvPr userDrawn="1"/>
        </p:nvCxnSpPr>
        <p:spPr>
          <a:xfrm flipH="1">
            <a:off x="587374"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 Placeholder 22">
            <a:extLst>
              <a:ext uri="{FF2B5EF4-FFF2-40B4-BE49-F238E27FC236}">
                <a16:creationId xmlns:a16="http://schemas.microsoft.com/office/drawing/2014/main" id="{2B295264-B0F0-BC82-C427-69BE631B69E1}"/>
              </a:ext>
            </a:extLst>
          </p:cNvPr>
          <p:cNvSpPr>
            <a:spLocks noGrp="1"/>
          </p:cNvSpPr>
          <p:nvPr>
            <p:ph type="body" sz="quarter" idx="59" hasCustomPrompt="1"/>
          </p:nvPr>
        </p:nvSpPr>
        <p:spPr>
          <a:xfrm>
            <a:off x="587375" y="5769382"/>
            <a:ext cx="1735321"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98284077-F42E-9FA6-EA2C-188A841768A5}"/>
              </a:ext>
            </a:extLst>
          </p:cNvPr>
          <p:cNvSpPr>
            <a:spLocks noGrp="1"/>
          </p:cNvSpPr>
          <p:nvPr>
            <p:ph type="body" sz="quarter" idx="60" hasCustomPrompt="1"/>
          </p:nvPr>
        </p:nvSpPr>
        <p:spPr>
          <a:xfrm>
            <a:off x="2450043" y="5769382"/>
            <a:ext cx="1728298"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9" name="Text Placeholder 22">
            <a:extLst>
              <a:ext uri="{FF2B5EF4-FFF2-40B4-BE49-F238E27FC236}">
                <a16:creationId xmlns:a16="http://schemas.microsoft.com/office/drawing/2014/main" id="{579312E6-13DD-470F-4B30-01C432314325}"/>
              </a:ext>
            </a:extLst>
          </p:cNvPr>
          <p:cNvSpPr>
            <a:spLocks noGrp="1"/>
          </p:cNvSpPr>
          <p:nvPr>
            <p:ph type="body" sz="quarter" idx="62" hasCustomPrompt="1"/>
          </p:nvPr>
        </p:nvSpPr>
        <p:spPr>
          <a:xfrm>
            <a:off x="4312712" y="5769382"/>
            <a:ext cx="1733718"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22">
            <a:extLst>
              <a:ext uri="{FF2B5EF4-FFF2-40B4-BE49-F238E27FC236}">
                <a16:creationId xmlns:a16="http://schemas.microsoft.com/office/drawing/2014/main" id="{5E4F4144-F4AC-11FB-3892-1669C2C4247E}"/>
              </a:ext>
            </a:extLst>
          </p:cNvPr>
          <p:cNvSpPr>
            <a:spLocks noGrp="1"/>
          </p:cNvSpPr>
          <p:nvPr>
            <p:ph type="body" sz="quarter" idx="64" hasCustomPrompt="1"/>
          </p:nvPr>
        </p:nvSpPr>
        <p:spPr>
          <a:xfrm>
            <a:off x="6175381" y="5769382"/>
            <a:ext cx="1733719"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8" name="Text Placeholder 36">
            <a:extLst>
              <a:ext uri="{FF2B5EF4-FFF2-40B4-BE49-F238E27FC236}">
                <a16:creationId xmlns:a16="http://schemas.microsoft.com/office/drawing/2014/main" id="{B7B58E98-31B5-7A50-4CD8-9E473AF55659}"/>
              </a:ext>
            </a:extLst>
          </p:cNvPr>
          <p:cNvSpPr>
            <a:spLocks noGrp="1"/>
          </p:cNvSpPr>
          <p:nvPr>
            <p:ph type="body" sz="quarter" idx="80" hasCustomPrompt="1"/>
          </p:nvPr>
        </p:nvSpPr>
        <p:spPr>
          <a:xfrm>
            <a:off x="8038050" y="5181693"/>
            <a:ext cx="1733719"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9" name="Text Placeholder 22">
            <a:extLst>
              <a:ext uri="{FF2B5EF4-FFF2-40B4-BE49-F238E27FC236}">
                <a16:creationId xmlns:a16="http://schemas.microsoft.com/office/drawing/2014/main" id="{33D01095-FD60-AEED-7907-8DC109CA6F38}"/>
              </a:ext>
            </a:extLst>
          </p:cNvPr>
          <p:cNvSpPr>
            <a:spLocks noGrp="1"/>
          </p:cNvSpPr>
          <p:nvPr>
            <p:ph type="body" sz="quarter" idx="81" hasCustomPrompt="1"/>
          </p:nvPr>
        </p:nvSpPr>
        <p:spPr>
          <a:xfrm>
            <a:off x="8038050" y="5769382"/>
            <a:ext cx="1733719"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6" name="Text Placeholder 36">
            <a:extLst>
              <a:ext uri="{FF2B5EF4-FFF2-40B4-BE49-F238E27FC236}">
                <a16:creationId xmlns:a16="http://schemas.microsoft.com/office/drawing/2014/main" id="{29EFF498-AFF5-EC26-E3F3-6D5E17AECD7C}"/>
              </a:ext>
            </a:extLst>
          </p:cNvPr>
          <p:cNvSpPr>
            <a:spLocks noGrp="1"/>
          </p:cNvSpPr>
          <p:nvPr>
            <p:ph type="body" sz="quarter" idx="83" hasCustomPrompt="1"/>
          </p:nvPr>
        </p:nvSpPr>
        <p:spPr>
          <a:xfrm>
            <a:off x="9900718" y="5181693"/>
            <a:ext cx="1733720" cy="457048"/>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three lines only</a:t>
            </a:r>
            <a:endParaRPr lang="en-ZA" dirty="0"/>
          </a:p>
        </p:txBody>
      </p:sp>
      <p:sp>
        <p:nvSpPr>
          <p:cNvPr id="28" name="Text Placeholder 22">
            <a:extLst>
              <a:ext uri="{FF2B5EF4-FFF2-40B4-BE49-F238E27FC236}">
                <a16:creationId xmlns:a16="http://schemas.microsoft.com/office/drawing/2014/main" id="{C637DC36-018B-9A60-3B35-37A08C1E3FC6}"/>
              </a:ext>
            </a:extLst>
          </p:cNvPr>
          <p:cNvSpPr>
            <a:spLocks noGrp="1"/>
          </p:cNvSpPr>
          <p:nvPr>
            <p:ph type="body" sz="quarter" idx="84" hasCustomPrompt="1"/>
          </p:nvPr>
        </p:nvSpPr>
        <p:spPr>
          <a:xfrm>
            <a:off x="9900718" y="5769382"/>
            <a:ext cx="1733720" cy="282129"/>
          </a:xfrm>
          <a:prstGeom prst="rect">
            <a:avLst/>
          </a:prstGeom>
        </p:spPr>
        <p:txBody>
          <a:bodyPr wrap="square" lIns="72000" tIns="0" rIns="72000" bIns="0">
            <a:spAutoFit/>
          </a:bodyPr>
          <a:lstStyle>
            <a:lvl1pPr marL="0" indent="0" algn="ctr">
              <a:lnSpc>
                <a:spcPts val="11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33" name="Straight Connector 32">
            <a:extLst>
              <a:ext uri="{FF2B5EF4-FFF2-40B4-BE49-F238E27FC236}">
                <a16:creationId xmlns:a16="http://schemas.microsoft.com/office/drawing/2014/main" id="{A3511A4D-075F-C24B-CB5A-8D17A26CF81E}"/>
              </a:ext>
            </a:extLst>
          </p:cNvPr>
          <p:cNvCxnSpPr>
            <a:cxnSpLocks noGrp="1" noRot="1" noMove="1" noResize="1" noEditPoints="1" noAdjustHandles="1" noChangeArrowheads="1" noChangeShapeType="1"/>
          </p:cNvCxnSpPr>
          <p:nvPr userDrawn="1"/>
        </p:nvCxnSpPr>
        <p:spPr>
          <a:xfrm flipH="1">
            <a:off x="2450043"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359454F-C170-5886-37CB-84EAFD7B0830}"/>
              </a:ext>
            </a:extLst>
          </p:cNvPr>
          <p:cNvCxnSpPr>
            <a:cxnSpLocks noGrp="1" noRot="1" noMove="1" noResize="1" noEditPoints="1" noAdjustHandles="1" noChangeArrowheads="1" noChangeShapeType="1"/>
          </p:cNvCxnSpPr>
          <p:nvPr userDrawn="1"/>
        </p:nvCxnSpPr>
        <p:spPr>
          <a:xfrm flipH="1">
            <a:off x="4312712"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7F3FF74-6DE9-4280-4BB5-C17D2B2F6548}"/>
              </a:ext>
            </a:extLst>
          </p:cNvPr>
          <p:cNvCxnSpPr>
            <a:cxnSpLocks noGrp="1" noRot="1" noMove="1" noResize="1" noEditPoints="1" noAdjustHandles="1" noChangeArrowheads="1" noChangeShapeType="1"/>
          </p:cNvCxnSpPr>
          <p:nvPr userDrawn="1"/>
        </p:nvCxnSpPr>
        <p:spPr>
          <a:xfrm flipH="1">
            <a:off x="6175381"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1AD895-7B4D-D017-1117-4A588F09C9D8}"/>
              </a:ext>
            </a:extLst>
          </p:cNvPr>
          <p:cNvCxnSpPr>
            <a:cxnSpLocks noGrp="1" noRot="1" noMove="1" noResize="1" noEditPoints="1" noAdjustHandles="1" noChangeArrowheads="1" noChangeShapeType="1"/>
          </p:cNvCxnSpPr>
          <p:nvPr userDrawn="1"/>
        </p:nvCxnSpPr>
        <p:spPr>
          <a:xfrm flipH="1">
            <a:off x="8038050"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A00CA93-413F-4E9F-49E8-44657859AC0F}"/>
              </a:ext>
            </a:extLst>
          </p:cNvPr>
          <p:cNvCxnSpPr>
            <a:cxnSpLocks noGrp="1" noRot="1" noMove="1" noResize="1" noEditPoints="1" noAdjustHandles="1" noChangeArrowheads="1" noChangeShapeType="1"/>
          </p:cNvCxnSpPr>
          <p:nvPr userDrawn="1"/>
        </p:nvCxnSpPr>
        <p:spPr>
          <a:xfrm flipH="1">
            <a:off x="9900717" y="6426371"/>
            <a:ext cx="17352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 name="Straight Connector 15">
            <a:extLst>
              <a:ext uri="{FF2B5EF4-FFF2-40B4-BE49-F238E27FC236}">
                <a16:creationId xmlns:a16="http://schemas.microsoft.com/office/drawing/2014/main" id="{1C5D9B72-BF13-8368-3EB5-22C7BFB4C4E0}"/>
              </a:ext>
            </a:extLst>
          </p:cNvPr>
          <p:cNvCxnSpPr>
            <a:cxnSpLocks noGrp="1" noRot="1" noMove="1" noResize="1" noEditPoints="1" noAdjustHandles="1" noChangeArrowheads="1" noChangeShapeType="1"/>
          </p:cNvCxnSpPr>
          <p:nvPr userDrawn="1"/>
        </p:nvCxnSpPr>
        <p:spPr>
          <a:xfrm>
            <a:off x="5312818" y="1360351"/>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7BF496A3-E340-D0BB-8E5D-CF0D575B2981}"/>
              </a:ext>
            </a:extLst>
          </p:cNvPr>
          <p:cNvSpPr>
            <a:spLocks noGrp="1"/>
          </p:cNvSpPr>
          <p:nvPr>
            <p:ph type="body" sz="quarter" idx="44" hasCustomPrompt="1"/>
          </p:nvPr>
        </p:nvSpPr>
        <p:spPr>
          <a:xfrm>
            <a:off x="587375" y="1937886"/>
            <a:ext cx="11052175" cy="396320"/>
          </a:xfrm>
          <a:prstGeom prst="rect">
            <a:avLst/>
          </a:prstGeom>
        </p:spPr>
        <p:txBody>
          <a:bodyPr lIns="0" tIns="0" rIns="0" bIns="0"/>
          <a:lstStyle>
            <a:lvl1pPr marL="0" indent="0" algn="ctr">
              <a:lnSpc>
                <a:spcPts val="1600"/>
              </a:lnSpc>
              <a:spcBef>
                <a:spcPts val="0"/>
              </a:spcBef>
              <a:buNone/>
              <a:defRPr sz="1050" spc="4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Tree>
    <p:extLst>
      <p:ext uri="{BB962C8B-B14F-4D97-AF65-F5344CB8AC3E}">
        <p14:creationId xmlns:p14="http://schemas.microsoft.com/office/powerpoint/2010/main" val="11081960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P06 | Heading + Sub-Head + 8 x Photo-Info">
    <p:spTree>
      <p:nvGrpSpPr>
        <p:cNvPr id="1" name=""/>
        <p:cNvGrpSpPr/>
        <p:nvPr/>
      </p:nvGrpSpPr>
      <p:grpSpPr>
        <a:xfrm>
          <a:off x="0" y="0"/>
          <a:ext cx="0" cy="0"/>
          <a:chOff x="0" y="0"/>
          <a:chExt cx="0" cy="0"/>
        </a:xfrm>
      </p:grpSpPr>
      <p:sp>
        <p:nvSpPr>
          <p:cNvPr id="9" name="Picture Placeholder 59">
            <a:extLst>
              <a:ext uri="{FF2B5EF4-FFF2-40B4-BE49-F238E27FC236}">
                <a16:creationId xmlns:a16="http://schemas.microsoft.com/office/drawing/2014/main" id="{E16F8085-D39B-A54E-63B9-83C9417A34C1}"/>
              </a:ext>
            </a:extLst>
          </p:cNvPr>
          <p:cNvSpPr>
            <a:spLocks noGrp="1"/>
          </p:cNvSpPr>
          <p:nvPr>
            <p:ph type="pic" sz="quarter" idx="76" hasCustomPrompt="1"/>
          </p:nvPr>
        </p:nvSpPr>
        <p:spPr>
          <a:xfrm>
            <a:off x="587375" y="4130788"/>
            <a:ext cx="2681145" cy="1298725"/>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9" name="Picture Placeholder 59">
            <a:extLst>
              <a:ext uri="{FF2B5EF4-FFF2-40B4-BE49-F238E27FC236}">
                <a16:creationId xmlns:a16="http://schemas.microsoft.com/office/drawing/2014/main" id="{D6592103-A46D-5849-4171-AE0DDE33D9FE}"/>
              </a:ext>
            </a:extLst>
          </p:cNvPr>
          <p:cNvSpPr>
            <a:spLocks noGrp="1"/>
          </p:cNvSpPr>
          <p:nvPr>
            <p:ph type="pic" sz="quarter" idx="78" hasCustomPrompt="1"/>
          </p:nvPr>
        </p:nvSpPr>
        <p:spPr>
          <a:xfrm>
            <a:off x="3378243" y="4130788"/>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3" name="Picture Placeholder 59">
            <a:extLst>
              <a:ext uri="{FF2B5EF4-FFF2-40B4-BE49-F238E27FC236}">
                <a16:creationId xmlns:a16="http://schemas.microsoft.com/office/drawing/2014/main" id="{E09A9F64-7759-22F8-9C5D-F78E6990A843}"/>
              </a:ext>
            </a:extLst>
          </p:cNvPr>
          <p:cNvSpPr>
            <a:spLocks noGrp="1"/>
          </p:cNvSpPr>
          <p:nvPr>
            <p:ph type="pic" sz="quarter" idx="80" hasCustomPrompt="1"/>
          </p:nvPr>
        </p:nvSpPr>
        <p:spPr>
          <a:xfrm>
            <a:off x="6168320" y="4130788"/>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5" name="Picture Placeholder 59">
            <a:extLst>
              <a:ext uri="{FF2B5EF4-FFF2-40B4-BE49-F238E27FC236}">
                <a16:creationId xmlns:a16="http://schemas.microsoft.com/office/drawing/2014/main" id="{549CE502-29ED-D3E2-CA3E-1F16804D025B}"/>
              </a:ext>
            </a:extLst>
          </p:cNvPr>
          <p:cNvSpPr>
            <a:spLocks noGrp="1"/>
          </p:cNvSpPr>
          <p:nvPr>
            <p:ph type="pic" sz="quarter" idx="82" hasCustomPrompt="1"/>
          </p:nvPr>
        </p:nvSpPr>
        <p:spPr>
          <a:xfrm>
            <a:off x="8958396" y="4130787"/>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5" name="Picture Placeholder 59">
            <a:extLst>
              <a:ext uri="{FF2B5EF4-FFF2-40B4-BE49-F238E27FC236}">
                <a16:creationId xmlns:a16="http://schemas.microsoft.com/office/drawing/2014/main" id="{8BF61647-C5ED-FDB1-3240-169AF1D3C639}"/>
              </a:ext>
            </a:extLst>
          </p:cNvPr>
          <p:cNvSpPr>
            <a:spLocks noGrp="1"/>
          </p:cNvSpPr>
          <p:nvPr>
            <p:ph type="pic" sz="quarter" idx="75" hasCustomPrompt="1"/>
          </p:nvPr>
        </p:nvSpPr>
        <p:spPr>
          <a:xfrm>
            <a:off x="587375" y="1611314"/>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8" name="Picture Placeholder 59">
            <a:extLst>
              <a:ext uri="{FF2B5EF4-FFF2-40B4-BE49-F238E27FC236}">
                <a16:creationId xmlns:a16="http://schemas.microsoft.com/office/drawing/2014/main" id="{0A7E6B97-C8E5-80ED-B1A9-2BD19653C170}"/>
              </a:ext>
            </a:extLst>
          </p:cNvPr>
          <p:cNvSpPr>
            <a:spLocks noGrp="1"/>
          </p:cNvSpPr>
          <p:nvPr>
            <p:ph type="pic" sz="quarter" idx="77" hasCustomPrompt="1"/>
          </p:nvPr>
        </p:nvSpPr>
        <p:spPr>
          <a:xfrm>
            <a:off x="3378243" y="1611314"/>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0" name="Picture Placeholder 59">
            <a:extLst>
              <a:ext uri="{FF2B5EF4-FFF2-40B4-BE49-F238E27FC236}">
                <a16:creationId xmlns:a16="http://schemas.microsoft.com/office/drawing/2014/main" id="{D88A6278-E69A-A1B8-9612-705FC2CCDBD0}"/>
              </a:ext>
            </a:extLst>
          </p:cNvPr>
          <p:cNvSpPr>
            <a:spLocks noGrp="1"/>
          </p:cNvSpPr>
          <p:nvPr>
            <p:ph type="pic" sz="quarter" idx="79" hasCustomPrompt="1"/>
          </p:nvPr>
        </p:nvSpPr>
        <p:spPr>
          <a:xfrm>
            <a:off x="6168320" y="1611314"/>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4" name="Picture Placeholder 59">
            <a:extLst>
              <a:ext uri="{FF2B5EF4-FFF2-40B4-BE49-F238E27FC236}">
                <a16:creationId xmlns:a16="http://schemas.microsoft.com/office/drawing/2014/main" id="{1FCAA9BD-F607-DF40-7CC2-2E6574904D18}"/>
              </a:ext>
            </a:extLst>
          </p:cNvPr>
          <p:cNvSpPr>
            <a:spLocks noGrp="1"/>
          </p:cNvSpPr>
          <p:nvPr>
            <p:ph type="pic" sz="quarter" idx="81" hasCustomPrompt="1"/>
          </p:nvPr>
        </p:nvSpPr>
        <p:spPr>
          <a:xfrm>
            <a:off x="8958396" y="1611313"/>
            <a:ext cx="2681145" cy="1298726"/>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p:ph type="body" sz="quarter" idx="41" hasCustomPrompt="1"/>
          </p:nvPr>
        </p:nvSpPr>
        <p:spPr>
          <a:xfrm>
            <a:off x="587375" y="3073746"/>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39" name="Text Placeholder 38">
            <a:extLst>
              <a:ext uri="{FF2B5EF4-FFF2-40B4-BE49-F238E27FC236}">
                <a16:creationId xmlns:a16="http://schemas.microsoft.com/office/drawing/2014/main" id="{6684F912-3415-9715-3800-9CB1E78BB8D2}"/>
              </a:ext>
            </a:extLst>
          </p:cNvPr>
          <p:cNvSpPr>
            <a:spLocks noGrp="1"/>
          </p:cNvSpPr>
          <p:nvPr>
            <p:ph type="body" sz="quarter" idx="42" hasCustomPrompt="1"/>
          </p:nvPr>
        </p:nvSpPr>
        <p:spPr>
          <a:xfrm>
            <a:off x="587375" y="3475866"/>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36" name="Text Placeholder 36">
            <a:extLst>
              <a:ext uri="{FF2B5EF4-FFF2-40B4-BE49-F238E27FC236}">
                <a16:creationId xmlns:a16="http://schemas.microsoft.com/office/drawing/2014/main" id="{B1484B85-570C-D8F2-C9A4-44C5072D5D25}"/>
              </a:ext>
            </a:extLst>
          </p:cNvPr>
          <p:cNvSpPr>
            <a:spLocks noGrp="1"/>
          </p:cNvSpPr>
          <p:nvPr>
            <p:ph type="body" sz="quarter" idx="83" hasCustomPrompt="1"/>
          </p:nvPr>
        </p:nvSpPr>
        <p:spPr>
          <a:xfrm>
            <a:off x="586584" y="5593483"/>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38" name="Text Placeholder 38">
            <a:extLst>
              <a:ext uri="{FF2B5EF4-FFF2-40B4-BE49-F238E27FC236}">
                <a16:creationId xmlns:a16="http://schemas.microsoft.com/office/drawing/2014/main" id="{861CD504-22DA-913B-3828-FA56225E5462}"/>
              </a:ext>
            </a:extLst>
          </p:cNvPr>
          <p:cNvSpPr>
            <a:spLocks noGrp="1"/>
          </p:cNvSpPr>
          <p:nvPr>
            <p:ph type="body" sz="quarter" idx="84" hasCustomPrompt="1"/>
          </p:nvPr>
        </p:nvSpPr>
        <p:spPr>
          <a:xfrm>
            <a:off x="586584" y="5995603"/>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55" name="Text Placeholder 36">
            <a:extLst>
              <a:ext uri="{FF2B5EF4-FFF2-40B4-BE49-F238E27FC236}">
                <a16:creationId xmlns:a16="http://schemas.microsoft.com/office/drawing/2014/main" id="{A257ED2E-C652-0E9E-C8C5-8C8C8A4C359B}"/>
              </a:ext>
            </a:extLst>
          </p:cNvPr>
          <p:cNvSpPr>
            <a:spLocks noGrp="1"/>
          </p:cNvSpPr>
          <p:nvPr>
            <p:ph type="body" sz="quarter" idx="85" hasCustomPrompt="1"/>
          </p:nvPr>
        </p:nvSpPr>
        <p:spPr>
          <a:xfrm>
            <a:off x="3377452" y="3073744"/>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56" name="Text Placeholder 38">
            <a:extLst>
              <a:ext uri="{FF2B5EF4-FFF2-40B4-BE49-F238E27FC236}">
                <a16:creationId xmlns:a16="http://schemas.microsoft.com/office/drawing/2014/main" id="{818A3DA9-954F-25A6-3DD7-9042D0668CBD}"/>
              </a:ext>
            </a:extLst>
          </p:cNvPr>
          <p:cNvSpPr>
            <a:spLocks noGrp="1"/>
          </p:cNvSpPr>
          <p:nvPr>
            <p:ph type="body" sz="quarter" idx="86" hasCustomPrompt="1"/>
          </p:nvPr>
        </p:nvSpPr>
        <p:spPr>
          <a:xfrm>
            <a:off x="3377452" y="3475864"/>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58" name="Text Placeholder 36">
            <a:extLst>
              <a:ext uri="{FF2B5EF4-FFF2-40B4-BE49-F238E27FC236}">
                <a16:creationId xmlns:a16="http://schemas.microsoft.com/office/drawing/2014/main" id="{444ACFF1-F4DD-E4ED-427E-301545BB9E48}"/>
              </a:ext>
            </a:extLst>
          </p:cNvPr>
          <p:cNvSpPr>
            <a:spLocks noGrp="1"/>
          </p:cNvSpPr>
          <p:nvPr>
            <p:ph type="body" sz="quarter" idx="87" hasCustomPrompt="1"/>
          </p:nvPr>
        </p:nvSpPr>
        <p:spPr>
          <a:xfrm>
            <a:off x="3376661" y="5593481"/>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59" name="Text Placeholder 38">
            <a:extLst>
              <a:ext uri="{FF2B5EF4-FFF2-40B4-BE49-F238E27FC236}">
                <a16:creationId xmlns:a16="http://schemas.microsoft.com/office/drawing/2014/main" id="{23A51413-5B6E-CB71-471E-A47AA1AC89AB}"/>
              </a:ext>
            </a:extLst>
          </p:cNvPr>
          <p:cNvSpPr>
            <a:spLocks noGrp="1"/>
          </p:cNvSpPr>
          <p:nvPr>
            <p:ph type="body" sz="quarter" idx="88" hasCustomPrompt="1"/>
          </p:nvPr>
        </p:nvSpPr>
        <p:spPr>
          <a:xfrm>
            <a:off x="3376661" y="5995601"/>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61" name="Text Placeholder 36">
            <a:extLst>
              <a:ext uri="{FF2B5EF4-FFF2-40B4-BE49-F238E27FC236}">
                <a16:creationId xmlns:a16="http://schemas.microsoft.com/office/drawing/2014/main" id="{5D27C087-60F1-5BF6-0860-357C5DCAC37F}"/>
              </a:ext>
            </a:extLst>
          </p:cNvPr>
          <p:cNvSpPr>
            <a:spLocks noGrp="1"/>
          </p:cNvSpPr>
          <p:nvPr>
            <p:ph type="body" sz="quarter" idx="89" hasCustomPrompt="1"/>
          </p:nvPr>
        </p:nvSpPr>
        <p:spPr>
          <a:xfrm>
            <a:off x="6165155" y="3073744"/>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62" name="Text Placeholder 38">
            <a:extLst>
              <a:ext uri="{FF2B5EF4-FFF2-40B4-BE49-F238E27FC236}">
                <a16:creationId xmlns:a16="http://schemas.microsoft.com/office/drawing/2014/main" id="{3D759762-EB51-971E-5BB5-7164D4ABD507}"/>
              </a:ext>
            </a:extLst>
          </p:cNvPr>
          <p:cNvSpPr>
            <a:spLocks noGrp="1"/>
          </p:cNvSpPr>
          <p:nvPr>
            <p:ph type="body" sz="quarter" idx="90" hasCustomPrompt="1"/>
          </p:nvPr>
        </p:nvSpPr>
        <p:spPr>
          <a:xfrm>
            <a:off x="6165155" y="3475864"/>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64" name="Text Placeholder 36">
            <a:extLst>
              <a:ext uri="{FF2B5EF4-FFF2-40B4-BE49-F238E27FC236}">
                <a16:creationId xmlns:a16="http://schemas.microsoft.com/office/drawing/2014/main" id="{A5BDDB0B-0461-8D89-115E-46C7720F8CF2}"/>
              </a:ext>
            </a:extLst>
          </p:cNvPr>
          <p:cNvSpPr>
            <a:spLocks noGrp="1"/>
          </p:cNvSpPr>
          <p:nvPr>
            <p:ph type="body" sz="quarter" idx="91" hasCustomPrompt="1"/>
          </p:nvPr>
        </p:nvSpPr>
        <p:spPr>
          <a:xfrm>
            <a:off x="6164364" y="5593481"/>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65" name="Text Placeholder 38">
            <a:extLst>
              <a:ext uri="{FF2B5EF4-FFF2-40B4-BE49-F238E27FC236}">
                <a16:creationId xmlns:a16="http://schemas.microsoft.com/office/drawing/2014/main" id="{482268B8-1D66-C804-2B6F-574E479ED88E}"/>
              </a:ext>
            </a:extLst>
          </p:cNvPr>
          <p:cNvSpPr>
            <a:spLocks noGrp="1"/>
          </p:cNvSpPr>
          <p:nvPr>
            <p:ph type="body" sz="quarter" idx="92" hasCustomPrompt="1"/>
          </p:nvPr>
        </p:nvSpPr>
        <p:spPr>
          <a:xfrm>
            <a:off x="6164364" y="5995601"/>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67" name="Text Placeholder 36">
            <a:extLst>
              <a:ext uri="{FF2B5EF4-FFF2-40B4-BE49-F238E27FC236}">
                <a16:creationId xmlns:a16="http://schemas.microsoft.com/office/drawing/2014/main" id="{997D7B18-655F-59DD-3087-5842DA69E33A}"/>
              </a:ext>
            </a:extLst>
          </p:cNvPr>
          <p:cNvSpPr>
            <a:spLocks noGrp="1"/>
          </p:cNvSpPr>
          <p:nvPr>
            <p:ph type="body" sz="quarter" idx="93" hasCustomPrompt="1"/>
          </p:nvPr>
        </p:nvSpPr>
        <p:spPr>
          <a:xfrm>
            <a:off x="8959187" y="3073744"/>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68" name="Text Placeholder 38">
            <a:extLst>
              <a:ext uri="{FF2B5EF4-FFF2-40B4-BE49-F238E27FC236}">
                <a16:creationId xmlns:a16="http://schemas.microsoft.com/office/drawing/2014/main" id="{ABEB1DB0-47E4-D8B4-7AC2-210F1FDBDB7B}"/>
              </a:ext>
            </a:extLst>
          </p:cNvPr>
          <p:cNvSpPr>
            <a:spLocks noGrp="1"/>
          </p:cNvSpPr>
          <p:nvPr>
            <p:ph type="body" sz="quarter" idx="94" hasCustomPrompt="1"/>
          </p:nvPr>
        </p:nvSpPr>
        <p:spPr>
          <a:xfrm>
            <a:off x="8959187" y="3475864"/>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sp>
        <p:nvSpPr>
          <p:cNvPr id="70" name="Text Placeholder 36">
            <a:extLst>
              <a:ext uri="{FF2B5EF4-FFF2-40B4-BE49-F238E27FC236}">
                <a16:creationId xmlns:a16="http://schemas.microsoft.com/office/drawing/2014/main" id="{EC1D8A22-1A64-92A0-0820-50FB480A5614}"/>
              </a:ext>
            </a:extLst>
          </p:cNvPr>
          <p:cNvSpPr>
            <a:spLocks noGrp="1"/>
          </p:cNvSpPr>
          <p:nvPr>
            <p:ph type="body" sz="quarter" idx="95" hasCustomPrompt="1"/>
          </p:nvPr>
        </p:nvSpPr>
        <p:spPr>
          <a:xfrm>
            <a:off x="8958396" y="5593481"/>
            <a:ext cx="2681145" cy="304699"/>
          </a:xfrm>
          <a:prstGeom prst="rect">
            <a:avLst/>
          </a:prstGeom>
        </p:spPr>
        <p:txBody>
          <a:bodyPr wrap="square" lIns="72000" tIns="0" rIns="72000" bIns="0">
            <a:spAutoFit/>
          </a:bodyPr>
          <a:lstStyle>
            <a:lvl1pPr marL="0" indent="0" algn="ctr">
              <a:buNone/>
              <a:defRPr sz="1100" b="1" spc="40" baseline="0">
                <a:solidFill>
                  <a:schemeClr val="accent5">
                    <a:lumMod val="50000"/>
                  </a:schemeClr>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max two lines only</a:t>
            </a:r>
            <a:endParaRPr lang="en-ZA" dirty="0"/>
          </a:p>
        </p:txBody>
      </p:sp>
      <p:sp>
        <p:nvSpPr>
          <p:cNvPr id="71" name="Text Placeholder 38">
            <a:extLst>
              <a:ext uri="{FF2B5EF4-FFF2-40B4-BE49-F238E27FC236}">
                <a16:creationId xmlns:a16="http://schemas.microsoft.com/office/drawing/2014/main" id="{762C5FF5-F361-35A6-B86C-88DF3771323F}"/>
              </a:ext>
            </a:extLst>
          </p:cNvPr>
          <p:cNvSpPr>
            <a:spLocks noGrp="1"/>
          </p:cNvSpPr>
          <p:nvPr>
            <p:ph type="body" sz="quarter" idx="96" hasCustomPrompt="1"/>
          </p:nvPr>
        </p:nvSpPr>
        <p:spPr>
          <a:xfrm>
            <a:off x="8958396" y="5995601"/>
            <a:ext cx="2681146" cy="276999"/>
          </a:xfrm>
          <a:prstGeom prst="rect">
            <a:avLst/>
          </a:prstGeom>
        </p:spPr>
        <p:txBody>
          <a:bodyPr wrap="square" lIns="72000" tIns="0" rIns="72000" bIns="0">
            <a:spAutoFit/>
          </a:bodyPr>
          <a:lstStyle>
            <a:lvl1pPr marL="0" indent="0" algn="ctr">
              <a:lnSpc>
                <a:spcPts val="1100"/>
              </a:lnSpc>
              <a:spcBef>
                <a:spcPts val="300"/>
              </a:spcBef>
              <a:buNone/>
              <a:defRPr sz="1000">
                <a:solidFill>
                  <a:schemeClr val="accent5"/>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description here… edit text description here…</a:t>
            </a:r>
            <a:endParaRPr lang="en-ZA" dirty="0"/>
          </a:p>
        </p:txBody>
      </p:sp>
      <p:cxnSp>
        <p:nvCxnSpPr>
          <p:cNvPr id="78" name="Straight Connector 77">
            <a:extLst>
              <a:ext uri="{FF2B5EF4-FFF2-40B4-BE49-F238E27FC236}">
                <a16:creationId xmlns:a16="http://schemas.microsoft.com/office/drawing/2014/main" id="{D14C160D-7BDA-C21E-197A-8A558C1A4228}"/>
              </a:ext>
            </a:extLst>
          </p:cNvPr>
          <p:cNvCxnSpPr>
            <a:cxnSpLocks noGrp="1" noRot="1" noMove="1" noResize="1" noEditPoints="1" noAdjustHandles="1" noChangeArrowheads="1" noChangeShapeType="1"/>
          </p:cNvCxnSpPr>
          <p:nvPr userDrawn="1"/>
        </p:nvCxnSpPr>
        <p:spPr>
          <a:xfrm flipH="1">
            <a:off x="587375" y="6426371"/>
            <a:ext cx="268035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FAE9913-EAF0-5BBB-7C03-9392B70058BF}"/>
              </a:ext>
            </a:extLst>
          </p:cNvPr>
          <p:cNvCxnSpPr>
            <a:cxnSpLocks noGrp="1" noRot="1" noMove="1" noResize="1" noEditPoints="1" noAdjustHandles="1" noChangeArrowheads="1" noChangeShapeType="1"/>
          </p:cNvCxnSpPr>
          <p:nvPr userDrawn="1"/>
        </p:nvCxnSpPr>
        <p:spPr>
          <a:xfrm flipH="1">
            <a:off x="3376661" y="6426371"/>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7134000-4D6D-EA12-C19D-27B656E33612}"/>
              </a:ext>
            </a:extLst>
          </p:cNvPr>
          <p:cNvCxnSpPr>
            <a:cxnSpLocks noGrp="1" noRot="1" noMove="1" noResize="1" noEditPoints="1" noAdjustHandles="1" noChangeArrowheads="1" noChangeShapeType="1"/>
          </p:cNvCxnSpPr>
          <p:nvPr userDrawn="1"/>
        </p:nvCxnSpPr>
        <p:spPr>
          <a:xfrm flipH="1">
            <a:off x="6164364" y="6426371"/>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3D3DC40-8432-B217-E88B-2BBD4725504F}"/>
              </a:ext>
            </a:extLst>
          </p:cNvPr>
          <p:cNvCxnSpPr>
            <a:cxnSpLocks noGrp="1" noRot="1" noMove="1" noResize="1" noEditPoints="1" noAdjustHandles="1" noChangeArrowheads="1" noChangeShapeType="1"/>
          </p:cNvCxnSpPr>
          <p:nvPr userDrawn="1"/>
        </p:nvCxnSpPr>
        <p:spPr>
          <a:xfrm flipH="1">
            <a:off x="8958396" y="6426371"/>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FC79AA0-4C53-4958-DECC-FE19EF2E0ADA}"/>
              </a:ext>
            </a:extLst>
          </p:cNvPr>
          <p:cNvCxnSpPr>
            <a:cxnSpLocks noGrp="1" noRot="1" noMove="1" noResize="1" noEditPoints="1" noAdjustHandles="1" noChangeArrowheads="1" noChangeShapeType="1"/>
          </p:cNvCxnSpPr>
          <p:nvPr userDrawn="1"/>
        </p:nvCxnSpPr>
        <p:spPr>
          <a:xfrm flipH="1">
            <a:off x="587375" y="3913422"/>
            <a:ext cx="268035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7570818-E854-936A-6ADA-07B9ADA7EC16}"/>
              </a:ext>
            </a:extLst>
          </p:cNvPr>
          <p:cNvCxnSpPr>
            <a:cxnSpLocks noGrp="1" noRot="1" noMove="1" noResize="1" noEditPoints="1" noAdjustHandles="1" noChangeArrowheads="1" noChangeShapeType="1"/>
          </p:cNvCxnSpPr>
          <p:nvPr userDrawn="1"/>
        </p:nvCxnSpPr>
        <p:spPr>
          <a:xfrm flipH="1">
            <a:off x="3378243" y="3913422"/>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1DDAE64-3223-3181-AC3F-51A3470055A6}"/>
              </a:ext>
            </a:extLst>
          </p:cNvPr>
          <p:cNvCxnSpPr>
            <a:cxnSpLocks noGrp="1" noRot="1" noMove="1" noResize="1" noEditPoints="1" noAdjustHandles="1" noChangeArrowheads="1" noChangeShapeType="1"/>
          </p:cNvCxnSpPr>
          <p:nvPr userDrawn="1"/>
        </p:nvCxnSpPr>
        <p:spPr>
          <a:xfrm flipH="1">
            <a:off x="6164364" y="3913422"/>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1BA7B54-2734-6289-AC02-AA355622A74F}"/>
              </a:ext>
            </a:extLst>
          </p:cNvPr>
          <p:cNvCxnSpPr>
            <a:cxnSpLocks noGrp="1" noRot="1" noMove="1" noResize="1" noEditPoints="1" noAdjustHandles="1" noChangeArrowheads="1" noChangeShapeType="1"/>
          </p:cNvCxnSpPr>
          <p:nvPr userDrawn="1"/>
        </p:nvCxnSpPr>
        <p:spPr>
          <a:xfrm flipH="1">
            <a:off x="8958396" y="3913422"/>
            <a:ext cx="268114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6980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P07 | 1_BESPOKE: ONE HEAD + Org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E44DCF-AEFB-9EC3-5620-634F2B63B974}"/>
              </a:ext>
            </a:extLst>
          </p:cNvPr>
          <p:cNvCxnSpPr>
            <a:cxnSpLocks noGrp="1" noRot="1" noMove="1" noResize="1" noEditPoints="1" noAdjustHandles="1" noChangeArrowheads="1" noChangeShapeType="1"/>
          </p:cNvCxnSpPr>
          <p:nvPr userDrawn="1"/>
        </p:nvCxnSpPr>
        <p:spPr>
          <a:xfrm>
            <a:off x="2305586" y="2842877"/>
            <a:ext cx="760046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ECA96B5-763C-182D-A694-6DBA7B79DEF2}"/>
              </a:ext>
            </a:extLst>
          </p:cNvPr>
          <p:cNvGrpSpPr>
            <a:grpSpLocks noGrp="1" noUngrp="1" noRot="1" noMove="1" noResize="1"/>
          </p:cNvGrpSpPr>
          <p:nvPr userDrawn="1"/>
        </p:nvGrpSpPr>
        <p:grpSpPr>
          <a:xfrm>
            <a:off x="4796042" y="1291429"/>
            <a:ext cx="2628900" cy="1548646"/>
            <a:chOff x="4781550" y="1291430"/>
            <a:chExt cx="2628900" cy="1316039"/>
          </a:xfrm>
        </p:grpSpPr>
        <p:sp>
          <p:nvSpPr>
            <p:cNvPr id="7" name="Rectangle 6">
              <a:extLst>
                <a:ext uri="{FF2B5EF4-FFF2-40B4-BE49-F238E27FC236}">
                  <a16:creationId xmlns:a16="http://schemas.microsoft.com/office/drawing/2014/main" id="{566E0608-7F5B-9D5E-AAA3-29215ECD10D6}"/>
                </a:ext>
              </a:extLst>
            </p:cNvPr>
            <p:cNvSpPr>
              <a:spLocks noGrp="1" noRot="1" noMove="1" noResize="1" noEditPoints="1" noAdjustHandles="1" noChangeArrowheads="1" noChangeShapeType="1"/>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3" name="Straight Connector 22">
              <a:extLst>
                <a:ext uri="{FF2B5EF4-FFF2-40B4-BE49-F238E27FC236}">
                  <a16:creationId xmlns:a16="http://schemas.microsoft.com/office/drawing/2014/main" id="{091F2A54-F9C8-5A3B-38AA-5BD1C1464BB8}"/>
                </a:ext>
              </a:extLst>
            </p:cNvPr>
            <p:cNvCxnSpPr>
              <a:cxnSpLocks noGrp="1" noRot="1" noMove="1" noResize="1" noEditPoints="1" noAdjustHandles="1" noChangeArrowheads="1" noChangeShapeType="1"/>
              <a:stCxn id="7" idx="2"/>
            </p:cNvCxnSpPr>
            <p:nvPr userDrawn="1"/>
          </p:nvCxnSpPr>
          <p:spPr>
            <a:xfrm>
              <a:off x="6096000" y="2055017"/>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668F65F8-16AA-07A1-2994-EB92154EEE2A}"/>
              </a:ext>
            </a:extLst>
          </p:cNvPr>
          <p:cNvGrpSpPr>
            <a:grpSpLocks noGrp="1" noUngrp="1" noRot="1" noMove="1" noResize="1"/>
          </p:cNvGrpSpPr>
          <p:nvPr userDrawn="1"/>
        </p:nvGrpSpPr>
        <p:grpSpPr>
          <a:xfrm>
            <a:off x="995490" y="2840075"/>
            <a:ext cx="2628900" cy="2066105"/>
            <a:chOff x="587375" y="2607469"/>
            <a:chExt cx="2628900" cy="1755775"/>
          </a:xfrm>
        </p:grpSpPr>
        <p:sp>
          <p:nvSpPr>
            <p:cNvPr id="9" name="Rectangle 8">
              <a:extLst>
                <a:ext uri="{FF2B5EF4-FFF2-40B4-BE49-F238E27FC236}">
                  <a16:creationId xmlns:a16="http://schemas.microsoft.com/office/drawing/2014/main" id="{C2BCC5EB-7E3C-AEF4-E1BC-22A83FE96AFB}"/>
                </a:ext>
              </a:extLst>
            </p:cNvPr>
            <p:cNvSpPr>
              <a:spLocks noGrp="1" noRot="1" noMove="1" noResize="1" noEditPoints="1" noAdjustHandles="1" noChangeArrowheads="1" noChangeShapeType="1"/>
            </p:cNvSpPr>
            <p:nvPr userDrawn="1"/>
          </p:nvSpPr>
          <p:spPr>
            <a:xfrm>
              <a:off x="587375" y="3047206"/>
              <a:ext cx="2628900" cy="76358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1" name="Straight Connector 20">
              <a:extLst>
                <a:ext uri="{FF2B5EF4-FFF2-40B4-BE49-F238E27FC236}">
                  <a16:creationId xmlns:a16="http://schemas.microsoft.com/office/drawing/2014/main" id="{69084971-BA5A-244C-F013-3D9184482565}"/>
                </a:ext>
              </a:extLst>
            </p:cNvPr>
            <p:cNvCxnSpPr>
              <a:cxnSpLocks noGrp="1" noRot="1" noMove="1" noResize="1" noEditPoints="1" noAdjustHandles="1" noChangeArrowheads="1" noChangeShapeType="1"/>
            </p:cNvCxnSpPr>
            <p:nvPr userDrawn="1"/>
          </p:nvCxnSpPr>
          <p:spPr>
            <a:xfrm>
              <a:off x="1901825"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6727C08-1F94-6C57-8051-D77090C8879C}"/>
                </a:ext>
              </a:extLst>
            </p:cNvPr>
            <p:cNvCxnSpPr>
              <a:cxnSpLocks noGrp="1" noRot="1" noMove="1" noResize="1" noEditPoints="1" noAdjustHandles="1" noChangeArrowheads="1" noChangeShapeType="1"/>
            </p:cNvCxnSpPr>
            <p:nvPr userDrawn="1"/>
          </p:nvCxnSpPr>
          <p:spPr>
            <a:xfrm>
              <a:off x="1897471" y="3810792"/>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BAC27BA1-C4D6-3BE1-375A-3BB9BF9856F1}"/>
              </a:ext>
            </a:extLst>
          </p:cNvPr>
          <p:cNvGrpSpPr>
            <a:grpSpLocks noGrp="1" noUngrp="1" noRot="1" noMove="1" noResize="1"/>
          </p:cNvGrpSpPr>
          <p:nvPr userDrawn="1"/>
        </p:nvGrpSpPr>
        <p:grpSpPr>
          <a:xfrm>
            <a:off x="587374" y="4908984"/>
            <a:ext cx="3470820" cy="1416008"/>
            <a:chOff x="587375" y="4363244"/>
            <a:chExt cx="2628900" cy="1203323"/>
          </a:xfrm>
        </p:grpSpPr>
        <p:cxnSp>
          <p:nvCxnSpPr>
            <p:cNvPr id="38" name="Straight Connector 37">
              <a:extLst>
                <a:ext uri="{FF2B5EF4-FFF2-40B4-BE49-F238E27FC236}">
                  <a16:creationId xmlns:a16="http://schemas.microsoft.com/office/drawing/2014/main" id="{9A0147B8-ED51-094E-7CB4-80389CFDE244}"/>
                </a:ext>
              </a:extLst>
            </p:cNvPr>
            <p:cNvCxnSpPr>
              <a:cxnSpLocks noGrp="1" noRot="1" noMove="1" noResize="1" noEditPoints="1" noAdjustHandles="1" noChangeArrowheads="1" noChangeShapeType="1"/>
            </p:cNvCxnSpPr>
            <p:nvPr userDrawn="1"/>
          </p:nvCxnSpPr>
          <p:spPr>
            <a:xfrm>
              <a:off x="1190472" y="4365625"/>
              <a:ext cx="14139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37EF3BD-84B2-D4E9-DDD3-FD65FAEF4C35}"/>
                </a:ext>
              </a:extLst>
            </p:cNvPr>
            <p:cNvSpPr>
              <a:spLocks noGrp="1" noRot="1" noMove="1" noResize="1" noEditPoints="1" noAdjustHandles="1" noChangeArrowheads="1" noChangeShapeType="1"/>
            </p:cNvSpPr>
            <p:nvPr userDrawn="1"/>
          </p:nvSpPr>
          <p:spPr>
            <a:xfrm>
              <a:off x="587375"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9" name="Straight Connector 38">
              <a:extLst>
                <a:ext uri="{FF2B5EF4-FFF2-40B4-BE49-F238E27FC236}">
                  <a16:creationId xmlns:a16="http://schemas.microsoft.com/office/drawing/2014/main" id="{D78F3507-9225-36C9-F78A-BD930A29B0A6}"/>
                </a:ext>
              </a:extLst>
            </p:cNvPr>
            <p:cNvCxnSpPr>
              <a:cxnSpLocks noGrp="1" noRot="1" noMove="1" noResize="1" noEditPoints="1" noAdjustHandles="1" noChangeArrowheads="1" noChangeShapeType="1"/>
            </p:cNvCxnSpPr>
            <p:nvPr userDrawn="1"/>
          </p:nvCxnSpPr>
          <p:spPr>
            <a:xfrm>
              <a:off x="1190472"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70DC1A86-F8B5-19D5-8430-6AD29D996EBC}"/>
                </a:ext>
              </a:extLst>
            </p:cNvPr>
            <p:cNvSpPr>
              <a:spLocks noGrp="1" noRot="1" noMove="1" noResize="1" noEditPoints="1" noAdjustHandles="1" noChangeArrowheads="1" noChangeShapeType="1"/>
            </p:cNvSpPr>
            <p:nvPr userDrawn="1"/>
          </p:nvSpPr>
          <p:spPr>
            <a:xfrm>
              <a:off x="2001373"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0" name="Straight Connector 49">
              <a:extLst>
                <a:ext uri="{FF2B5EF4-FFF2-40B4-BE49-F238E27FC236}">
                  <a16:creationId xmlns:a16="http://schemas.microsoft.com/office/drawing/2014/main" id="{7C7A22A3-57C6-4E75-AB8D-DB1225A5939B}"/>
                </a:ext>
              </a:extLst>
            </p:cNvPr>
            <p:cNvCxnSpPr>
              <a:cxnSpLocks noGrp="1" noRot="1" noMove="1" noResize="1" noEditPoints="1" noAdjustHandles="1" noChangeArrowheads="1" noChangeShapeType="1"/>
            </p:cNvCxnSpPr>
            <p:nvPr userDrawn="1"/>
          </p:nvCxnSpPr>
          <p:spPr>
            <a:xfrm>
              <a:off x="2604470"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2EC211AC-D25D-1F6A-6575-BF697B3667E8}"/>
              </a:ext>
            </a:extLst>
          </p:cNvPr>
          <p:cNvGrpSpPr>
            <a:grpSpLocks noGrp="1" noUngrp="1" noRot="1" noMove="1" noResize="1"/>
          </p:cNvGrpSpPr>
          <p:nvPr userDrawn="1"/>
        </p:nvGrpSpPr>
        <p:grpSpPr>
          <a:xfrm>
            <a:off x="4796042" y="2840075"/>
            <a:ext cx="2628900" cy="2061168"/>
            <a:chOff x="4781550" y="2607469"/>
            <a:chExt cx="2628900" cy="1751580"/>
          </a:xfrm>
        </p:grpSpPr>
        <p:sp>
          <p:nvSpPr>
            <p:cNvPr id="22" name="Rectangle 21">
              <a:extLst>
                <a:ext uri="{FF2B5EF4-FFF2-40B4-BE49-F238E27FC236}">
                  <a16:creationId xmlns:a16="http://schemas.microsoft.com/office/drawing/2014/main" id="{4D83E27A-D479-F8E4-D008-0D0A3C21ABA7}"/>
                </a:ext>
              </a:extLst>
            </p:cNvPr>
            <p:cNvSpPr>
              <a:spLocks noGrp="1" noRot="1" noMove="1" noResize="1" noEditPoints="1" noAdjustHandles="1" noChangeArrowheads="1" noChangeShapeType="1"/>
            </p:cNvSpPr>
            <p:nvPr userDrawn="1"/>
          </p:nvSpPr>
          <p:spPr>
            <a:xfrm>
              <a:off x="4781550" y="3047206"/>
              <a:ext cx="2628900" cy="76358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6" name="Straight Connector 35">
              <a:extLst>
                <a:ext uri="{FF2B5EF4-FFF2-40B4-BE49-F238E27FC236}">
                  <a16:creationId xmlns:a16="http://schemas.microsoft.com/office/drawing/2014/main" id="{9BC4FE30-81CD-36D3-FBF1-55AAA7A1C132}"/>
                </a:ext>
              </a:extLst>
            </p:cNvPr>
            <p:cNvCxnSpPr>
              <a:cxnSpLocks noGrp="1" noRot="1" noMove="1" noResize="1" noEditPoints="1" noAdjustHandles="1" noChangeArrowheads="1" noChangeShapeType="1"/>
            </p:cNvCxnSpPr>
            <p:nvPr userDrawn="1"/>
          </p:nvCxnSpPr>
          <p:spPr>
            <a:xfrm>
              <a:off x="6096000"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5E26AB8-2E04-7F9B-0B63-942DA3AEF018}"/>
                </a:ext>
              </a:extLst>
            </p:cNvPr>
            <p:cNvCxnSpPr>
              <a:cxnSpLocks noGrp="1" noRot="1" noMove="1" noResize="1" noEditPoints="1" noAdjustHandles="1" noChangeArrowheads="1" noChangeShapeType="1"/>
            </p:cNvCxnSpPr>
            <p:nvPr userDrawn="1"/>
          </p:nvCxnSpPr>
          <p:spPr>
            <a:xfrm>
              <a:off x="6091646" y="3806597"/>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9337FB7D-BB91-A1D6-7679-508CE497C649}"/>
              </a:ext>
            </a:extLst>
          </p:cNvPr>
          <p:cNvGrpSpPr>
            <a:grpSpLocks noGrp="1" noUngrp="1" noRot="1" noMove="1" noResize="1"/>
          </p:cNvGrpSpPr>
          <p:nvPr userDrawn="1"/>
        </p:nvGrpSpPr>
        <p:grpSpPr>
          <a:xfrm>
            <a:off x="8595952" y="2840075"/>
            <a:ext cx="2628900" cy="2061168"/>
            <a:chOff x="9009063" y="2607469"/>
            <a:chExt cx="2628900" cy="1751580"/>
          </a:xfrm>
        </p:grpSpPr>
        <p:sp>
          <p:nvSpPr>
            <p:cNvPr id="24" name="Rectangle 23">
              <a:extLst>
                <a:ext uri="{FF2B5EF4-FFF2-40B4-BE49-F238E27FC236}">
                  <a16:creationId xmlns:a16="http://schemas.microsoft.com/office/drawing/2014/main" id="{78D9B49E-D752-17D6-A4D6-AD048BF28C29}"/>
                </a:ext>
              </a:extLst>
            </p:cNvPr>
            <p:cNvSpPr>
              <a:spLocks noGrp="1" noRot="1" noMove="1" noResize="1" noEditPoints="1" noAdjustHandles="1" noChangeArrowheads="1" noChangeShapeType="1"/>
            </p:cNvSpPr>
            <p:nvPr userDrawn="1"/>
          </p:nvSpPr>
          <p:spPr>
            <a:xfrm>
              <a:off x="9009063" y="3047206"/>
              <a:ext cx="2628900" cy="76358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3" name="Straight Connector 32">
              <a:extLst>
                <a:ext uri="{FF2B5EF4-FFF2-40B4-BE49-F238E27FC236}">
                  <a16:creationId xmlns:a16="http://schemas.microsoft.com/office/drawing/2014/main" id="{3337E1C2-8FF9-EC1E-28E7-2FC271C3902C}"/>
                </a:ext>
              </a:extLst>
            </p:cNvPr>
            <p:cNvCxnSpPr>
              <a:cxnSpLocks noGrp="1" noRot="1" noMove="1" noResize="1" noEditPoints="1" noAdjustHandles="1" noChangeArrowheads="1" noChangeShapeType="1"/>
            </p:cNvCxnSpPr>
            <p:nvPr userDrawn="1"/>
          </p:nvCxnSpPr>
          <p:spPr>
            <a:xfrm>
              <a:off x="10323513"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56889D7-1D74-AE12-231A-E472E7D9A336}"/>
                </a:ext>
              </a:extLst>
            </p:cNvPr>
            <p:cNvCxnSpPr>
              <a:cxnSpLocks noGrp="1" noRot="1" noMove="1" noResize="1" noEditPoints="1" noAdjustHandles="1" noChangeArrowheads="1" noChangeShapeType="1"/>
            </p:cNvCxnSpPr>
            <p:nvPr userDrawn="1"/>
          </p:nvCxnSpPr>
          <p:spPr>
            <a:xfrm>
              <a:off x="10319159" y="3806597"/>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0DF6D58D-D24F-8D95-0BEF-04DFD2D3EE7D}"/>
              </a:ext>
            </a:extLst>
          </p:cNvPr>
          <p:cNvGrpSpPr>
            <a:grpSpLocks noGrp="1" noUngrp="1" noRot="1" noMove="1" noResize="1"/>
          </p:cNvGrpSpPr>
          <p:nvPr userDrawn="1"/>
        </p:nvGrpSpPr>
        <p:grpSpPr>
          <a:xfrm>
            <a:off x="4375082" y="4908984"/>
            <a:ext cx="3470820" cy="1416008"/>
            <a:chOff x="587375" y="4363244"/>
            <a:chExt cx="2628900" cy="1203323"/>
          </a:xfrm>
        </p:grpSpPr>
        <p:cxnSp>
          <p:nvCxnSpPr>
            <p:cNvPr id="35" name="Straight Connector 34">
              <a:extLst>
                <a:ext uri="{FF2B5EF4-FFF2-40B4-BE49-F238E27FC236}">
                  <a16:creationId xmlns:a16="http://schemas.microsoft.com/office/drawing/2014/main" id="{629FFF4C-EF8C-9E52-E856-CDC7B267E2F5}"/>
                </a:ext>
              </a:extLst>
            </p:cNvPr>
            <p:cNvCxnSpPr>
              <a:cxnSpLocks noGrp="1" noRot="1" noMove="1" noResize="1" noEditPoints="1" noAdjustHandles="1" noChangeArrowheads="1" noChangeShapeType="1"/>
            </p:cNvCxnSpPr>
            <p:nvPr userDrawn="1"/>
          </p:nvCxnSpPr>
          <p:spPr>
            <a:xfrm>
              <a:off x="1190472" y="4365625"/>
              <a:ext cx="14139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4A5A1CA-B99E-15C6-91AB-E2F976CE96CD}"/>
                </a:ext>
              </a:extLst>
            </p:cNvPr>
            <p:cNvSpPr>
              <a:spLocks noGrp="1" noRot="1" noMove="1" noResize="1" noEditPoints="1" noAdjustHandles="1" noChangeArrowheads="1" noChangeShapeType="1"/>
            </p:cNvSpPr>
            <p:nvPr userDrawn="1"/>
          </p:nvSpPr>
          <p:spPr>
            <a:xfrm>
              <a:off x="587375"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1" name="Straight Connector 40">
              <a:extLst>
                <a:ext uri="{FF2B5EF4-FFF2-40B4-BE49-F238E27FC236}">
                  <a16:creationId xmlns:a16="http://schemas.microsoft.com/office/drawing/2014/main" id="{2A0A6E3C-C260-203C-5CDE-31A7715EC74E}"/>
                </a:ext>
              </a:extLst>
            </p:cNvPr>
            <p:cNvCxnSpPr>
              <a:cxnSpLocks noGrp="1" noRot="1" noMove="1" noResize="1" noEditPoints="1" noAdjustHandles="1" noChangeArrowheads="1" noChangeShapeType="1"/>
            </p:cNvCxnSpPr>
            <p:nvPr userDrawn="1"/>
          </p:nvCxnSpPr>
          <p:spPr>
            <a:xfrm>
              <a:off x="1190472"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7418F853-16A9-54ED-3F46-E78BCDB07743}"/>
                </a:ext>
              </a:extLst>
            </p:cNvPr>
            <p:cNvSpPr>
              <a:spLocks noGrp="1" noRot="1" noMove="1" noResize="1" noEditPoints="1" noAdjustHandles="1" noChangeArrowheads="1" noChangeShapeType="1"/>
            </p:cNvSpPr>
            <p:nvPr userDrawn="1"/>
          </p:nvSpPr>
          <p:spPr>
            <a:xfrm>
              <a:off x="2001373"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3" name="Straight Connector 42">
              <a:extLst>
                <a:ext uri="{FF2B5EF4-FFF2-40B4-BE49-F238E27FC236}">
                  <a16:creationId xmlns:a16="http://schemas.microsoft.com/office/drawing/2014/main" id="{A25192EE-35E6-13DC-4B0E-D984E57E2AD8}"/>
                </a:ext>
              </a:extLst>
            </p:cNvPr>
            <p:cNvCxnSpPr>
              <a:cxnSpLocks noGrp="1" noRot="1" noMove="1" noResize="1" noEditPoints="1" noAdjustHandles="1" noChangeArrowheads="1" noChangeShapeType="1"/>
            </p:cNvCxnSpPr>
            <p:nvPr userDrawn="1"/>
          </p:nvCxnSpPr>
          <p:spPr>
            <a:xfrm>
              <a:off x="2604470"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20C957B1-B6A8-E414-8F13-AFF28C1725E5}"/>
              </a:ext>
            </a:extLst>
          </p:cNvPr>
          <p:cNvGrpSpPr>
            <a:grpSpLocks noGrp="1" noUngrp="1" noRot="1" noMove="1" noResize="1"/>
          </p:cNvGrpSpPr>
          <p:nvPr userDrawn="1"/>
        </p:nvGrpSpPr>
        <p:grpSpPr>
          <a:xfrm>
            <a:off x="8162789" y="4906182"/>
            <a:ext cx="3470820" cy="1416008"/>
            <a:chOff x="587375" y="4363244"/>
            <a:chExt cx="2628900" cy="1203323"/>
          </a:xfrm>
        </p:grpSpPr>
        <p:cxnSp>
          <p:nvCxnSpPr>
            <p:cNvPr id="45" name="Straight Connector 44">
              <a:extLst>
                <a:ext uri="{FF2B5EF4-FFF2-40B4-BE49-F238E27FC236}">
                  <a16:creationId xmlns:a16="http://schemas.microsoft.com/office/drawing/2014/main" id="{919F5254-F80D-397A-FFBF-EABBFC212FF4}"/>
                </a:ext>
              </a:extLst>
            </p:cNvPr>
            <p:cNvCxnSpPr>
              <a:cxnSpLocks noGrp="1" noRot="1" noMove="1" noResize="1" noEditPoints="1" noAdjustHandles="1" noChangeArrowheads="1" noChangeShapeType="1"/>
            </p:cNvCxnSpPr>
            <p:nvPr userDrawn="1"/>
          </p:nvCxnSpPr>
          <p:spPr>
            <a:xfrm>
              <a:off x="1190472" y="4365625"/>
              <a:ext cx="14139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8FDA339-7A0C-41B6-35A0-CBC41ED00052}"/>
                </a:ext>
              </a:extLst>
            </p:cNvPr>
            <p:cNvSpPr>
              <a:spLocks noGrp="1" noRot="1" noMove="1" noResize="1" noEditPoints="1" noAdjustHandles="1" noChangeArrowheads="1" noChangeShapeType="1"/>
            </p:cNvSpPr>
            <p:nvPr userDrawn="1"/>
          </p:nvSpPr>
          <p:spPr>
            <a:xfrm>
              <a:off x="587375"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DD92405A-AC5C-66D7-2FBF-35B594D4018E}"/>
                </a:ext>
              </a:extLst>
            </p:cNvPr>
            <p:cNvCxnSpPr>
              <a:cxnSpLocks noGrp="1" noRot="1" noMove="1" noResize="1" noEditPoints="1" noAdjustHandles="1" noChangeArrowheads="1" noChangeShapeType="1"/>
            </p:cNvCxnSpPr>
            <p:nvPr userDrawn="1"/>
          </p:nvCxnSpPr>
          <p:spPr>
            <a:xfrm>
              <a:off x="1190472"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204E2155-F6D8-50FF-4B2F-067C6046E18D}"/>
                </a:ext>
              </a:extLst>
            </p:cNvPr>
            <p:cNvSpPr>
              <a:spLocks noGrp="1" noRot="1" noMove="1" noResize="1" noEditPoints="1" noAdjustHandles="1" noChangeArrowheads="1" noChangeShapeType="1"/>
            </p:cNvSpPr>
            <p:nvPr userDrawn="1"/>
          </p:nvSpPr>
          <p:spPr>
            <a:xfrm>
              <a:off x="2001373" y="4802980"/>
              <a:ext cx="1214902" cy="76358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1" name="Straight Connector 50">
              <a:extLst>
                <a:ext uri="{FF2B5EF4-FFF2-40B4-BE49-F238E27FC236}">
                  <a16:creationId xmlns:a16="http://schemas.microsoft.com/office/drawing/2014/main" id="{7D90C8CB-A870-C78B-F01C-1AE451AA9837}"/>
                </a:ext>
              </a:extLst>
            </p:cNvPr>
            <p:cNvCxnSpPr>
              <a:cxnSpLocks noGrp="1" noRot="1" noMove="1" noResize="1" noEditPoints="1" noAdjustHandles="1" noChangeArrowheads="1" noChangeShapeType="1"/>
            </p:cNvCxnSpPr>
            <p:nvPr userDrawn="1"/>
          </p:nvCxnSpPr>
          <p:spPr>
            <a:xfrm>
              <a:off x="2604470" y="4363244"/>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Text Placeholder 4">
            <a:extLst>
              <a:ext uri="{FF2B5EF4-FFF2-40B4-BE49-F238E27FC236}">
                <a16:creationId xmlns:a16="http://schemas.microsoft.com/office/drawing/2014/main" id="{5FA68C46-0E60-A769-152B-1019C5152E48}"/>
              </a:ext>
            </a:extLst>
          </p:cNvPr>
          <p:cNvSpPr>
            <a:spLocks noGrp="1"/>
          </p:cNvSpPr>
          <p:nvPr>
            <p:ph type="body" sz="quarter" idx="64" hasCustomPrompt="1"/>
          </p:nvPr>
        </p:nvSpPr>
        <p:spPr>
          <a:xfrm>
            <a:off x="4791688" y="1436922"/>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 name="Text Placeholder 19">
            <a:extLst>
              <a:ext uri="{FF2B5EF4-FFF2-40B4-BE49-F238E27FC236}">
                <a16:creationId xmlns:a16="http://schemas.microsoft.com/office/drawing/2014/main" id="{6860DFB5-56CF-3324-277A-2E79A559643F}"/>
              </a:ext>
            </a:extLst>
          </p:cNvPr>
          <p:cNvSpPr>
            <a:spLocks noGrp="1"/>
          </p:cNvSpPr>
          <p:nvPr>
            <p:ph type="body" sz="quarter" idx="65"/>
          </p:nvPr>
        </p:nvSpPr>
        <p:spPr>
          <a:xfrm>
            <a:off x="4791688" y="1776647"/>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5" name="Text Placeholder 4">
            <a:extLst>
              <a:ext uri="{FF2B5EF4-FFF2-40B4-BE49-F238E27FC236}">
                <a16:creationId xmlns:a16="http://schemas.microsoft.com/office/drawing/2014/main" id="{070BEFE6-823C-8627-CFB3-8AB51D43C163}"/>
              </a:ext>
            </a:extLst>
          </p:cNvPr>
          <p:cNvSpPr>
            <a:spLocks noGrp="1"/>
          </p:cNvSpPr>
          <p:nvPr>
            <p:ph type="body" sz="quarter" idx="66" hasCustomPrompt="1"/>
          </p:nvPr>
        </p:nvSpPr>
        <p:spPr>
          <a:xfrm>
            <a:off x="991136" y="3525526"/>
            <a:ext cx="2629542"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6" name="Text Placeholder 19">
            <a:extLst>
              <a:ext uri="{FF2B5EF4-FFF2-40B4-BE49-F238E27FC236}">
                <a16:creationId xmlns:a16="http://schemas.microsoft.com/office/drawing/2014/main" id="{B413D8F7-72D8-3AF1-0F19-AF4644DDDE96}"/>
              </a:ext>
            </a:extLst>
          </p:cNvPr>
          <p:cNvSpPr>
            <a:spLocks noGrp="1"/>
          </p:cNvSpPr>
          <p:nvPr>
            <p:ph type="body" sz="quarter" idx="67"/>
          </p:nvPr>
        </p:nvSpPr>
        <p:spPr>
          <a:xfrm>
            <a:off x="991136" y="3865251"/>
            <a:ext cx="2629542"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7" name="Text Placeholder 4">
            <a:extLst>
              <a:ext uri="{FF2B5EF4-FFF2-40B4-BE49-F238E27FC236}">
                <a16:creationId xmlns:a16="http://schemas.microsoft.com/office/drawing/2014/main" id="{565E70C3-6449-0357-45CF-9A1D0297111C}"/>
              </a:ext>
            </a:extLst>
          </p:cNvPr>
          <p:cNvSpPr>
            <a:spLocks noGrp="1"/>
          </p:cNvSpPr>
          <p:nvPr>
            <p:ph type="body" sz="quarter" idx="68" hasCustomPrompt="1"/>
          </p:nvPr>
        </p:nvSpPr>
        <p:spPr>
          <a:xfrm>
            <a:off x="4791688"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 name="Text Placeholder 19">
            <a:extLst>
              <a:ext uri="{FF2B5EF4-FFF2-40B4-BE49-F238E27FC236}">
                <a16:creationId xmlns:a16="http://schemas.microsoft.com/office/drawing/2014/main" id="{C15D36EA-D8CC-505C-726E-2EC341FEE3FB}"/>
              </a:ext>
            </a:extLst>
          </p:cNvPr>
          <p:cNvSpPr>
            <a:spLocks noGrp="1"/>
          </p:cNvSpPr>
          <p:nvPr>
            <p:ph type="body" sz="quarter" idx="69"/>
          </p:nvPr>
        </p:nvSpPr>
        <p:spPr>
          <a:xfrm>
            <a:off x="4791688"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 name="Text Placeholder 4">
            <a:extLst>
              <a:ext uri="{FF2B5EF4-FFF2-40B4-BE49-F238E27FC236}">
                <a16:creationId xmlns:a16="http://schemas.microsoft.com/office/drawing/2014/main" id="{D835F220-9EBD-598F-A86C-E5AECAD175AA}"/>
              </a:ext>
            </a:extLst>
          </p:cNvPr>
          <p:cNvSpPr>
            <a:spLocks noGrp="1"/>
          </p:cNvSpPr>
          <p:nvPr>
            <p:ph type="body" sz="quarter" idx="70" hasCustomPrompt="1"/>
          </p:nvPr>
        </p:nvSpPr>
        <p:spPr>
          <a:xfrm>
            <a:off x="8595954"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2" name="Text Placeholder 19">
            <a:extLst>
              <a:ext uri="{FF2B5EF4-FFF2-40B4-BE49-F238E27FC236}">
                <a16:creationId xmlns:a16="http://schemas.microsoft.com/office/drawing/2014/main" id="{796EECAA-634A-0878-54DD-FC2EB17572AA}"/>
              </a:ext>
            </a:extLst>
          </p:cNvPr>
          <p:cNvSpPr>
            <a:spLocks noGrp="1"/>
          </p:cNvSpPr>
          <p:nvPr>
            <p:ph type="body" sz="quarter" idx="71"/>
          </p:nvPr>
        </p:nvSpPr>
        <p:spPr>
          <a:xfrm>
            <a:off x="8595954"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2" name="Text Placeholder 4">
            <a:extLst>
              <a:ext uri="{FF2B5EF4-FFF2-40B4-BE49-F238E27FC236}">
                <a16:creationId xmlns:a16="http://schemas.microsoft.com/office/drawing/2014/main" id="{209BC5DB-0DDC-F593-E7C8-98EBAB82254F}"/>
              </a:ext>
            </a:extLst>
          </p:cNvPr>
          <p:cNvSpPr>
            <a:spLocks noGrp="1"/>
          </p:cNvSpPr>
          <p:nvPr>
            <p:ph type="body" sz="quarter" idx="72" hasCustomPrompt="1"/>
          </p:nvPr>
        </p:nvSpPr>
        <p:spPr>
          <a:xfrm>
            <a:off x="588811"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3" name="Text Placeholder 19">
            <a:extLst>
              <a:ext uri="{FF2B5EF4-FFF2-40B4-BE49-F238E27FC236}">
                <a16:creationId xmlns:a16="http://schemas.microsoft.com/office/drawing/2014/main" id="{D5418735-4D32-74DB-0247-8614C4791045}"/>
              </a:ext>
            </a:extLst>
          </p:cNvPr>
          <p:cNvSpPr>
            <a:spLocks noGrp="1"/>
          </p:cNvSpPr>
          <p:nvPr>
            <p:ph type="body" sz="quarter" idx="73"/>
          </p:nvPr>
        </p:nvSpPr>
        <p:spPr>
          <a:xfrm>
            <a:off x="588811"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7" name="Text Placeholder 4">
            <a:extLst>
              <a:ext uri="{FF2B5EF4-FFF2-40B4-BE49-F238E27FC236}">
                <a16:creationId xmlns:a16="http://schemas.microsoft.com/office/drawing/2014/main" id="{755390E1-2E72-316E-AAAB-DA92886D7941}"/>
              </a:ext>
            </a:extLst>
          </p:cNvPr>
          <p:cNvSpPr>
            <a:spLocks noGrp="1"/>
          </p:cNvSpPr>
          <p:nvPr>
            <p:ph type="body" sz="quarter" idx="74" hasCustomPrompt="1"/>
          </p:nvPr>
        </p:nvSpPr>
        <p:spPr>
          <a:xfrm>
            <a:off x="2455650"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8" name="Text Placeholder 19">
            <a:extLst>
              <a:ext uri="{FF2B5EF4-FFF2-40B4-BE49-F238E27FC236}">
                <a16:creationId xmlns:a16="http://schemas.microsoft.com/office/drawing/2014/main" id="{243CFC82-E040-A5C0-704F-CCC83C7A6281}"/>
              </a:ext>
            </a:extLst>
          </p:cNvPr>
          <p:cNvSpPr>
            <a:spLocks noGrp="1"/>
          </p:cNvSpPr>
          <p:nvPr>
            <p:ph type="body" sz="quarter" idx="75"/>
          </p:nvPr>
        </p:nvSpPr>
        <p:spPr>
          <a:xfrm>
            <a:off x="2455650"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9" name="Text Placeholder 4">
            <a:extLst>
              <a:ext uri="{FF2B5EF4-FFF2-40B4-BE49-F238E27FC236}">
                <a16:creationId xmlns:a16="http://schemas.microsoft.com/office/drawing/2014/main" id="{260C8FC4-6840-191F-EC77-F4C0857BE8F0}"/>
              </a:ext>
            </a:extLst>
          </p:cNvPr>
          <p:cNvSpPr>
            <a:spLocks noGrp="1"/>
          </p:cNvSpPr>
          <p:nvPr>
            <p:ph type="body" sz="quarter" idx="76" hasCustomPrompt="1"/>
          </p:nvPr>
        </p:nvSpPr>
        <p:spPr>
          <a:xfrm>
            <a:off x="4369333"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0" name="Text Placeholder 19">
            <a:extLst>
              <a:ext uri="{FF2B5EF4-FFF2-40B4-BE49-F238E27FC236}">
                <a16:creationId xmlns:a16="http://schemas.microsoft.com/office/drawing/2014/main" id="{29EA1FD0-4E6A-FCB7-1A48-98757B9D8464}"/>
              </a:ext>
            </a:extLst>
          </p:cNvPr>
          <p:cNvSpPr>
            <a:spLocks noGrp="1"/>
          </p:cNvSpPr>
          <p:nvPr>
            <p:ph type="body" sz="quarter" idx="77"/>
          </p:nvPr>
        </p:nvSpPr>
        <p:spPr>
          <a:xfrm>
            <a:off x="4369333"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1" name="Text Placeholder 4">
            <a:extLst>
              <a:ext uri="{FF2B5EF4-FFF2-40B4-BE49-F238E27FC236}">
                <a16:creationId xmlns:a16="http://schemas.microsoft.com/office/drawing/2014/main" id="{CCE93545-03F7-0D8B-7844-32A4AC2DBBE9}"/>
              </a:ext>
            </a:extLst>
          </p:cNvPr>
          <p:cNvSpPr>
            <a:spLocks noGrp="1"/>
          </p:cNvSpPr>
          <p:nvPr>
            <p:ph type="body" sz="quarter" idx="78" hasCustomPrompt="1"/>
          </p:nvPr>
        </p:nvSpPr>
        <p:spPr>
          <a:xfrm>
            <a:off x="6244795"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3" name="Text Placeholder 19">
            <a:extLst>
              <a:ext uri="{FF2B5EF4-FFF2-40B4-BE49-F238E27FC236}">
                <a16:creationId xmlns:a16="http://schemas.microsoft.com/office/drawing/2014/main" id="{BF6AF47F-5E8E-F69D-9198-E0958C2A9090}"/>
              </a:ext>
            </a:extLst>
          </p:cNvPr>
          <p:cNvSpPr>
            <a:spLocks noGrp="1"/>
          </p:cNvSpPr>
          <p:nvPr>
            <p:ph type="body" sz="quarter" idx="79"/>
          </p:nvPr>
        </p:nvSpPr>
        <p:spPr>
          <a:xfrm>
            <a:off x="6244795"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4" name="Text Placeholder 4">
            <a:extLst>
              <a:ext uri="{FF2B5EF4-FFF2-40B4-BE49-F238E27FC236}">
                <a16:creationId xmlns:a16="http://schemas.microsoft.com/office/drawing/2014/main" id="{4DDF5620-883C-3FCD-6E9F-20F9E8778DAB}"/>
              </a:ext>
            </a:extLst>
          </p:cNvPr>
          <p:cNvSpPr>
            <a:spLocks noGrp="1"/>
          </p:cNvSpPr>
          <p:nvPr>
            <p:ph type="body" sz="quarter" idx="80" hasCustomPrompt="1"/>
          </p:nvPr>
        </p:nvSpPr>
        <p:spPr>
          <a:xfrm>
            <a:off x="8162789"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5" name="Text Placeholder 19">
            <a:extLst>
              <a:ext uri="{FF2B5EF4-FFF2-40B4-BE49-F238E27FC236}">
                <a16:creationId xmlns:a16="http://schemas.microsoft.com/office/drawing/2014/main" id="{0D4B698A-CAA4-1CA2-A705-58536D7D0213}"/>
              </a:ext>
            </a:extLst>
          </p:cNvPr>
          <p:cNvSpPr>
            <a:spLocks noGrp="1"/>
          </p:cNvSpPr>
          <p:nvPr>
            <p:ph type="body" sz="quarter" idx="81"/>
          </p:nvPr>
        </p:nvSpPr>
        <p:spPr>
          <a:xfrm>
            <a:off x="8162789"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6" name="Text Placeholder 4">
            <a:extLst>
              <a:ext uri="{FF2B5EF4-FFF2-40B4-BE49-F238E27FC236}">
                <a16:creationId xmlns:a16="http://schemas.microsoft.com/office/drawing/2014/main" id="{C80DBC6E-6C3C-4930-7D61-DFB57FA9B2A7}"/>
              </a:ext>
            </a:extLst>
          </p:cNvPr>
          <p:cNvSpPr>
            <a:spLocks noGrp="1"/>
          </p:cNvSpPr>
          <p:nvPr>
            <p:ph type="body" sz="quarter" idx="82" hasCustomPrompt="1"/>
          </p:nvPr>
        </p:nvSpPr>
        <p:spPr>
          <a:xfrm>
            <a:off x="10023879"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7" name="Text Placeholder 19">
            <a:extLst>
              <a:ext uri="{FF2B5EF4-FFF2-40B4-BE49-F238E27FC236}">
                <a16:creationId xmlns:a16="http://schemas.microsoft.com/office/drawing/2014/main" id="{1C6FD68B-E5F7-8C8D-5701-43ACC56ABF1D}"/>
              </a:ext>
            </a:extLst>
          </p:cNvPr>
          <p:cNvSpPr>
            <a:spLocks noGrp="1"/>
          </p:cNvSpPr>
          <p:nvPr>
            <p:ph type="body" sz="quarter" idx="83"/>
          </p:nvPr>
        </p:nvSpPr>
        <p:spPr>
          <a:xfrm>
            <a:off x="10023879"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Tree>
    <p:extLst>
      <p:ext uri="{BB962C8B-B14F-4D97-AF65-F5344CB8AC3E}">
        <p14:creationId xmlns:p14="http://schemas.microsoft.com/office/powerpoint/2010/main" val="55064956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P07 | 2_BESPOKE: ONE HEAD + Org Char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81FCFC4-3640-5AF0-40E4-EF05AF84641C}"/>
              </a:ext>
            </a:extLst>
          </p:cNvPr>
          <p:cNvGrpSpPr>
            <a:grpSpLocks noGrp="1" noUngrp="1" noRot="1" noMove="1" noResize="1"/>
          </p:cNvGrpSpPr>
          <p:nvPr userDrawn="1"/>
        </p:nvGrpSpPr>
        <p:grpSpPr>
          <a:xfrm>
            <a:off x="4785939" y="2840075"/>
            <a:ext cx="2640396" cy="3484921"/>
            <a:chOff x="4785939" y="2840075"/>
            <a:chExt cx="2640396" cy="3484921"/>
          </a:xfrm>
        </p:grpSpPr>
        <p:sp>
          <p:nvSpPr>
            <p:cNvPr id="22" name="Rectangle 21">
              <a:extLst>
                <a:ext uri="{FF2B5EF4-FFF2-40B4-BE49-F238E27FC236}">
                  <a16:creationId xmlns:a16="http://schemas.microsoft.com/office/drawing/2014/main" id="{4D83E27A-D479-F8E4-D008-0D0A3C21ABA7}"/>
                </a:ext>
              </a:extLst>
            </p:cNvPr>
            <p:cNvSpPr>
              <a:spLocks noGrp="1" noRot="1" noMove="1" noResize="1" noEditPoints="1" noAdjustHandles="1" noChangeArrowheads="1" noChangeShapeType="1"/>
            </p:cNvSpPr>
            <p:nvPr userDrawn="1"/>
          </p:nvSpPr>
          <p:spPr>
            <a:xfrm>
              <a:off x="4796042" y="3357535"/>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6" name="Straight Connector 35">
              <a:extLst>
                <a:ext uri="{FF2B5EF4-FFF2-40B4-BE49-F238E27FC236}">
                  <a16:creationId xmlns:a16="http://schemas.microsoft.com/office/drawing/2014/main" id="{9BC4FE30-81CD-36D3-FBF1-55AAA7A1C132}"/>
                </a:ext>
              </a:extLst>
            </p:cNvPr>
            <p:cNvCxnSpPr>
              <a:cxnSpLocks noGrp="1" noRot="1" noMove="1" noResize="1" noEditPoints="1" noAdjustHandles="1" noChangeArrowheads="1" noChangeShapeType="1"/>
            </p:cNvCxnSpPr>
            <p:nvPr userDrawn="1"/>
          </p:nvCxnSpPr>
          <p:spPr>
            <a:xfrm>
              <a:off x="6110492" y="2840075"/>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4A5A1CA-B99E-15C6-91AB-E2F976CE96CD}"/>
                </a:ext>
              </a:extLst>
            </p:cNvPr>
            <p:cNvSpPr>
              <a:spLocks noGrp="1" noRot="1" noMove="1" noResize="1" noEditPoints="1" noAdjustHandles="1" noChangeArrowheads="1" noChangeShapeType="1"/>
            </p:cNvSpPr>
            <p:nvPr userDrawn="1"/>
          </p:nvSpPr>
          <p:spPr>
            <a:xfrm>
              <a:off x="4791688" y="4391989"/>
              <a:ext cx="2634647"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Rectangle 41">
              <a:extLst>
                <a:ext uri="{FF2B5EF4-FFF2-40B4-BE49-F238E27FC236}">
                  <a16:creationId xmlns:a16="http://schemas.microsoft.com/office/drawing/2014/main" id="{7418F853-16A9-54ED-3F46-E78BCDB07743}"/>
                </a:ext>
              </a:extLst>
            </p:cNvPr>
            <p:cNvSpPr>
              <a:spLocks noGrp="1" noRot="1" noMove="1" noResize="1" noEditPoints="1" noAdjustHandles="1" noChangeArrowheads="1" noChangeShapeType="1"/>
            </p:cNvSpPr>
            <p:nvPr userDrawn="1"/>
          </p:nvSpPr>
          <p:spPr>
            <a:xfrm>
              <a:off x="4785939" y="5426446"/>
              <a:ext cx="2634647"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29" name="Group 28">
            <a:extLst>
              <a:ext uri="{FF2B5EF4-FFF2-40B4-BE49-F238E27FC236}">
                <a16:creationId xmlns:a16="http://schemas.microsoft.com/office/drawing/2014/main" id="{50B5A066-3203-2824-ACAA-4D5819E325BC}"/>
              </a:ext>
            </a:extLst>
          </p:cNvPr>
          <p:cNvGrpSpPr>
            <a:grpSpLocks noGrp="1" noUngrp="1" noRot="1" noMove="1" noResize="1"/>
          </p:cNvGrpSpPr>
          <p:nvPr userDrawn="1"/>
        </p:nvGrpSpPr>
        <p:grpSpPr>
          <a:xfrm>
            <a:off x="8591596" y="2840075"/>
            <a:ext cx="2634647" cy="3482119"/>
            <a:chOff x="8591596" y="2840075"/>
            <a:chExt cx="2634647" cy="3482119"/>
          </a:xfrm>
        </p:grpSpPr>
        <p:sp>
          <p:nvSpPr>
            <p:cNvPr id="24" name="Rectangle 23">
              <a:extLst>
                <a:ext uri="{FF2B5EF4-FFF2-40B4-BE49-F238E27FC236}">
                  <a16:creationId xmlns:a16="http://schemas.microsoft.com/office/drawing/2014/main" id="{78D9B49E-D752-17D6-A4D6-AD048BF28C29}"/>
                </a:ext>
              </a:extLst>
            </p:cNvPr>
            <p:cNvSpPr>
              <a:spLocks noGrp="1" noRot="1" noMove="1" noResize="1" noEditPoints="1" noAdjustHandles="1" noChangeArrowheads="1" noChangeShapeType="1"/>
            </p:cNvSpPr>
            <p:nvPr userDrawn="1"/>
          </p:nvSpPr>
          <p:spPr>
            <a:xfrm>
              <a:off x="8595952" y="3357535"/>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3" name="Straight Connector 32">
              <a:extLst>
                <a:ext uri="{FF2B5EF4-FFF2-40B4-BE49-F238E27FC236}">
                  <a16:creationId xmlns:a16="http://schemas.microsoft.com/office/drawing/2014/main" id="{3337E1C2-8FF9-EC1E-28E7-2FC271C3902C}"/>
                </a:ext>
              </a:extLst>
            </p:cNvPr>
            <p:cNvCxnSpPr>
              <a:cxnSpLocks noGrp="1" noRot="1" noMove="1" noResize="1" noEditPoints="1" noAdjustHandles="1" noChangeArrowheads="1" noChangeShapeType="1"/>
            </p:cNvCxnSpPr>
            <p:nvPr userDrawn="1"/>
          </p:nvCxnSpPr>
          <p:spPr>
            <a:xfrm>
              <a:off x="9910402" y="2840075"/>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8FDA339-7A0C-41B6-35A0-CBC41ED00052}"/>
                </a:ext>
              </a:extLst>
            </p:cNvPr>
            <p:cNvSpPr>
              <a:spLocks noGrp="1" noRot="1" noMove="1" noResize="1" noEditPoints="1" noAdjustHandles="1" noChangeArrowheads="1" noChangeShapeType="1"/>
            </p:cNvSpPr>
            <p:nvPr userDrawn="1"/>
          </p:nvSpPr>
          <p:spPr>
            <a:xfrm>
              <a:off x="8591596" y="4392026"/>
              <a:ext cx="2634647"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8" name="Rectangle 47">
              <a:extLst>
                <a:ext uri="{FF2B5EF4-FFF2-40B4-BE49-F238E27FC236}">
                  <a16:creationId xmlns:a16="http://schemas.microsoft.com/office/drawing/2014/main" id="{204E2155-F6D8-50FF-4B2F-067C6046E18D}"/>
                </a:ext>
              </a:extLst>
            </p:cNvPr>
            <p:cNvSpPr>
              <a:spLocks noGrp="1" noRot="1" noMove="1" noResize="1" noEditPoints="1" noAdjustHandles="1" noChangeArrowheads="1" noChangeShapeType="1"/>
            </p:cNvSpPr>
            <p:nvPr userDrawn="1"/>
          </p:nvSpPr>
          <p:spPr>
            <a:xfrm>
              <a:off x="8597345" y="5423644"/>
              <a:ext cx="2627507"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4" name="Group 3">
            <a:extLst>
              <a:ext uri="{FF2B5EF4-FFF2-40B4-BE49-F238E27FC236}">
                <a16:creationId xmlns:a16="http://schemas.microsoft.com/office/drawing/2014/main" id="{6944157D-8C07-7164-6218-604D732EC572}"/>
              </a:ext>
            </a:extLst>
          </p:cNvPr>
          <p:cNvGrpSpPr>
            <a:grpSpLocks noGrp="1" noUngrp="1" noRot="1" noMove="1" noResize="1"/>
          </p:cNvGrpSpPr>
          <p:nvPr userDrawn="1"/>
        </p:nvGrpSpPr>
        <p:grpSpPr>
          <a:xfrm>
            <a:off x="991136" y="2840074"/>
            <a:ext cx="2633254" cy="3484922"/>
            <a:chOff x="991136" y="2840074"/>
            <a:chExt cx="2633254" cy="3484922"/>
          </a:xfrm>
        </p:grpSpPr>
        <p:sp>
          <p:nvSpPr>
            <p:cNvPr id="9" name="Rectangle 8">
              <a:extLst>
                <a:ext uri="{FF2B5EF4-FFF2-40B4-BE49-F238E27FC236}">
                  <a16:creationId xmlns:a16="http://schemas.microsoft.com/office/drawing/2014/main" id="{C2BCC5EB-7E3C-AEF4-E1BC-22A83FE96AFB}"/>
                </a:ext>
              </a:extLst>
            </p:cNvPr>
            <p:cNvSpPr>
              <a:spLocks noGrp="1" noRot="1" noMove="1" noResize="1" noEditPoints="1" noAdjustHandles="1" noChangeArrowheads="1" noChangeShapeType="1"/>
            </p:cNvSpPr>
            <p:nvPr userDrawn="1"/>
          </p:nvSpPr>
          <p:spPr>
            <a:xfrm>
              <a:off x="995490" y="3357534"/>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1" name="Straight Connector 20">
              <a:extLst>
                <a:ext uri="{FF2B5EF4-FFF2-40B4-BE49-F238E27FC236}">
                  <a16:creationId xmlns:a16="http://schemas.microsoft.com/office/drawing/2014/main" id="{69084971-BA5A-244C-F013-3D9184482565}"/>
                </a:ext>
              </a:extLst>
            </p:cNvPr>
            <p:cNvCxnSpPr>
              <a:cxnSpLocks noGrp="1" noRot="1" noMove="1" noResize="1" noEditPoints="1" noAdjustHandles="1" noChangeArrowheads="1" noChangeShapeType="1"/>
            </p:cNvCxnSpPr>
            <p:nvPr userDrawn="1"/>
          </p:nvCxnSpPr>
          <p:spPr>
            <a:xfrm>
              <a:off x="2309940" y="284007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37EF3BD-84B2-D4E9-DDD3-FD65FAEF4C35}"/>
                </a:ext>
              </a:extLst>
            </p:cNvPr>
            <p:cNvSpPr>
              <a:spLocks noGrp="1" noRot="1" noMove="1" noResize="1" noEditPoints="1" noAdjustHandles="1" noChangeArrowheads="1" noChangeShapeType="1"/>
            </p:cNvSpPr>
            <p:nvPr userDrawn="1"/>
          </p:nvSpPr>
          <p:spPr>
            <a:xfrm>
              <a:off x="992573" y="4391989"/>
              <a:ext cx="2628105"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9" name="Rectangle 48">
              <a:extLst>
                <a:ext uri="{FF2B5EF4-FFF2-40B4-BE49-F238E27FC236}">
                  <a16:creationId xmlns:a16="http://schemas.microsoft.com/office/drawing/2014/main" id="{70DC1A86-F8B5-19D5-8430-6AD29D996EBC}"/>
                </a:ext>
              </a:extLst>
            </p:cNvPr>
            <p:cNvSpPr>
              <a:spLocks noGrp="1" noRot="1" noMove="1" noResize="1" noEditPoints="1" noAdjustHandles="1" noChangeArrowheads="1" noChangeShapeType="1"/>
            </p:cNvSpPr>
            <p:nvPr userDrawn="1"/>
          </p:nvSpPr>
          <p:spPr>
            <a:xfrm>
              <a:off x="991136" y="5426446"/>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0E44DCF-AEFB-9EC3-5620-634F2B63B974}"/>
              </a:ext>
            </a:extLst>
          </p:cNvPr>
          <p:cNvCxnSpPr>
            <a:cxnSpLocks noGrp="1" noRot="1" noMove="1" noResize="1" noEditPoints="1" noAdjustHandles="1" noChangeArrowheads="1" noChangeShapeType="1"/>
          </p:cNvCxnSpPr>
          <p:nvPr userDrawn="1"/>
        </p:nvCxnSpPr>
        <p:spPr>
          <a:xfrm>
            <a:off x="2305586" y="2842877"/>
            <a:ext cx="760046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ECA96B5-763C-182D-A694-6DBA7B79DEF2}"/>
              </a:ext>
            </a:extLst>
          </p:cNvPr>
          <p:cNvGrpSpPr>
            <a:grpSpLocks noGrp="1" noUngrp="1" noRot="1" noMove="1" noResize="1"/>
          </p:cNvGrpSpPr>
          <p:nvPr userDrawn="1"/>
        </p:nvGrpSpPr>
        <p:grpSpPr>
          <a:xfrm>
            <a:off x="4796042" y="1291429"/>
            <a:ext cx="2628900" cy="1548646"/>
            <a:chOff x="4781550" y="1291430"/>
            <a:chExt cx="2628900" cy="1316039"/>
          </a:xfrm>
        </p:grpSpPr>
        <p:sp>
          <p:nvSpPr>
            <p:cNvPr id="7" name="Rectangle 6">
              <a:extLst>
                <a:ext uri="{FF2B5EF4-FFF2-40B4-BE49-F238E27FC236}">
                  <a16:creationId xmlns:a16="http://schemas.microsoft.com/office/drawing/2014/main" id="{566E0608-7F5B-9D5E-AAA3-29215ECD10D6}"/>
                </a:ext>
              </a:extLst>
            </p:cNvPr>
            <p:cNvSpPr>
              <a:spLocks noGrp="1" noRot="1" noMove="1" noResize="1" noEditPoints="1" noAdjustHandles="1" noChangeArrowheads="1" noChangeShapeType="1"/>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3" name="Straight Connector 22">
              <a:extLst>
                <a:ext uri="{FF2B5EF4-FFF2-40B4-BE49-F238E27FC236}">
                  <a16:creationId xmlns:a16="http://schemas.microsoft.com/office/drawing/2014/main" id="{091F2A54-F9C8-5A3B-38AA-5BD1C1464BB8}"/>
                </a:ext>
              </a:extLst>
            </p:cNvPr>
            <p:cNvCxnSpPr>
              <a:cxnSpLocks noGrp="1" noRot="1" noMove="1" noResize="1" noEditPoints="1" noAdjustHandles="1" noChangeArrowheads="1" noChangeShapeType="1"/>
              <a:stCxn id="7" idx="2"/>
            </p:cNvCxnSpPr>
            <p:nvPr userDrawn="1"/>
          </p:nvCxnSpPr>
          <p:spPr>
            <a:xfrm>
              <a:off x="6096000" y="2055017"/>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5" name="Text Placeholder 4">
            <a:extLst>
              <a:ext uri="{FF2B5EF4-FFF2-40B4-BE49-F238E27FC236}">
                <a16:creationId xmlns:a16="http://schemas.microsoft.com/office/drawing/2014/main" id="{5FA68C46-0E60-A769-152B-1019C5152E48}"/>
              </a:ext>
            </a:extLst>
          </p:cNvPr>
          <p:cNvSpPr>
            <a:spLocks noGrp="1"/>
          </p:cNvSpPr>
          <p:nvPr userDrawn="1">
            <p:ph type="body" sz="quarter" idx="64" hasCustomPrompt="1"/>
          </p:nvPr>
        </p:nvSpPr>
        <p:spPr>
          <a:xfrm>
            <a:off x="4791688" y="1436922"/>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 name="Text Placeholder 19">
            <a:extLst>
              <a:ext uri="{FF2B5EF4-FFF2-40B4-BE49-F238E27FC236}">
                <a16:creationId xmlns:a16="http://schemas.microsoft.com/office/drawing/2014/main" id="{6860DFB5-56CF-3324-277A-2E79A559643F}"/>
              </a:ext>
            </a:extLst>
          </p:cNvPr>
          <p:cNvSpPr>
            <a:spLocks noGrp="1"/>
          </p:cNvSpPr>
          <p:nvPr userDrawn="1">
            <p:ph type="body" sz="quarter" idx="65"/>
          </p:nvPr>
        </p:nvSpPr>
        <p:spPr>
          <a:xfrm>
            <a:off x="4791688" y="1776647"/>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5" name="Text Placeholder 4">
            <a:extLst>
              <a:ext uri="{FF2B5EF4-FFF2-40B4-BE49-F238E27FC236}">
                <a16:creationId xmlns:a16="http://schemas.microsoft.com/office/drawing/2014/main" id="{070BEFE6-823C-8627-CFB3-8AB51D43C163}"/>
              </a:ext>
            </a:extLst>
          </p:cNvPr>
          <p:cNvSpPr>
            <a:spLocks noGrp="1"/>
          </p:cNvSpPr>
          <p:nvPr userDrawn="1">
            <p:ph type="body" sz="quarter" idx="66" hasCustomPrompt="1"/>
          </p:nvPr>
        </p:nvSpPr>
        <p:spPr>
          <a:xfrm>
            <a:off x="991136" y="3525526"/>
            <a:ext cx="2629542"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6" name="Text Placeholder 19">
            <a:extLst>
              <a:ext uri="{FF2B5EF4-FFF2-40B4-BE49-F238E27FC236}">
                <a16:creationId xmlns:a16="http://schemas.microsoft.com/office/drawing/2014/main" id="{B413D8F7-72D8-3AF1-0F19-AF4644DDDE96}"/>
              </a:ext>
            </a:extLst>
          </p:cNvPr>
          <p:cNvSpPr>
            <a:spLocks noGrp="1"/>
          </p:cNvSpPr>
          <p:nvPr userDrawn="1">
            <p:ph type="body" sz="quarter" idx="67"/>
          </p:nvPr>
        </p:nvSpPr>
        <p:spPr>
          <a:xfrm>
            <a:off x="991136" y="3865251"/>
            <a:ext cx="2629542"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7" name="Text Placeholder 4">
            <a:extLst>
              <a:ext uri="{FF2B5EF4-FFF2-40B4-BE49-F238E27FC236}">
                <a16:creationId xmlns:a16="http://schemas.microsoft.com/office/drawing/2014/main" id="{565E70C3-6449-0357-45CF-9A1D0297111C}"/>
              </a:ext>
            </a:extLst>
          </p:cNvPr>
          <p:cNvSpPr>
            <a:spLocks noGrp="1"/>
          </p:cNvSpPr>
          <p:nvPr userDrawn="1">
            <p:ph type="body" sz="quarter" idx="68" hasCustomPrompt="1"/>
          </p:nvPr>
        </p:nvSpPr>
        <p:spPr>
          <a:xfrm>
            <a:off x="4791688"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 name="Text Placeholder 19">
            <a:extLst>
              <a:ext uri="{FF2B5EF4-FFF2-40B4-BE49-F238E27FC236}">
                <a16:creationId xmlns:a16="http://schemas.microsoft.com/office/drawing/2014/main" id="{C15D36EA-D8CC-505C-726E-2EC341FEE3FB}"/>
              </a:ext>
            </a:extLst>
          </p:cNvPr>
          <p:cNvSpPr>
            <a:spLocks noGrp="1"/>
          </p:cNvSpPr>
          <p:nvPr userDrawn="1">
            <p:ph type="body" sz="quarter" idx="69"/>
          </p:nvPr>
        </p:nvSpPr>
        <p:spPr>
          <a:xfrm>
            <a:off x="4791688"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 name="Text Placeholder 4">
            <a:extLst>
              <a:ext uri="{FF2B5EF4-FFF2-40B4-BE49-F238E27FC236}">
                <a16:creationId xmlns:a16="http://schemas.microsoft.com/office/drawing/2014/main" id="{D835F220-9EBD-598F-A86C-E5AECAD175AA}"/>
              </a:ext>
            </a:extLst>
          </p:cNvPr>
          <p:cNvSpPr>
            <a:spLocks noGrp="1"/>
          </p:cNvSpPr>
          <p:nvPr userDrawn="1">
            <p:ph type="body" sz="quarter" idx="70" hasCustomPrompt="1"/>
          </p:nvPr>
        </p:nvSpPr>
        <p:spPr>
          <a:xfrm>
            <a:off x="8595954"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2" name="Text Placeholder 19">
            <a:extLst>
              <a:ext uri="{FF2B5EF4-FFF2-40B4-BE49-F238E27FC236}">
                <a16:creationId xmlns:a16="http://schemas.microsoft.com/office/drawing/2014/main" id="{796EECAA-634A-0878-54DD-FC2EB17572AA}"/>
              </a:ext>
            </a:extLst>
          </p:cNvPr>
          <p:cNvSpPr>
            <a:spLocks noGrp="1"/>
          </p:cNvSpPr>
          <p:nvPr userDrawn="1">
            <p:ph type="body" sz="quarter" idx="71"/>
          </p:nvPr>
        </p:nvSpPr>
        <p:spPr>
          <a:xfrm>
            <a:off x="8595954"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2" name="Text Placeholder 4">
            <a:extLst>
              <a:ext uri="{FF2B5EF4-FFF2-40B4-BE49-F238E27FC236}">
                <a16:creationId xmlns:a16="http://schemas.microsoft.com/office/drawing/2014/main" id="{209BC5DB-0DDC-F593-E7C8-98EBAB82254F}"/>
              </a:ext>
            </a:extLst>
          </p:cNvPr>
          <p:cNvSpPr>
            <a:spLocks noGrp="1"/>
          </p:cNvSpPr>
          <p:nvPr userDrawn="1">
            <p:ph type="body" sz="quarter" idx="72" hasCustomPrompt="1"/>
          </p:nvPr>
        </p:nvSpPr>
        <p:spPr>
          <a:xfrm>
            <a:off x="994010" y="4560156"/>
            <a:ext cx="2628105"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3" name="Text Placeholder 19">
            <a:extLst>
              <a:ext uri="{FF2B5EF4-FFF2-40B4-BE49-F238E27FC236}">
                <a16:creationId xmlns:a16="http://schemas.microsoft.com/office/drawing/2014/main" id="{D5418735-4D32-74DB-0247-8614C4791045}"/>
              </a:ext>
            </a:extLst>
          </p:cNvPr>
          <p:cNvSpPr>
            <a:spLocks noGrp="1"/>
          </p:cNvSpPr>
          <p:nvPr userDrawn="1">
            <p:ph type="body" sz="quarter" idx="73"/>
          </p:nvPr>
        </p:nvSpPr>
        <p:spPr>
          <a:xfrm>
            <a:off x="994010" y="4891172"/>
            <a:ext cx="2628105"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7" name="Text Placeholder 4">
            <a:extLst>
              <a:ext uri="{FF2B5EF4-FFF2-40B4-BE49-F238E27FC236}">
                <a16:creationId xmlns:a16="http://schemas.microsoft.com/office/drawing/2014/main" id="{755390E1-2E72-316E-AAAB-DA92886D7941}"/>
              </a:ext>
            </a:extLst>
          </p:cNvPr>
          <p:cNvSpPr>
            <a:spLocks noGrp="1"/>
          </p:cNvSpPr>
          <p:nvPr userDrawn="1">
            <p:ph type="body" sz="quarter" idx="74" hasCustomPrompt="1"/>
          </p:nvPr>
        </p:nvSpPr>
        <p:spPr>
          <a:xfrm>
            <a:off x="992573" y="5594613"/>
            <a:ext cx="2628105"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8" name="Text Placeholder 19">
            <a:extLst>
              <a:ext uri="{FF2B5EF4-FFF2-40B4-BE49-F238E27FC236}">
                <a16:creationId xmlns:a16="http://schemas.microsoft.com/office/drawing/2014/main" id="{243CFC82-E040-A5C0-704F-CCC83C7A6281}"/>
              </a:ext>
            </a:extLst>
          </p:cNvPr>
          <p:cNvSpPr>
            <a:spLocks noGrp="1"/>
          </p:cNvSpPr>
          <p:nvPr userDrawn="1">
            <p:ph type="body" sz="quarter" idx="75"/>
          </p:nvPr>
        </p:nvSpPr>
        <p:spPr>
          <a:xfrm>
            <a:off x="992573" y="5925629"/>
            <a:ext cx="2628105"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9" name="Text Placeholder 4">
            <a:extLst>
              <a:ext uri="{FF2B5EF4-FFF2-40B4-BE49-F238E27FC236}">
                <a16:creationId xmlns:a16="http://schemas.microsoft.com/office/drawing/2014/main" id="{260C8FC4-6840-191F-EC77-F4C0857BE8F0}"/>
              </a:ext>
            </a:extLst>
          </p:cNvPr>
          <p:cNvSpPr>
            <a:spLocks noGrp="1"/>
          </p:cNvSpPr>
          <p:nvPr userDrawn="1">
            <p:ph type="body" sz="quarter" idx="76" hasCustomPrompt="1"/>
          </p:nvPr>
        </p:nvSpPr>
        <p:spPr>
          <a:xfrm>
            <a:off x="4785939" y="4560156"/>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0" name="Text Placeholder 19">
            <a:extLst>
              <a:ext uri="{FF2B5EF4-FFF2-40B4-BE49-F238E27FC236}">
                <a16:creationId xmlns:a16="http://schemas.microsoft.com/office/drawing/2014/main" id="{29EA1FD0-4E6A-FCB7-1A48-98757B9D8464}"/>
              </a:ext>
            </a:extLst>
          </p:cNvPr>
          <p:cNvSpPr>
            <a:spLocks noGrp="1"/>
          </p:cNvSpPr>
          <p:nvPr userDrawn="1">
            <p:ph type="body" sz="quarter" idx="77"/>
          </p:nvPr>
        </p:nvSpPr>
        <p:spPr>
          <a:xfrm>
            <a:off x="4785939" y="4891172"/>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1" name="Text Placeholder 4">
            <a:extLst>
              <a:ext uri="{FF2B5EF4-FFF2-40B4-BE49-F238E27FC236}">
                <a16:creationId xmlns:a16="http://schemas.microsoft.com/office/drawing/2014/main" id="{CCE93545-03F7-0D8B-7844-32A4AC2DBBE9}"/>
              </a:ext>
            </a:extLst>
          </p:cNvPr>
          <p:cNvSpPr>
            <a:spLocks noGrp="1"/>
          </p:cNvSpPr>
          <p:nvPr userDrawn="1">
            <p:ph type="body" sz="quarter" idx="78" hasCustomPrompt="1"/>
          </p:nvPr>
        </p:nvSpPr>
        <p:spPr>
          <a:xfrm>
            <a:off x="4788813" y="5594613"/>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3" name="Text Placeholder 19">
            <a:extLst>
              <a:ext uri="{FF2B5EF4-FFF2-40B4-BE49-F238E27FC236}">
                <a16:creationId xmlns:a16="http://schemas.microsoft.com/office/drawing/2014/main" id="{BF6AF47F-5E8E-F69D-9198-E0958C2A9090}"/>
              </a:ext>
            </a:extLst>
          </p:cNvPr>
          <p:cNvSpPr>
            <a:spLocks noGrp="1"/>
          </p:cNvSpPr>
          <p:nvPr userDrawn="1">
            <p:ph type="body" sz="quarter" idx="79"/>
          </p:nvPr>
        </p:nvSpPr>
        <p:spPr>
          <a:xfrm>
            <a:off x="4788813" y="5925629"/>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4" name="Text Placeholder 4">
            <a:extLst>
              <a:ext uri="{FF2B5EF4-FFF2-40B4-BE49-F238E27FC236}">
                <a16:creationId xmlns:a16="http://schemas.microsoft.com/office/drawing/2014/main" id="{4DDF5620-883C-3FCD-6E9F-20F9E8778DAB}"/>
              </a:ext>
            </a:extLst>
          </p:cNvPr>
          <p:cNvSpPr>
            <a:spLocks noGrp="1"/>
          </p:cNvSpPr>
          <p:nvPr userDrawn="1">
            <p:ph type="body" sz="quarter" idx="80" hasCustomPrompt="1"/>
          </p:nvPr>
        </p:nvSpPr>
        <p:spPr>
          <a:xfrm>
            <a:off x="8591596" y="4562995"/>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5" name="Text Placeholder 19">
            <a:extLst>
              <a:ext uri="{FF2B5EF4-FFF2-40B4-BE49-F238E27FC236}">
                <a16:creationId xmlns:a16="http://schemas.microsoft.com/office/drawing/2014/main" id="{0D4B698A-CAA4-1CA2-A705-58536D7D0213}"/>
              </a:ext>
            </a:extLst>
          </p:cNvPr>
          <p:cNvSpPr>
            <a:spLocks noGrp="1"/>
          </p:cNvSpPr>
          <p:nvPr userDrawn="1">
            <p:ph type="body" sz="quarter" idx="81"/>
          </p:nvPr>
        </p:nvSpPr>
        <p:spPr>
          <a:xfrm>
            <a:off x="8591596" y="4894011"/>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6" name="Text Placeholder 4">
            <a:extLst>
              <a:ext uri="{FF2B5EF4-FFF2-40B4-BE49-F238E27FC236}">
                <a16:creationId xmlns:a16="http://schemas.microsoft.com/office/drawing/2014/main" id="{C80DBC6E-6C3C-4930-7D61-DFB57FA9B2A7}"/>
              </a:ext>
            </a:extLst>
          </p:cNvPr>
          <p:cNvSpPr>
            <a:spLocks noGrp="1"/>
          </p:cNvSpPr>
          <p:nvPr userDrawn="1">
            <p:ph type="body" sz="quarter" idx="82" hasCustomPrompt="1"/>
          </p:nvPr>
        </p:nvSpPr>
        <p:spPr>
          <a:xfrm>
            <a:off x="8591596" y="5594613"/>
            <a:ext cx="262750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7" name="Text Placeholder 19">
            <a:extLst>
              <a:ext uri="{FF2B5EF4-FFF2-40B4-BE49-F238E27FC236}">
                <a16:creationId xmlns:a16="http://schemas.microsoft.com/office/drawing/2014/main" id="{1C6FD68B-E5F7-8C8D-5701-43ACC56ABF1D}"/>
              </a:ext>
            </a:extLst>
          </p:cNvPr>
          <p:cNvSpPr>
            <a:spLocks noGrp="1"/>
          </p:cNvSpPr>
          <p:nvPr userDrawn="1">
            <p:ph type="body" sz="quarter" idx="83"/>
          </p:nvPr>
        </p:nvSpPr>
        <p:spPr>
          <a:xfrm>
            <a:off x="8591596" y="5925629"/>
            <a:ext cx="262750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Tree>
    <p:extLst>
      <p:ext uri="{BB962C8B-B14F-4D97-AF65-F5344CB8AC3E}">
        <p14:creationId xmlns:p14="http://schemas.microsoft.com/office/powerpoint/2010/main" val="4576846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07 | 3_BESPOKE: ONE HEAD + Org Char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81FCFC4-3640-5AF0-40E4-EF05AF84641C}"/>
              </a:ext>
            </a:extLst>
          </p:cNvPr>
          <p:cNvGrpSpPr>
            <a:grpSpLocks noGrp="1" noUngrp="1" noRot="1" noMove="1" noResize="1"/>
          </p:cNvGrpSpPr>
          <p:nvPr userDrawn="1"/>
        </p:nvGrpSpPr>
        <p:grpSpPr>
          <a:xfrm>
            <a:off x="3388985" y="2840075"/>
            <a:ext cx="2640396" cy="3484921"/>
            <a:chOff x="4785939" y="2840075"/>
            <a:chExt cx="2640396" cy="3484921"/>
          </a:xfrm>
        </p:grpSpPr>
        <p:sp>
          <p:nvSpPr>
            <p:cNvPr id="22" name="Rectangle 21">
              <a:extLst>
                <a:ext uri="{FF2B5EF4-FFF2-40B4-BE49-F238E27FC236}">
                  <a16:creationId xmlns:a16="http://schemas.microsoft.com/office/drawing/2014/main" id="{4D83E27A-D479-F8E4-D008-0D0A3C21ABA7}"/>
                </a:ext>
              </a:extLst>
            </p:cNvPr>
            <p:cNvSpPr>
              <a:spLocks noGrp="1" noRot="1" noMove="1" noResize="1" noEditPoints="1" noAdjustHandles="1" noChangeArrowheads="1" noChangeShapeType="1"/>
            </p:cNvSpPr>
            <p:nvPr userDrawn="1"/>
          </p:nvSpPr>
          <p:spPr>
            <a:xfrm>
              <a:off x="4796042" y="3357535"/>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6" name="Straight Connector 35">
              <a:extLst>
                <a:ext uri="{FF2B5EF4-FFF2-40B4-BE49-F238E27FC236}">
                  <a16:creationId xmlns:a16="http://schemas.microsoft.com/office/drawing/2014/main" id="{9BC4FE30-81CD-36D3-FBF1-55AAA7A1C132}"/>
                </a:ext>
              </a:extLst>
            </p:cNvPr>
            <p:cNvCxnSpPr>
              <a:cxnSpLocks noGrp="1" noRot="1" noMove="1" noResize="1" noEditPoints="1" noAdjustHandles="1" noChangeArrowheads="1" noChangeShapeType="1"/>
            </p:cNvCxnSpPr>
            <p:nvPr userDrawn="1"/>
          </p:nvCxnSpPr>
          <p:spPr>
            <a:xfrm>
              <a:off x="6110492" y="2840075"/>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4A5A1CA-B99E-15C6-91AB-E2F976CE96CD}"/>
                </a:ext>
              </a:extLst>
            </p:cNvPr>
            <p:cNvSpPr>
              <a:spLocks noGrp="1" noRot="1" noMove="1" noResize="1" noEditPoints="1" noAdjustHandles="1" noChangeArrowheads="1" noChangeShapeType="1"/>
            </p:cNvSpPr>
            <p:nvPr userDrawn="1"/>
          </p:nvSpPr>
          <p:spPr>
            <a:xfrm>
              <a:off x="4791688" y="4391989"/>
              <a:ext cx="2634647"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2" name="Rectangle 41">
              <a:extLst>
                <a:ext uri="{FF2B5EF4-FFF2-40B4-BE49-F238E27FC236}">
                  <a16:creationId xmlns:a16="http://schemas.microsoft.com/office/drawing/2014/main" id="{7418F853-16A9-54ED-3F46-E78BCDB07743}"/>
                </a:ext>
              </a:extLst>
            </p:cNvPr>
            <p:cNvSpPr>
              <a:spLocks noGrp="1" noRot="1" noMove="1" noResize="1" noEditPoints="1" noAdjustHandles="1" noChangeArrowheads="1" noChangeShapeType="1"/>
            </p:cNvSpPr>
            <p:nvPr userDrawn="1"/>
          </p:nvSpPr>
          <p:spPr>
            <a:xfrm>
              <a:off x="4785939" y="5426446"/>
              <a:ext cx="2634647"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29" name="Group 28">
            <a:extLst>
              <a:ext uri="{FF2B5EF4-FFF2-40B4-BE49-F238E27FC236}">
                <a16:creationId xmlns:a16="http://schemas.microsoft.com/office/drawing/2014/main" id="{50B5A066-3203-2824-ACAA-4D5819E325BC}"/>
              </a:ext>
            </a:extLst>
          </p:cNvPr>
          <p:cNvGrpSpPr>
            <a:grpSpLocks noGrp="1" noUngrp="1" noRot="1" noMove="1" noResize="1"/>
          </p:cNvGrpSpPr>
          <p:nvPr userDrawn="1"/>
        </p:nvGrpSpPr>
        <p:grpSpPr>
          <a:xfrm>
            <a:off x="9004898" y="2845594"/>
            <a:ext cx="2634647" cy="3476600"/>
            <a:chOff x="8591596" y="2845594"/>
            <a:chExt cx="2634647" cy="3476600"/>
          </a:xfrm>
        </p:grpSpPr>
        <p:sp>
          <p:nvSpPr>
            <p:cNvPr id="24" name="Rectangle 23">
              <a:extLst>
                <a:ext uri="{FF2B5EF4-FFF2-40B4-BE49-F238E27FC236}">
                  <a16:creationId xmlns:a16="http://schemas.microsoft.com/office/drawing/2014/main" id="{78D9B49E-D752-17D6-A4D6-AD048BF28C29}"/>
                </a:ext>
              </a:extLst>
            </p:cNvPr>
            <p:cNvSpPr>
              <a:spLocks noGrp="1" noRot="1" noMove="1" noResize="1" noEditPoints="1" noAdjustHandles="1" noChangeArrowheads="1" noChangeShapeType="1"/>
            </p:cNvSpPr>
            <p:nvPr userDrawn="1"/>
          </p:nvSpPr>
          <p:spPr>
            <a:xfrm>
              <a:off x="8595952" y="3357535"/>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3" name="Straight Connector 32">
              <a:extLst>
                <a:ext uri="{FF2B5EF4-FFF2-40B4-BE49-F238E27FC236}">
                  <a16:creationId xmlns:a16="http://schemas.microsoft.com/office/drawing/2014/main" id="{3337E1C2-8FF9-EC1E-28E7-2FC271C3902C}"/>
                </a:ext>
              </a:extLst>
            </p:cNvPr>
            <p:cNvCxnSpPr>
              <a:cxnSpLocks noGrp="1" noRot="1" noMove="1" noResize="1" noEditPoints="1" noAdjustHandles="1" noChangeArrowheads="1" noChangeShapeType="1"/>
            </p:cNvCxnSpPr>
            <p:nvPr userDrawn="1"/>
          </p:nvCxnSpPr>
          <p:spPr>
            <a:xfrm>
              <a:off x="9910402" y="2845594"/>
              <a:ext cx="0" cy="446557"/>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A8FDA339-7A0C-41B6-35A0-CBC41ED00052}"/>
                </a:ext>
              </a:extLst>
            </p:cNvPr>
            <p:cNvSpPr>
              <a:spLocks noGrp="1" noRot="1" noMove="1" noResize="1" noEditPoints="1" noAdjustHandles="1" noChangeArrowheads="1" noChangeShapeType="1"/>
            </p:cNvSpPr>
            <p:nvPr userDrawn="1"/>
          </p:nvSpPr>
          <p:spPr>
            <a:xfrm>
              <a:off x="8591596" y="4392026"/>
              <a:ext cx="2634647"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8" name="Rectangle 47">
              <a:extLst>
                <a:ext uri="{FF2B5EF4-FFF2-40B4-BE49-F238E27FC236}">
                  <a16:creationId xmlns:a16="http://schemas.microsoft.com/office/drawing/2014/main" id="{204E2155-F6D8-50FF-4B2F-067C6046E18D}"/>
                </a:ext>
              </a:extLst>
            </p:cNvPr>
            <p:cNvSpPr>
              <a:spLocks noGrp="1" noRot="1" noMove="1" noResize="1" noEditPoints="1" noAdjustHandles="1" noChangeArrowheads="1" noChangeShapeType="1"/>
            </p:cNvSpPr>
            <p:nvPr userDrawn="1"/>
          </p:nvSpPr>
          <p:spPr>
            <a:xfrm>
              <a:off x="8597345" y="5423644"/>
              <a:ext cx="2627507"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4" name="Group 3">
            <a:extLst>
              <a:ext uri="{FF2B5EF4-FFF2-40B4-BE49-F238E27FC236}">
                <a16:creationId xmlns:a16="http://schemas.microsoft.com/office/drawing/2014/main" id="{6944157D-8C07-7164-6218-604D732EC572}"/>
              </a:ext>
            </a:extLst>
          </p:cNvPr>
          <p:cNvGrpSpPr>
            <a:grpSpLocks noGrp="1" noUngrp="1" noRot="1" noMove="1" noResize="1"/>
          </p:cNvGrpSpPr>
          <p:nvPr userDrawn="1"/>
        </p:nvGrpSpPr>
        <p:grpSpPr>
          <a:xfrm>
            <a:off x="588170" y="2840075"/>
            <a:ext cx="2633254" cy="3484921"/>
            <a:chOff x="991136" y="2840075"/>
            <a:chExt cx="2633254" cy="3484921"/>
          </a:xfrm>
        </p:grpSpPr>
        <p:sp>
          <p:nvSpPr>
            <p:cNvPr id="9" name="Rectangle 8">
              <a:extLst>
                <a:ext uri="{FF2B5EF4-FFF2-40B4-BE49-F238E27FC236}">
                  <a16:creationId xmlns:a16="http://schemas.microsoft.com/office/drawing/2014/main" id="{C2BCC5EB-7E3C-AEF4-E1BC-22A83FE96AFB}"/>
                </a:ext>
              </a:extLst>
            </p:cNvPr>
            <p:cNvSpPr>
              <a:spLocks noGrp="1" noRot="1" noMove="1" noResize="1" noEditPoints="1" noAdjustHandles="1" noChangeArrowheads="1" noChangeShapeType="1"/>
            </p:cNvSpPr>
            <p:nvPr userDrawn="1"/>
          </p:nvSpPr>
          <p:spPr>
            <a:xfrm>
              <a:off x="995490" y="3357534"/>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1" name="Straight Connector 20">
              <a:extLst>
                <a:ext uri="{FF2B5EF4-FFF2-40B4-BE49-F238E27FC236}">
                  <a16:creationId xmlns:a16="http://schemas.microsoft.com/office/drawing/2014/main" id="{69084971-BA5A-244C-F013-3D9184482565}"/>
                </a:ext>
              </a:extLst>
            </p:cNvPr>
            <p:cNvCxnSpPr>
              <a:cxnSpLocks noGrp="1" noRot="1" noMove="1" noResize="1" noEditPoints="1" noAdjustHandles="1" noChangeArrowheads="1" noChangeShapeType="1"/>
            </p:cNvCxnSpPr>
            <p:nvPr userDrawn="1"/>
          </p:nvCxnSpPr>
          <p:spPr>
            <a:xfrm>
              <a:off x="2309940" y="2840075"/>
              <a:ext cx="0" cy="452075"/>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37EF3BD-84B2-D4E9-DDD3-FD65FAEF4C35}"/>
                </a:ext>
              </a:extLst>
            </p:cNvPr>
            <p:cNvSpPr>
              <a:spLocks noGrp="1" noRot="1" noMove="1" noResize="1" noEditPoints="1" noAdjustHandles="1" noChangeArrowheads="1" noChangeShapeType="1"/>
            </p:cNvSpPr>
            <p:nvPr userDrawn="1"/>
          </p:nvSpPr>
          <p:spPr>
            <a:xfrm>
              <a:off x="992573" y="4391989"/>
              <a:ext cx="2628105"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9" name="Rectangle 48">
              <a:extLst>
                <a:ext uri="{FF2B5EF4-FFF2-40B4-BE49-F238E27FC236}">
                  <a16:creationId xmlns:a16="http://schemas.microsoft.com/office/drawing/2014/main" id="{70DC1A86-F8B5-19D5-8430-6AD29D996EBC}"/>
                </a:ext>
              </a:extLst>
            </p:cNvPr>
            <p:cNvSpPr>
              <a:spLocks noGrp="1" noRot="1" noMove="1" noResize="1" noEditPoints="1" noAdjustHandles="1" noChangeArrowheads="1" noChangeShapeType="1"/>
            </p:cNvSpPr>
            <p:nvPr userDrawn="1"/>
          </p:nvSpPr>
          <p:spPr>
            <a:xfrm>
              <a:off x="991136" y="5426446"/>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ECA96B5-763C-182D-A694-6DBA7B79DEF2}"/>
              </a:ext>
            </a:extLst>
          </p:cNvPr>
          <p:cNvGrpSpPr>
            <a:grpSpLocks noGrp="1" noUngrp="1" noRot="1" noMove="1" noResize="1"/>
          </p:cNvGrpSpPr>
          <p:nvPr userDrawn="1"/>
        </p:nvGrpSpPr>
        <p:grpSpPr>
          <a:xfrm>
            <a:off x="4796042" y="1291429"/>
            <a:ext cx="2628900" cy="1548646"/>
            <a:chOff x="4781550" y="1291430"/>
            <a:chExt cx="2628900" cy="1316039"/>
          </a:xfrm>
        </p:grpSpPr>
        <p:sp>
          <p:nvSpPr>
            <p:cNvPr id="7" name="Rectangle 6">
              <a:extLst>
                <a:ext uri="{FF2B5EF4-FFF2-40B4-BE49-F238E27FC236}">
                  <a16:creationId xmlns:a16="http://schemas.microsoft.com/office/drawing/2014/main" id="{566E0608-7F5B-9D5E-AAA3-29215ECD10D6}"/>
                </a:ext>
              </a:extLst>
            </p:cNvPr>
            <p:cNvSpPr>
              <a:spLocks noGrp="1" noRot="1" noMove="1" noResize="1" noEditPoints="1" noAdjustHandles="1" noChangeArrowheads="1" noChangeShapeType="1"/>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3" name="Straight Connector 22">
              <a:extLst>
                <a:ext uri="{FF2B5EF4-FFF2-40B4-BE49-F238E27FC236}">
                  <a16:creationId xmlns:a16="http://schemas.microsoft.com/office/drawing/2014/main" id="{091F2A54-F9C8-5A3B-38AA-5BD1C1464BB8}"/>
                </a:ext>
              </a:extLst>
            </p:cNvPr>
            <p:cNvCxnSpPr>
              <a:cxnSpLocks noGrp="1" noRot="1" noMove="1" noResize="1" noEditPoints="1" noAdjustHandles="1" noChangeArrowheads="1" noChangeShapeType="1"/>
              <a:stCxn id="7" idx="2"/>
            </p:cNvCxnSpPr>
            <p:nvPr userDrawn="1"/>
          </p:nvCxnSpPr>
          <p:spPr>
            <a:xfrm>
              <a:off x="6096000" y="2055017"/>
              <a:ext cx="0" cy="55245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5" name="Text Placeholder 4">
            <a:extLst>
              <a:ext uri="{FF2B5EF4-FFF2-40B4-BE49-F238E27FC236}">
                <a16:creationId xmlns:a16="http://schemas.microsoft.com/office/drawing/2014/main" id="{5FA68C46-0E60-A769-152B-1019C5152E48}"/>
              </a:ext>
            </a:extLst>
          </p:cNvPr>
          <p:cNvSpPr>
            <a:spLocks noGrp="1"/>
          </p:cNvSpPr>
          <p:nvPr userDrawn="1">
            <p:ph type="body" sz="quarter" idx="64" hasCustomPrompt="1"/>
          </p:nvPr>
        </p:nvSpPr>
        <p:spPr>
          <a:xfrm>
            <a:off x="4791688" y="1436922"/>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 name="Text Placeholder 19">
            <a:extLst>
              <a:ext uri="{FF2B5EF4-FFF2-40B4-BE49-F238E27FC236}">
                <a16:creationId xmlns:a16="http://schemas.microsoft.com/office/drawing/2014/main" id="{6860DFB5-56CF-3324-277A-2E79A559643F}"/>
              </a:ext>
            </a:extLst>
          </p:cNvPr>
          <p:cNvSpPr>
            <a:spLocks noGrp="1"/>
          </p:cNvSpPr>
          <p:nvPr userDrawn="1">
            <p:ph type="body" sz="quarter" idx="65"/>
          </p:nvPr>
        </p:nvSpPr>
        <p:spPr>
          <a:xfrm>
            <a:off x="4791688" y="1776647"/>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5" name="Text Placeholder 4">
            <a:extLst>
              <a:ext uri="{FF2B5EF4-FFF2-40B4-BE49-F238E27FC236}">
                <a16:creationId xmlns:a16="http://schemas.microsoft.com/office/drawing/2014/main" id="{070BEFE6-823C-8627-CFB3-8AB51D43C163}"/>
              </a:ext>
            </a:extLst>
          </p:cNvPr>
          <p:cNvSpPr>
            <a:spLocks noGrp="1"/>
          </p:cNvSpPr>
          <p:nvPr userDrawn="1">
            <p:ph type="body" sz="quarter" idx="66" hasCustomPrompt="1"/>
          </p:nvPr>
        </p:nvSpPr>
        <p:spPr>
          <a:xfrm>
            <a:off x="588170" y="3525526"/>
            <a:ext cx="2629542"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6" name="Text Placeholder 19">
            <a:extLst>
              <a:ext uri="{FF2B5EF4-FFF2-40B4-BE49-F238E27FC236}">
                <a16:creationId xmlns:a16="http://schemas.microsoft.com/office/drawing/2014/main" id="{B413D8F7-72D8-3AF1-0F19-AF4644DDDE96}"/>
              </a:ext>
            </a:extLst>
          </p:cNvPr>
          <p:cNvSpPr>
            <a:spLocks noGrp="1"/>
          </p:cNvSpPr>
          <p:nvPr userDrawn="1">
            <p:ph type="body" sz="quarter" idx="67"/>
          </p:nvPr>
        </p:nvSpPr>
        <p:spPr>
          <a:xfrm>
            <a:off x="588170" y="3865251"/>
            <a:ext cx="2629542"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7" name="Text Placeholder 4">
            <a:extLst>
              <a:ext uri="{FF2B5EF4-FFF2-40B4-BE49-F238E27FC236}">
                <a16:creationId xmlns:a16="http://schemas.microsoft.com/office/drawing/2014/main" id="{565E70C3-6449-0357-45CF-9A1D0297111C}"/>
              </a:ext>
            </a:extLst>
          </p:cNvPr>
          <p:cNvSpPr>
            <a:spLocks noGrp="1"/>
          </p:cNvSpPr>
          <p:nvPr userDrawn="1">
            <p:ph type="body" sz="quarter" idx="68" hasCustomPrompt="1"/>
          </p:nvPr>
        </p:nvSpPr>
        <p:spPr>
          <a:xfrm>
            <a:off x="3402518"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 name="Text Placeholder 19">
            <a:extLst>
              <a:ext uri="{FF2B5EF4-FFF2-40B4-BE49-F238E27FC236}">
                <a16:creationId xmlns:a16="http://schemas.microsoft.com/office/drawing/2014/main" id="{C15D36EA-D8CC-505C-726E-2EC341FEE3FB}"/>
              </a:ext>
            </a:extLst>
          </p:cNvPr>
          <p:cNvSpPr>
            <a:spLocks noGrp="1"/>
          </p:cNvSpPr>
          <p:nvPr userDrawn="1">
            <p:ph type="body" sz="quarter" idx="69"/>
          </p:nvPr>
        </p:nvSpPr>
        <p:spPr>
          <a:xfrm>
            <a:off x="3402518"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 name="Text Placeholder 4">
            <a:extLst>
              <a:ext uri="{FF2B5EF4-FFF2-40B4-BE49-F238E27FC236}">
                <a16:creationId xmlns:a16="http://schemas.microsoft.com/office/drawing/2014/main" id="{D835F220-9EBD-598F-A86C-E5AECAD175AA}"/>
              </a:ext>
            </a:extLst>
          </p:cNvPr>
          <p:cNvSpPr>
            <a:spLocks noGrp="1"/>
          </p:cNvSpPr>
          <p:nvPr userDrawn="1">
            <p:ph type="body" sz="quarter" idx="70" hasCustomPrompt="1"/>
          </p:nvPr>
        </p:nvSpPr>
        <p:spPr>
          <a:xfrm>
            <a:off x="9009256" y="3525526"/>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2" name="Text Placeholder 19">
            <a:extLst>
              <a:ext uri="{FF2B5EF4-FFF2-40B4-BE49-F238E27FC236}">
                <a16:creationId xmlns:a16="http://schemas.microsoft.com/office/drawing/2014/main" id="{796EECAA-634A-0878-54DD-FC2EB17572AA}"/>
              </a:ext>
            </a:extLst>
          </p:cNvPr>
          <p:cNvSpPr>
            <a:spLocks noGrp="1"/>
          </p:cNvSpPr>
          <p:nvPr userDrawn="1">
            <p:ph type="body" sz="quarter" idx="71"/>
          </p:nvPr>
        </p:nvSpPr>
        <p:spPr>
          <a:xfrm>
            <a:off x="9009256" y="3865251"/>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2" name="Text Placeholder 4">
            <a:extLst>
              <a:ext uri="{FF2B5EF4-FFF2-40B4-BE49-F238E27FC236}">
                <a16:creationId xmlns:a16="http://schemas.microsoft.com/office/drawing/2014/main" id="{209BC5DB-0DDC-F593-E7C8-98EBAB82254F}"/>
              </a:ext>
            </a:extLst>
          </p:cNvPr>
          <p:cNvSpPr>
            <a:spLocks noGrp="1"/>
          </p:cNvSpPr>
          <p:nvPr userDrawn="1">
            <p:ph type="body" sz="quarter" idx="72" hasCustomPrompt="1"/>
          </p:nvPr>
        </p:nvSpPr>
        <p:spPr>
          <a:xfrm>
            <a:off x="591044" y="4560156"/>
            <a:ext cx="2628105"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3" name="Text Placeholder 19">
            <a:extLst>
              <a:ext uri="{FF2B5EF4-FFF2-40B4-BE49-F238E27FC236}">
                <a16:creationId xmlns:a16="http://schemas.microsoft.com/office/drawing/2014/main" id="{D5418735-4D32-74DB-0247-8614C4791045}"/>
              </a:ext>
            </a:extLst>
          </p:cNvPr>
          <p:cNvSpPr>
            <a:spLocks noGrp="1"/>
          </p:cNvSpPr>
          <p:nvPr userDrawn="1">
            <p:ph type="body" sz="quarter" idx="73"/>
          </p:nvPr>
        </p:nvSpPr>
        <p:spPr>
          <a:xfrm>
            <a:off x="591044" y="4891172"/>
            <a:ext cx="2628105"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7" name="Text Placeholder 4">
            <a:extLst>
              <a:ext uri="{FF2B5EF4-FFF2-40B4-BE49-F238E27FC236}">
                <a16:creationId xmlns:a16="http://schemas.microsoft.com/office/drawing/2014/main" id="{755390E1-2E72-316E-AAAB-DA92886D7941}"/>
              </a:ext>
            </a:extLst>
          </p:cNvPr>
          <p:cNvSpPr>
            <a:spLocks noGrp="1"/>
          </p:cNvSpPr>
          <p:nvPr userDrawn="1">
            <p:ph type="body" sz="quarter" idx="74" hasCustomPrompt="1"/>
          </p:nvPr>
        </p:nvSpPr>
        <p:spPr>
          <a:xfrm>
            <a:off x="589607" y="5594613"/>
            <a:ext cx="2628105"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8" name="Text Placeholder 19">
            <a:extLst>
              <a:ext uri="{FF2B5EF4-FFF2-40B4-BE49-F238E27FC236}">
                <a16:creationId xmlns:a16="http://schemas.microsoft.com/office/drawing/2014/main" id="{243CFC82-E040-A5C0-704F-CCC83C7A6281}"/>
              </a:ext>
            </a:extLst>
          </p:cNvPr>
          <p:cNvSpPr>
            <a:spLocks noGrp="1"/>
          </p:cNvSpPr>
          <p:nvPr userDrawn="1">
            <p:ph type="body" sz="quarter" idx="75"/>
          </p:nvPr>
        </p:nvSpPr>
        <p:spPr>
          <a:xfrm>
            <a:off x="589607" y="5925629"/>
            <a:ext cx="2628105"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59" name="Text Placeholder 4">
            <a:extLst>
              <a:ext uri="{FF2B5EF4-FFF2-40B4-BE49-F238E27FC236}">
                <a16:creationId xmlns:a16="http://schemas.microsoft.com/office/drawing/2014/main" id="{260C8FC4-6840-191F-EC77-F4C0857BE8F0}"/>
              </a:ext>
            </a:extLst>
          </p:cNvPr>
          <p:cNvSpPr>
            <a:spLocks noGrp="1"/>
          </p:cNvSpPr>
          <p:nvPr userDrawn="1">
            <p:ph type="body" sz="quarter" idx="76" hasCustomPrompt="1"/>
          </p:nvPr>
        </p:nvSpPr>
        <p:spPr>
          <a:xfrm>
            <a:off x="3396769" y="4560156"/>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0" name="Text Placeholder 19">
            <a:extLst>
              <a:ext uri="{FF2B5EF4-FFF2-40B4-BE49-F238E27FC236}">
                <a16:creationId xmlns:a16="http://schemas.microsoft.com/office/drawing/2014/main" id="{29EA1FD0-4E6A-FCB7-1A48-98757B9D8464}"/>
              </a:ext>
            </a:extLst>
          </p:cNvPr>
          <p:cNvSpPr>
            <a:spLocks noGrp="1"/>
          </p:cNvSpPr>
          <p:nvPr userDrawn="1">
            <p:ph type="body" sz="quarter" idx="77"/>
          </p:nvPr>
        </p:nvSpPr>
        <p:spPr>
          <a:xfrm>
            <a:off x="3396769" y="4891172"/>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1" name="Text Placeholder 4">
            <a:extLst>
              <a:ext uri="{FF2B5EF4-FFF2-40B4-BE49-F238E27FC236}">
                <a16:creationId xmlns:a16="http://schemas.microsoft.com/office/drawing/2014/main" id="{CCE93545-03F7-0D8B-7844-32A4AC2DBBE9}"/>
              </a:ext>
            </a:extLst>
          </p:cNvPr>
          <p:cNvSpPr>
            <a:spLocks noGrp="1"/>
          </p:cNvSpPr>
          <p:nvPr userDrawn="1">
            <p:ph type="body" sz="quarter" idx="78" hasCustomPrompt="1"/>
          </p:nvPr>
        </p:nvSpPr>
        <p:spPr>
          <a:xfrm>
            <a:off x="3399643" y="5594613"/>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3" name="Text Placeholder 19">
            <a:extLst>
              <a:ext uri="{FF2B5EF4-FFF2-40B4-BE49-F238E27FC236}">
                <a16:creationId xmlns:a16="http://schemas.microsoft.com/office/drawing/2014/main" id="{BF6AF47F-5E8E-F69D-9198-E0958C2A9090}"/>
              </a:ext>
            </a:extLst>
          </p:cNvPr>
          <p:cNvSpPr>
            <a:spLocks noGrp="1"/>
          </p:cNvSpPr>
          <p:nvPr userDrawn="1">
            <p:ph type="body" sz="quarter" idx="79"/>
          </p:nvPr>
        </p:nvSpPr>
        <p:spPr>
          <a:xfrm>
            <a:off x="3399643" y="5925629"/>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4" name="Text Placeholder 4">
            <a:extLst>
              <a:ext uri="{FF2B5EF4-FFF2-40B4-BE49-F238E27FC236}">
                <a16:creationId xmlns:a16="http://schemas.microsoft.com/office/drawing/2014/main" id="{4DDF5620-883C-3FCD-6E9F-20F9E8778DAB}"/>
              </a:ext>
            </a:extLst>
          </p:cNvPr>
          <p:cNvSpPr>
            <a:spLocks noGrp="1"/>
          </p:cNvSpPr>
          <p:nvPr userDrawn="1">
            <p:ph type="body" sz="quarter" idx="80" hasCustomPrompt="1"/>
          </p:nvPr>
        </p:nvSpPr>
        <p:spPr>
          <a:xfrm>
            <a:off x="9004898" y="4562995"/>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5" name="Text Placeholder 19">
            <a:extLst>
              <a:ext uri="{FF2B5EF4-FFF2-40B4-BE49-F238E27FC236}">
                <a16:creationId xmlns:a16="http://schemas.microsoft.com/office/drawing/2014/main" id="{0D4B698A-CAA4-1CA2-A705-58536D7D0213}"/>
              </a:ext>
            </a:extLst>
          </p:cNvPr>
          <p:cNvSpPr>
            <a:spLocks noGrp="1"/>
          </p:cNvSpPr>
          <p:nvPr userDrawn="1">
            <p:ph type="body" sz="quarter" idx="81"/>
          </p:nvPr>
        </p:nvSpPr>
        <p:spPr>
          <a:xfrm>
            <a:off x="9004898" y="4894011"/>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66" name="Text Placeholder 4">
            <a:extLst>
              <a:ext uri="{FF2B5EF4-FFF2-40B4-BE49-F238E27FC236}">
                <a16:creationId xmlns:a16="http://schemas.microsoft.com/office/drawing/2014/main" id="{C80DBC6E-6C3C-4930-7D61-DFB57FA9B2A7}"/>
              </a:ext>
            </a:extLst>
          </p:cNvPr>
          <p:cNvSpPr>
            <a:spLocks noGrp="1"/>
          </p:cNvSpPr>
          <p:nvPr userDrawn="1">
            <p:ph type="body" sz="quarter" idx="82" hasCustomPrompt="1"/>
          </p:nvPr>
        </p:nvSpPr>
        <p:spPr>
          <a:xfrm>
            <a:off x="9004898" y="5594613"/>
            <a:ext cx="262750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7" name="Text Placeholder 19">
            <a:extLst>
              <a:ext uri="{FF2B5EF4-FFF2-40B4-BE49-F238E27FC236}">
                <a16:creationId xmlns:a16="http://schemas.microsoft.com/office/drawing/2014/main" id="{1C6FD68B-E5F7-8C8D-5701-43ACC56ABF1D}"/>
              </a:ext>
            </a:extLst>
          </p:cNvPr>
          <p:cNvSpPr>
            <a:spLocks noGrp="1"/>
          </p:cNvSpPr>
          <p:nvPr userDrawn="1">
            <p:ph type="body" sz="quarter" idx="83"/>
          </p:nvPr>
        </p:nvSpPr>
        <p:spPr>
          <a:xfrm>
            <a:off x="9004898" y="5925629"/>
            <a:ext cx="262750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grpSp>
        <p:nvGrpSpPr>
          <p:cNvPr id="3" name="Group 2">
            <a:extLst>
              <a:ext uri="{FF2B5EF4-FFF2-40B4-BE49-F238E27FC236}">
                <a16:creationId xmlns:a16="http://schemas.microsoft.com/office/drawing/2014/main" id="{A7546D65-56E7-6969-A6D7-2540B1471636}"/>
              </a:ext>
            </a:extLst>
          </p:cNvPr>
          <p:cNvGrpSpPr>
            <a:grpSpLocks noGrp="1" noUngrp="1" noRot="1" noMove="1" noResize="1"/>
          </p:cNvGrpSpPr>
          <p:nvPr userDrawn="1"/>
        </p:nvGrpSpPr>
        <p:grpSpPr>
          <a:xfrm>
            <a:off x="6196942" y="2837273"/>
            <a:ext cx="2640396" cy="3484921"/>
            <a:chOff x="4785939" y="2840075"/>
            <a:chExt cx="2640396" cy="3484921"/>
          </a:xfrm>
        </p:grpSpPr>
        <p:sp>
          <p:nvSpPr>
            <p:cNvPr id="10" name="Rectangle 9">
              <a:extLst>
                <a:ext uri="{FF2B5EF4-FFF2-40B4-BE49-F238E27FC236}">
                  <a16:creationId xmlns:a16="http://schemas.microsoft.com/office/drawing/2014/main" id="{90552F09-DD59-AD77-2A71-CE0DB9667274}"/>
                </a:ext>
              </a:extLst>
            </p:cNvPr>
            <p:cNvSpPr>
              <a:spLocks noGrp="1" noRot="1" noMove="1" noResize="1" noEditPoints="1" noAdjustHandles="1" noChangeArrowheads="1" noChangeShapeType="1"/>
            </p:cNvSpPr>
            <p:nvPr userDrawn="1"/>
          </p:nvSpPr>
          <p:spPr>
            <a:xfrm>
              <a:off x="4796042" y="3357535"/>
              <a:ext cx="2628900" cy="8985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5" name="Straight Connector 14">
              <a:extLst>
                <a:ext uri="{FF2B5EF4-FFF2-40B4-BE49-F238E27FC236}">
                  <a16:creationId xmlns:a16="http://schemas.microsoft.com/office/drawing/2014/main" id="{BC858EBE-3459-28EE-0024-FD8890DA9E73}"/>
                </a:ext>
              </a:extLst>
            </p:cNvPr>
            <p:cNvCxnSpPr>
              <a:cxnSpLocks noGrp="1" noRot="1" noMove="1" noResize="1" noEditPoints="1" noAdjustHandles="1" noChangeArrowheads="1" noChangeShapeType="1"/>
            </p:cNvCxnSpPr>
            <p:nvPr userDrawn="1"/>
          </p:nvCxnSpPr>
          <p:spPr>
            <a:xfrm>
              <a:off x="6110492" y="2840075"/>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7ADAFB1A-0744-5DD9-2D02-263163F2A649}"/>
                </a:ext>
              </a:extLst>
            </p:cNvPr>
            <p:cNvSpPr>
              <a:spLocks noGrp="1" noRot="1" noMove="1" noResize="1" noEditPoints="1" noAdjustHandles="1" noChangeArrowheads="1" noChangeShapeType="1"/>
            </p:cNvSpPr>
            <p:nvPr userDrawn="1"/>
          </p:nvSpPr>
          <p:spPr>
            <a:xfrm>
              <a:off x="4791688" y="4391989"/>
              <a:ext cx="2634647"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 name="Rectangle 29">
              <a:extLst>
                <a:ext uri="{FF2B5EF4-FFF2-40B4-BE49-F238E27FC236}">
                  <a16:creationId xmlns:a16="http://schemas.microsoft.com/office/drawing/2014/main" id="{A0E96EB3-5D54-30D6-EDDB-927CD1F7D9A3}"/>
                </a:ext>
              </a:extLst>
            </p:cNvPr>
            <p:cNvSpPr>
              <a:spLocks noGrp="1" noRot="1" noMove="1" noResize="1" noEditPoints="1" noAdjustHandles="1" noChangeArrowheads="1" noChangeShapeType="1"/>
            </p:cNvSpPr>
            <p:nvPr userDrawn="1"/>
          </p:nvSpPr>
          <p:spPr>
            <a:xfrm>
              <a:off x="4785939" y="5426446"/>
              <a:ext cx="2634647"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34" name="Text Placeholder 4">
            <a:extLst>
              <a:ext uri="{FF2B5EF4-FFF2-40B4-BE49-F238E27FC236}">
                <a16:creationId xmlns:a16="http://schemas.microsoft.com/office/drawing/2014/main" id="{F677D456-1D39-17F1-8A03-874B837F9EC2}"/>
              </a:ext>
            </a:extLst>
          </p:cNvPr>
          <p:cNvSpPr>
            <a:spLocks noGrp="1"/>
          </p:cNvSpPr>
          <p:nvPr>
            <p:ph type="body" sz="quarter" idx="84" hasCustomPrompt="1"/>
          </p:nvPr>
        </p:nvSpPr>
        <p:spPr>
          <a:xfrm>
            <a:off x="6210519" y="3522724"/>
            <a:ext cx="2628898"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5" name="Text Placeholder 19">
            <a:extLst>
              <a:ext uri="{FF2B5EF4-FFF2-40B4-BE49-F238E27FC236}">
                <a16:creationId xmlns:a16="http://schemas.microsoft.com/office/drawing/2014/main" id="{9499C8EB-73EA-FCC4-8382-9C728EE22ECF}"/>
              </a:ext>
            </a:extLst>
          </p:cNvPr>
          <p:cNvSpPr>
            <a:spLocks noGrp="1"/>
          </p:cNvSpPr>
          <p:nvPr>
            <p:ph type="body" sz="quarter" idx="85"/>
          </p:nvPr>
        </p:nvSpPr>
        <p:spPr>
          <a:xfrm>
            <a:off x="6210519" y="3862449"/>
            <a:ext cx="2628898"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8" name="Text Placeholder 4">
            <a:extLst>
              <a:ext uri="{FF2B5EF4-FFF2-40B4-BE49-F238E27FC236}">
                <a16:creationId xmlns:a16="http://schemas.microsoft.com/office/drawing/2014/main" id="{4D1134D1-419A-B3EF-CF27-7884C0057141}"/>
              </a:ext>
            </a:extLst>
          </p:cNvPr>
          <p:cNvSpPr>
            <a:spLocks noGrp="1"/>
          </p:cNvSpPr>
          <p:nvPr>
            <p:ph type="body" sz="quarter" idx="86" hasCustomPrompt="1"/>
          </p:nvPr>
        </p:nvSpPr>
        <p:spPr>
          <a:xfrm>
            <a:off x="6204770" y="4557354"/>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9" name="Text Placeholder 19">
            <a:extLst>
              <a:ext uri="{FF2B5EF4-FFF2-40B4-BE49-F238E27FC236}">
                <a16:creationId xmlns:a16="http://schemas.microsoft.com/office/drawing/2014/main" id="{98241FB1-D39C-B05C-C5E5-887CEACDEC59}"/>
              </a:ext>
            </a:extLst>
          </p:cNvPr>
          <p:cNvSpPr>
            <a:spLocks noGrp="1"/>
          </p:cNvSpPr>
          <p:nvPr>
            <p:ph type="body" sz="quarter" idx="87"/>
          </p:nvPr>
        </p:nvSpPr>
        <p:spPr>
          <a:xfrm>
            <a:off x="6204770" y="4888370"/>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40" name="Text Placeholder 4">
            <a:extLst>
              <a:ext uri="{FF2B5EF4-FFF2-40B4-BE49-F238E27FC236}">
                <a16:creationId xmlns:a16="http://schemas.microsoft.com/office/drawing/2014/main" id="{5A7C4F92-8907-9176-D631-DE441057C0CF}"/>
              </a:ext>
            </a:extLst>
          </p:cNvPr>
          <p:cNvSpPr>
            <a:spLocks noGrp="1"/>
          </p:cNvSpPr>
          <p:nvPr>
            <p:ph type="body" sz="quarter" idx="88" hasCustomPrompt="1"/>
          </p:nvPr>
        </p:nvSpPr>
        <p:spPr>
          <a:xfrm>
            <a:off x="6207644" y="5591811"/>
            <a:ext cx="2634647"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41" name="Text Placeholder 19">
            <a:extLst>
              <a:ext uri="{FF2B5EF4-FFF2-40B4-BE49-F238E27FC236}">
                <a16:creationId xmlns:a16="http://schemas.microsoft.com/office/drawing/2014/main" id="{9A1B2346-6AEA-71A0-6D1E-7C9E2DC9C01D}"/>
              </a:ext>
            </a:extLst>
          </p:cNvPr>
          <p:cNvSpPr>
            <a:spLocks noGrp="1"/>
          </p:cNvSpPr>
          <p:nvPr>
            <p:ph type="body" sz="quarter" idx="89"/>
          </p:nvPr>
        </p:nvSpPr>
        <p:spPr>
          <a:xfrm>
            <a:off x="6207644" y="5922827"/>
            <a:ext cx="2634647"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44" name="Straight Connector 43">
            <a:extLst>
              <a:ext uri="{FF2B5EF4-FFF2-40B4-BE49-F238E27FC236}">
                <a16:creationId xmlns:a16="http://schemas.microsoft.com/office/drawing/2014/main" id="{18F83D74-EED7-3C12-966F-5DF22FB4C254}"/>
              </a:ext>
            </a:extLst>
          </p:cNvPr>
          <p:cNvCxnSpPr>
            <a:cxnSpLocks noGrp="1" noRot="1" noMove="1" noResize="1" noEditPoints="1" noAdjustHandles="1" noChangeArrowheads="1" noChangeShapeType="1"/>
          </p:cNvCxnSpPr>
          <p:nvPr userDrawn="1"/>
        </p:nvCxnSpPr>
        <p:spPr>
          <a:xfrm>
            <a:off x="1902222" y="2840075"/>
            <a:ext cx="842764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643819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07 | 4_BESPOKE: ONE HEAD + Org Chart">
    <p:spTree>
      <p:nvGrpSpPr>
        <p:cNvPr id="1" name=""/>
        <p:cNvGrpSpPr/>
        <p:nvPr/>
      </p:nvGrpSpPr>
      <p:grpSpPr>
        <a:xfrm>
          <a:off x="0" y="0"/>
          <a:ext cx="0" cy="0"/>
          <a:chOff x="0" y="0"/>
          <a:chExt cx="0" cy="0"/>
        </a:xfrm>
      </p:grpSpPr>
      <p:grpSp>
        <p:nvGrpSpPr>
          <p:cNvPr id="165" name="Group 164">
            <a:extLst>
              <a:ext uri="{FF2B5EF4-FFF2-40B4-BE49-F238E27FC236}">
                <a16:creationId xmlns:a16="http://schemas.microsoft.com/office/drawing/2014/main" id="{6EEE9180-6BA7-A546-8AB5-E64D4CF5188C}"/>
              </a:ext>
            </a:extLst>
          </p:cNvPr>
          <p:cNvGrpSpPr>
            <a:grpSpLocks noGrp="1" noUngrp="1" noRot="1" noMove="1" noResize="1"/>
          </p:cNvGrpSpPr>
          <p:nvPr userDrawn="1"/>
        </p:nvGrpSpPr>
        <p:grpSpPr>
          <a:xfrm>
            <a:off x="9430436" y="4906182"/>
            <a:ext cx="2188800" cy="1416008"/>
            <a:chOff x="9430436" y="4906182"/>
            <a:chExt cx="2188800" cy="1416008"/>
          </a:xfrm>
        </p:grpSpPr>
        <p:sp>
          <p:nvSpPr>
            <p:cNvPr id="90" name="Rectangle 89">
              <a:extLst>
                <a:ext uri="{FF2B5EF4-FFF2-40B4-BE49-F238E27FC236}">
                  <a16:creationId xmlns:a16="http://schemas.microsoft.com/office/drawing/2014/main" id="{109B4326-E2A2-970D-794D-DCC549FC759B}"/>
                </a:ext>
              </a:extLst>
            </p:cNvPr>
            <p:cNvSpPr>
              <a:spLocks noGrp="1" noRot="1" noMove="1" noResize="1" noEditPoints="1" noAdjustHandles="1" noChangeArrowheads="1" noChangeShapeType="1"/>
            </p:cNvSpPr>
            <p:nvPr userDrawn="1"/>
          </p:nvSpPr>
          <p:spPr>
            <a:xfrm>
              <a:off x="9430436" y="5423640"/>
              <a:ext cx="2188800"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91" name="Straight Connector 90">
              <a:extLst>
                <a:ext uri="{FF2B5EF4-FFF2-40B4-BE49-F238E27FC236}">
                  <a16:creationId xmlns:a16="http://schemas.microsoft.com/office/drawing/2014/main" id="{373CC459-A1F9-CE87-F83C-BC5720A924B6}"/>
                </a:ext>
              </a:extLst>
            </p:cNvPr>
            <p:cNvCxnSpPr>
              <a:cxnSpLocks noGrp="1" noRot="1" noMove="1" noResize="1" noEditPoints="1" noAdjustHandles="1" noChangeArrowheads="1" noChangeShapeType="1"/>
            </p:cNvCxnSpPr>
            <p:nvPr userDrawn="1"/>
          </p:nvCxnSpPr>
          <p:spPr>
            <a:xfrm>
              <a:off x="10524836" y="4906182"/>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4" name="Group 163">
            <a:extLst>
              <a:ext uri="{FF2B5EF4-FFF2-40B4-BE49-F238E27FC236}">
                <a16:creationId xmlns:a16="http://schemas.microsoft.com/office/drawing/2014/main" id="{13171DD3-A8C4-7F2A-263C-170B1583BCDB}"/>
              </a:ext>
            </a:extLst>
          </p:cNvPr>
          <p:cNvGrpSpPr>
            <a:grpSpLocks noGrp="1" noUngrp="1" noRot="1" noMove="1" noResize="1"/>
          </p:cNvGrpSpPr>
          <p:nvPr userDrawn="1"/>
        </p:nvGrpSpPr>
        <p:grpSpPr>
          <a:xfrm>
            <a:off x="9430436" y="3390758"/>
            <a:ext cx="2188800" cy="1716728"/>
            <a:chOff x="9430436" y="3390758"/>
            <a:chExt cx="2188800" cy="1716728"/>
          </a:xfrm>
        </p:grpSpPr>
        <p:sp>
          <p:nvSpPr>
            <p:cNvPr id="128" name="Rectangle 127">
              <a:extLst>
                <a:ext uri="{FF2B5EF4-FFF2-40B4-BE49-F238E27FC236}">
                  <a16:creationId xmlns:a16="http://schemas.microsoft.com/office/drawing/2014/main" id="{BD5D33AD-15A8-C5E2-4031-3AD7930A60D7}"/>
                </a:ext>
              </a:extLst>
            </p:cNvPr>
            <p:cNvSpPr>
              <a:spLocks noGrp="1" noRot="1" noMove="1" noResize="1" noEditPoints="1" noAdjustHandles="1" noChangeArrowheads="1" noChangeShapeType="1"/>
            </p:cNvSpPr>
            <p:nvPr userDrawn="1"/>
          </p:nvSpPr>
          <p:spPr>
            <a:xfrm>
              <a:off x="9430436" y="4208936"/>
              <a:ext cx="2188800"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9" name="Straight Connector 128">
              <a:extLst>
                <a:ext uri="{FF2B5EF4-FFF2-40B4-BE49-F238E27FC236}">
                  <a16:creationId xmlns:a16="http://schemas.microsoft.com/office/drawing/2014/main" id="{28C08B16-0AEF-3540-7C20-3FD680577620}"/>
                </a:ext>
              </a:extLst>
            </p:cNvPr>
            <p:cNvCxnSpPr>
              <a:cxnSpLocks noGrp="1" noRot="1" noMove="1" noResize="1" noEditPoints="1" noAdjustHandles="1" noChangeArrowheads="1" noChangeShapeType="1"/>
            </p:cNvCxnSpPr>
            <p:nvPr userDrawn="1"/>
          </p:nvCxnSpPr>
          <p:spPr>
            <a:xfrm>
              <a:off x="10524836" y="3390758"/>
              <a:ext cx="0" cy="75279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E2FDC49C-9233-4EC5-11AE-6C829B891442}"/>
                </a:ext>
              </a:extLst>
            </p:cNvPr>
            <p:cNvCxnSpPr>
              <a:cxnSpLocks noGrp="1" noRot="1" noMove="1" noResize="1" noEditPoints="1" noAdjustHandles="1" noChangeArrowheads="1" noChangeShapeType="1"/>
            </p:cNvCxnSpPr>
            <p:nvPr userDrawn="1"/>
          </p:nvCxnSpPr>
          <p:spPr>
            <a:xfrm>
              <a:off x="9935816" y="3390758"/>
              <a:ext cx="590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Group 159">
            <a:extLst>
              <a:ext uri="{FF2B5EF4-FFF2-40B4-BE49-F238E27FC236}">
                <a16:creationId xmlns:a16="http://schemas.microsoft.com/office/drawing/2014/main" id="{258B90EE-27C3-431C-DA86-C488F2F0F937}"/>
              </a:ext>
            </a:extLst>
          </p:cNvPr>
          <p:cNvGrpSpPr>
            <a:grpSpLocks noGrp="1" noUngrp="1" noRot="1" noMove="1" noResize="1"/>
          </p:cNvGrpSpPr>
          <p:nvPr userDrawn="1"/>
        </p:nvGrpSpPr>
        <p:grpSpPr>
          <a:xfrm>
            <a:off x="6464465" y="4906182"/>
            <a:ext cx="2189429" cy="1415973"/>
            <a:chOff x="6464465" y="4906182"/>
            <a:chExt cx="2189429" cy="1415973"/>
          </a:xfrm>
        </p:grpSpPr>
        <p:sp>
          <p:nvSpPr>
            <p:cNvPr id="88" name="Rectangle 87">
              <a:extLst>
                <a:ext uri="{FF2B5EF4-FFF2-40B4-BE49-F238E27FC236}">
                  <a16:creationId xmlns:a16="http://schemas.microsoft.com/office/drawing/2014/main" id="{668ECE8F-3E28-217D-1F9E-C0B4B2AE9B0F}"/>
                </a:ext>
              </a:extLst>
            </p:cNvPr>
            <p:cNvSpPr>
              <a:spLocks noGrp="1" noRot="1" noMove="1" noResize="1" noEditPoints="1" noAdjustHandles="1" noChangeArrowheads="1" noChangeShapeType="1"/>
            </p:cNvSpPr>
            <p:nvPr userDrawn="1"/>
          </p:nvSpPr>
          <p:spPr>
            <a:xfrm>
              <a:off x="6464465" y="5423640"/>
              <a:ext cx="2189429" cy="89851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9" name="Straight Connector 88">
              <a:extLst>
                <a:ext uri="{FF2B5EF4-FFF2-40B4-BE49-F238E27FC236}">
                  <a16:creationId xmlns:a16="http://schemas.microsoft.com/office/drawing/2014/main" id="{72089321-F9B1-2DB6-2F99-129BB1D53FDE}"/>
                </a:ext>
              </a:extLst>
            </p:cNvPr>
            <p:cNvCxnSpPr>
              <a:cxnSpLocks noGrp="1" noRot="1" noMove="1" noResize="1" noEditPoints="1" noAdjustHandles="1" noChangeArrowheads="1" noChangeShapeType="1"/>
            </p:cNvCxnSpPr>
            <p:nvPr userDrawn="1"/>
          </p:nvCxnSpPr>
          <p:spPr>
            <a:xfrm>
              <a:off x="7559179" y="4906182"/>
              <a:ext cx="0" cy="452058"/>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9" name="Group 158">
            <a:extLst>
              <a:ext uri="{FF2B5EF4-FFF2-40B4-BE49-F238E27FC236}">
                <a16:creationId xmlns:a16="http://schemas.microsoft.com/office/drawing/2014/main" id="{E5247176-0C6C-66E6-C1E8-9FD3E35DD8C0}"/>
              </a:ext>
            </a:extLst>
          </p:cNvPr>
          <p:cNvGrpSpPr>
            <a:grpSpLocks noGrp="1" noUngrp="1" noRot="1" noMove="1" noResize="1"/>
          </p:cNvGrpSpPr>
          <p:nvPr userDrawn="1"/>
        </p:nvGrpSpPr>
        <p:grpSpPr>
          <a:xfrm>
            <a:off x="6464465" y="3390758"/>
            <a:ext cx="2189429" cy="1716693"/>
            <a:chOff x="6464465" y="3390758"/>
            <a:chExt cx="2189429" cy="1716693"/>
          </a:xfrm>
        </p:grpSpPr>
        <p:sp>
          <p:nvSpPr>
            <p:cNvPr id="126" name="Rectangle 125">
              <a:extLst>
                <a:ext uri="{FF2B5EF4-FFF2-40B4-BE49-F238E27FC236}">
                  <a16:creationId xmlns:a16="http://schemas.microsoft.com/office/drawing/2014/main" id="{40DA726B-1606-39CF-E4BF-5AE295EF8DAC}"/>
                </a:ext>
              </a:extLst>
            </p:cNvPr>
            <p:cNvSpPr>
              <a:spLocks noGrp="1" noRot="1" noMove="1" noResize="1" noEditPoints="1" noAdjustHandles="1" noChangeArrowheads="1" noChangeShapeType="1"/>
            </p:cNvSpPr>
            <p:nvPr userDrawn="1"/>
          </p:nvSpPr>
          <p:spPr>
            <a:xfrm>
              <a:off x="6464465" y="4208936"/>
              <a:ext cx="2189429" cy="898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7" name="Straight Connector 126">
              <a:extLst>
                <a:ext uri="{FF2B5EF4-FFF2-40B4-BE49-F238E27FC236}">
                  <a16:creationId xmlns:a16="http://schemas.microsoft.com/office/drawing/2014/main" id="{7C35F147-B541-DF5A-B57C-56238CB16F9D}"/>
                </a:ext>
              </a:extLst>
            </p:cNvPr>
            <p:cNvCxnSpPr>
              <a:cxnSpLocks noGrp="1" noRot="1" noMove="1" noResize="1" noEditPoints="1" noAdjustHandles="1" noChangeArrowheads="1" noChangeShapeType="1"/>
            </p:cNvCxnSpPr>
            <p:nvPr userDrawn="1"/>
          </p:nvCxnSpPr>
          <p:spPr>
            <a:xfrm>
              <a:off x="7559179" y="3390758"/>
              <a:ext cx="0" cy="75276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644CE21F-F879-2412-8FC2-CF2ADC3524C2}"/>
                </a:ext>
              </a:extLst>
            </p:cNvPr>
            <p:cNvCxnSpPr>
              <a:cxnSpLocks noGrp="1" noRot="1" noMove="1" noResize="1" noEditPoints="1" noAdjustHandles="1" noChangeArrowheads="1" noChangeShapeType="1"/>
            </p:cNvCxnSpPr>
            <p:nvPr userDrawn="1"/>
          </p:nvCxnSpPr>
          <p:spPr>
            <a:xfrm>
              <a:off x="7552030" y="3390758"/>
              <a:ext cx="590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8" name="Text Placeholder 4">
            <a:extLst>
              <a:ext uri="{FF2B5EF4-FFF2-40B4-BE49-F238E27FC236}">
                <a16:creationId xmlns:a16="http://schemas.microsoft.com/office/drawing/2014/main" id="{5B3A86A8-C940-6C9C-1FC0-AFD300D8B024}"/>
              </a:ext>
            </a:extLst>
          </p:cNvPr>
          <p:cNvSpPr>
            <a:spLocks noGrp="1"/>
          </p:cNvSpPr>
          <p:nvPr userDrawn="1">
            <p:ph type="body" sz="quarter" idx="92" hasCustomPrompt="1"/>
          </p:nvPr>
        </p:nvSpPr>
        <p:spPr>
          <a:xfrm>
            <a:off x="6461590" y="4379909"/>
            <a:ext cx="2188801" cy="222241"/>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9" name="Text Placeholder 19">
            <a:extLst>
              <a:ext uri="{FF2B5EF4-FFF2-40B4-BE49-F238E27FC236}">
                <a16:creationId xmlns:a16="http://schemas.microsoft.com/office/drawing/2014/main" id="{C8282852-7BBC-E6D6-8AD5-FFFBFDA8BA31}"/>
              </a:ext>
            </a:extLst>
          </p:cNvPr>
          <p:cNvSpPr>
            <a:spLocks noGrp="1"/>
          </p:cNvSpPr>
          <p:nvPr userDrawn="1">
            <p:ph type="body" sz="quarter" idx="93"/>
          </p:nvPr>
        </p:nvSpPr>
        <p:spPr>
          <a:xfrm>
            <a:off x="6461590" y="4710925"/>
            <a:ext cx="2188801" cy="222241"/>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40" name="Text Placeholder 4">
            <a:extLst>
              <a:ext uri="{FF2B5EF4-FFF2-40B4-BE49-F238E27FC236}">
                <a16:creationId xmlns:a16="http://schemas.microsoft.com/office/drawing/2014/main" id="{395FEE55-5103-09B0-11A4-8BC95D03F9CC}"/>
              </a:ext>
            </a:extLst>
          </p:cNvPr>
          <p:cNvSpPr>
            <a:spLocks noGrp="1"/>
          </p:cNvSpPr>
          <p:nvPr userDrawn="1">
            <p:ph type="body" sz="quarter" idx="94" hasCustomPrompt="1"/>
          </p:nvPr>
        </p:nvSpPr>
        <p:spPr>
          <a:xfrm>
            <a:off x="9433312" y="4379909"/>
            <a:ext cx="2171314"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41" name="Text Placeholder 19">
            <a:extLst>
              <a:ext uri="{FF2B5EF4-FFF2-40B4-BE49-F238E27FC236}">
                <a16:creationId xmlns:a16="http://schemas.microsoft.com/office/drawing/2014/main" id="{C850C31B-5DD4-AD46-0EF1-EBD777A73731}"/>
              </a:ext>
            </a:extLst>
          </p:cNvPr>
          <p:cNvSpPr>
            <a:spLocks noGrp="1"/>
          </p:cNvSpPr>
          <p:nvPr userDrawn="1">
            <p:ph type="body" sz="quarter" idx="95"/>
          </p:nvPr>
        </p:nvSpPr>
        <p:spPr>
          <a:xfrm>
            <a:off x="9433312" y="4710925"/>
            <a:ext cx="2171314"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8" name="Text Placeholder 4">
            <a:extLst>
              <a:ext uri="{FF2B5EF4-FFF2-40B4-BE49-F238E27FC236}">
                <a16:creationId xmlns:a16="http://schemas.microsoft.com/office/drawing/2014/main" id="{B840C516-B24E-8F1C-14AB-3CF7854B6F65}"/>
              </a:ext>
            </a:extLst>
          </p:cNvPr>
          <p:cNvSpPr>
            <a:spLocks noGrp="1"/>
          </p:cNvSpPr>
          <p:nvPr userDrawn="1">
            <p:ph type="body" sz="quarter" idx="80" hasCustomPrompt="1"/>
          </p:nvPr>
        </p:nvSpPr>
        <p:spPr>
          <a:xfrm>
            <a:off x="6462220" y="5594613"/>
            <a:ext cx="2188800" cy="222241"/>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9" name="Text Placeholder 19">
            <a:extLst>
              <a:ext uri="{FF2B5EF4-FFF2-40B4-BE49-F238E27FC236}">
                <a16:creationId xmlns:a16="http://schemas.microsoft.com/office/drawing/2014/main" id="{1E77E456-8543-7F68-A505-6D77959082ED}"/>
              </a:ext>
            </a:extLst>
          </p:cNvPr>
          <p:cNvSpPr>
            <a:spLocks noGrp="1"/>
          </p:cNvSpPr>
          <p:nvPr userDrawn="1">
            <p:ph type="body" sz="quarter" idx="81"/>
          </p:nvPr>
        </p:nvSpPr>
        <p:spPr>
          <a:xfrm>
            <a:off x="6462220" y="5925629"/>
            <a:ext cx="2188800" cy="222241"/>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10" name="Text Placeholder 4">
            <a:extLst>
              <a:ext uri="{FF2B5EF4-FFF2-40B4-BE49-F238E27FC236}">
                <a16:creationId xmlns:a16="http://schemas.microsoft.com/office/drawing/2014/main" id="{428F8515-C48E-9E69-BD69-1ED938C9E189}"/>
              </a:ext>
            </a:extLst>
          </p:cNvPr>
          <p:cNvSpPr>
            <a:spLocks noGrp="1"/>
          </p:cNvSpPr>
          <p:nvPr userDrawn="1">
            <p:ph type="body" sz="quarter" idx="82" hasCustomPrompt="1"/>
          </p:nvPr>
        </p:nvSpPr>
        <p:spPr>
          <a:xfrm>
            <a:off x="9439061" y="5594613"/>
            <a:ext cx="2171314"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11" name="Text Placeholder 19">
            <a:extLst>
              <a:ext uri="{FF2B5EF4-FFF2-40B4-BE49-F238E27FC236}">
                <a16:creationId xmlns:a16="http://schemas.microsoft.com/office/drawing/2014/main" id="{E132B487-C0C0-302B-7EFB-A6EA4D98AE40}"/>
              </a:ext>
            </a:extLst>
          </p:cNvPr>
          <p:cNvSpPr>
            <a:spLocks noGrp="1"/>
          </p:cNvSpPr>
          <p:nvPr userDrawn="1">
            <p:ph type="body" sz="quarter" idx="83"/>
          </p:nvPr>
        </p:nvSpPr>
        <p:spPr>
          <a:xfrm>
            <a:off x="9439061" y="5925629"/>
            <a:ext cx="2171314"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43" name="Straight Connector 42">
            <a:extLst>
              <a:ext uri="{FF2B5EF4-FFF2-40B4-BE49-F238E27FC236}">
                <a16:creationId xmlns:a16="http://schemas.microsoft.com/office/drawing/2014/main" id="{808E9798-C7C3-4C70-93A7-507036D2BAFE}"/>
              </a:ext>
            </a:extLst>
          </p:cNvPr>
          <p:cNvCxnSpPr>
            <a:cxnSpLocks noGrp="1" noRot="1" noMove="1" noResize="1" noEditPoints="1" noAdjustHandles="1" noChangeArrowheads="1" noChangeShapeType="1"/>
          </p:cNvCxnSpPr>
          <p:nvPr userDrawn="1"/>
        </p:nvCxnSpPr>
        <p:spPr>
          <a:xfrm>
            <a:off x="3145188" y="2566986"/>
            <a:ext cx="590151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7C3AADEF-4A2C-FD8E-B1D9-C716D172422D}"/>
              </a:ext>
            </a:extLst>
          </p:cNvPr>
          <p:cNvGrpSpPr>
            <a:grpSpLocks noGrp="1" noUngrp="1" noRot="1" noMove="1" noResize="1"/>
          </p:cNvGrpSpPr>
          <p:nvPr userDrawn="1"/>
        </p:nvGrpSpPr>
        <p:grpSpPr>
          <a:xfrm>
            <a:off x="4796042" y="1291429"/>
            <a:ext cx="2628900" cy="1275557"/>
            <a:chOff x="4781550" y="1291430"/>
            <a:chExt cx="2628900" cy="1083968"/>
          </a:xfrm>
        </p:grpSpPr>
        <p:sp>
          <p:nvSpPr>
            <p:cNvPr id="45" name="Rectangle 44">
              <a:extLst>
                <a:ext uri="{FF2B5EF4-FFF2-40B4-BE49-F238E27FC236}">
                  <a16:creationId xmlns:a16="http://schemas.microsoft.com/office/drawing/2014/main" id="{2A955883-A8AE-10CA-5059-244992CD9C70}"/>
                </a:ext>
              </a:extLst>
            </p:cNvPr>
            <p:cNvSpPr>
              <a:spLocks noGrp="1" noRot="1" noMove="1" noResize="1" noEditPoints="1" noAdjustHandles="1" noChangeArrowheads="1" noChangeShapeType="1"/>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6A06ADD8-2B1C-54E7-58C3-89B18395D1C6}"/>
                </a:ext>
              </a:extLst>
            </p:cNvPr>
            <p:cNvCxnSpPr>
              <a:cxnSpLocks noGrp="1" noRot="1" noMove="1" noResize="1" noEditPoints="1" noAdjustHandles="1" noChangeArrowheads="1" noChangeShapeType="1"/>
              <a:stCxn id="45" idx="2"/>
            </p:cNvCxnSpPr>
            <p:nvPr userDrawn="1"/>
          </p:nvCxnSpPr>
          <p:spPr>
            <a:xfrm>
              <a:off x="6096000" y="2055017"/>
              <a:ext cx="0" cy="32038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DEF19107-16C6-684A-C1C9-BCD2061C1EFC}"/>
              </a:ext>
            </a:extLst>
          </p:cNvPr>
          <p:cNvGrpSpPr>
            <a:grpSpLocks noGrp="1" noUngrp="1" noRot="1" noMove="1" noResize="1"/>
          </p:cNvGrpSpPr>
          <p:nvPr userDrawn="1"/>
        </p:nvGrpSpPr>
        <p:grpSpPr>
          <a:xfrm>
            <a:off x="7930704" y="2566986"/>
            <a:ext cx="2232000" cy="1276955"/>
            <a:chOff x="9009063" y="2725637"/>
            <a:chExt cx="2628900" cy="1085156"/>
          </a:xfrm>
        </p:grpSpPr>
        <p:sp>
          <p:nvSpPr>
            <p:cNvPr id="77" name="Rectangle 76">
              <a:extLst>
                <a:ext uri="{FF2B5EF4-FFF2-40B4-BE49-F238E27FC236}">
                  <a16:creationId xmlns:a16="http://schemas.microsoft.com/office/drawing/2014/main" id="{B46409AD-F503-5014-DA93-0E29C3D4C144}"/>
                </a:ext>
              </a:extLst>
            </p:cNvPr>
            <p:cNvSpPr>
              <a:spLocks noGrp="1" noRot="1" noMove="1" noResize="1" noEditPoints="1" noAdjustHandles="1" noChangeArrowheads="1" noChangeShapeType="1"/>
            </p:cNvSpPr>
            <p:nvPr userDrawn="1"/>
          </p:nvSpPr>
          <p:spPr>
            <a:xfrm>
              <a:off x="9009063" y="3047206"/>
              <a:ext cx="2628900" cy="7635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8" name="Straight Connector 77">
              <a:extLst>
                <a:ext uri="{FF2B5EF4-FFF2-40B4-BE49-F238E27FC236}">
                  <a16:creationId xmlns:a16="http://schemas.microsoft.com/office/drawing/2014/main" id="{941EB0C3-FDAA-209C-5F1E-869F53CE0820}"/>
                </a:ext>
              </a:extLst>
            </p:cNvPr>
            <p:cNvCxnSpPr>
              <a:cxnSpLocks noGrp="1" noRot="1" noMove="1" noResize="1" noEditPoints="1" noAdjustHandles="1" noChangeArrowheads="1" noChangeShapeType="1"/>
            </p:cNvCxnSpPr>
            <p:nvPr userDrawn="1"/>
          </p:nvCxnSpPr>
          <p:spPr>
            <a:xfrm>
              <a:off x="10323513" y="2725637"/>
              <a:ext cx="0" cy="26600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2" name="Text Placeholder 4">
            <a:extLst>
              <a:ext uri="{FF2B5EF4-FFF2-40B4-BE49-F238E27FC236}">
                <a16:creationId xmlns:a16="http://schemas.microsoft.com/office/drawing/2014/main" id="{DD58C89C-8893-9771-6A5C-A63304D492DC}"/>
              </a:ext>
            </a:extLst>
          </p:cNvPr>
          <p:cNvSpPr>
            <a:spLocks noGrp="1"/>
          </p:cNvSpPr>
          <p:nvPr userDrawn="1">
            <p:ph type="body" sz="quarter" idx="64" hasCustomPrompt="1"/>
          </p:nvPr>
        </p:nvSpPr>
        <p:spPr>
          <a:xfrm>
            <a:off x="4791688" y="1436922"/>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3" name="Text Placeholder 19">
            <a:extLst>
              <a:ext uri="{FF2B5EF4-FFF2-40B4-BE49-F238E27FC236}">
                <a16:creationId xmlns:a16="http://schemas.microsoft.com/office/drawing/2014/main" id="{DBB4C404-3A03-2C71-C79D-A946FC6BC3AF}"/>
              </a:ext>
            </a:extLst>
          </p:cNvPr>
          <p:cNvSpPr>
            <a:spLocks noGrp="1"/>
          </p:cNvSpPr>
          <p:nvPr userDrawn="1">
            <p:ph type="body" sz="quarter" idx="65"/>
          </p:nvPr>
        </p:nvSpPr>
        <p:spPr>
          <a:xfrm>
            <a:off x="4791688" y="1776647"/>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8" name="Text Placeholder 4">
            <a:extLst>
              <a:ext uri="{FF2B5EF4-FFF2-40B4-BE49-F238E27FC236}">
                <a16:creationId xmlns:a16="http://schemas.microsoft.com/office/drawing/2014/main" id="{DC6F6514-B6DC-8741-99EC-4F743C043E26}"/>
              </a:ext>
            </a:extLst>
          </p:cNvPr>
          <p:cNvSpPr>
            <a:spLocks noGrp="1"/>
          </p:cNvSpPr>
          <p:nvPr userDrawn="1">
            <p:ph type="body" sz="quarter" idx="70" hasCustomPrompt="1"/>
          </p:nvPr>
        </p:nvSpPr>
        <p:spPr>
          <a:xfrm>
            <a:off x="7930699" y="3113383"/>
            <a:ext cx="2231999"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9" name="Text Placeholder 19">
            <a:extLst>
              <a:ext uri="{FF2B5EF4-FFF2-40B4-BE49-F238E27FC236}">
                <a16:creationId xmlns:a16="http://schemas.microsoft.com/office/drawing/2014/main" id="{5AC2AB4C-05B2-8EAB-8655-A305D5E5F1F3}"/>
              </a:ext>
            </a:extLst>
          </p:cNvPr>
          <p:cNvSpPr>
            <a:spLocks noGrp="1"/>
          </p:cNvSpPr>
          <p:nvPr userDrawn="1">
            <p:ph type="body" sz="quarter" idx="71"/>
          </p:nvPr>
        </p:nvSpPr>
        <p:spPr>
          <a:xfrm>
            <a:off x="7930699" y="3453108"/>
            <a:ext cx="2231999"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grpSp>
        <p:nvGrpSpPr>
          <p:cNvPr id="193" name="Group 192">
            <a:extLst>
              <a:ext uri="{FF2B5EF4-FFF2-40B4-BE49-F238E27FC236}">
                <a16:creationId xmlns:a16="http://schemas.microsoft.com/office/drawing/2014/main" id="{41BBDA6E-7BF8-5DA1-9493-675699EFDD44}"/>
              </a:ext>
            </a:extLst>
          </p:cNvPr>
          <p:cNvGrpSpPr>
            <a:grpSpLocks noGrp="1" noUngrp="1" noRot="1" noMove="1" noResize="1"/>
          </p:cNvGrpSpPr>
          <p:nvPr userDrawn="1"/>
        </p:nvGrpSpPr>
        <p:grpSpPr>
          <a:xfrm>
            <a:off x="3528920" y="4908564"/>
            <a:ext cx="2188800" cy="1416008"/>
            <a:chOff x="9430436" y="4906182"/>
            <a:chExt cx="2188800" cy="1416008"/>
          </a:xfrm>
        </p:grpSpPr>
        <p:sp>
          <p:nvSpPr>
            <p:cNvPr id="194" name="Rectangle 193">
              <a:extLst>
                <a:ext uri="{FF2B5EF4-FFF2-40B4-BE49-F238E27FC236}">
                  <a16:creationId xmlns:a16="http://schemas.microsoft.com/office/drawing/2014/main" id="{8AF371DA-4EEA-D70E-DC21-1E44BE2D330F}"/>
                </a:ext>
              </a:extLst>
            </p:cNvPr>
            <p:cNvSpPr>
              <a:spLocks noGrp="1" noRot="1" noMove="1" noResize="1" noEditPoints="1" noAdjustHandles="1" noChangeArrowheads="1" noChangeShapeType="1"/>
            </p:cNvSpPr>
            <p:nvPr userDrawn="1"/>
          </p:nvSpPr>
          <p:spPr>
            <a:xfrm>
              <a:off x="9430436" y="5423640"/>
              <a:ext cx="2188800"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5" name="Straight Connector 194">
              <a:extLst>
                <a:ext uri="{FF2B5EF4-FFF2-40B4-BE49-F238E27FC236}">
                  <a16:creationId xmlns:a16="http://schemas.microsoft.com/office/drawing/2014/main" id="{8F35A70C-1932-161F-B850-A59B4D5EB935}"/>
                </a:ext>
              </a:extLst>
            </p:cNvPr>
            <p:cNvCxnSpPr>
              <a:cxnSpLocks noGrp="1" noRot="1" noMove="1" noResize="1" noEditPoints="1" noAdjustHandles="1" noChangeArrowheads="1" noChangeShapeType="1"/>
            </p:cNvCxnSpPr>
            <p:nvPr userDrawn="1"/>
          </p:nvCxnSpPr>
          <p:spPr>
            <a:xfrm>
              <a:off x="10524836" y="4906182"/>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6" name="Group 195">
            <a:extLst>
              <a:ext uri="{FF2B5EF4-FFF2-40B4-BE49-F238E27FC236}">
                <a16:creationId xmlns:a16="http://schemas.microsoft.com/office/drawing/2014/main" id="{06A2CD0D-0423-97BF-935A-332EE9FA5375}"/>
              </a:ext>
            </a:extLst>
          </p:cNvPr>
          <p:cNvGrpSpPr>
            <a:grpSpLocks noGrp="1" noUngrp="1" noRot="1" noMove="1" noResize="1"/>
          </p:cNvGrpSpPr>
          <p:nvPr userDrawn="1"/>
        </p:nvGrpSpPr>
        <p:grpSpPr>
          <a:xfrm>
            <a:off x="3528920" y="3393140"/>
            <a:ext cx="2188800" cy="1716728"/>
            <a:chOff x="9430436" y="3390758"/>
            <a:chExt cx="2188800" cy="1716728"/>
          </a:xfrm>
        </p:grpSpPr>
        <p:sp>
          <p:nvSpPr>
            <p:cNvPr id="197" name="Rectangle 196">
              <a:extLst>
                <a:ext uri="{FF2B5EF4-FFF2-40B4-BE49-F238E27FC236}">
                  <a16:creationId xmlns:a16="http://schemas.microsoft.com/office/drawing/2014/main" id="{DFC09012-3E55-AB8A-DA48-69A49D17BFB2}"/>
                </a:ext>
              </a:extLst>
            </p:cNvPr>
            <p:cNvSpPr>
              <a:spLocks noGrp="1" noRot="1" noMove="1" noResize="1" noEditPoints="1" noAdjustHandles="1" noChangeArrowheads="1" noChangeShapeType="1"/>
            </p:cNvSpPr>
            <p:nvPr userDrawn="1"/>
          </p:nvSpPr>
          <p:spPr>
            <a:xfrm>
              <a:off x="9430436" y="4208936"/>
              <a:ext cx="2188800" cy="89855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8" name="Straight Connector 197">
              <a:extLst>
                <a:ext uri="{FF2B5EF4-FFF2-40B4-BE49-F238E27FC236}">
                  <a16:creationId xmlns:a16="http://schemas.microsoft.com/office/drawing/2014/main" id="{27C63A9E-1C21-083D-BAF2-927F5200514A}"/>
                </a:ext>
              </a:extLst>
            </p:cNvPr>
            <p:cNvCxnSpPr>
              <a:cxnSpLocks noGrp="1" noRot="1" noMove="1" noResize="1" noEditPoints="1" noAdjustHandles="1" noChangeArrowheads="1" noChangeShapeType="1"/>
            </p:cNvCxnSpPr>
            <p:nvPr userDrawn="1"/>
          </p:nvCxnSpPr>
          <p:spPr>
            <a:xfrm>
              <a:off x="10524836" y="3390758"/>
              <a:ext cx="0" cy="75279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7ECE948A-AF65-DFCA-C503-6E2E3EB5925A}"/>
                </a:ext>
              </a:extLst>
            </p:cNvPr>
            <p:cNvCxnSpPr>
              <a:cxnSpLocks noGrp="1" noRot="1" noMove="1" noResize="1" noEditPoints="1" noAdjustHandles="1" noChangeArrowheads="1" noChangeShapeType="1"/>
            </p:cNvCxnSpPr>
            <p:nvPr userDrawn="1"/>
          </p:nvCxnSpPr>
          <p:spPr>
            <a:xfrm>
              <a:off x="9935816" y="3390758"/>
              <a:ext cx="590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0" name="Group 199">
            <a:extLst>
              <a:ext uri="{FF2B5EF4-FFF2-40B4-BE49-F238E27FC236}">
                <a16:creationId xmlns:a16="http://schemas.microsoft.com/office/drawing/2014/main" id="{06E530AD-6986-4A35-B4E0-3D1E6D911153}"/>
              </a:ext>
            </a:extLst>
          </p:cNvPr>
          <p:cNvGrpSpPr>
            <a:grpSpLocks noGrp="1" noUngrp="1" noRot="1" noMove="1" noResize="1"/>
          </p:cNvGrpSpPr>
          <p:nvPr userDrawn="1"/>
        </p:nvGrpSpPr>
        <p:grpSpPr>
          <a:xfrm>
            <a:off x="562949" y="4908564"/>
            <a:ext cx="2189429" cy="1415973"/>
            <a:chOff x="6464465" y="4906182"/>
            <a:chExt cx="2189429" cy="1415973"/>
          </a:xfrm>
        </p:grpSpPr>
        <p:sp>
          <p:nvSpPr>
            <p:cNvPr id="201" name="Rectangle 200">
              <a:extLst>
                <a:ext uri="{FF2B5EF4-FFF2-40B4-BE49-F238E27FC236}">
                  <a16:creationId xmlns:a16="http://schemas.microsoft.com/office/drawing/2014/main" id="{1A893D55-9E8A-E3A7-9FBC-3F4CAC19E4B4}"/>
                </a:ext>
              </a:extLst>
            </p:cNvPr>
            <p:cNvSpPr>
              <a:spLocks noGrp="1" noRot="1" noMove="1" noResize="1" noEditPoints="1" noAdjustHandles="1" noChangeArrowheads="1" noChangeShapeType="1"/>
            </p:cNvSpPr>
            <p:nvPr userDrawn="1"/>
          </p:nvSpPr>
          <p:spPr>
            <a:xfrm>
              <a:off x="6464465" y="5423640"/>
              <a:ext cx="2189429" cy="89851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2" name="Straight Connector 201">
              <a:extLst>
                <a:ext uri="{FF2B5EF4-FFF2-40B4-BE49-F238E27FC236}">
                  <a16:creationId xmlns:a16="http://schemas.microsoft.com/office/drawing/2014/main" id="{C12E8E8E-0818-29C5-A858-110E2A6AB11A}"/>
                </a:ext>
              </a:extLst>
            </p:cNvPr>
            <p:cNvCxnSpPr>
              <a:cxnSpLocks noGrp="1" noRot="1" noMove="1" noResize="1" noEditPoints="1" noAdjustHandles="1" noChangeArrowheads="1" noChangeShapeType="1"/>
            </p:cNvCxnSpPr>
            <p:nvPr userDrawn="1"/>
          </p:nvCxnSpPr>
          <p:spPr>
            <a:xfrm>
              <a:off x="7559179" y="4906182"/>
              <a:ext cx="0" cy="452058"/>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3" name="Group 202">
            <a:extLst>
              <a:ext uri="{FF2B5EF4-FFF2-40B4-BE49-F238E27FC236}">
                <a16:creationId xmlns:a16="http://schemas.microsoft.com/office/drawing/2014/main" id="{F61DAB18-1F7C-1A36-4394-CAA1BFA77DD5}"/>
              </a:ext>
            </a:extLst>
          </p:cNvPr>
          <p:cNvGrpSpPr>
            <a:grpSpLocks noGrp="1" noUngrp="1" noRot="1" noMove="1" noResize="1"/>
          </p:cNvGrpSpPr>
          <p:nvPr userDrawn="1"/>
        </p:nvGrpSpPr>
        <p:grpSpPr>
          <a:xfrm>
            <a:off x="562949" y="3393140"/>
            <a:ext cx="2189429" cy="1716693"/>
            <a:chOff x="6464465" y="3390758"/>
            <a:chExt cx="2189429" cy="1716693"/>
          </a:xfrm>
        </p:grpSpPr>
        <p:sp>
          <p:nvSpPr>
            <p:cNvPr id="204" name="Rectangle 203">
              <a:extLst>
                <a:ext uri="{FF2B5EF4-FFF2-40B4-BE49-F238E27FC236}">
                  <a16:creationId xmlns:a16="http://schemas.microsoft.com/office/drawing/2014/main" id="{51209A51-A0F4-195A-072E-65DAF97B99E1}"/>
                </a:ext>
              </a:extLst>
            </p:cNvPr>
            <p:cNvSpPr>
              <a:spLocks noGrp="1" noRot="1" noMove="1" noResize="1" noEditPoints="1" noAdjustHandles="1" noChangeArrowheads="1" noChangeShapeType="1"/>
            </p:cNvSpPr>
            <p:nvPr userDrawn="1"/>
          </p:nvSpPr>
          <p:spPr>
            <a:xfrm>
              <a:off x="6464465" y="4208936"/>
              <a:ext cx="2189429" cy="8985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5" name="Straight Connector 204">
              <a:extLst>
                <a:ext uri="{FF2B5EF4-FFF2-40B4-BE49-F238E27FC236}">
                  <a16:creationId xmlns:a16="http://schemas.microsoft.com/office/drawing/2014/main" id="{60C43E67-470D-6065-09C9-BFB5E8F07AC2}"/>
                </a:ext>
              </a:extLst>
            </p:cNvPr>
            <p:cNvCxnSpPr>
              <a:cxnSpLocks noGrp="1" noRot="1" noMove="1" noResize="1" noEditPoints="1" noAdjustHandles="1" noChangeArrowheads="1" noChangeShapeType="1"/>
            </p:cNvCxnSpPr>
            <p:nvPr userDrawn="1"/>
          </p:nvCxnSpPr>
          <p:spPr>
            <a:xfrm>
              <a:off x="7559179" y="3390758"/>
              <a:ext cx="0" cy="75276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9D13F879-66ED-607B-AE36-AA54C3D10D06}"/>
                </a:ext>
              </a:extLst>
            </p:cNvPr>
            <p:cNvCxnSpPr>
              <a:cxnSpLocks noGrp="1" noRot="1" noMove="1" noResize="1" noEditPoints="1" noAdjustHandles="1" noChangeArrowheads="1" noChangeShapeType="1"/>
            </p:cNvCxnSpPr>
            <p:nvPr userDrawn="1"/>
          </p:nvCxnSpPr>
          <p:spPr>
            <a:xfrm>
              <a:off x="7552030" y="3390758"/>
              <a:ext cx="590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7" name="Text Placeholder 4">
            <a:extLst>
              <a:ext uri="{FF2B5EF4-FFF2-40B4-BE49-F238E27FC236}">
                <a16:creationId xmlns:a16="http://schemas.microsoft.com/office/drawing/2014/main" id="{3253A6CA-6F6E-34E7-7429-A0CC8BABDA20}"/>
              </a:ext>
            </a:extLst>
          </p:cNvPr>
          <p:cNvSpPr>
            <a:spLocks noGrp="1"/>
          </p:cNvSpPr>
          <p:nvPr>
            <p:ph type="body" sz="quarter" idx="96" hasCustomPrompt="1"/>
          </p:nvPr>
        </p:nvSpPr>
        <p:spPr>
          <a:xfrm>
            <a:off x="560074" y="4382291"/>
            <a:ext cx="2192304" cy="222241"/>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8" name="Text Placeholder 19">
            <a:extLst>
              <a:ext uri="{FF2B5EF4-FFF2-40B4-BE49-F238E27FC236}">
                <a16:creationId xmlns:a16="http://schemas.microsoft.com/office/drawing/2014/main" id="{3D7607B1-230F-94D7-9F51-53E6B51BD4A4}"/>
              </a:ext>
            </a:extLst>
          </p:cNvPr>
          <p:cNvSpPr>
            <a:spLocks noGrp="1"/>
          </p:cNvSpPr>
          <p:nvPr>
            <p:ph type="body" sz="quarter" idx="97"/>
          </p:nvPr>
        </p:nvSpPr>
        <p:spPr>
          <a:xfrm>
            <a:off x="560074" y="4713307"/>
            <a:ext cx="2192304" cy="222241"/>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09" name="Text Placeholder 4">
            <a:extLst>
              <a:ext uri="{FF2B5EF4-FFF2-40B4-BE49-F238E27FC236}">
                <a16:creationId xmlns:a16="http://schemas.microsoft.com/office/drawing/2014/main" id="{CAB9CE2F-6A6C-CB77-A844-5D26761D8A0E}"/>
              </a:ext>
            </a:extLst>
          </p:cNvPr>
          <p:cNvSpPr>
            <a:spLocks noGrp="1"/>
          </p:cNvSpPr>
          <p:nvPr>
            <p:ph type="body" sz="quarter" idx="98" hasCustomPrompt="1"/>
          </p:nvPr>
        </p:nvSpPr>
        <p:spPr>
          <a:xfrm>
            <a:off x="3526045" y="4382291"/>
            <a:ext cx="2189429"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10" name="Text Placeholder 19">
            <a:extLst>
              <a:ext uri="{FF2B5EF4-FFF2-40B4-BE49-F238E27FC236}">
                <a16:creationId xmlns:a16="http://schemas.microsoft.com/office/drawing/2014/main" id="{81585F93-A36C-7990-8E91-F2AE584A2D34}"/>
              </a:ext>
            </a:extLst>
          </p:cNvPr>
          <p:cNvSpPr>
            <a:spLocks noGrp="1"/>
          </p:cNvSpPr>
          <p:nvPr>
            <p:ph type="body" sz="quarter" idx="99"/>
          </p:nvPr>
        </p:nvSpPr>
        <p:spPr>
          <a:xfrm>
            <a:off x="3526045" y="4713307"/>
            <a:ext cx="2189429"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11" name="Text Placeholder 4">
            <a:extLst>
              <a:ext uri="{FF2B5EF4-FFF2-40B4-BE49-F238E27FC236}">
                <a16:creationId xmlns:a16="http://schemas.microsoft.com/office/drawing/2014/main" id="{4F66EB29-EDD6-E7D7-5BAE-D4C7637025D8}"/>
              </a:ext>
            </a:extLst>
          </p:cNvPr>
          <p:cNvSpPr>
            <a:spLocks noGrp="1"/>
          </p:cNvSpPr>
          <p:nvPr>
            <p:ph type="body" sz="quarter" idx="100" hasCustomPrompt="1"/>
          </p:nvPr>
        </p:nvSpPr>
        <p:spPr>
          <a:xfrm>
            <a:off x="562949" y="5596995"/>
            <a:ext cx="2186555" cy="222241"/>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12" name="Text Placeholder 19">
            <a:extLst>
              <a:ext uri="{FF2B5EF4-FFF2-40B4-BE49-F238E27FC236}">
                <a16:creationId xmlns:a16="http://schemas.microsoft.com/office/drawing/2014/main" id="{724B4466-BAE5-518C-A9CA-CCDBD821F1C2}"/>
              </a:ext>
            </a:extLst>
          </p:cNvPr>
          <p:cNvSpPr>
            <a:spLocks noGrp="1"/>
          </p:cNvSpPr>
          <p:nvPr>
            <p:ph type="body" sz="quarter" idx="101"/>
          </p:nvPr>
        </p:nvSpPr>
        <p:spPr>
          <a:xfrm>
            <a:off x="562949" y="5928011"/>
            <a:ext cx="2186555" cy="222241"/>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13" name="Text Placeholder 4">
            <a:extLst>
              <a:ext uri="{FF2B5EF4-FFF2-40B4-BE49-F238E27FC236}">
                <a16:creationId xmlns:a16="http://schemas.microsoft.com/office/drawing/2014/main" id="{5D9C9056-2437-B7E3-CD53-057FA4CD9E75}"/>
              </a:ext>
            </a:extLst>
          </p:cNvPr>
          <p:cNvSpPr>
            <a:spLocks noGrp="1"/>
          </p:cNvSpPr>
          <p:nvPr>
            <p:ph type="body" sz="quarter" idx="102" hasCustomPrompt="1"/>
          </p:nvPr>
        </p:nvSpPr>
        <p:spPr>
          <a:xfrm>
            <a:off x="3526045" y="5596995"/>
            <a:ext cx="2188800"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14" name="Text Placeholder 19">
            <a:extLst>
              <a:ext uri="{FF2B5EF4-FFF2-40B4-BE49-F238E27FC236}">
                <a16:creationId xmlns:a16="http://schemas.microsoft.com/office/drawing/2014/main" id="{35CAE13E-FB3C-1E78-2AD7-75DCBD576162}"/>
              </a:ext>
            </a:extLst>
          </p:cNvPr>
          <p:cNvSpPr>
            <a:spLocks noGrp="1"/>
          </p:cNvSpPr>
          <p:nvPr>
            <p:ph type="body" sz="quarter" idx="103"/>
          </p:nvPr>
        </p:nvSpPr>
        <p:spPr>
          <a:xfrm>
            <a:off x="3526045" y="5928011"/>
            <a:ext cx="2188800"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grpSp>
        <p:nvGrpSpPr>
          <p:cNvPr id="215" name="Group 214">
            <a:extLst>
              <a:ext uri="{FF2B5EF4-FFF2-40B4-BE49-F238E27FC236}">
                <a16:creationId xmlns:a16="http://schemas.microsoft.com/office/drawing/2014/main" id="{FDA670B9-E60F-B69A-21D4-00FF2400FF6B}"/>
              </a:ext>
            </a:extLst>
          </p:cNvPr>
          <p:cNvGrpSpPr>
            <a:grpSpLocks noGrp="1" noUngrp="1" noRot="1" noMove="1" noResize="1"/>
          </p:cNvGrpSpPr>
          <p:nvPr userDrawn="1"/>
        </p:nvGrpSpPr>
        <p:grpSpPr>
          <a:xfrm>
            <a:off x="2029188" y="2569368"/>
            <a:ext cx="2232000" cy="1276955"/>
            <a:chOff x="9009063" y="2725637"/>
            <a:chExt cx="2628900" cy="1085156"/>
          </a:xfrm>
        </p:grpSpPr>
        <p:sp>
          <p:nvSpPr>
            <p:cNvPr id="216" name="Rectangle 215">
              <a:extLst>
                <a:ext uri="{FF2B5EF4-FFF2-40B4-BE49-F238E27FC236}">
                  <a16:creationId xmlns:a16="http://schemas.microsoft.com/office/drawing/2014/main" id="{F3DA8551-D653-6E13-D373-1A943F1C7022}"/>
                </a:ext>
              </a:extLst>
            </p:cNvPr>
            <p:cNvSpPr>
              <a:spLocks noGrp="1" noRot="1" noMove="1" noResize="1" noEditPoints="1" noAdjustHandles="1" noChangeArrowheads="1" noChangeShapeType="1"/>
            </p:cNvSpPr>
            <p:nvPr userDrawn="1"/>
          </p:nvSpPr>
          <p:spPr>
            <a:xfrm>
              <a:off x="9009063" y="3047206"/>
              <a:ext cx="2628900" cy="7635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17" name="Straight Connector 216">
              <a:extLst>
                <a:ext uri="{FF2B5EF4-FFF2-40B4-BE49-F238E27FC236}">
                  <a16:creationId xmlns:a16="http://schemas.microsoft.com/office/drawing/2014/main" id="{3C6FB33A-014A-B592-B6EB-7304526D7058}"/>
                </a:ext>
              </a:extLst>
            </p:cNvPr>
            <p:cNvCxnSpPr>
              <a:cxnSpLocks noGrp="1" noRot="1" noMove="1" noResize="1" noEditPoints="1" noAdjustHandles="1" noChangeArrowheads="1" noChangeShapeType="1"/>
            </p:cNvCxnSpPr>
            <p:nvPr userDrawn="1"/>
          </p:nvCxnSpPr>
          <p:spPr>
            <a:xfrm>
              <a:off x="10323513" y="2725637"/>
              <a:ext cx="0" cy="26600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8" name="Text Placeholder 4">
            <a:extLst>
              <a:ext uri="{FF2B5EF4-FFF2-40B4-BE49-F238E27FC236}">
                <a16:creationId xmlns:a16="http://schemas.microsoft.com/office/drawing/2014/main" id="{9C498D36-A065-981E-6793-CCF4F623D092}"/>
              </a:ext>
            </a:extLst>
          </p:cNvPr>
          <p:cNvSpPr>
            <a:spLocks noGrp="1"/>
          </p:cNvSpPr>
          <p:nvPr>
            <p:ph type="body" sz="quarter" idx="104" hasCustomPrompt="1"/>
          </p:nvPr>
        </p:nvSpPr>
        <p:spPr>
          <a:xfrm>
            <a:off x="2029183" y="3115765"/>
            <a:ext cx="22320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19" name="Text Placeholder 19">
            <a:extLst>
              <a:ext uri="{FF2B5EF4-FFF2-40B4-BE49-F238E27FC236}">
                <a16:creationId xmlns:a16="http://schemas.microsoft.com/office/drawing/2014/main" id="{45CEA10C-9EAD-AAAC-3E00-30F2A21A551C}"/>
              </a:ext>
            </a:extLst>
          </p:cNvPr>
          <p:cNvSpPr>
            <a:spLocks noGrp="1"/>
          </p:cNvSpPr>
          <p:nvPr>
            <p:ph type="body" sz="quarter" idx="105"/>
          </p:nvPr>
        </p:nvSpPr>
        <p:spPr>
          <a:xfrm>
            <a:off x="2029183" y="3455490"/>
            <a:ext cx="22320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Tree>
    <p:extLst>
      <p:ext uri="{BB962C8B-B14F-4D97-AF65-F5344CB8AC3E}">
        <p14:creationId xmlns:p14="http://schemas.microsoft.com/office/powerpoint/2010/main" val="129321361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P07 | 5_BESPOKE: ONE HEAD + Org Chart">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32069924-6D16-2573-C7C7-ABDEE19AF67F}"/>
              </a:ext>
            </a:extLst>
          </p:cNvPr>
          <p:cNvGrpSpPr>
            <a:grpSpLocks/>
          </p:cNvGrpSpPr>
          <p:nvPr userDrawn="1"/>
        </p:nvGrpSpPr>
        <p:grpSpPr>
          <a:xfrm>
            <a:off x="10029628" y="3241302"/>
            <a:ext cx="1603981" cy="2837630"/>
            <a:chOff x="10029628" y="4906182"/>
            <a:chExt cx="1603981" cy="1416008"/>
          </a:xfrm>
        </p:grpSpPr>
        <p:sp>
          <p:nvSpPr>
            <p:cNvPr id="90" name="Rectangle 89">
              <a:extLst>
                <a:ext uri="{FF2B5EF4-FFF2-40B4-BE49-F238E27FC236}">
                  <a16:creationId xmlns:a16="http://schemas.microsoft.com/office/drawing/2014/main" id="{109B4326-E2A2-970D-794D-DCC549FC759B}"/>
                </a:ext>
              </a:extLst>
            </p:cNvPr>
            <p:cNvSpPr>
              <a:spLocks/>
            </p:cNvSpPr>
            <p:nvPr userDrawn="1"/>
          </p:nvSpPr>
          <p:spPr>
            <a:xfrm>
              <a:off x="10029628" y="5423640"/>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91" name="Straight Connector 90">
              <a:extLst>
                <a:ext uri="{FF2B5EF4-FFF2-40B4-BE49-F238E27FC236}">
                  <a16:creationId xmlns:a16="http://schemas.microsoft.com/office/drawing/2014/main" id="{373CC459-A1F9-CE87-F83C-BC5720A924B6}"/>
                </a:ext>
              </a:extLst>
            </p:cNvPr>
            <p:cNvCxnSpPr>
              <a:cxnSpLocks/>
            </p:cNvCxnSpPr>
            <p:nvPr userDrawn="1"/>
          </p:nvCxnSpPr>
          <p:spPr>
            <a:xfrm>
              <a:off x="10835993" y="4906182"/>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1DBE9779-D0BE-03CC-1937-F9720A571B83}"/>
              </a:ext>
            </a:extLst>
          </p:cNvPr>
          <p:cNvGrpSpPr>
            <a:grpSpLocks/>
          </p:cNvGrpSpPr>
          <p:nvPr userDrawn="1"/>
        </p:nvGrpSpPr>
        <p:grpSpPr>
          <a:xfrm>
            <a:off x="10023879" y="2026598"/>
            <a:ext cx="1603981" cy="1628162"/>
            <a:chOff x="10023879" y="3691478"/>
            <a:chExt cx="1603981" cy="1628162"/>
          </a:xfrm>
        </p:grpSpPr>
        <p:sp>
          <p:nvSpPr>
            <p:cNvPr id="128" name="Rectangle 127">
              <a:extLst>
                <a:ext uri="{FF2B5EF4-FFF2-40B4-BE49-F238E27FC236}">
                  <a16:creationId xmlns:a16="http://schemas.microsoft.com/office/drawing/2014/main" id="{BD5D33AD-15A8-C5E2-4031-3AD7930A60D7}"/>
                </a:ext>
              </a:extLst>
            </p:cNvPr>
            <p:cNvSpPr>
              <a:spLocks/>
            </p:cNvSpPr>
            <p:nvPr userDrawn="1"/>
          </p:nvSpPr>
          <p:spPr>
            <a:xfrm>
              <a:off x="10023879" y="4208935"/>
              <a:ext cx="1603981" cy="11107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9" name="Straight Connector 128">
              <a:extLst>
                <a:ext uri="{FF2B5EF4-FFF2-40B4-BE49-F238E27FC236}">
                  <a16:creationId xmlns:a16="http://schemas.microsoft.com/office/drawing/2014/main" id="{28C08B16-0AEF-3540-7C20-3FD680577620}"/>
                </a:ext>
              </a:extLst>
            </p:cNvPr>
            <p:cNvCxnSpPr>
              <a:cxnSpLocks/>
            </p:cNvCxnSpPr>
            <p:nvPr userDrawn="1"/>
          </p:nvCxnSpPr>
          <p:spPr>
            <a:xfrm>
              <a:off x="10835993" y="3691478"/>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128A85CB-F241-6B76-A715-27617979703F}"/>
              </a:ext>
            </a:extLst>
          </p:cNvPr>
          <p:cNvGrpSpPr>
            <a:grpSpLocks/>
          </p:cNvGrpSpPr>
          <p:nvPr userDrawn="1"/>
        </p:nvGrpSpPr>
        <p:grpSpPr>
          <a:xfrm>
            <a:off x="8162789" y="3241301"/>
            <a:ext cx="1603981" cy="2837631"/>
            <a:chOff x="8162789" y="4906182"/>
            <a:chExt cx="1603981" cy="1416008"/>
          </a:xfrm>
        </p:grpSpPr>
        <p:sp>
          <p:nvSpPr>
            <p:cNvPr id="88" name="Rectangle 87">
              <a:extLst>
                <a:ext uri="{FF2B5EF4-FFF2-40B4-BE49-F238E27FC236}">
                  <a16:creationId xmlns:a16="http://schemas.microsoft.com/office/drawing/2014/main" id="{668ECE8F-3E28-217D-1F9E-C0B4B2AE9B0F}"/>
                </a:ext>
              </a:extLst>
            </p:cNvPr>
            <p:cNvSpPr>
              <a:spLocks/>
            </p:cNvSpPr>
            <p:nvPr userDrawn="1"/>
          </p:nvSpPr>
          <p:spPr>
            <a:xfrm>
              <a:off x="8162789" y="5423640"/>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9" name="Straight Connector 88">
              <a:extLst>
                <a:ext uri="{FF2B5EF4-FFF2-40B4-BE49-F238E27FC236}">
                  <a16:creationId xmlns:a16="http://schemas.microsoft.com/office/drawing/2014/main" id="{72089321-F9B1-2DB6-2F99-129BB1D53FDE}"/>
                </a:ext>
              </a:extLst>
            </p:cNvPr>
            <p:cNvCxnSpPr>
              <a:cxnSpLocks/>
            </p:cNvCxnSpPr>
            <p:nvPr userDrawn="1"/>
          </p:nvCxnSpPr>
          <p:spPr>
            <a:xfrm>
              <a:off x="8952576" y="4906182"/>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C796BCED-A223-1966-81F4-74AA1E3D9B95}"/>
              </a:ext>
            </a:extLst>
          </p:cNvPr>
          <p:cNvGrpSpPr>
            <a:grpSpLocks/>
          </p:cNvGrpSpPr>
          <p:nvPr userDrawn="1"/>
        </p:nvGrpSpPr>
        <p:grpSpPr>
          <a:xfrm>
            <a:off x="8157040" y="2026598"/>
            <a:ext cx="1603981" cy="1628164"/>
            <a:chOff x="8157040" y="3691478"/>
            <a:chExt cx="1603981" cy="1628164"/>
          </a:xfrm>
        </p:grpSpPr>
        <p:sp>
          <p:nvSpPr>
            <p:cNvPr id="126" name="Rectangle 125">
              <a:extLst>
                <a:ext uri="{FF2B5EF4-FFF2-40B4-BE49-F238E27FC236}">
                  <a16:creationId xmlns:a16="http://schemas.microsoft.com/office/drawing/2014/main" id="{40DA726B-1606-39CF-E4BF-5AE295EF8DAC}"/>
                </a:ext>
              </a:extLst>
            </p:cNvPr>
            <p:cNvSpPr>
              <a:spLocks/>
            </p:cNvSpPr>
            <p:nvPr userDrawn="1"/>
          </p:nvSpPr>
          <p:spPr>
            <a:xfrm>
              <a:off x="8157040" y="4208935"/>
              <a:ext cx="1603981" cy="111070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7" name="Straight Connector 126">
              <a:extLst>
                <a:ext uri="{FF2B5EF4-FFF2-40B4-BE49-F238E27FC236}">
                  <a16:creationId xmlns:a16="http://schemas.microsoft.com/office/drawing/2014/main" id="{7C35F147-B541-DF5A-B57C-56238CB16F9D}"/>
                </a:ext>
              </a:extLst>
            </p:cNvPr>
            <p:cNvCxnSpPr>
              <a:cxnSpLocks/>
            </p:cNvCxnSpPr>
            <p:nvPr userDrawn="1"/>
          </p:nvCxnSpPr>
          <p:spPr>
            <a:xfrm>
              <a:off x="8952576" y="3691478"/>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2C922BBB-64BD-8BBA-C43C-3F154477D971}"/>
              </a:ext>
            </a:extLst>
          </p:cNvPr>
          <p:cNvGrpSpPr>
            <a:grpSpLocks/>
          </p:cNvGrpSpPr>
          <p:nvPr userDrawn="1"/>
        </p:nvGrpSpPr>
        <p:grpSpPr>
          <a:xfrm>
            <a:off x="6241921" y="3244101"/>
            <a:ext cx="1603981" cy="2834835"/>
            <a:chOff x="6241921" y="4908983"/>
            <a:chExt cx="1603981" cy="1416009"/>
          </a:xfrm>
        </p:grpSpPr>
        <p:sp>
          <p:nvSpPr>
            <p:cNvPr id="84" name="Rectangle 83">
              <a:extLst>
                <a:ext uri="{FF2B5EF4-FFF2-40B4-BE49-F238E27FC236}">
                  <a16:creationId xmlns:a16="http://schemas.microsoft.com/office/drawing/2014/main" id="{0FA98D13-1B10-E37E-781E-8D60DD91A1A7}"/>
                </a:ext>
              </a:extLst>
            </p:cNvPr>
            <p:cNvSpPr>
              <a:spLocks/>
            </p:cNvSpPr>
            <p:nvPr userDrawn="1"/>
          </p:nvSpPr>
          <p:spPr>
            <a:xfrm>
              <a:off x="6241921"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5" name="Straight Connector 84">
              <a:extLst>
                <a:ext uri="{FF2B5EF4-FFF2-40B4-BE49-F238E27FC236}">
                  <a16:creationId xmlns:a16="http://schemas.microsoft.com/office/drawing/2014/main" id="{A28822FA-3B5E-925F-004D-CD465312C76B}"/>
                </a:ext>
              </a:extLst>
            </p:cNvPr>
            <p:cNvCxnSpPr>
              <a:cxnSpLocks/>
            </p:cNvCxnSpPr>
            <p:nvPr userDrawn="1"/>
          </p:nvCxnSpPr>
          <p:spPr>
            <a:xfrm>
              <a:off x="7032413" y="4908983"/>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50E05074-9E91-65F9-38A3-F68639F755FE}"/>
              </a:ext>
            </a:extLst>
          </p:cNvPr>
          <p:cNvGrpSpPr>
            <a:grpSpLocks/>
          </p:cNvGrpSpPr>
          <p:nvPr userDrawn="1"/>
        </p:nvGrpSpPr>
        <p:grpSpPr>
          <a:xfrm>
            <a:off x="6236172" y="2029400"/>
            <a:ext cx="1603981" cy="1628168"/>
            <a:chOff x="6236172" y="3694280"/>
            <a:chExt cx="1603981" cy="1628168"/>
          </a:xfrm>
        </p:grpSpPr>
        <p:sp>
          <p:nvSpPr>
            <p:cNvPr id="122" name="Rectangle 121">
              <a:extLst>
                <a:ext uri="{FF2B5EF4-FFF2-40B4-BE49-F238E27FC236}">
                  <a16:creationId xmlns:a16="http://schemas.microsoft.com/office/drawing/2014/main" id="{ED6D3A81-81E5-B03D-EEC2-FBC29E563E24}"/>
                </a:ext>
              </a:extLst>
            </p:cNvPr>
            <p:cNvSpPr>
              <a:spLocks/>
            </p:cNvSpPr>
            <p:nvPr userDrawn="1"/>
          </p:nvSpPr>
          <p:spPr>
            <a:xfrm>
              <a:off x="6236172" y="4211737"/>
              <a:ext cx="1603981" cy="11107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3" name="Straight Connector 122">
              <a:extLst>
                <a:ext uri="{FF2B5EF4-FFF2-40B4-BE49-F238E27FC236}">
                  <a16:creationId xmlns:a16="http://schemas.microsoft.com/office/drawing/2014/main" id="{04D95092-1071-FC0A-D9BF-3C4698D915FA}"/>
                </a:ext>
              </a:extLst>
            </p:cNvPr>
            <p:cNvCxnSpPr>
              <a:cxnSpLocks/>
            </p:cNvCxnSpPr>
            <p:nvPr userDrawn="1"/>
          </p:nvCxnSpPr>
          <p:spPr>
            <a:xfrm>
              <a:off x="7032413" y="369428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44963E08-C385-D120-D367-AE373B72C3AC}"/>
              </a:ext>
            </a:extLst>
          </p:cNvPr>
          <p:cNvGrpSpPr>
            <a:grpSpLocks/>
          </p:cNvGrpSpPr>
          <p:nvPr userDrawn="1"/>
        </p:nvGrpSpPr>
        <p:grpSpPr>
          <a:xfrm>
            <a:off x="4375082" y="3244103"/>
            <a:ext cx="1603981" cy="2834841"/>
            <a:chOff x="4375082" y="4908984"/>
            <a:chExt cx="1603981" cy="1416008"/>
          </a:xfrm>
        </p:grpSpPr>
        <p:sp>
          <p:nvSpPr>
            <p:cNvPr id="82" name="Rectangle 81">
              <a:extLst>
                <a:ext uri="{FF2B5EF4-FFF2-40B4-BE49-F238E27FC236}">
                  <a16:creationId xmlns:a16="http://schemas.microsoft.com/office/drawing/2014/main" id="{EFA91A66-6956-B74A-4EAA-6E56560D161C}"/>
                </a:ext>
              </a:extLst>
            </p:cNvPr>
            <p:cNvSpPr>
              <a:spLocks/>
            </p:cNvSpPr>
            <p:nvPr userDrawn="1"/>
          </p:nvSpPr>
          <p:spPr>
            <a:xfrm>
              <a:off x="4375082"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cxnSp>
          <p:nvCxnSpPr>
            <p:cNvPr id="83" name="Straight Connector 82">
              <a:extLst>
                <a:ext uri="{FF2B5EF4-FFF2-40B4-BE49-F238E27FC236}">
                  <a16:creationId xmlns:a16="http://schemas.microsoft.com/office/drawing/2014/main" id="{1619A96F-9D2B-70B8-E9D1-A9B24945150F}"/>
                </a:ext>
              </a:extLst>
            </p:cNvPr>
            <p:cNvCxnSpPr>
              <a:cxnSpLocks/>
            </p:cNvCxnSpPr>
            <p:nvPr userDrawn="1"/>
          </p:nvCxnSpPr>
          <p:spPr>
            <a:xfrm>
              <a:off x="5165574" y="490898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9D2A20C-CD95-26D0-A03F-B3F90D27EA58}"/>
              </a:ext>
            </a:extLst>
          </p:cNvPr>
          <p:cNvGrpSpPr>
            <a:grpSpLocks/>
          </p:cNvGrpSpPr>
          <p:nvPr userDrawn="1"/>
        </p:nvGrpSpPr>
        <p:grpSpPr>
          <a:xfrm>
            <a:off x="4369333" y="2029400"/>
            <a:ext cx="1603981" cy="1628174"/>
            <a:chOff x="4369333" y="3694280"/>
            <a:chExt cx="1603981" cy="1628174"/>
          </a:xfrm>
        </p:grpSpPr>
        <p:sp>
          <p:nvSpPr>
            <p:cNvPr id="120" name="Rectangle 119">
              <a:extLst>
                <a:ext uri="{FF2B5EF4-FFF2-40B4-BE49-F238E27FC236}">
                  <a16:creationId xmlns:a16="http://schemas.microsoft.com/office/drawing/2014/main" id="{4BEEB696-2C0C-CB77-B344-7F3D9A2175F2}"/>
                </a:ext>
              </a:extLst>
            </p:cNvPr>
            <p:cNvSpPr>
              <a:spLocks/>
            </p:cNvSpPr>
            <p:nvPr userDrawn="1"/>
          </p:nvSpPr>
          <p:spPr>
            <a:xfrm>
              <a:off x="4369333" y="4211737"/>
              <a:ext cx="1603981" cy="111071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1" name="Straight Connector 120">
              <a:extLst>
                <a:ext uri="{FF2B5EF4-FFF2-40B4-BE49-F238E27FC236}">
                  <a16:creationId xmlns:a16="http://schemas.microsoft.com/office/drawing/2014/main" id="{9A09ED7A-516F-7E6A-2D60-F307C579DE35}"/>
                </a:ext>
              </a:extLst>
            </p:cNvPr>
            <p:cNvCxnSpPr>
              <a:cxnSpLocks/>
            </p:cNvCxnSpPr>
            <p:nvPr userDrawn="1"/>
          </p:nvCxnSpPr>
          <p:spPr>
            <a:xfrm>
              <a:off x="5165574" y="369428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3731FBB2-F7BE-75E7-FD3D-02183863F450}"/>
              </a:ext>
            </a:extLst>
          </p:cNvPr>
          <p:cNvGrpSpPr>
            <a:grpSpLocks/>
          </p:cNvGrpSpPr>
          <p:nvPr userDrawn="1"/>
        </p:nvGrpSpPr>
        <p:grpSpPr>
          <a:xfrm>
            <a:off x="2454213" y="3244103"/>
            <a:ext cx="1603981" cy="2834845"/>
            <a:chOff x="2454213" y="4908984"/>
            <a:chExt cx="1603981" cy="1416008"/>
          </a:xfrm>
        </p:grpSpPr>
        <p:sp>
          <p:nvSpPr>
            <p:cNvPr id="70" name="Rectangle 69">
              <a:extLst>
                <a:ext uri="{FF2B5EF4-FFF2-40B4-BE49-F238E27FC236}">
                  <a16:creationId xmlns:a16="http://schemas.microsoft.com/office/drawing/2014/main" id="{5A0BF820-6139-795C-F234-D14189D689EC}"/>
                </a:ext>
              </a:extLst>
            </p:cNvPr>
            <p:cNvSpPr>
              <a:spLocks/>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1" name="Straight Connector 70">
              <a:extLst>
                <a:ext uri="{FF2B5EF4-FFF2-40B4-BE49-F238E27FC236}">
                  <a16:creationId xmlns:a16="http://schemas.microsoft.com/office/drawing/2014/main" id="{05BD9088-72D8-BD7B-1ABB-55E5D0EBC3E9}"/>
                </a:ext>
              </a:extLst>
            </p:cNvPr>
            <p:cNvCxnSpPr>
              <a:cxnSpLocks/>
            </p:cNvCxnSpPr>
            <p:nvPr userDrawn="1"/>
          </p:nvCxnSpPr>
          <p:spPr>
            <a:xfrm>
              <a:off x="3249565" y="490898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15E96818-5164-FC15-CFA4-06B78D2E4B41}"/>
              </a:ext>
            </a:extLst>
          </p:cNvPr>
          <p:cNvGrpSpPr>
            <a:grpSpLocks/>
          </p:cNvGrpSpPr>
          <p:nvPr userDrawn="1"/>
        </p:nvGrpSpPr>
        <p:grpSpPr>
          <a:xfrm>
            <a:off x="2448464" y="2029399"/>
            <a:ext cx="1603981" cy="1628181"/>
            <a:chOff x="2448464" y="3694280"/>
            <a:chExt cx="1603981" cy="1416008"/>
          </a:xfrm>
        </p:grpSpPr>
        <p:sp>
          <p:nvSpPr>
            <p:cNvPr id="116" name="Rectangle 115">
              <a:extLst>
                <a:ext uri="{FF2B5EF4-FFF2-40B4-BE49-F238E27FC236}">
                  <a16:creationId xmlns:a16="http://schemas.microsoft.com/office/drawing/2014/main" id="{5E46478C-0339-6CF9-5D00-28EF79F108FD}"/>
                </a:ext>
              </a:extLst>
            </p:cNvPr>
            <p:cNvSpPr>
              <a:spLocks/>
            </p:cNvSpPr>
            <p:nvPr userDrawn="1"/>
          </p:nvSpPr>
          <p:spPr>
            <a:xfrm>
              <a:off x="2448464" y="4141871"/>
              <a:ext cx="1603981" cy="96841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17" name="Straight Connector 116">
              <a:extLst>
                <a:ext uri="{FF2B5EF4-FFF2-40B4-BE49-F238E27FC236}">
                  <a16:creationId xmlns:a16="http://schemas.microsoft.com/office/drawing/2014/main" id="{B0E45C7D-5E0C-B1DE-6CC1-4DA1AF94DC49}"/>
                </a:ext>
              </a:extLst>
            </p:cNvPr>
            <p:cNvCxnSpPr>
              <a:cxnSpLocks/>
            </p:cNvCxnSpPr>
            <p:nvPr userDrawn="1"/>
          </p:nvCxnSpPr>
          <p:spPr>
            <a:xfrm>
              <a:off x="3249565" y="369428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7C718FC1-BC66-47F2-73B4-44E83AC4B981}"/>
              </a:ext>
            </a:extLst>
          </p:cNvPr>
          <p:cNvGrpSpPr>
            <a:grpSpLocks/>
          </p:cNvGrpSpPr>
          <p:nvPr userDrawn="1"/>
        </p:nvGrpSpPr>
        <p:grpSpPr>
          <a:xfrm>
            <a:off x="587374" y="3244103"/>
            <a:ext cx="1603981" cy="2834853"/>
            <a:chOff x="587374" y="4908984"/>
            <a:chExt cx="1603981" cy="1416008"/>
          </a:xfrm>
        </p:grpSpPr>
        <p:sp>
          <p:nvSpPr>
            <p:cNvPr id="68" name="Rectangle 67">
              <a:extLst>
                <a:ext uri="{FF2B5EF4-FFF2-40B4-BE49-F238E27FC236}">
                  <a16:creationId xmlns:a16="http://schemas.microsoft.com/office/drawing/2014/main" id="{4174F377-468A-F5E1-7487-19842AC3A60A}"/>
                </a:ext>
              </a:extLst>
            </p:cNvPr>
            <p:cNvSpPr>
              <a:spLocks/>
            </p:cNvSpPr>
            <p:nvPr userDrawn="1"/>
          </p:nvSpPr>
          <p:spPr>
            <a:xfrm>
              <a:off x="587374"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9" name="Straight Connector 68">
              <a:extLst>
                <a:ext uri="{FF2B5EF4-FFF2-40B4-BE49-F238E27FC236}">
                  <a16:creationId xmlns:a16="http://schemas.microsoft.com/office/drawing/2014/main" id="{7A9B403B-8608-587A-B6D7-88ABFC5AD976}"/>
                </a:ext>
              </a:extLst>
            </p:cNvPr>
            <p:cNvCxnSpPr>
              <a:cxnSpLocks/>
            </p:cNvCxnSpPr>
            <p:nvPr userDrawn="1"/>
          </p:nvCxnSpPr>
          <p:spPr>
            <a:xfrm>
              <a:off x="1375689" y="490898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5DBF02AB-3B8B-FE27-458F-04971D37D880}"/>
              </a:ext>
            </a:extLst>
          </p:cNvPr>
          <p:cNvGrpSpPr>
            <a:grpSpLocks/>
          </p:cNvGrpSpPr>
          <p:nvPr userDrawn="1"/>
        </p:nvGrpSpPr>
        <p:grpSpPr>
          <a:xfrm>
            <a:off x="581625" y="2029400"/>
            <a:ext cx="1603981" cy="1628190"/>
            <a:chOff x="581625" y="3694280"/>
            <a:chExt cx="1603981" cy="1628190"/>
          </a:xfrm>
        </p:grpSpPr>
        <p:sp>
          <p:nvSpPr>
            <p:cNvPr id="114" name="Rectangle 113">
              <a:extLst>
                <a:ext uri="{FF2B5EF4-FFF2-40B4-BE49-F238E27FC236}">
                  <a16:creationId xmlns:a16="http://schemas.microsoft.com/office/drawing/2014/main" id="{0E21B1A6-77B8-4AEB-3A30-74548F5FA55C}"/>
                </a:ext>
              </a:extLst>
            </p:cNvPr>
            <p:cNvSpPr>
              <a:spLocks/>
            </p:cNvSpPr>
            <p:nvPr userDrawn="1"/>
          </p:nvSpPr>
          <p:spPr>
            <a:xfrm>
              <a:off x="581625" y="4211737"/>
              <a:ext cx="1603981" cy="111073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15" name="Straight Connector 114">
              <a:extLst>
                <a:ext uri="{FF2B5EF4-FFF2-40B4-BE49-F238E27FC236}">
                  <a16:creationId xmlns:a16="http://schemas.microsoft.com/office/drawing/2014/main" id="{D5788D33-53F7-4AFF-4465-3BDAAF854131}"/>
                </a:ext>
              </a:extLst>
            </p:cNvPr>
            <p:cNvCxnSpPr>
              <a:cxnSpLocks/>
            </p:cNvCxnSpPr>
            <p:nvPr userDrawn="1"/>
          </p:nvCxnSpPr>
          <p:spPr>
            <a:xfrm>
              <a:off x="1375689" y="369428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9" name="Straight Connector 118">
            <a:extLst>
              <a:ext uri="{FF2B5EF4-FFF2-40B4-BE49-F238E27FC236}">
                <a16:creationId xmlns:a16="http://schemas.microsoft.com/office/drawing/2014/main" id="{74FB8B74-2857-1E39-7DF9-1374B8657385}"/>
              </a:ext>
            </a:extLst>
          </p:cNvPr>
          <p:cNvCxnSpPr>
            <a:cxnSpLocks/>
          </p:cNvCxnSpPr>
          <p:nvPr userDrawn="1"/>
        </p:nvCxnSpPr>
        <p:spPr>
          <a:xfrm>
            <a:off x="5165575" y="1644018"/>
            <a:ext cx="1866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Text Placeholder 4">
            <a:extLst>
              <a:ext uri="{FF2B5EF4-FFF2-40B4-BE49-F238E27FC236}">
                <a16:creationId xmlns:a16="http://schemas.microsoft.com/office/drawing/2014/main" id="{F2F42050-BDDA-BA19-2812-FD110C992F38}"/>
              </a:ext>
            </a:extLst>
          </p:cNvPr>
          <p:cNvSpPr>
            <a:spLocks noGrp="1"/>
          </p:cNvSpPr>
          <p:nvPr userDrawn="1">
            <p:ph type="body" sz="quarter" idx="84" hasCustomPrompt="1"/>
          </p:nvPr>
        </p:nvSpPr>
        <p:spPr>
          <a:xfrm>
            <a:off x="583062" y="251662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1" name="Text Placeholder 19">
            <a:extLst>
              <a:ext uri="{FF2B5EF4-FFF2-40B4-BE49-F238E27FC236}">
                <a16:creationId xmlns:a16="http://schemas.microsoft.com/office/drawing/2014/main" id="{89885779-54B4-7E6C-3A08-217BDAE18748}"/>
              </a:ext>
            </a:extLst>
          </p:cNvPr>
          <p:cNvSpPr>
            <a:spLocks noGrp="1"/>
          </p:cNvSpPr>
          <p:nvPr userDrawn="1">
            <p:ph type="body" sz="quarter" idx="85"/>
          </p:nvPr>
        </p:nvSpPr>
        <p:spPr>
          <a:xfrm>
            <a:off x="583062"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32" name="Text Placeholder 4">
            <a:extLst>
              <a:ext uri="{FF2B5EF4-FFF2-40B4-BE49-F238E27FC236}">
                <a16:creationId xmlns:a16="http://schemas.microsoft.com/office/drawing/2014/main" id="{19D4AC4C-755D-5D24-C552-900B20AAB4D7}"/>
              </a:ext>
            </a:extLst>
          </p:cNvPr>
          <p:cNvSpPr>
            <a:spLocks/>
          </p:cNvSpPr>
          <p:nvPr userDrawn="1">
            <p:ph type="body" sz="quarter" idx="86" hasCustomPrompt="1"/>
          </p:nvPr>
        </p:nvSpPr>
        <p:spPr>
          <a:xfrm>
            <a:off x="2449901" y="2559759"/>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3" name="Text Placeholder 19">
            <a:extLst>
              <a:ext uri="{FF2B5EF4-FFF2-40B4-BE49-F238E27FC236}">
                <a16:creationId xmlns:a16="http://schemas.microsoft.com/office/drawing/2014/main" id="{F9CB5249-39A8-FBDF-AAF8-AA3F8C80F6A8}"/>
              </a:ext>
            </a:extLst>
          </p:cNvPr>
          <p:cNvSpPr>
            <a:spLocks/>
          </p:cNvSpPr>
          <p:nvPr userDrawn="1">
            <p:ph type="body" sz="quarter" idx="87"/>
          </p:nvPr>
        </p:nvSpPr>
        <p:spPr>
          <a:xfrm>
            <a:off x="2449901"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34" name="Text Placeholder 4">
            <a:extLst>
              <a:ext uri="{FF2B5EF4-FFF2-40B4-BE49-F238E27FC236}">
                <a16:creationId xmlns:a16="http://schemas.microsoft.com/office/drawing/2014/main" id="{99E349BD-235F-BD8D-C40A-ADB640AD7F2E}"/>
              </a:ext>
            </a:extLst>
          </p:cNvPr>
          <p:cNvSpPr>
            <a:spLocks/>
          </p:cNvSpPr>
          <p:nvPr userDrawn="1">
            <p:ph type="body" sz="quarter" idx="88" hasCustomPrompt="1"/>
          </p:nvPr>
        </p:nvSpPr>
        <p:spPr>
          <a:xfrm>
            <a:off x="4363584" y="2559761"/>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5" name="Text Placeholder 19">
            <a:extLst>
              <a:ext uri="{FF2B5EF4-FFF2-40B4-BE49-F238E27FC236}">
                <a16:creationId xmlns:a16="http://schemas.microsoft.com/office/drawing/2014/main" id="{14899448-25C8-D329-E491-4A0A98183963}"/>
              </a:ext>
            </a:extLst>
          </p:cNvPr>
          <p:cNvSpPr>
            <a:spLocks/>
          </p:cNvSpPr>
          <p:nvPr userDrawn="1">
            <p:ph type="body" sz="quarter" idx="89"/>
          </p:nvPr>
        </p:nvSpPr>
        <p:spPr>
          <a:xfrm>
            <a:off x="4363584"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36" name="Text Placeholder 4">
            <a:extLst>
              <a:ext uri="{FF2B5EF4-FFF2-40B4-BE49-F238E27FC236}">
                <a16:creationId xmlns:a16="http://schemas.microsoft.com/office/drawing/2014/main" id="{84672844-7FC7-539F-D68B-434486D69514}"/>
              </a:ext>
            </a:extLst>
          </p:cNvPr>
          <p:cNvSpPr>
            <a:spLocks/>
          </p:cNvSpPr>
          <p:nvPr userDrawn="1">
            <p:ph type="body" sz="quarter" idx="90" hasCustomPrompt="1"/>
          </p:nvPr>
        </p:nvSpPr>
        <p:spPr>
          <a:xfrm>
            <a:off x="6239046" y="2559758"/>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7" name="Text Placeholder 19">
            <a:extLst>
              <a:ext uri="{FF2B5EF4-FFF2-40B4-BE49-F238E27FC236}">
                <a16:creationId xmlns:a16="http://schemas.microsoft.com/office/drawing/2014/main" id="{7D75CA1E-226B-C5AD-1E7F-444AF7C07356}"/>
              </a:ext>
            </a:extLst>
          </p:cNvPr>
          <p:cNvSpPr>
            <a:spLocks/>
          </p:cNvSpPr>
          <p:nvPr userDrawn="1">
            <p:ph type="body" sz="quarter" idx="91"/>
          </p:nvPr>
        </p:nvSpPr>
        <p:spPr>
          <a:xfrm>
            <a:off x="6239046"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38" name="Text Placeholder 4">
            <a:extLst>
              <a:ext uri="{FF2B5EF4-FFF2-40B4-BE49-F238E27FC236}">
                <a16:creationId xmlns:a16="http://schemas.microsoft.com/office/drawing/2014/main" id="{5B3A86A8-C940-6C9C-1FC0-AFD300D8B024}"/>
              </a:ext>
            </a:extLst>
          </p:cNvPr>
          <p:cNvSpPr>
            <a:spLocks/>
          </p:cNvSpPr>
          <p:nvPr userDrawn="1">
            <p:ph type="body" sz="quarter" idx="92" hasCustomPrompt="1"/>
          </p:nvPr>
        </p:nvSpPr>
        <p:spPr>
          <a:xfrm>
            <a:off x="8157040" y="2551129"/>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9" name="Text Placeholder 19">
            <a:extLst>
              <a:ext uri="{FF2B5EF4-FFF2-40B4-BE49-F238E27FC236}">
                <a16:creationId xmlns:a16="http://schemas.microsoft.com/office/drawing/2014/main" id="{C8282852-7BBC-E6D6-8AD5-FFFBFDA8BA31}"/>
              </a:ext>
            </a:extLst>
          </p:cNvPr>
          <p:cNvSpPr>
            <a:spLocks/>
          </p:cNvSpPr>
          <p:nvPr userDrawn="1">
            <p:ph type="body" sz="quarter" idx="93"/>
          </p:nvPr>
        </p:nvSpPr>
        <p:spPr>
          <a:xfrm>
            <a:off x="8157040"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40" name="Text Placeholder 4">
            <a:extLst>
              <a:ext uri="{FF2B5EF4-FFF2-40B4-BE49-F238E27FC236}">
                <a16:creationId xmlns:a16="http://schemas.microsoft.com/office/drawing/2014/main" id="{395FEE55-5103-09B0-11A4-8BC95D03F9CC}"/>
              </a:ext>
            </a:extLst>
          </p:cNvPr>
          <p:cNvSpPr>
            <a:spLocks/>
          </p:cNvSpPr>
          <p:nvPr userDrawn="1">
            <p:ph type="body" sz="quarter" idx="94" hasCustomPrompt="1"/>
          </p:nvPr>
        </p:nvSpPr>
        <p:spPr>
          <a:xfrm>
            <a:off x="10018130" y="2559756"/>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41" name="Text Placeholder 19">
            <a:extLst>
              <a:ext uri="{FF2B5EF4-FFF2-40B4-BE49-F238E27FC236}">
                <a16:creationId xmlns:a16="http://schemas.microsoft.com/office/drawing/2014/main" id="{C850C31B-5DD4-AD46-0EF1-EBD777A73731}"/>
              </a:ext>
            </a:extLst>
          </p:cNvPr>
          <p:cNvSpPr>
            <a:spLocks/>
          </p:cNvSpPr>
          <p:nvPr userDrawn="1">
            <p:ph type="body" sz="quarter" idx="95"/>
          </p:nvPr>
        </p:nvSpPr>
        <p:spPr>
          <a:xfrm>
            <a:off x="10018130" y="3046045"/>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0" name="Text Placeholder 4">
            <a:extLst>
              <a:ext uri="{FF2B5EF4-FFF2-40B4-BE49-F238E27FC236}">
                <a16:creationId xmlns:a16="http://schemas.microsoft.com/office/drawing/2014/main" id="{BC7AF13E-B236-8C6A-E900-FA9D2601E7C1}"/>
              </a:ext>
            </a:extLst>
          </p:cNvPr>
          <p:cNvSpPr>
            <a:spLocks noGrp="1"/>
          </p:cNvSpPr>
          <p:nvPr userDrawn="1">
            <p:ph type="body" sz="quarter" idx="72" hasCustomPrompt="1"/>
          </p:nvPr>
        </p:nvSpPr>
        <p:spPr>
          <a:xfrm>
            <a:off x="588811"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1" name="Text Placeholder 19">
            <a:extLst>
              <a:ext uri="{FF2B5EF4-FFF2-40B4-BE49-F238E27FC236}">
                <a16:creationId xmlns:a16="http://schemas.microsoft.com/office/drawing/2014/main" id="{BB9BEE11-F0F9-3F7B-169E-AC50FE6C1A28}"/>
              </a:ext>
            </a:extLst>
          </p:cNvPr>
          <p:cNvSpPr>
            <a:spLocks noGrp="1"/>
          </p:cNvSpPr>
          <p:nvPr userDrawn="1">
            <p:ph type="body" sz="quarter" idx="73"/>
          </p:nvPr>
        </p:nvSpPr>
        <p:spPr>
          <a:xfrm>
            <a:off x="588170" y="5467077"/>
            <a:ext cx="1566364"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2" name="Text Placeholder 4">
            <a:extLst>
              <a:ext uri="{FF2B5EF4-FFF2-40B4-BE49-F238E27FC236}">
                <a16:creationId xmlns:a16="http://schemas.microsoft.com/office/drawing/2014/main" id="{462C98F3-1EBE-8F85-13AF-97B5F49521B4}"/>
              </a:ext>
            </a:extLst>
          </p:cNvPr>
          <p:cNvSpPr>
            <a:spLocks/>
          </p:cNvSpPr>
          <p:nvPr userDrawn="1">
            <p:ph type="body" sz="quarter" idx="74" hasCustomPrompt="1"/>
          </p:nvPr>
        </p:nvSpPr>
        <p:spPr>
          <a:xfrm>
            <a:off x="2455650"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3" name="Text Placeholder 19">
            <a:extLst>
              <a:ext uri="{FF2B5EF4-FFF2-40B4-BE49-F238E27FC236}">
                <a16:creationId xmlns:a16="http://schemas.microsoft.com/office/drawing/2014/main" id="{2E7B6162-C1A2-ABD6-B411-94A15DEB5A1F}"/>
              </a:ext>
            </a:extLst>
          </p:cNvPr>
          <p:cNvSpPr>
            <a:spLocks/>
          </p:cNvSpPr>
          <p:nvPr userDrawn="1">
            <p:ph type="body" sz="quarter" idx="75"/>
          </p:nvPr>
        </p:nvSpPr>
        <p:spPr>
          <a:xfrm>
            <a:off x="2455650" y="426074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4" name="Text Placeholder 4">
            <a:extLst>
              <a:ext uri="{FF2B5EF4-FFF2-40B4-BE49-F238E27FC236}">
                <a16:creationId xmlns:a16="http://schemas.microsoft.com/office/drawing/2014/main" id="{5A81B927-8E67-8788-5C56-4CBD496BF651}"/>
              </a:ext>
            </a:extLst>
          </p:cNvPr>
          <p:cNvSpPr>
            <a:spLocks/>
          </p:cNvSpPr>
          <p:nvPr userDrawn="1">
            <p:ph type="body" sz="quarter" idx="76" hasCustomPrompt="1"/>
          </p:nvPr>
        </p:nvSpPr>
        <p:spPr>
          <a:xfrm>
            <a:off x="4369333"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5" name="Text Placeholder 19">
            <a:extLst>
              <a:ext uri="{FF2B5EF4-FFF2-40B4-BE49-F238E27FC236}">
                <a16:creationId xmlns:a16="http://schemas.microsoft.com/office/drawing/2014/main" id="{24A5F905-5D02-C017-C658-42315D6387E1}"/>
              </a:ext>
            </a:extLst>
          </p:cNvPr>
          <p:cNvSpPr>
            <a:spLocks/>
          </p:cNvSpPr>
          <p:nvPr userDrawn="1">
            <p:ph type="body" sz="quarter" idx="77"/>
          </p:nvPr>
        </p:nvSpPr>
        <p:spPr>
          <a:xfrm>
            <a:off x="4369333" y="426074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6" name="Text Placeholder 4">
            <a:extLst>
              <a:ext uri="{FF2B5EF4-FFF2-40B4-BE49-F238E27FC236}">
                <a16:creationId xmlns:a16="http://schemas.microsoft.com/office/drawing/2014/main" id="{FED70C6B-337E-6AC6-2895-88BAD09D8D00}"/>
              </a:ext>
            </a:extLst>
          </p:cNvPr>
          <p:cNvSpPr>
            <a:spLocks/>
          </p:cNvSpPr>
          <p:nvPr userDrawn="1">
            <p:ph type="body" sz="quarter" idx="78" hasCustomPrompt="1"/>
          </p:nvPr>
        </p:nvSpPr>
        <p:spPr>
          <a:xfrm>
            <a:off x="6244795"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7" name="Text Placeholder 19">
            <a:extLst>
              <a:ext uri="{FF2B5EF4-FFF2-40B4-BE49-F238E27FC236}">
                <a16:creationId xmlns:a16="http://schemas.microsoft.com/office/drawing/2014/main" id="{2FD9395F-B39B-125D-68A2-F5A02DB33446}"/>
              </a:ext>
            </a:extLst>
          </p:cNvPr>
          <p:cNvSpPr>
            <a:spLocks/>
          </p:cNvSpPr>
          <p:nvPr userDrawn="1">
            <p:ph type="body" sz="quarter" idx="79"/>
          </p:nvPr>
        </p:nvSpPr>
        <p:spPr>
          <a:xfrm>
            <a:off x="6244795" y="426074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8" name="Text Placeholder 4">
            <a:extLst>
              <a:ext uri="{FF2B5EF4-FFF2-40B4-BE49-F238E27FC236}">
                <a16:creationId xmlns:a16="http://schemas.microsoft.com/office/drawing/2014/main" id="{B840C516-B24E-8F1C-14AB-3CF7854B6F65}"/>
              </a:ext>
            </a:extLst>
          </p:cNvPr>
          <p:cNvSpPr>
            <a:spLocks/>
          </p:cNvSpPr>
          <p:nvPr userDrawn="1">
            <p:ph type="body" sz="quarter" idx="80" hasCustomPrompt="1"/>
          </p:nvPr>
        </p:nvSpPr>
        <p:spPr>
          <a:xfrm>
            <a:off x="8162789"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9" name="Text Placeholder 19">
            <a:extLst>
              <a:ext uri="{FF2B5EF4-FFF2-40B4-BE49-F238E27FC236}">
                <a16:creationId xmlns:a16="http://schemas.microsoft.com/office/drawing/2014/main" id="{1E77E456-8543-7F68-A505-6D77959082ED}"/>
              </a:ext>
            </a:extLst>
          </p:cNvPr>
          <p:cNvSpPr>
            <a:spLocks/>
          </p:cNvSpPr>
          <p:nvPr userDrawn="1">
            <p:ph type="body" sz="quarter" idx="81"/>
          </p:nvPr>
        </p:nvSpPr>
        <p:spPr>
          <a:xfrm>
            <a:off x="8162789" y="426074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10" name="Text Placeholder 4">
            <a:extLst>
              <a:ext uri="{FF2B5EF4-FFF2-40B4-BE49-F238E27FC236}">
                <a16:creationId xmlns:a16="http://schemas.microsoft.com/office/drawing/2014/main" id="{428F8515-C48E-9E69-BD69-1ED938C9E189}"/>
              </a:ext>
            </a:extLst>
          </p:cNvPr>
          <p:cNvSpPr>
            <a:spLocks/>
          </p:cNvSpPr>
          <p:nvPr userDrawn="1">
            <p:ph type="body" sz="quarter" idx="82" hasCustomPrompt="1"/>
          </p:nvPr>
        </p:nvSpPr>
        <p:spPr>
          <a:xfrm>
            <a:off x="10023879" y="392973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11" name="Text Placeholder 19">
            <a:extLst>
              <a:ext uri="{FF2B5EF4-FFF2-40B4-BE49-F238E27FC236}">
                <a16:creationId xmlns:a16="http://schemas.microsoft.com/office/drawing/2014/main" id="{E132B487-C0C0-302B-7EFB-A6EA4D98AE40}"/>
              </a:ext>
            </a:extLst>
          </p:cNvPr>
          <p:cNvSpPr>
            <a:spLocks/>
          </p:cNvSpPr>
          <p:nvPr userDrawn="1">
            <p:ph type="body" sz="quarter" idx="83"/>
          </p:nvPr>
        </p:nvSpPr>
        <p:spPr>
          <a:xfrm>
            <a:off x="10023879" y="426074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43" name="Straight Connector 42">
            <a:extLst>
              <a:ext uri="{FF2B5EF4-FFF2-40B4-BE49-F238E27FC236}">
                <a16:creationId xmlns:a16="http://schemas.microsoft.com/office/drawing/2014/main" id="{808E9798-C7C3-4C70-93A7-507036D2BAFE}"/>
              </a:ext>
            </a:extLst>
          </p:cNvPr>
          <p:cNvCxnSpPr>
            <a:cxnSpLocks/>
          </p:cNvCxnSpPr>
          <p:nvPr userDrawn="1"/>
        </p:nvCxnSpPr>
        <p:spPr>
          <a:xfrm>
            <a:off x="1049293" y="2009120"/>
            <a:ext cx="101034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7C3AADEF-4A2C-FD8E-B1D9-C716D172422D}"/>
              </a:ext>
            </a:extLst>
          </p:cNvPr>
          <p:cNvGrpSpPr>
            <a:grpSpLocks/>
          </p:cNvGrpSpPr>
          <p:nvPr userDrawn="1"/>
        </p:nvGrpSpPr>
        <p:grpSpPr>
          <a:xfrm>
            <a:off x="4796042" y="903245"/>
            <a:ext cx="2628900" cy="1136502"/>
            <a:chOff x="4781550" y="1291430"/>
            <a:chExt cx="2628900" cy="965799"/>
          </a:xfrm>
        </p:grpSpPr>
        <p:sp>
          <p:nvSpPr>
            <p:cNvPr id="45" name="Rectangle 44">
              <a:extLst>
                <a:ext uri="{FF2B5EF4-FFF2-40B4-BE49-F238E27FC236}">
                  <a16:creationId xmlns:a16="http://schemas.microsoft.com/office/drawing/2014/main" id="{2A955883-A8AE-10CA-5059-244992CD9C70}"/>
                </a:ext>
              </a:extLst>
            </p:cNvPr>
            <p:cNvSpPr>
              <a:spLocks/>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6A06ADD8-2B1C-54E7-58C3-89B18395D1C6}"/>
                </a:ext>
              </a:extLst>
            </p:cNvPr>
            <p:cNvCxnSpPr>
              <a:cxnSpLocks/>
              <a:stCxn id="45" idx="2"/>
            </p:cNvCxnSpPr>
            <p:nvPr userDrawn="1"/>
          </p:nvCxnSpPr>
          <p:spPr>
            <a:xfrm>
              <a:off x="6096000" y="2055017"/>
              <a:ext cx="0" cy="20221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sp>
        <p:nvSpPr>
          <p:cNvPr id="92" name="Text Placeholder 4">
            <a:extLst>
              <a:ext uri="{FF2B5EF4-FFF2-40B4-BE49-F238E27FC236}">
                <a16:creationId xmlns:a16="http://schemas.microsoft.com/office/drawing/2014/main" id="{DD58C89C-8893-9771-6A5C-A63304D492DC}"/>
              </a:ext>
            </a:extLst>
          </p:cNvPr>
          <p:cNvSpPr>
            <a:spLocks noGrp="1"/>
          </p:cNvSpPr>
          <p:nvPr userDrawn="1">
            <p:ph type="body" sz="quarter" idx="64" hasCustomPrompt="1"/>
          </p:nvPr>
        </p:nvSpPr>
        <p:spPr>
          <a:xfrm>
            <a:off x="4791688" y="1048738"/>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3" name="Text Placeholder 19">
            <a:extLst>
              <a:ext uri="{FF2B5EF4-FFF2-40B4-BE49-F238E27FC236}">
                <a16:creationId xmlns:a16="http://schemas.microsoft.com/office/drawing/2014/main" id="{DBB4C404-3A03-2C71-C79D-A946FC6BC3AF}"/>
              </a:ext>
            </a:extLst>
          </p:cNvPr>
          <p:cNvSpPr>
            <a:spLocks noGrp="1"/>
          </p:cNvSpPr>
          <p:nvPr userDrawn="1">
            <p:ph type="body" sz="quarter" idx="65"/>
          </p:nvPr>
        </p:nvSpPr>
        <p:spPr>
          <a:xfrm>
            <a:off x="4791688" y="1388463"/>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Tree>
    <p:extLst>
      <p:ext uri="{BB962C8B-B14F-4D97-AF65-F5344CB8AC3E}">
        <p14:creationId xmlns:p14="http://schemas.microsoft.com/office/powerpoint/2010/main" val="8105024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07 | 6_BESPOKE: ONE HEAD + Org Chart">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5B727050-D170-9B2B-2C7B-F996CE7C0F38}"/>
              </a:ext>
            </a:extLst>
          </p:cNvPr>
          <p:cNvGrpSpPr>
            <a:grpSpLocks noGrp="1" noUngrp="1" noRot="1" noMove="1" noResize="1"/>
          </p:cNvGrpSpPr>
          <p:nvPr userDrawn="1"/>
        </p:nvGrpSpPr>
        <p:grpSpPr>
          <a:xfrm>
            <a:off x="10029628" y="5107486"/>
            <a:ext cx="1603981" cy="1214704"/>
            <a:chOff x="10029628" y="5107486"/>
            <a:chExt cx="1603981" cy="1214704"/>
          </a:xfrm>
        </p:grpSpPr>
        <p:sp>
          <p:nvSpPr>
            <p:cNvPr id="90" name="Rectangle 89">
              <a:extLst>
                <a:ext uri="{FF2B5EF4-FFF2-40B4-BE49-F238E27FC236}">
                  <a16:creationId xmlns:a16="http://schemas.microsoft.com/office/drawing/2014/main" id="{109B4326-E2A2-970D-794D-DCC549FC759B}"/>
                </a:ext>
              </a:extLst>
            </p:cNvPr>
            <p:cNvSpPr>
              <a:spLocks noGrp="1" noRot="1" noMove="1" noResize="1" noEditPoints="1" noAdjustHandles="1" noChangeArrowheads="1" noChangeShapeType="1"/>
            </p:cNvSpPr>
            <p:nvPr userDrawn="1"/>
          </p:nvSpPr>
          <p:spPr>
            <a:xfrm>
              <a:off x="10029628" y="5423640"/>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91" name="Straight Connector 90">
              <a:extLst>
                <a:ext uri="{FF2B5EF4-FFF2-40B4-BE49-F238E27FC236}">
                  <a16:creationId xmlns:a16="http://schemas.microsoft.com/office/drawing/2014/main" id="{373CC459-A1F9-CE87-F83C-BC5720A924B6}"/>
                </a:ext>
              </a:extLst>
            </p:cNvPr>
            <p:cNvCxnSpPr>
              <a:cxnSpLocks noGrp="1" noRot="1" noMove="1" noResize="1" noEditPoints="1" noAdjustHandles="1" noChangeArrowheads="1" noChangeShapeType="1"/>
            </p:cNvCxnSpPr>
            <p:nvPr userDrawn="1"/>
          </p:nvCxnSpPr>
          <p:spPr>
            <a:xfrm>
              <a:off x="10835993" y="5107486"/>
              <a:ext cx="0" cy="250772"/>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22765015-AC6A-BE77-D395-DD2307349786}"/>
              </a:ext>
            </a:extLst>
          </p:cNvPr>
          <p:cNvGrpSpPr>
            <a:grpSpLocks noGrp="1" noUngrp="1" noRot="1" noMove="1" noResize="1"/>
          </p:cNvGrpSpPr>
          <p:nvPr userDrawn="1"/>
        </p:nvGrpSpPr>
        <p:grpSpPr>
          <a:xfrm>
            <a:off x="8162789" y="5104148"/>
            <a:ext cx="1603981" cy="1218042"/>
            <a:chOff x="8162789" y="5104148"/>
            <a:chExt cx="1603981" cy="1218042"/>
          </a:xfrm>
        </p:grpSpPr>
        <p:sp>
          <p:nvSpPr>
            <p:cNvPr id="88" name="Rectangle 87">
              <a:extLst>
                <a:ext uri="{FF2B5EF4-FFF2-40B4-BE49-F238E27FC236}">
                  <a16:creationId xmlns:a16="http://schemas.microsoft.com/office/drawing/2014/main" id="{668ECE8F-3E28-217D-1F9E-C0B4B2AE9B0F}"/>
                </a:ext>
              </a:extLst>
            </p:cNvPr>
            <p:cNvSpPr>
              <a:spLocks noGrp="1" noRot="1" noMove="1" noResize="1" noEditPoints="1" noAdjustHandles="1" noChangeArrowheads="1" noChangeShapeType="1"/>
            </p:cNvSpPr>
            <p:nvPr userDrawn="1"/>
          </p:nvSpPr>
          <p:spPr>
            <a:xfrm>
              <a:off x="8162789" y="5423640"/>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9" name="Straight Connector 88">
              <a:extLst>
                <a:ext uri="{FF2B5EF4-FFF2-40B4-BE49-F238E27FC236}">
                  <a16:creationId xmlns:a16="http://schemas.microsoft.com/office/drawing/2014/main" id="{72089321-F9B1-2DB6-2F99-129BB1D53FDE}"/>
                </a:ext>
              </a:extLst>
            </p:cNvPr>
            <p:cNvCxnSpPr>
              <a:cxnSpLocks noGrp="1" noRot="1" noMove="1" noResize="1" noEditPoints="1" noAdjustHandles="1" noChangeArrowheads="1" noChangeShapeType="1"/>
            </p:cNvCxnSpPr>
            <p:nvPr userDrawn="1"/>
          </p:nvCxnSpPr>
          <p:spPr>
            <a:xfrm>
              <a:off x="8952576" y="5104148"/>
              <a:ext cx="0" cy="255329"/>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0841B806-0A3E-ABD7-45CB-069DEE210BCC}"/>
              </a:ext>
            </a:extLst>
          </p:cNvPr>
          <p:cNvGrpSpPr>
            <a:grpSpLocks noGrp="1" noUngrp="1" noRot="1" noMove="1" noResize="1"/>
          </p:cNvGrpSpPr>
          <p:nvPr userDrawn="1"/>
        </p:nvGrpSpPr>
        <p:grpSpPr>
          <a:xfrm>
            <a:off x="6241921" y="5105731"/>
            <a:ext cx="1603981" cy="1219261"/>
            <a:chOff x="6241921" y="5105731"/>
            <a:chExt cx="1603981" cy="1219261"/>
          </a:xfrm>
        </p:grpSpPr>
        <p:sp>
          <p:nvSpPr>
            <p:cNvPr id="84" name="Rectangle 83">
              <a:extLst>
                <a:ext uri="{FF2B5EF4-FFF2-40B4-BE49-F238E27FC236}">
                  <a16:creationId xmlns:a16="http://schemas.microsoft.com/office/drawing/2014/main" id="{0FA98D13-1B10-E37E-781E-8D60DD91A1A7}"/>
                </a:ext>
              </a:extLst>
            </p:cNvPr>
            <p:cNvSpPr>
              <a:spLocks noGrp="1" noRot="1" noMove="1" noResize="1" noEditPoints="1" noAdjustHandles="1" noChangeArrowheads="1" noChangeShapeType="1"/>
            </p:cNvSpPr>
            <p:nvPr userDrawn="1"/>
          </p:nvSpPr>
          <p:spPr>
            <a:xfrm>
              <a:off x="6241921"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5" name="Straight Connector 84">
              <a:extLst>
                <a:ext uri="{FF2B5EF4-FFF2-40B4-BE49-F238E27FC236}">
                  <a16:creationId xmlns:a16="http://schemas.microsoft.com/office/drawing/2014/main" id="{A28822FA-3B5E-925F-004D-CD465312C76B}"/>
                </a:ext>
              </a:extLst>
            </p:cNvPr>
            <p:cNvCxnSpPr>
              <a:cxnSpLocks noGrp="1" noRot="1" noMove="1" noResize="1" noEditPoints="1" noAdjustHandles="1" noChangeArrowheads="1" noChangeShapeType="1"/>
            </p:cNvCxnSpPr>
            <p:nvPr userDrawn="1"/>
          </p:nvCxnSpPr>
          <p:spPr>
            <a:xfrm>
              <a:off x="7032413" y="5105731"/>
              <a:ext cx="0" cy="255329"/>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95BB9565-9AC3-03A5-F116-CE2AEDB61806}"/>
              </a:ext>
            </a:extLst>
          </p:cNvPr>
          <p:cNvGrpSpPr>
            <a:grpSpLocks noGrp="1" noUngrp="1" noRot="1" noMove="1" noResize="1"/>
          </p:cNvGrpSpPr>
          <p:nvPr userDrawn="1"/>
        </p:nvGrpSpPr>
        <p:grpSpPr>
          <a:xfrm>
            <a:off x="4375082" y="5105731"/>
            <a:ext cx="1603981" cy="1219261"/>
            <a:chOff x="4375082" y="5105731"/>
            <a:chExt cx="1603981" cy="1219261"/>
          </a:xfrm>
        </p:grpSpPr>
        <p:sp>
          <p:nvSpPr>
            <p:cNvPr id="82" name="Rectangle 81">
              <a:extLst>
                <a:ext uri="{FF2B5EF4-FFF2-40B4-BE49-F238E27FC236}">
                  <a16:creationId xmlns:a16="http://schemas.microsoft.com/office/drawing/2014/main" id="{EFA91A66-6956-B74A-4EAA-6E56560D161C}"/>
                </a:ext>
              </a:extLst>
            </p:cNvPr>
            <p:cNvSpPr>
              <a:spLocks noGrp="1" noRot="1" noMove="1" noResize="1" noEditPoints="1" noAdjustHandles="1" noChangeArrowheads="1" noChangeShapeType="1"/>
            </p:cNvSpPr>
            <p:nvPr userDrawn="1"/>
          </p:nvSpPr>
          <p:spPr>
            <a:xfrm>
              <a:off x="4375082"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83" name="Straight Connector 82">
              <a:extLst>
                <a:ext uri="{FF2B5EF4-FFF2-40B4-BE49-F238E27FC236}">
                  <a16:creationId xmlns:a16="http://schemas.microsoft.com/office/drawing/2014/main" id="{1619A96F-9D2B-70B8-E9D1-A9B24945150F}"/>
                </a:ext>
              </a:extLst>
            </p:cNvPr>
            <p:cNvCxnSpPr>
              <a:cxnSpLocks noGrp="1" noRot="1" noMove="1" noResize="1" noEditPoints="1" noAdjustHandles="1" noChangeArrowheads="1" noChangeShapeType="1"/>
            </p:cNvCxnSpPr>
            <p:nvPr userDrawn="1"/>
          </p:nvCxnSpPr>
          <p:spPr>
            <a:xfrm>
              <a:off x="5165574" y="5105731"/>
              <a:ext cx="0" cy="255329"/>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FE2C5BC0-7818-ADB4-BC07-54D85E6EC670}"/>
              </a:ext>
            </a:extLst>
          </p:cNvPr>
          <p:cNvGrpSpPr>
            <a:grpSpLocks noGrp="1" noUngrp="1" noRot="1" noMove="1" noResize="1"/>
          </p:cNvGrpSpPr>
          <p:nvPr userDrawn="1"/>
        </p:nvGrpSpPr>
        <p:grpSpPr>
          <a:xfrm>
            <a:off x="2454213" y="5105731"/>
            <a:ext cx="1603981" cy="1219261"/>
            <a:chOff x="2454213" y="5105731"/>
            <a:chExt cx="1603981" cy="1219261"/>
          </a:xfrm>
        </p:grpSpPr>
        <p:sp>
          <p:nvSpPr>
            <p:cNvPr id="70" name="Rectangle 69">
              <a:extLst>
                <a:ext uri="{FF2B5EF4-FFF2-40B4-BE49-F238E27FC236}">
                  <a16:creationId xmlns:a16="http://schemas.microsoft.com/office/drawing/2014/main" id="{5A0BF820-6139-795C-F234-D14189D689EC}"/>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1" name="Straight Connector 70">
              <a:extLst>
                <a:ext uri="{FF2B5EF4-FFF2-40B4-BE49-F238E27FC236}">
                  <a16:creationId xmlns:a16="http://schemas.microsoft.com/office/drawing/2014/main" id="{05BD9088-72D8-BD7B-1ABB-55E5D0EBC3E9}"/>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3028828B-0099-1B69-4EDA-868CB9A03DC7}"/>
              </a:ext>
            </a:extLst>
          </p:cNvPr>
          <p:cNvGrpSpPr>
            <a:grpSpLocks noGrp="1" noUngrp="1" noRot="1" noMove="1" noResize="1"/>
          </p:cNvGrpSpPr>
          <p:nvPr userDrawn="1"/>
        </p:nvGrpSpPr>
        <p:grpSpPr>
          <a:xfrm>
            <a:off x="587374" y="5105731"/>
            <a:ext cx="1603981" cy="1219261"/>
            <a:chOff x="587374" y="5105731"/>
            <a:chExt cx="1603981" cy="1219261"/>
          </a:xfrm>
        </p:grpSpPr>
        <p:sp>
          <p:nvSpPr>
            <p:cNvPr id="68" name="Rectangle 67">
              <a:extLst>
                <a:ext uri="{FF2B5EF4-FFF2-40B4-BE49-F238E27FC236}">
                  <a16:creationId xmlns:a16="http://schemas.microsoft.com/office/drawing/2014/main" id="{4174F377-468A-F5E1-7487-19842AC3A60A}"/>
                </a:ext>
              </a:extLst>
            </p:cNvPr>
            <p:cNvSpPr>
              <a:spLocks noGrp="1" noRot="1" noMove="1" noResize="1" noEditPoints="1" noAdjustHandles="1" noChangeArrowheads="1" noChangeShapeType="1"/>
            </p:cNvSpPr>
            <p:nvPr userDrawn="1"/>
          </p:nvSpPr>
          <p:spPr>
            <a:xfrm>
              <a:off x="587374"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9" name="Straight Connector 68">
              <a:extLst>
                <a:ext uri="{FF2B5EF4-FFF2-40B4-BE49-F238E27FC236}">
                  <a16:creationId xmlns:a16="http://schemas.microsoft.com/office/drawing/2014/main" id="{7A9B403B-8608-587A-B6D7-88ABFC5AD976}"/>
                </a:ext>
              </a:extLst>
            </p:cNvPr>
            <p:cNvCxnSpPr>
              <a:cxnSpLocks noGrp="1" noRot="1" noMove="1" noResize="1" noEditPoints="1" noAdjustHandles="1" noChangeArrowheads="1" noChangeShapeType="1"/>
            </p:cNvCxnSpPr>
            <p:nvPr userDrawn="1"/>
          </p:nvCxnSpPr>
          <p:spPr>
            <a:xfrm>
              <a:off x="1375689" y="5105731"/>
              <a:ext cx="0" cy="255329"/>
            </a:xfrm>
            <a:prstGeom prst="line">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3" name="Straight Connector 112">
            <a:extLst>
              <a:ext uri="{FF2B5EF4-FFF2-40B4-BE49-F238E27FC236}">
                <a16:creationId xmlns:a16="http://schemas.microsoft.com/office/drawing/2014/main" id="{8E5166E7-3650-705A-FA25-B0EB33B151CC}"/>
              </a:ext>
            </a:extLst>
          </p:cNvPr>
          <p:cNvCxnSpPr>
            <a:cxnSpLocks/>
          </p:cNvCxnSpPr>
          <p:nvPr userDrawn="1"/>
        </p:nvCxnSpPr>
        <p:spPr>
          <a:xfrm>
            <a:off x="1377867" y="3697082"/>
            <a:ext cx="1866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74FB8B74-2857-1E39-7DF9-1374B8657385}"/>
              </a:ext>
            </a:extLst>
          </p:cNvPr>
          <p:cNvCxnSpPr>
            <a:cxnSpLocks/>
          </p:cNvCxnSpPr>
          <p:nvPr userDrawn="1"/>
        </p:nvCxnSpPr>
        <p:spPr>
          <a:xfrm>
            <a:off x="5165575" y="3697082"/>
            <a:ext cx="1866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C001B68-2620-9439-B80C-7A0635418B54}"/>
              </a:ext>
            </a:extLst>
          </p:cNvPr>
          <p:cNvCxnSpPr>
            <a:cxnSpLocks/>
          </p:cNvCxnSpPr>
          <p:nvPr userDrawn="1"/>
        </p:nvCxnSpPr>
        <p:spPr>
          <a:xfrm>
            <a:off x="8953282" y="3694280"/>
            <a:ext cx="18668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00" name="Text Placeholder 4">
            <a:extLst>
              <a:ext uri="{FF2B5EF4-FFF2-40B4-BE49-F238E27FC236}">
                <a16:creationId xmlns:a16="http://schemas.microsoft.com/office/drawing/2014/main" id="{BC7AF13E-B236-8C6A-E900-FA9D2601E7C1}"/>
              </a:ext>
            </a:extLst>
          </p:cNvPr>
          <p:cNvSpPr>
            <a:spLocks noGrp="1"/>
          </p:cNvSpPr>
          <p:nvPr userDrawn="1">
            <p:ph type="body" sz="quarter" idx="72" hasCustomPrompt="1"/>
          </p:nvPr>
        </p:nvSpPr>
        <p:spPr>
          <a:xfrm>
            <a:off x="588811"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1" name="Text Placeholder 19">
            <a:extLst>
              <a:ext uri="{FF2B5EF4-FFF2-40B4-BE49-F238E27FC236}">
                <a16:creationId xmlns:a16="http://schemas.microsoft.com/office/drawing/2014/main" id="{BB9BEE11-F0F9-3F7B-169E-AC50FE6C1A28}"/>
              </a:ext>
            </a:extLst>
          </p:cNvPr>
          <p:cNvSpPr>
            <a:spLocks noGrp="1"/>
          </p:cNvSpPr>
          <p:nvPr userDrawn="1">
            <p:ph type="body" sz="quarter" idx="73"/>
          </p:nvPr>
        </p:nvSpPr>
        <p:spPr>
          <a:xfrm>
            <a:off x="588811"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2" name="Text Placeholder 4">
            <a:extLst>
              <a:ext uri="{FF2B5EF4-FFF2-40B4-BE49-F238E27FC236}">
                <a16:creationId xmlns:a16="http://schemas.microsoft.com/office/drawing/2014/main" id="{462C98F3-1EBE-8F85-13AF-97B5F49521B4}"/>
              </a:ext>
            </a:extLst>
          </p:cNvPr>
          <p:cNvSpPr>
            <a:spLocks noGrp="1"/>
          </p:cNvSpPr>
          <p:nvPr userDrawn="1">
            <p:ph type="body" sz="quarter" idx="74" hasCustomPrompt="1"/>
          </p:nvPr>
        </p:nvSpPr>
        <p:spPr>
          <a:xfrm>
            <a:off x="2455650"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3" name="Text Placeholder 19">
            <a:extLst>
              <a:ext uri="{FF2B5EF4-FFF2-40B4-BE49-F238E27FC236}">
                <a16:creationId xmlns:a16="http://schemas.microsoft.com/office/drawing/2014/main" id="{2E7B6162-C1A2-ABD6-B411-94A15DEB5A1F}"/>
              </a:ext>
            </a:extLst>
          </p:cNvPr>
          <p:cNvSpPr>
            <a:spLocks noGrp="1"/>
          </p:cNvSpPr>
          <p:nvPr userDrawn="1">
            <p:ph type="body" sz="quarter" idx="75"/>
          </p:nvPr>
        </p:nvSpPr>
        <p:spPr>
          <a:xfrm>
            <a:off x="2455650"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4" name="Text Placeholder 4">
            <a:extLst>
              <a:ext uri="{FF2B5EF4-FFF2-40B4-BE49-F238E27FC236}">
                <a16:creationId xmlns:a16="http://schemas.microsoft.com/office/drawing/2014/main" id="{5A81B927-8E67-8788-5C56-4CBD496BF651}"/>
              </a:ext>
            </a:extLst>
          </p:cNvPr>
          <p:cNvSpPr>
            <a:spLocks noGrp="1"/>
          </p:cNvSpPr>
          <p:nvPr userDrawn="1">
            <p:ph type="body" sz="quarter" idx="76" hasCustomPrompt="1"/>
          </p:nvPr>
        </p:nvSpPr>
        <p:spPr>
          <a:xfrm>
            <a:off x="4369333"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5" name="Text Placeholder 19">
            <a:extLst>
              <a:ext uri="{FF2B5EF4-FFF2-40B4-BE49-F238E27FC236}">
                <a16:creationId xmlns:a16="http://schemas.microsoft.com/office/drawing/2014/main" id="{24A5F905-5D02-C017-C658-42315D6387E1}"/>
              </a:ext>
            </a:extLst>
          </p:cNvPr>
          <p:cNvSpPr>
            <a:spLocks noGrp="1"/>
          </p:cNvSpPr>
          <p:nvPr userDrawn="1">
            <p:ph type="body" sz="quarter" idx="77"/>
          </p:nvPr>
        </p:nvSpPr>
        <p:spPr>
          <a:xfrm>
            <a:off x="4369333"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6" name="Text Placeholder 4">
            <a:extLst>
              <a:ext uri="{FF2B5EF4-FFF2-40B4-BE49-F238E27FC236}">
                <a16:creationId xmlns:a16="http://schemas.microsoft.com/office/drawing/2014/main" id="{FED70C6B-337E-6AC6-2895-88BAD09D8D00}"/>
              </a:ext>
            </a:extLst>
          </p:cNvPr>
          <p:cNvSpPr>
            <a:spLocks noGrp="1"/>
          </p:cNvSpPr>
          <p:nvPr userDrawn="1">
            <p:ph type="body" sz="quarter" idx="78" hasCustomPrompt="1"/>
          </p:nvPr>
        </p:nvSpPr>
        <p:spPr>
          <a:xfrm>
            <a:off x="6244795"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7" name="Text Placeholder 19">
            <a:extLst>
              <a:ext uri="{FF2B5EF4-FFF2-40B4-BE49-F238E27FC236}">
                <a16:creationId xmlns:a16="http://schemas.microsoft.com/office/drawing/2014/main" id="{2FD9395F-B39B-125D-68A2-F5A02DB33446}"/>
              </a:ext>
            </a:extLst>
          </p:cNvPr>
          <p:cNvSpPr>
            <a:spLocks noGrp="1"/>
          </p:cNvSpPr>
          <p:nvPr userDrawn="1">
            <p:ph type="body" sz="quarter" idx="79"/>
          </p:nvPr>
        </p:nvSpPr>
        <p:spPr>
          <a:xfrm>
            <a:off x="6244795"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8" name="Text Placeholder 4">
            <a:extLst>
              <a:ext uri="{FF2B5EF4-FFF2-40B4-BE49-F238E27FC236}">
                <a16:creationId xmlns:a16="http://schemas.microsoft.com/office/drawing/2014/main" id="{B840C516-B24E-8F1C-14AB-3CF7854B6F65}"/>
              </a:ext>
            </a:extLst>
          </p:cNvPr>
          <p:cNvSpPr>
            <a:spLocks noGrp="1"/>
          </p:cNvSpPr>
          <p:nvPr userDrawn="1">
            <p:ph type="body" sz="quarter" idx="80" hasCustomPrompt="1"/>
          </p:nvPr>
        </p:nvSpPr>
        <p:spPr>
          <a:xfrm>
            <a:off x="8162789"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9" name="Text Placeholder 19">
            <a:extLst>
              <a:ext uri="{FF2B5EF4-FFF2-40B4-BE49-F238E27FC236}">
                <a16:creationId xmlns:a16="http://schemas.microsoft.com/office/drawing/2014/main" id="{1E77E456-8543-7F68-A505-6D77959082ED}"/>
              </a:ext>
            </a:extLst>
          </p:cNvPr>
          <p:cNvSpPr>
            <a:spLocks noGrp="1"/>
          </p:cNvSpPr>
          <p:nvPr userDrawn="1">
            <p:ph type="body" sz="quarter" idx="81"/>
          </p:nvPr>
        </p:nvSpPr>
        <p:spPr>
          <a:xfrm>
            <a:off x="8162789"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10" name="Text Placeholder 4">
            <a:extLst>
              <a:ext uri="{FF2B5EF4-FFF2-40B4-BE49-F238E27FC236}">
                <a16:creationId xmlns:a16="http://schemas.microsoft.com/office/drawing/2014/main" id="{428F8515-C48E-9E69-BD69-1ED938C9E189}"/>
              </a:ext>
            </a:extLst>
          </p:cNvPr>
          <p:cNvSpPr>
            <a:spLocks noGrp="1"/>
          </p:cNvSpPr>
          <p:nvPr userDrawn="1">
            <p:ph type="body" sz="quarter" idx="82" hasCustomPrompt="1"/>
          </p:nvPr>
        </p:nvSpPr>
        <p:spPr>
          <a:xfrm>
            <a:off x="10023879" y="5594613"/>
            <a:ext cx="1603981" cy="222250"/>
          </a:xfrm>
          <a:prstGeom prst="rect">
            <a:avLst/>
          </a:prstGeom>
        </p:spPr>
        <p:txBody>
          <a:bodyPr>
            <a:norm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11" name="Text Placeholder 19">
            <a:extLst>
              <a:ext uri="{FF2B5EF4-FFF2-40B4-BE49-F238E27FC236}">
                <a16:creationId xmlns:a16="http://schemas.microsoft.com/office/drawing/2014/main" id="{E132B487-C0C0-302B-7EFB-A6EA4D98AE40}"/>
              </a:ext>
            </a:extLst>
          </p:cNvPr>
          <p:cNvSpPr>
            <a:spLocks noGrp="1"/>
          </p:cNvSpPr>
          <p:nvPr userDrawn="1">
            <p:ph type="body" sz="quarter" idx="83"/>
          </p:nvPr>
        </p:nvSpPr>
        <p:spPr>
          <a:xfrm>
            <a:off x="10023879" y="5925629"/>
            <a:ext cx="1603981" cy="222250"/>
          </a:xfrm>
          <a:prstGeom prst="rect">
            <a:avLst/>
          </a:prstGeom>
        </p:spPr>
        <p:txBody>
          <a:bodyPr>
            <a:norm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43" name="Straight Connector 42">
            <a:extLst>
              <a:ext uri="{FF2B5EF4-FFF2-40B4-BE49-F238E27FC236}">
                <a16:creationId xmlns:a16="http://schemas.microsoft.com/office/drawing/2014/main" id="{808E9798-C7C3-4C70-93A7-507036D2BAFE}"/>
              </a:ext>
            </a:extLst>
          </p:cNvPr>
          <p:cNvCxnSpPr>
            <a:cxnSpLocks noGrp="1" noRot="1" noMove="1" noResize="1" noEditPoints="1" noAdjustHandles="1" noChangeArrowheads="1" noChangeShapeType="1"/>
          </p:cNvCxnSpPr>
          <p:nvPr userDrawn="1"/>
        </p:nvCxnSpPr>
        <p:spPr>
          <a:xfrm>
            <a:off x="2305586" y="2431814"/>
            <a:ext cx="75908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7C3AADEF-4A2C-FD8E-B1D9-C716D172422D}"/>
              </a:ext>
            </a:extLst>
          </p:cNvPr>
          <p:cNvGrpSpPr>
            <a:grpSpLocks noGrp="1" noUngrp="1" noRot="1" noMove="1" noResize="1"/>
          </p:cNvGrpSpPr>
          <p:nvPr userDrawn="1"/>
        </p:nvGrpSpPr>
        <p:grpSpPr>
          <a:xfrm>
            <a:off x="4796042" y="1291429"/>
            <a:ext cx="2628900" cy="1136502"/>
            <a:chOff x="4781550" y="1291430"/>
            <a:chExt cx="2628900" cy="965799"/>
          </a:xfrm>
        </p:grpSpPr>
        <p:sp>
          <p:nvSpPr>
            <p:cNvPr id="45" name="Rectangle 44">
              <a:extLst>
                <a:ext uri="{FF2B5EF4-FFF2-40B4-BE49-F238E27FC236}">
                  <a16:creationId xmlns:a16="http://schemas.microsoft.com/office/drawing/2014/main" id="{2A955883-A8AE-10CA-5059-244992CD9C70}"/>
                </a:ext>
              </a:extLst>
            </p:cNvPr>
            <p:cNvSpPr>
              <a:spLocks noGrp="1" noRot="1" noMove="1" noResize="1" noEditPoints="1" noAdjustHandles="1" noChangeArrowheads="1" noChangeShapeType="1"/>
            </p:cNvSpPr>
            <p:nvPr userDrawn="1"/>
          </p:nvSpPr>
          <p:spPr>
            <a:xfrm>
              <a:off x="4781550" y="1291430"/>
              <a:ext cx="2628900" cy="76358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6A06ADD8-2B1C-54E7-58C3-89B18395D1C6}"/>
                </a:ext>
              </a:extLst>
            </p:cNvPr>
            <p:cNvCxnSpPr>
              <a:cxnSpLocks noGrp="1" noRot="1" noMove="1" noResize="1" noEditPoints="1" noAdjustHandles="1" noChangeArrowheads="1" noChangeShapeType="1"/>
              <a:stCxn id="45" idx="2"/>
            </p:cNvCxnSpPr>
            <p:nvPr userDrawn="1"/>
          </p:nvCxnSpPr>
          <p:spPr>
            <a:xfrm>
              <a:off x="6096000" y="2055017"/>
              <a:ext cx="0" cy="20221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FB4E8EC3-5187-B157-860B-632F7421CE96}"/>
              </a:ext>
            </a:extLst>
          </p:cNvPr>
          <p:cNvGrpSpPr>
            <a:grpSpLocks noGrp="1" noUngrp="1" noRot="1" noMove="1" noResize="1"/>
          </p:cNvGrpSpPr>
          <p:nvPr userDrawn="1"/>
        </p:nvGrpSpPr>
        <p:grpSpPr>
          <a:xfrm>
            <a:off x="949238" y="2427931"/>
            <a:ext cx="2707259" cy="1416009"/>
            <a:chOff x="587375" y="2607469"/>
            <a:chExt cx="2628900" cy="1203324"/>
          </a:xfrm>
        </p:grpSpPr>
        <p:sp>
          <p:nvSpPr>
            <p:cNvPr id="51" name="Rectangle 50">
              <a:extLst>
                <a:ext uri="{FF2B5EF4-FFF2-40B4-BE49-F238E27FC236}">
                  <a16:creationId xmlns:a16="http://schemas.microsoft.com/office/drawing/2014/main" id="{C7F51254-243D-EC98-1EFD-63B681BE22B5}"/>
                </a:ext>
              </a:extLst>
            </p:cNvPr>
            <p:cNvSpPr>
              <a:spLocks noGrp="1" noRot="1" noMove="1" noResize="1" noEditPoints="1" noAdjustHandles="1" noChangeArrowheads="1" noChangeShapeType="1"/>
            </p:cNvSpPr>
            <p:nvPr userDrawn="1"/>
          </p:nvSpPr>
          <p:spPr>
            <a:xfrm>
              <a:off x="587375" y="3047206"/>
              <a:ext cx="2628900" cy="7635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4" name="Straight Connector 53">
              <a:extLst>
                <a:ext uri="{FF2B5EF4-FFF2-40B4-BE49-F238E27FC236}">
                  <a16:creationId xmlns:a16="http://schemas.microsoft.com/office/drawing/2014/main" id="{350E5213-7E32-E138-94ED-C6C1F501E892}"/>
                </a:ext>
              </a:extLst>
            </p:cNvPr>
            <p:cNvCxnSpPr>
              <a:cxnSpLocks noGrp="1" noRot="1" noMove="1" noResize="1" noEditPoints="1" noAdjustHandles="1" noChangeArrowheads="1" noChangeShapeType="1"/>
            </p:cNvCxnSpPr>
            <p:nvPr userDrawn="1"/>
          </p:nvCxnSpPr>
          <p:spPr>
            <a:xfrm>
              <a:off x="1901825"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0B86DE08-07FD-E3C7-2B4D-EBED22C519A0}"/>
              </a:ext>
            </a:extLst>
          </p:cNvPr>
          <p:cNvGrpSpPr>
            <a:grpSpLocks noGrp="1" noUngrp="1" noRot="1" noMove="1" noResize="1"/>
          </p:cNvGrpSpPr>
          <p:nvPr userDrawn="1"/>
        </p:nvGrpSpPr>
        <p:grpSpPr>
          <a:xfrm>
            <a:off x="4760231" y="2427932"/>
            <a:ext cx="2707251" cy="1416009"/>
            <a:chOff x="4781550" y="2607469"/>
            <a:chExt cx="2628900" cy="1203324"/>
          </a:xfrm>
        </p:grpSpPr>
        <p:sp>
          <p:nvSpPr>
            <p:cNvPr id="73" name="Rectangle 72">
              <a:extLst>
                <a:ext uri="{FF2B5EF4-FFF2-40B4-BE49-F238E27FC236}">
                  <a16:creationId xmlns:a16="http://schemas.microsoft.com/office/drawing/2014/main" id="{599EDAF5-AF0B-289A-C180-B5C05903741C}"/>
                </a:ext>
              </a:extLst>
            </p:cNvPr>
            <p:cNvSpPr>
              <a:spLocks noGrp="1" noRot="1" noMove="1" noResize="1" noEditPoints="1" noAdjustHandles="1" noChangeArrowheads="1" noChangeShapeType="1"/>
            </p:cNvSpPr>
            <p:nvPr userDrawn="1"/>
          </p:nvSpPr>
          <p:spPr>
            <a:xfrm>
              <a:off x="4781550" y="3047206"/>
              <a:ext cx="2628900" cy="7635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4" name="Straight Connector 73">
              <a:extLst>
                <a:ext uri="{FF2B5EF4-FFF2-40B4-BE49-F238E27FC236}">
                  <a16:creationId xmlns:a16="http://schemas.microsoft.com/office/drawing/2014/main" id="{C413BFF5-8A55-959C-804D-E1A3059C2233}"/>
                </a:ext>
              </a:extLst>
            </p:cNvPr>
            <p:cNvCxnSpPr>
              <a:cxnSpLocks noGrp="1" noRot="1" noMove="1" noResize="1" noEditPoints="1" noAdjustHandles="1" noChangeArrowheads="1" noChangeShapeType="1"/>
            </p:cNvCxnSpPr>
            <p:nvPr userDrawn="1"/>
          </p:nvCxnSpPr>
          <p:spPr>
            <a:xfrm>
              <a:off x="6096000"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DEF19107-16C6-684A-C1C9-BCD2061C1EFC}"/>
              </a:ext>
            </a:extLst>
          </p:cNvPr>
          <p:cNvGrpSpPr>
            <a:grpSpLocks noGrp="1" noUngrp="1" noRot="1" noMove="1" noResize="1"/>
          </p:cNvGrpSpPr>
          <p:nvPr userDrawn="1"/>
        </p:nvGrpSpPr>
        <p:grpSpPr>
          <a:xfrm>
            <a:off x="8535505" y="2427932"/>
            <a:ext cx="2707259" cy="1416009"/>
            <a:chOff x="9009063" y="2607469"/>
            <a:chExt cx="2628900" cy="1203324"/>
          </a:xfrm>
        </p:grpSpPr>
        <p:sp>
          <p:nvSpPr>
            <p:cNvPr id="77" name="Rectangle 76">
              <a:extLst>
                <a:ext uri="{FF2B5EF4-FFF2-40B4-BE49-F238E27FC236}">
                  <a16:creationId xmlns:a16="http://schemas.microsoft.com/office/drawing/2014/main" id="{B46409AD-F503-5014-DA93-0E29C3D4C144}"/>
                </a:ext>
              </a:extLst>
            </p:cNvPr>
            <p:cNvSpPr>
              <a:spLocks noGrp="1" noRot="1" noMove="1" noResize="1" noEditPoints="1" noAdjustHandles="1" noChangeArrowheads="1" noChangeShapeType="1"/>
            </p:cNvSpPr>
            <p:nvPr userDrawn="1"/>
          </p:nvSpPr>
          <p:spPr>
            <a:xfrm>
              <a:off x="9009063" y="3047206"/>
              <a:ext cx="2628900" cy="7635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8" name="Straight Connector 77">
              <a:extLst>
                <a:ext uri="{FF2B5EF4-FFF2-40B4-BE49-F238E27FC236}">
                  <a16:creationId xmlns:a16="http://schemas.microsoft.com/office/drawing/2014/main" id="{941EB0C3-FDAA-209C-5F1E-869F53CE0820}"/>
                </a:ext>
              </a:extLst>
            </p:cNvPr>
            <p:cNvCxnSpPr>
              <a:cxnSpLocks noGrp="1" noRot="1" noMove="1" noResize="1" noEditPoints="1" noAdjustHandles="1" noChangeArrowheads="1" noChangeShapeType="1"/>
            </p:cNvCxnSpPr>
            <p:nvPr userDrawn="1"/>
          </p:nvCxnSpPr>
          <p:spPr>
            <a:xfrm>
              <a:off x="10323513" y="2607469"/>
              <a:ext cx="0" cy="38417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92" name="Text Placeholder 4">
            <a:extLst>
              <a:ext uri="{FF2B5EF4-FFF2-40B4-BE49-F238E27FC236}">
                <a16:creationId xmlns:a16="http://schemas.microsoft.com/office/drawing/2014/main" id="{DD58C89C-8893-9771-6A5C-A63304D492DC}"/>
              </a:ext>
            </a:extLst>
          </p:cNvPr>
          <p:cNvSpPr>
            <a:spLocks noGrp="1"/>
          </p:cNvSpPr>
          <p:nvPr userDrawn="1">
            <p:ph type="body" sz="quarter" idx="64" hasCustomPrompt="1"/>
          </p:nvPr>
        </p:nvSpPr>
        <p:spPr>
          <a:xfrm>
            <a:off x="4791688" y="1436922"/>
            <a:ext cx="2628900"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3" name="Text Placeholder 19">
            <a:extLst>
              <a:ext uri="{FF2B5EF4-FFF2-40B4-BE49-F238E27FC236}">
                <a16:creationId xmlns:a16="http://schemas.microsoft.com/office/drawing/2014/main" id="{DBB4C404-3A03-2C71-C79D-A946FC6BC3AF}"/>
              </a:ext>
            </a:extLst>
          </p:cNvPr>
          <p:cNvSpPr>
            <a:spLocks noGrp="1"/>
          </p:cNvSpPr>
          <p:nvPr userDrawn="1">
            <p:ph type="body" sz="quarter" idx="65"/>
          </p:nvPr>
        </p:nvSpPr>
        <p:spPr>
          <a:xfrm>
            <a:off x="4791688" y="1776647"/>
            <a:ext cx="2628900"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4" name="Text Placeholder 4">
            <a:extLst>
              <a:ext uri="{FF2B5EF4-FFF2-40B4-BE49-F238E27FC236}">
                <a16:creationId xmlns:a16="http://schemas.microsoft.com/office/drawing/2014/main" id="{75D0DE10-3381-0F15-3DB5-6BA12447704A}"/>
              </a:ext>
            </a:extLst>
          </p:cNvPr>
          <p:cNvSpPr>
            <a:spLocks noGrp="1"/>
          </p:cNvSpPr>
          <p:nvPr userDrawn="1">
            <p:ph type="body" sz="quarter" idx="66" hasCustomPrompt="1"/>
          </p:nvPr>
        </p:nvSpPr>
        <p:spPr>
          <a:xfrm>
            <a:off x="949236" y="3113383"/>
            <a:ext cx="2707255"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5" name="Text Placeholder 19">
            <a:extLst>
              <a:ext uri="{FF2B5EF4-FFF2-40B4-BE49-F238E27FC236}">
                <a16:creationId xmlns:a16="http://schemas.microsoft.com/office/drawing/2014/main" id="{C7DAE72E-9C4E-26D7-632C-BBA4A848509A}"/>
              </a:ext>
            </a:extLst>
          </p:cNvPr>
          <p:cNvSpPr>
            <a:spLocks noGrp="1"/>
          </p:cNvSpPr>
          <p:nvPr userDrawn="1">
            <p:ph type="body" sz="quarter" idx="67"/>
          </p:nvPr>
        </p:nvSpPr>
        <p:spPr>
          <a:xfrm>
            <a:off x="949236" y="3453108"/>
            <a:ext cx="2707255"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6" name="Text Placeholder 4">
            <a:extLst>
              <a:ext uri="{FF2B5EF4-FFF2-40B4-BE49-F238E27FC236}">
                <a16:creationId xmlns:a16="http://schemas.microsoft.com/office/drawing/2014/main" id="{D4FA08A2-4AC4-DCA6-7EB9-C45C955D84A1}"/>
              </a:ext>
            </a:extLst>
          </p:cNvPr>
          <p:cNvSpPr>
            <a:spLocks noGrp="1"/>
          </p:cNvSpPr>
          <p:nvPr userDrawn="1">
            <p:ph type="body" sz="quarter" idx="68" hasCustomPrompt="1"/>
          </p:nvPr>
        </p:nvSpPr>
        <p:spPr>
          <a:xfrm>
            <a:off x="4760225" y="3113383"/>
            <a:ext cx="2707247"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7" name="Text Placeholder 19">
            <a:extLst>
              <a:ext uri="{FF2B5EF4-FFF2-40B4-BE49-F238E27FC236}">
                <a16:creationId xmlns:a16="http://schemas.microsoft.com/office/drawing/2014/main" id="{2C7BCDA3-89F5-8963-0731-D4A825D5767D}"/>
              </a:ext>
            </a:extLst>
          </p:cNvPr>
          <p:cNvSpPr>
            <a:spLocks noGrp="1"/>
          </p:cNvSpPr>
          <p:nvPr userDrawn="1">
            <p:ph type="body" sz="quarter" idx="69"/>
          </p:nvPr>
        </p:nvSpPr>
        <p:spPr>
          <a:xfrm>
            <a:off x="4760225" y="3453108"/>
            <a:ext cx="2707247"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8" name="Text Placeholder 4">
            <a:extLst>
              <a:ext uri="{FF2B5EF4-FFF2-40B4-BE49-F238E27FC236}">
                <a16:creationId xmlns:a16="http://schemas.microsoft.com/office/drawing/2014/main" id="{DC6F6514-B6DC-8741-99EC-4F743C043E26}"/>
              </a:ext>
            </a:extLst>
          </p:cNvPr>
          <p:cNvSpPr>
            <a:spLocks noGrp="1"/>
          </p:cNvSpPr>
          <p:nvPr userDrawn="1">
            <p:ph type="body" sz="quarter" idx="70" hasCustomPrompt="1"/>
          </p:nvPr>
        </p:nvSpPr>
        <p:spPr>
          <a:xfrm>
            <a:off x="8535495" y="3113383"/>
            <a:ext cx="2707247" cy="222250"/>
          </a:xfrm>
          <a:prstGeom prst="rect">
            <a:avLst/>
          </a:prstGeom>
        </p:spPr>
        <p:txBody>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9" name="Text Placeholder 19">
            <a:extLst>
              <a:ext uri="{FF2B5EF4-FFF2-40B4-BE49-F238E27FC236}">
                <a16:creationId xmlns:a16="http://schemas.microsoft.com/office/drawing/2014/main" id="{5AC2AB4C-05B2-8EAB-8655-A305D5E5F1F3}"/>
              </a:ext>
            </a:extLst>
          </p:cNvPr>
          <p:cNvSpPr>
            <a:spLocks noGrp="1"/>
          </p:cNvSpPr>
          <p:nvPr userDrawn="1">
            <p:ph type="body" sz="quarter" idx="71"/>
          </p:nvPr>
        </p:nvSpPr>
        <p:spPr>
          <a:xfrm>
            <a:off x="8535495" y="3453108"/>
            <a:ext cx="2707247" cy="222250"/>
          </a:xfrm>
          <a:prstGeom prst="rect">
            <a:avLst/>
          </a:prstGeom>
        </p:spPr>
        <p:txBody>
          <a:bodyPr/>
          <a:lstStyle>
            <a:lvl1pPr marL="0" indent="0" algn="ctr">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 name="Text Placeholder 8">
            <a:extLst>
              <a:ext uri="{FF2B5EF4-FFF2-40B4-BE49-F238E27FC236}">
                <a16:creationId xmlns:a16="http://schemas.microsoft.com/office/drawing/2014/main" id="{BDCAF1B8-AFEA-6A84-CD75-FC4627431443}"/>
              </a:ext>
            </a:extLst>
          </p:cNvPr>
          <p:cNvSpPr>
            <a:spLocks noGrp="1"/>
          </p:cNvSpPr>
          <p:nvPr>
            <p:ph type="body" sz="quarter" idx="84"/>
          </p:nvPr>
        </p:nvSpPr>
        <p:spPr>
          <a:xfrm>
            <a:off x="587375" y="4066903"/>
            <a:ext cx="3470275" cy="862148"/>
          </a:xfrm>
          <a:prstGeom prst="rect">
            <a:avLst/>
          </a:prstGeom>
        </p:spPr>
        <p:txBody>
          <a:bodyPr lIns="0" tIns="0" rIns="0" bIns="0">
            <a:normAutofit/>
          </a:bodyPr>
          <a:lstStyle>
            <a:lvl1pPr marL="0" indent="0" algn="ctr">
              <a:lnSpc>
                <a:spcPts val="1300"/>
              </a:lnSpc>
              <a:spcBef>
                <a:spcPts val="300"/>
              </a:spcBef>
              <a:buNone/>
              <a:defRPr sz="1100">
                <a:solidFill>
                  <a:schemeClr val="accent5"/>
                </a:solidFill>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Master text styles</a:t>
            </a:r>
            <a:endParaRPr lang="en-ZA" dirty="0"/>
          </a:p>
        </p:txBody>
      </p:sp>
      <p:cxnSp>
        <p:nvCxnSpPr>
          <p:cNvPr id="15" name="Straight Connector 14">
            <a:extLst>
              <a:ext uri="{FF2B5EF4-FFF2-40B4-BE49-F238E27FC236}">
                <a16:creationId xmlns:a16="http://schemas.microsoft.com/office/drawing/2014/main" id="{2A9E609E-8736-926D-5D95-B6D753533996}"/>
              </a:ext>
            </a:extLst>
          </p:cNvPr>
          <p:cNvCxnSpPr>
            <a:cxnSpLocks noGrp="1" noRot="1" noMove="1" noResize="1" noEditPoints="1" noAdjustHandles="1" noChangeArrowheads="1" noChangeShapeType="1"/>
          </p:cNvCxnSpPr>
          <p:nvPr userDrawn="1"/>
        </p:nvCxnSpPr>
        <p:spPr>
          <a:xfrm>
            <a:off x="587374" y="5104148"/>
            <a:ext cx="347027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1523371-FEF9-0629-462F-462858BE8530}"/>
              </a:ext>
            </a:extLst>
          </p:cNvPr>
          <p:cNvCxnSpPr>
            <a:cxnSpLocks noGrp="1" noRot="1" noMove="1" noResize="1" noEditPoints="1" noAdjustHandles="1" noChangeArrowheads="1" noChangeShapeType="1"/>
          </p:cNvCxnSpPr>
          <p:nvPr userDrawn="1"/>
        </p:nvCxnSpPr>
        <p:spPr>
          <a:xfrm>
            <a:off x="4375082" y="5104148"/>
            <a:ext cx="347027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D94E7EA-40A8-6EC3-D7A4-E03B3884C881}"/>
              </a:ext>
            </a:extLst>
          </p:cNvPr>
          <p:cNvCxnSpPr>
            <a:cxnSpLocks noGrp="1" noRot="1" noMove="1" noResize="1" noEditPoints="1" noAdjustHandles="1" noChangeArrowheads="1" noChangeShapeType="1"/>
          </p:cNvCxnSpPr>
          <p:nvPr userDrawn="1"/>
        </p:nvCxnSpPr>
        <p:spPr>
          <a:xfrm>
            <a:off x="8163333" y="5104148"/>
            <a:ext cx="347027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 Placeholder 8">
            <a:extLst>
              <a:ext uri="{FF2B5EF4-FFF2-40B4-BE49-F238E27FC236}">
                <a16:creationId xmlns:a16="http://schemas.microsoft.com/office/drawing/2014/main" id="{4AFFA6A6-8F24-4EAD-722C-11F12DEF5255}"/>
              </a:ext>
            </a:extLst>
          </p:cNvPr>
          <p:cNvSpPr>
            <a:spLocks noGrp="1"/>
          </p:cNvSpPr>
          <p:nvPr>
            <p:ph type="body" sz="quarter" idx="85"/>
          </p:nvPr>
        </p:nvSpPr>
        <p:spPr>
          <a:xfrm>
            <a:off x="4360862" y="4066903"/>
            <a:ext cx="3470275" cy="862148"/>
          </a:xfrm>
          <a:prstGeom prst="rect">
            <a:avLst/>
          </a:prstGeom>
        </p:spPr>
        <p:txBody>
          <a:bodyPr lIns="0" tIns="0" rIns="0" bIns="0">
            <a:normAutofit/>
          </a:bodyPr>
          <a:lstStyle>
            <a:lvl1pPr marL="0" indent="0" algn="ctr">
              <a:lnSpc>
                <a:spcPts val="1300"/>
              </a:lnSpc>
              <a:spcBef>
                <a:spcPts val="300"/>
              </a:spcBef>
              <a:buNone/>
              <a:defRPr sz="1100">
                <a:solidFill>
                  <a:schemeClr val="accent5"/>
                </a:solidFill>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Master text styles</a:t>
            </a:r>
            <a:endParaRPr lang="en-ZA" dirty="0"/>
          </a:p>
        </p:txBody>
      </p:sp>
      <p:sp>
        <p:nvSpPr>
          <p:cNvPr id="22" name="Text Placeholder 8">
            <a:extLst>
              <a:ext uri="{FF2B5EF4-FFF2-40B4-BE49-F238E27FC236}">
                <a16:creationId xmlns:a16="http://schemas.microsoft.com/office/drawing/2014/main" id="{34210CF0-5266-6C99-D258-C4BBB6AAA89F}"/>
              </a:ext>
            </a:extLst>
          </p:cNvPr>
          <p:cNvSpPr>
            <a:spLocks noGrp="1"/>
          </p:cNvSpPr>
          <p:nvPr>
            <p:ph type="body" sz="quarter" idx="86"/>
          </p:nvPr>
        </p:nvSpPr>
        <p:spPr>
          <a:xfrm>
            <a:off x="8163334" y="4066903"/>
            <a:ext cx="3470275" cy="862148"/>
          </a:xfrm>
          <a:prstGeom prst="rect">
            <a:avLst/>
          </a:prstGeom>
        </p:spPr>
        <p:txBody>
          <a:bodyPr lIns="0" tIns="0" rIns="0" bIns="0">
            <a:normAutofit/>
          </a:bodyPr>
          <a:lstStyle>
            <a:lvl1pPr marL="0" indent="0" algn="ctr">
              <a:lnSpc>
                <a:spcPts val="1300"/>
              </a:lnSpc>
              <a:spcBef>
                <a:spcPts val="300"/>
              </a:spcBef>
              <a:buNone/>
              <a:defRPr sz="1100">
                <a:solidFill>
                  <a:schemeClr val="accent5"/>
                </a:solidFill>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Master text styles</a:t>
            </a:r>
            <a:endParaRPr lang="en-ZA" dirty="0"/>
          </a:p>
        </p:txBody>
      </p:sp>
    </p:spTree>
    <p:extLst>
      <p:ext uri="{BB962C8B-B14F-4D97-AF65-F5344CB8AC3E}">
        <p14:creationId xmlns:p14="http://schemas.microsoft.com/office/powerpoint/2010/main" val="311017279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P07 | 7_BESPOKE: ONE HEAD + Org Chart">
    <p:spTree>
      <p:nvGrpSpPr>
        <p:cNvPr id="1" name=""/>
        <p:cNvGrpSpPr/>
        <p:nvPr/>
      </p:nvGrpSpPr>
      <p:grpSpPr>
        <a:xfrm>
          <a:off x="0" y="0"/>
          <a:ext cx="0" cy="0"/>
          <a:chOff x="0" y="0"/>
          <a:chExt cx="0" cy="0"/>
        </a:xfrm>
      </p:grpSpPr>
      <p:grpSp>
        <p:nvGrpSpPr>
          <p:cNvPr id="171" name="Group 170">
            <a:extLst>
              <a:ext uri="{FF2B5EF4-FFF2-40B4-BE49-F238E27FC236}">
                <a16:creationId xmlns:a16="http://schemas.microsoft.com/office/drawing/2014/main" id="{26F5352D-ADE6-6C54-C40E-BE08B62492CC}"/>
              </a:ext>
            </a:extLst>
          </p:cNvPr>
          <p:cNvGrpSpPr>
            <a:grpSpLocks noGrp="1" noUngrp="1" noRot="1" noMove="1" noResize="1"/>
          </p:cNvGrpSpPr>
          <p:nvPr userDrawn="1"/>
        </p:nvGrpSpPr>
        <p:grpSpPr>
          <a:xfrm>
            <a:off x="4796042" y="3715839"/>
            <a:ext cx="2543893" cy="804263"/>
            <a:chOff x="4796042" y="3715839"/>
            <a:chExt cx="2543893" cy="804263"/>
          </a:xfrm>
        </p:grpSpPr>
        <p:sp>
          <p:nvSpPr>
            <p:cNvPr id="144" name="Rectangle 143">
              <a:extLst>
                <a:ext uri="{FF2B5EF4-FFF2-40B4-BE49-F238E27FC236}">
                  <a16:creationId xmlns:a16="http://schemas.microsoft.com/office/drawing/2014/main" id="{FBD7FA8E-9D2E-D163-2226-5FAA2F9929D9}"/>
                </a:ext>
              </a:extLst>
            </p:cNvPr>
            <p:cNvSpPr>
              <a:spLocks noGrp="1" noRot="1" noMove="1" noResize="1" noEditPoints="1" noAdjustHandles="1" noChangeArrowheads="1" noChangeShapeType="1"/>
            </p:cNvSpPr>
            <p:nvPr userDrawn="1"/>
          </p:nvSpPr>
          <p:spPr>
            <a:xfrm>
              <a:off x="4796042" y="3715839"/>
              <a:ext cx="2543893" cy="6159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52" name="Straight Connector 151">
              <a:extLst>
                <a:ext uri="{FF2B5EF4-FFF2-40B4-BE49-F238E27FC236}">
                  <a16:creationId xmlns:a16="http://schemas.microsoft.com/office/drawing/2014/main" id="{C19CE5C6-BB32-008E-CB16-64D00C1B3542}"/>
                </a:ext>
              </a:extLst>
            </p:cNvPr>
            <p:cNvCxnSpPr>
              <a:cxnSpLocks noGrp="1" noRot="1" noMove="1" noResize="1" noEditPoints="1" noAdjustHandles="1" noChangeArrowheads="1" noChangeShapeType="1"/>
            </p:cNvCxnSpPr>
            <p:nvPr userDrawn="1"/>
          </p:nvCxnSpPr>
          <p:spPr>
            <a:xfrm>
              <a:off x="6110491" y="4331011"/>
              <a:ext cx="0" cy="18909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162" name="Group 161">
            <a:extLst>
              <a:ext uri="{FF2B5EF4-FFF2-40B4-BE49-F238E27FC236}">
                <a16:creationId xmlns:a16="http://schemas.microsoft.com/office/drawing/2014/main" id="{B7875319-FD2A-1C6E-1DA3-A0EB89CD8B9C}"/>
              </a:ext>
            </a:extLst>
          </p:cNvPr>
          <p:cNvGrpSpPr>
            <a:grpSpLocks noGrp="1" noUngrp="1" noRot="1" noMove="1" noResize="1"/>
          </p:cNvGrpSpPr>
          <p:nvPr userDrawn="1"/>
        </p:nvGrpSpPr>
        <p:grpSpPr>
          <a:xfrm>
            <a:off x="592524" y="2194560"/>
            <a:ext cx="2543893" cy="984070"/>
            <a:chOff x="592524" y="2194560"/>
            <a:chExt cx="2543893" cy="984070"/>
          </a:xfrm>
        </p:grpSpPr>
        <p:sp>
          <p:nvSpPr>
            <p:cNvPr id="62" name="Rectangle 61">
              <a:extLst>
                <a:ext uri="{FF2B5EF4-FFF2-40B4-BE49-F238E27FC236}">
                  <a16:creationId xmlns:a16="http://schemas.microsoft.com/office/drawing/2014/main" id="{02808B14-296D-3966-7CD7-6E7AFB3DE0FD}"/>
                </a:ext>
              </a:extLst>
            </p:cNvPr>
            <p:cNvSpPr>
              <a:spLocks noGrp="1" noRot="1" noMove="1" noResize="1" noEditPoints="1" noAdjustHandles="1" noChangeArrowheads="1" noChangeShapeType="1"/>
            </p:cNvSpPr>
            <p:nvPr userDrawn="1"/>
          </p:nvSpPr>
          <p:spPr>
            <a:xfrm>
              <a:off x="592524" y="2562706"/>
              <a:ext cx="2543893" cy="6159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3" name="Straight Connector 62">
              <a:extLst>
                <a:ext uri="{FF2B5EF4-FFF2-40B4-BE49-F238E27FC236}">
                  <a16:creationId xmlns:a16="http://schemas.microsoft.com/office/drawing/2014/main" id="{88211956-B1BD-0A66-0630-9AD3AC27BCBF}"/>
                </a:ext>
              </a:extLst>
            </p:cNvPr>
            <p:cNvCxnSpPr>
              <a:cxnSpLocks noGrp="1" noRot="1" noMove="1" noResize="1" noEditPoints="1" noAdjustHandles="1" noChangeArrowheads="1" noChangeShapeType="1"/>
            </p:cNvCxnSpPr>
            <p:nvPr userDrawn="1"/>
          </p:nvCxnSpPr>
          <p:spPr>
            <a:xfrm>
              <a:off x="1864471"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6A8F5517-390C-C321-CD3D-E0A18F2D9854}"/>
              </a:ext>
            </a:extLst>
          </p:cNvPr>
          <p:cNvGrpSpPr>
            <a:grpSpLocks noGrp="1" noUngrp="1" noRot="1" noMove="1" noResize="1"/>
          </p:cNvGrpSpPr>
          <p:nvPr userDrawn="1"/>
        </p:nvGrpSpPr>
        <p:grpSpPr>
          <a:xfrm>
            <a:off x="3426898" y="2194560"/>
            <a:ext cx="2543893" cy="984070"/>
            <a:chOff x="3426898" y="2194560"/>
            <a:chExt cx="2543893" cy="984070"/>
          </a:xfrm>
        </p:grpSpPr>
        <p:sp>
          <p:nvSpPr>
            <p:cNvPr id="129" name="Rectangle 128">
              <a:extLst>
                <a:ext uri="{FF2B5EF4-FFF2-40B4-BE49-F238E27FC236}">
                  <a16:creationId xmlns:a16="http://schemas.microsoft.com/office/drawing/2014/main" id="{2CD608DD-9FDB-7CF8-7A89-A492B7C1A880}"/>
                </a:ext>
              </a:extLst>
            </p:cNvPr>
            <p:cNvSpPr>
              <a:spLocks noGrp="1" noRot="1" noMove="1" noResize="1" noEditPoints="1" noAdjustHandles="1" noChangeArrowheads="1" noChangeShapeType="1"/>
            </p:cNvSpPr>
            <p:nvPr userDrawn="1"/>
          </p:nvSpPr>
          <p:spPr>
            <a:xfrm>
              <a:off x="3426898" y="2562706"/>
              <a:ext cx="2543893" cy="6159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30" name="Straight Connector 129">
              <a:extLst>
                <a:ext uri="{FF2B5EF4-FFF2-40B4-BE49-F238E27FC236}">
                  <a16:creationId xmlns:a16="http://schemas.microsoft.com/office/drawing/2014/main" id="{65E18631-6632-B241-B72B-A44000945C5B}"/>
                </a:ext>
              </a:extLst>
            </p:cNvPr>
            <p:cNvCxnSpPr>
              <a:cxnSpLocks noGrp="1" noRot="1" noMove="1" noResize="1" noEditPoints="1" noAdjustHandles="1" noChangeArrowheads="1" noChangeShapeType="1"/>
            </p:cNvCxnSpPr>
            <p:nvPr userDrawn="1"/>
          </p:nvCxnSpPr>
          <p:spPr>
            <a:xfrm>
              <a:off x="4698845"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4" name="Group 163">
            <a:extLst>
              <a:ext uri="{FF2B5EF4-FFF2-40B4-BE49-F238E27FC236}">
                <a16:creationId xmlns:a16="http://schemas.microsoft.com/office/drawing/2014/main" id="{86EAC3C9-112D-C51B-096D-D58D977C92CE}"/>
              </a:ext>
            </a:extLst>
          </p:cNvPr>
          <p:cNvGrpSpPr>
            <a:grpSpLocks noGrp="1" noUngrp="1" noRot="1" noMove="1" noResize="1"/>
          </p:cNvGrpSpPr>
          <p:nvPr userDrawn="1"/>
        </p:nvGrpSpPr>
        <p:grpSpPr>
          <a:xfrm>
            <a:off x="6261273" y="2194560"/>
            <a:ext cx="2543893" cy="984070"/>
            <a:chOff x="6261273" y="2194560"/>
            <a:chExt cx="2543893" cy="984070"/>
          </a:xfrm>
        </p:grpSpPr>
        <p:sp>
          <p:nvSpPr>
            <p:cNvPr id="134" name="Rectangle 133">
              <a:extLst>
                <a:ext uri="{FF2B5EF4-FFF2-40B4-BE49-F238E27FC236}">
                  <a16:creationId xmlns:a16="http://schemas.microsoft.com/office/drawing/2014/main" id="{25F1AF11-9F6A-C92E-F049-1F7359284DCC}"/>
                </a:ext>
              </a:extLst>
            </p:cNvPr>
            <p:cNvSpPr>
              <a:spLocks noGrp="1" noRot="1" noMove="1" noResize="1" noEditPoints="1" noAdjustHandles="1" noChangeArrowheads="1" noChangeShapeType="1"/>
            </p:cNvSpPr>
            <p:nvPr userDrawn="1"/>
          </p:nvSpPr>
          <p:spPr>
            <a:xfrm>
              <a:off x="6261273" y="2562706"/>
              <a:ext cx="2543893" cy="6159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35" name="Straight Connector 134">
              <a:extLst>
                <a:ext uri="{FF2B5EF4-FFF2-40B4-BE49-F238E27FC236}">
                  <a16:creationId xmlns:a16="http://schemas.microsoft.com/office/drawing/2014/main" id="{B70B254E-98C4-D73C-674F-9E71600075F7}"/>
                </a:ext>
              </a:extLst>
            </p:cNvPr>
            <p:cNvCxnSpPr>
              <a:cxnSpLocks noGrp="1" noRot="1" noMove="1" noResize="1" noEditPoints="1" noAdjustHandles="1" noChangeArrowheads="1" noChangeShapeType="1"/>
            </p:cNvCxnSpPr>
            <p:nvPr userDrawn="1"/>
          </p:nvCxnSpPr>
          <p:spPr>
            <a:xfrm>
              <a:off x="7533220"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AB84C03-8AAA-1E1A-2D03-9F996D34743D}"/>
              </a:ext>
            </a:extLst>
          </p:cNvPr>
          <p:cNvSpPr>
            <a:spLocks noGrp="1" noRot="1" noMove="1" noResize="1" noEditPoints="1" noAdjustHandles="1" noChangeArrowheads="1" noChangeShapeType="1"/>
          </p:cNvSpPr>
          <p:nvPr userDrawn="1"/>
        </p:nvSpPr>
        <p:spPr>
          <a:xfrm>
            <a:off x="4796042" y="1291429"/>
            <a:ext cx="2628900" cy="71404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0" name="Straight Connector 9">
            <a:extLst>
              <a:ext uri="{FF2B5EF4-FFF2-40B4-BE49-F238E27FC236}">
                <a16:creationId xmlns:a16="http://schemas.microsoft.com/office/drawing/2014/main" id="{F29F2630-1F73-04AB-FC56-E778DF078283}"/>
              </a:ext>
            </a:extLst>
          </p:cNvPr>
          <p:cNvCxnSpPr>
            <a:cxnSpLocks noGrp="1" noRot="1" noMove="1" noResize="1" noEditPoints="1" noAdjustHandles="1" noChangeArrowheads="1" noChangeShapeType="1"/>
            <a:stCxn id="8" idx="2"/>
          </p:cNvCxnSpPr>
          <p:nvPr userDrawn="1"/>
        </p:nvCxnSpPr>
        <p:spPr>
          <a:xfrm>
            <a:off x="6110492" y="2005469"/>
            <a:ext cx="0" cy="1608588"/>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 Placeholder 4">
            <a:extLst>
              <a:ext uri="{FF2B5EF4-FFF2-40B4-BE49-F238E27FC236}">
                <a16:creationId xmlns:a16="http://schemas.microsoft.com/office/drawing/2014/main" id="{F8346E9F-C2B0-715F-0054-A23E2EA1F743}"/>
              </a:ext>
            </a:extLst>
          </p:cNvPr>
          <p:cNvSpPr>
            <a:spLocks noGrp="1"/>
          </p:cNvSpPr>
          <p:nvPr userDrawn="1">
            <p:ph type="body" sz="quarter" idx="64" hasCustomPrompt="1"/>
          </p:nvPr>
        </p:nvSpPr>
        <p:spPr>
          <a:xfrm>
            <a:off x="4791688" y="1566680"/>
            <a:ext cx="2628900" cy="152349"/>
          </a:xfrm>
          <a:prstGeom prst="rect">
            <a:avLst/>
          </a:prstGeom>
        </p:spPr>
        <p:txBody>
          <a:bodyPr tIns="0" bIns="0" anchor="ctr" anchorCtr="0">
            <a:spAutoFit/>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7" name="Text Placeholder 4">
            <a:extLst>
              <a:ext uri="{FF2B5EF4-FFF2-40B4-BE49-F238E27FC236}">
                <a16:creationId xmlns:a16="http://schemas.microsoft.com/office/drawing/2014/main" id="{29547B79-B9BF-F199-24C8-6A429765466D}"/>
              </a:ext>
            </a:extLst>
          </p:cNvPr>
          <p:cNvSpPr>
            <a:spLocks noGrp="1"/>
          </p:cNvSpPr>
          <p:nvPr userDrawn="1">
            <p:ph type="body" sz="quarter" idx="66" hasCustomPrompt="1"/>
          </p:nvPr>
        </p:nvSpPr>
        <p:spPr>
          <a:xfrm>
            <a:off x="588170" y="2799152"/>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1" name="Text Placeholder 4">
            <a:extLst>
              <a:ext uri="{FF2B5EF4-FFF2-40B4-BE49-F238E27FC236}">
                <a16:creationId xmlns:a16="http://schemas.microsoft.com/office/drawing/2014/main" id="{F54691CD-BDE2-1543-6803-9A3B9C7A1A72}"/>
              </a:ext>
            </a:extLst>
          </p:cNvPr>
          <p:cNvSpPr>
            <a:spLocks noGrp="1"/>
          </p:cNvSpPr>
          <p:nvPr userDrawn="1">
            <p:ph type="body" sz="quarter" idx="68" hasCustomPrompt="1"/>
          </p:nvPr>
        </p:nvSpPr>
        <p:spPr>
          <a:xfrm>
            <a:off x="3431057" y="2799152"/>
            <a:ext cx="253973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6" name="Text Placeholder 4">
            <a:extLst>
              <a:ext uri="{FF2B5EF4-FFF2-40B4-BE49-F238E27FC236}">
                <a16:creationId xmlns:a16="http://schemas.microsoft.com/office/drawing/2014/main" id="{FA2E12F6-35BE-FEF2-753F-D90A586CA292}"/>
              </a:ext>
            </a:extLst>
          </p:cNvPr>
          <p:cNvSpPr>
            <a:spLocks noGrp="1"/>
          </p:cNvSpPr>
          <p:nvPr userDrawn="1">
            <p:ph type="body" sz="quarter" idx="70" hasCustomPrompt="1"/>
          </p:nvPr>
        </p:nvSpPr>
        <p:spPr>
          <a:xfrm>
            <a:off x="6256240" y="2799152"/>
            <a:ext cx="254389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65" name="Group 164">
            <a:extLst>
              <a:ext uri="{FF2B5EF4-FFF2-40B4-BE49-F238E27FC236}">
                <a16:creationId xmlns:a16="http://schemas.microsoft.com/office/drawing/2014/main" id="{B2955C14-858E-E693-6FC7-ACD34B667915}"/>
              </a:ext>
            </a:extLst>
          </p:cNvPr>
          <p:cNvGrpSpPr>
            <a:grpSpLocks noGrp="1" noUngrp="1" noRot="1" noMove="1" noResize="1"/>
          </p:cNvGrpSpPr>
          <p:nvPr userDrawn="1"/>
        </p:nvGrpSpPr>
        <p:grpSpPr>
          <a:xfrm>
            <a:off x="9095647" y="2194560"/>
            <a:ext cx="2543893" cy="984070"/>
            <a:chOff x="9095647" y="2194560"/>
            <a:chExt cx="2543893" cy="984070"/>
          </a:xfrm>
        </p:grpSpPr>
        <p:sp>
          <p:nvSpPr>
            <p:cNvPr id="139" name="Rectangle 138">
              <a:extLst>
                <a:ext uri="{FF2B5EF4-FFF2-40B4-BE49-F238E27FC236}">
                  <a16:creationId xmlns:a16="http://schemas.microsoft.com/office/drawing/2014/main" id="{E57FCB60-9838-BBAB-A00C-4C55B7ACF715}"/>
                </a:ext>
              </a:extLst>
            </p:cNvPr>
            <p:cNvSpPr>
              <a:spLocks noGrp="1" noRot="1" noMove="1" noResize="1" noEditPoints="1" noAdjustHandles="1" noChangeArrowheads="1" noChangeShapeType="1"/>
            </p:cNvSpPr>
            <p:nvPr userDrawn="1"/>
          </p:nvSpPr>
          <p:spPr>
            <a:xfrm>
              <a:off x="9095647" y="2562706"/>
              <a:ext cx="2543893" cy="6159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40" name="Straight Connector 139">
              <a:extLst>
                <a:ext uri="{FF2B5EF4-FFF2-40B4-BE49-F238E27FC236}">
                  <a16:creationId xmlns:a16="http://schemas.microsoft.com/office/drawing/2014/main" id="{DF23C781-BBE5-90BA-9351-48E69A92BA50}"/>
                </a:ext>
              </a:extLst>
            </p:cNvPr>
            <p:cNvCxnSpPr>
              <a:cxnSpLocks noGrp="1" noRot="1" noMove="1" noResize="1" noEditPoints="1" noAdjustHandles="1" noChangeArrowheads="1" noChangeShapeType="1"/>
            </p:cNvCxnSpPr>
            <p:nvPr userDrawn="1"/>
          </p:nvCxnSpPr>
          <p:spPr>
            <a:xfrm>
              <a:off x="10367594"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1" name="Text Placeholder 4">
            <a:extLst>
              <a:ext uri="{FF2B5EF4-FFF2-40B4-BE49-F238E27FC236}">
                <a16:creationId xmlns:a16="http://schemas.microsoft.com/office/drawing/2014/main" id="{BDA8386E-1730-83C9-D5BB-84EF3351D05F}"/>
              </a:ext>
            </a:extLst>
          </p:cNvPr>
          <p:cNvSpPr>
            <a:spLocks noGrp="1"/>
          </p:cNvSpPr>
          <p:nvPr userDrawn="1">
            <p:ph type="body" sz="quarter" idx="72" hasCustomPrompt="1"/>
          </p:nvPr>
        </p:nvSpPr>
        <p:spPr>
          <a:xfrm>
            <a:off x="9095647" y="2790796"/>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45" name="Text Placeholder 4">
            <a:extLst>
              <a:ext uri="{FF2B5EF4-FFF2-40B4-BE49-F238E27FC236}">
                <a16:creationId xmlns:a16="http://schemas.microsoft.com/office/drawing/2014/main" id="{3BFBD9B4-C5B4-4A11-A24A-701755FF55F1}"/>
              </a:ext>
            </a:extLst>
          </p:cNvPr>
          <p:cNvSpPr>
            <a:spLocks noGrp="1"/>
          </p:cNvSpPr>
          <p:nvPr userDrawn="1">
            <p:ph type="body" sz="quarter" idx="73" hasCustomPrompt="1"/>
          </p:nvPr>
        </p:nvSpPr>
        <p:spPr>
          <a:xfrm>
            <a:off x="4791683" y="3953054"/>
            <a:ext cx="2543893" cy="152349"/>
          </a:xfrm>
          <a:prstGeom prst="rect">
            <a:avLst/>
          </a:prstGeom>
        </p:spPr>
        <p:txBody>
          <a:bodyPr tIns="0" bIns="0" anchor="ctr" anchorCtr="0">
            <a:spAutoFit/>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67" name="Group 166">
            <a:extLst>
              <a:ext uri="{FF2B5EF4-FFF2-40B4-BE49-F238E27FC236}">
                <a16:creationId xmlns:a16="http://schemas.microsoft.com/office/drawing/2014/main" id="{8BE25413-DDD9-7104-679C-926D497D47B2}"/>
              </a:ext>
            </a:extLst>
          </p:cNvPr>
          <p:cNvGrpSpPr>
            <a:grpSpLocks noGrp="1" noUngrp="1" noRot="1" noMove="1" noResize="1"/>
          </p:cNvGrpSpPr>
          <p:nvPr userDrawn="1"/>
        </p:nvGrpSpPr>
        <p:grpSpPr>
          <a:xfrm>
            <a:off x="592523" y="4520102"/>
            <a:ext cx="2543893" cy="984070"/>
            <a:chOff x="592523" y="4520102"/>
            <a:chExt cx="2543893" cy="984070"/>
          </a:xfrm>
        </p:grpSpPr>
        <p:sp>
          <p:nvSpPr>
            <p:cNvPr id="146" name="Rectangle 145">
              <a:extLst>
                <a:ext uri="{FF2B5EF4-FFF2-40B4-BE49-F238E27FC236}">
                  <a16:creationId xmlns:a16="http://schemas.microsoft.com/office/drawing/2014/main" id="{E1A0049A-074B-6336-5C21-FA444A063AC1}"/>
                </a:ext>
              </a:extLst>
            </p:cNvPr>
            <p:cNvSpPr>
              <a:spLocks noGrp="1" noRot="1" noMove="1" noResize="1" noEditPoints="1" noAdjustHandles="1" noChangeArrowheads="1" noChangeShapeType="1"/>
            </p:cNvSpPr>
            <p:nvPr userDrawn="1"/>
          </p:nvSpPr>
          <p:spPr>
            <a:xfrm>
              <a:off x="592523"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47" name="Straight Connector 146">
              <a:extLst>
                <a:ext uri="{FF2B5EF4-FFF2-40B4-BE49-F238E27FC236}">
                  <a16:creationId xmlns:a16="http://schemas.microsoft.com/office/drawing/2014/main" id="{0AD948A9-A266-0B31-B20C-82D95935F9A2}"/>
                </a:ext>
              </a:extLst>
            </p:cNvPr>
            <p:cNvCxnSpPr>
              <a:cxnSpLocks noGrp="1" noRot="1" noMove="1" noResize="1" noEditPoints="1" noAdjustHandles="1" noChangeArrowheads="1" noChangeShapeType="1"/>
            </p:cNvCxnSpPr>
            <p:nvPr userDrawn="1"/>
          </p:nvCxnSpPr>
          <p:spPr>
            <a:xfrm>
              <a:off x="1864470" y="4520102"/>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8" name="Group 167">
            <a:extLst>
              <a:ext uri="{FF2B5EF4-FFF2-40B4-BE49-F238E27FC236}">
                <a16:creationId xmlns:a16="http://schemas.microsoft.com/office/drawing/2014/main" id="{BE489ACB-DBFB-7C51-1589-066DF5CA7B95}"/>
              </a:ext>
            </a:extLst>
          </p:cNvPr>
          <p:cNvGrpSpPr>
            <a:grpSpLocks noGrp="1" noUngrp="1" noRot="1" noMove="1" noResize="1"/>
          </p:cNvGrpSpPr>
          <p:nvPr userDrawn="1"/>
        </p:nvGrpSpPr>
        <p:grpSpPr>
          <a:xfrm>
            <a:off x="3426897" y="4520102"/>
            <a:ext cx="2543893" cy="984070"/>
            <a:chOff x="3426897" y="4520102"/>
            <a:chExt cx="2543893" cy="984070"/>
          </a:xfrm>
        </p:grpSpPr>
        <p:sp>
          <p:nvSpPr>
            <p:cNvPr id="148" name="Rectangle 147">
              <a:extLst>
                <a:ext uri="{FF2B5EF4-FFF2-40B4-BE49-F238E27FC236}">
                  <a16:creationId xmlns:a16="http://schemas.microsoft.com/office/drawing/2014/main" id="{82E43D0C-3DEF-E33C-01EC-8CD8348EC9B5}"/>
                </a:ext>
              </a:extLst>
            </p:cNvPr>
            <p:cNvSpPr>
              <a:spLocks noGrp="1" noRot="1" noMove="1" noResize="1" noEditPoints="1" noAdjustHandles="1" noChangeArrowheads="1" noChangeShapeType="1"/>
            </p:cNvSpPr>
            <p:nvPr userDrawn="1"/>
          </p:nvSpPr>
          <p:spPr>
            <a:xfrm>
              <a:off x="3426897"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49" name="Straight Connector 148">
              <a:extLst>
                <a:ext uri="{FF2B5EF4-FFF2-40B4-BE49-F238E27FC236}">
                  <a16:creationId xmlns:a16="http://schemas.microsoft.com/office/drawing/2014/main" id="{D5BFD9ED-97EA-83A8-5FFE-D213D9AE5BB5}"/>
                </a:ext>
              </a:extLst>
            </p:cNvPr>
            <p:cNvCxnSpPr>
              <a:cxnSpLocks noGrp="1" noRot="1" noMove="1" noResize="1" noEditPoints="1" noAdjustHandles="1" noChangeArrowheads="1" noChangeShapeType="1"/>
            </p:cNvCxnSpPr>
            <p:nvPr userDrawn="1"/>
          </p:nvCxnSpPr>
          <p:spPr>
            <a:xfrm>
              <a:off x="4698844" y="4520102"/>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9" name="Group 168">
            <a:extLst>
              <a:ext uri="{FF2B5EF4-FFF2-40B4-BE49-F238E27FC236}">
                <a16:creationId xmlns:a16="http://schemas.microsoft.com/office/drawing/2014/main" id="{EDA80BED-54A4-87E8-0566-C138CE9BBEE2}"/>
              </a:ext>
            </a:extLst>
          </p:cNvPr>
          <p:cNvGrpSpPr>
            <a:grpSpLocks noGrp="1" noUngrp="1" noRot="1" noMove="1" noResize="1"/>
          </p:cNvGrpSpPr>
          <p:nvPr userDrawn="1"/>
        </p:nvGrpSpPr>
        <p:grpSpPr>
          <a:xfrm>
            <a:off x="6261272" y="4520102"/>
            <a:ext cx="2543893" cy="984070"/>
            <a:chOff x="6261272" y="4520102"/>
            <a:chExt cx="2543893" cy="984070"/>
          </a:xfrm>
        </p:grpSpPr>
        <p:sp>
          <p:nvSpPr>
            <p:cNvPr id="150" name="Rectangle 149">
              <a:extLst>
                <a:ext uri="{FF2B5EF4-FFF2-40B4-BE49-F238E27FC236}">
                  <a16:creationId xmlns:a16="http://schemas.microsoft.com/office/drawing/2014/main" id="{EF87412E-AEBE-F296-1CBD-D08ABFA50357}"/>
                </a:ext>
              </a:extLst>
            </p:cNvPr>
            <p:cNvSpPr>
              <a:spLocks noGrp="1" noRot="1" noMove="1" noResize="1" noEditPoints="1" noAdjustHandles="1" noChangeArrowheads="1" noChangeShapeType="1"/>
            </p:cNvSpPr>
            <p:nvPr userDrawn="1"/>
          </p:nvSpPr>
          <p:spPr>
            <a:xfrm>
              <a:off x="6261272"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51" name="Straight Connector 150">
              <a:extLst>
                <a:ext uri="{FF2B5EF4-FFF2-40B4-BE49-F238E27FC236}">
                  <a16:creationId xmlns:a16="http://schemas.microsoft.com/office/drawing/2014/main" id="{3966F122-ADBA-34AC-2EFD-C8FCDB20A2D6}"/>
                </a:ext>
              </a:extLst>
            </p:cNvPr>
            <p:cNvCxnSpPr>
              <a:cxnSpLocks noGrp="1" noRot="1" noMove="1" noResize="1" noEditPoints="1" noAdjustHandles="1" noChangeArrowheads="1" noChangeShapeType="1"/>
            </p:cNvCxnSpPr>
            <p:nvPr userDrawn="1"/>
          </p:nvCxnSpPr>
          <p:spPr>
            <a:xfrm>
              <a:off x="7533219" y="4520102"/>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3" name="Text Placeholder 4">
            <a:extLst>
              <a:ext uri="{FF2B5EF4-FFF2-40B4-BE49-F238E27FC236}">
                <a16:creationId xmlns:a16="http://schemas.microsoft.com/office/drawing/2014/main" id="{95DDDCE6-CE8D-1C30-D433-8A61001496EA}"/>
              </a:ext>
            </a:extLst>
          </p:cNvPr>
          <p:cNvSpPr>
            <a:spLocks noGrp="1"/>
          </p:cNvSpPr>
          <p:nvPr>
            <p:ph type="body" sz="quarter" idx="74" hasCustomPrompt="1"/>
          </p:nvPr>
        </p:nvSpPr>
        <p:spPr>
          <a:xfrm>
            <a:off x="588169" y="5124694"/>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4" name="Text Placeholder 4">
            <a:extLst>
              <a:ext uri="{FF2B5EF4-FFF2-40B4-BE49-F238E27FC236}">
                <a16:creationId xmlns:a16="http://schemas.microsoft.com/office/drawing/2014/main" id="{82058BE3-05A3-328D-A60E-84EEF8B1CA07}"/>
              </a:ext>
            </a:extLst>
          </p:cNvPr>
          <p:cNvSpPr>
            <a:spLocks noGrp="1"/>
          </p:cNvSpPr>
          <p:nvPr>
            <p:ph type="body" sz="quarter" idx="75" hasCustomPrompt="1"/>
          </p:nvPr>
        </p:nvSpPr>
        <p:spPr>
          <a:xfrm>
            <a:off x="3431056" y="5124694"/>
            <a:ext cx="253973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5" name="Text Placeholder 4">
            <a:extLst>
              <a:ext uri="{FF2B5EF4-FFF2-40B4-BE49-F238E27FC236}">
                <a16:creationId xmlns:a16="http://schemas.microsoft.com/office/drawing/2014/main" id="{C1BCE5B6-FCD4-576A-242B-2ABAC7AE5EC0}"/>
              </a:ext>
            </a:extLst>
          </p:cNvPr>
          <p:cNvSpPr>
            <a:spLocks noGrp="1"/>
          </p:cNvSpPr>
          <p:nvPr>
            <p:ph type="body" sz="quarter" idx="76" hasCustomPrompt="1"/>
          </p:nvPr>
        </p:nvSpPr>
        <p:spPr>
          <a:xfrm>
            <a:off x="6256239" y="5124694"/>
            <a:ext cx="254389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70" name="Group 169">
            <a:extLst>
              <a:ext uri="{FF2B5EF4-FFF2-40B4-BE49-F238E27FC236}">
                <a16:creationId xmlns:a16="http://schemas.microsoft.com/office/drawing/2014/main" id="{248251EA-8239-A961-182B-ED7C9D933472}"/>
              </a:ext>
            </a:extLst>
          </p:cNvPr>
          <p:cNvGrpSpPr>
            <a:grpSpLocks noGrp="1" noUngrp="1" noRot="1" noMove="1" noResize="1"/>
          </p:cNvGrpSpPr>
          <p:nvPr userDrawn="1"/>
        </p:nvGrpSpPr>
        <p:grpSpPr>
          <a:xfrm>
            <a:off x="9095646" y="4520102"/>
            <a:ext cx="2543893" cy="984070"/>
            <a:chOff x="9095646" y="4520102"/>
            <a:chExt cx="2543893" cy="984070"/>
          </a:xfrm>
        </p:grpSpPr>
        <p:sp>
          <p:nvSpPr>
            <p:cNvPr id="156" name="Rectangle 155">
              <a:extLst>
                <a:ext uri="{FF2B5EF4-FFF2-40B4-BE49-F238E27FC236}">
                  <a16:creationId xmlns:a16="http://schemas.microsoft.com/office/drawing/2014/main" id="{3D0B0CB0-A0FA-7C82-4CD0-E9E2F80513DD}"/>
                </a:ext>
              </a:extLst>
            </p:cNvPr>
            <p:cNvSpPr>
              <a:spLocks noGrp="1" noRot="1" noMove="1" noResize="1" noEditPoints="1" noAdjustHandles="1" noChangeArrowheads="1" noChangeShapeType="1"/>
            </p:cNvSpPr>
            <p:nvPr userDrawn="1"/>
          </p:nvSpPr>
          <p:spPr>
            <a:xfrm>
              <a:off x="9095646"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57" name="Straight Connector 156">
              <a:extLst>
                <a:ext uri="{FF2B5EF4-FFF2-40B4-BE49-F238E27FC236}">
                  <a16:creationId xmlns:a16="http://schemas.microsoft.com/office/drawing/2014/main" id="{F4E76C93-95D5-F4E1-4113-3753AA718FBE}"/>
                </a:ext>
              </a:extLst>
            </p:cNvPr>
            <p:cNvCxnSpPr>
              <a:cxnSpLocks noGrp="1" noRot="1" noMove="1" noResize="1" noEditPoints="1" noAdjustHandles="1" noChangeArrowheads="1" noChangeShapeType="1"/>
            </p:cNvCxnSpPr>
            <p:nvPr userDrawn="1"/>
          </p:nvCxnSpPr>
          <p:spPr>
            <a:xfrm>
              <a:off x="10367593" y="4520102"/>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8" name="Text Placeholder 4">
            <a:extLst>
              <a:ext uri="{FF2B5EF4-FFF2-40B4-BE49-F238E27FC236}">
                <a16:creationId xmlns:a16="http://schemas.microsoft.com/office/drawing/2014/main" id="{262A2EF3-0A06-7D61-42E7-BEC0BC70253F}"/>
              </a:ext>
            </a:extLst>
          </p:cNvPr>
          <p:cNvSpPr>
            <a:spLocks noGrp="1"/>
          </p:cNvSpPr>
          <p:nvPr>
            <p:ph type="body" sz="quarter" idx="77" hasCustomPrompt="1"/>
          </p:nvPr>
        </p:nvSpPr>
        <p:spPr>
          <a:xfrm>
            <a:off x="9095646" y="5116338"/>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cxnSp>
        <p:nvCxnSpPr>
          <p:cNvPr id="160" name="Straight Connector 159">
            <a:extLst>
              <a:ext uri="{FF2B5EF4-FFF2-40B4-BE49-F238E27FC236}">
                <a16:creationId xmlns:a16="http://schemas.microsoft.com/office/drawing/2014/main" id="{13B07CB4-B31F-4EA6-8878-250976E2E29D}"/>
              </a:ext>
            </a:extLst>
          </p:cNvPr>
          <p:cNvCxnSpPr>
            <a:cxnSpLocks noGrp="1" noRot="1" noMove="1" noResize="1" noEditPoints="1" noAdjustHandles="1" noChangeArrowheads="1" noChangeShapeType="1"/>
          </p:cNvCxnSpPr>
          <p:nvPr userDrawn="1"/>
        </p:nvCxnSpPr>
        <p:spPr>
          <a:xfrm>
            <a:off x="1864470" y="2194560"/>
            <a:ext cx="85031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9EA37B81-9F8E-653D-F00E-72C7E65377F3}"/>
              </a:ext>
            </a:extLst>
          </p:cNvPr>
          <p:cNvCxnSpPr>
            <a:cxnSpLocks noGrp="1" noRot="1" noMove="1" noResize="1" noEditPoints="1" noAdjustHandles="1" noChangeArrowheads="1" noChangeShapeType="1"/>
          </p:cNvCxnSpPr>
          <p:nvPr userDrawn="1"/>
        </p:nvCxnSpPr>
        <p:spPr>
          <a:xfrm>
            <a:off x="1864470" y="4520102"/>
            <a:ext cx="85031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86D77F70-7BEE-0C48-3DCA-DC964DC93BF0}"/>
              </a:ext>
            </a:extLst>
          </p:cNvPr>
          <p:cNvGrpSpPr>
            <a:grpSpLocks noGrp="1" noUngrp="1" noRot="1" noMove="1" noResize="1"/>
          </p:cNvGrpSpPr>
          <p:nvPr userDrawn="1"/>
        </p:nvGrpSpPr>
        <p:grpSpPr>
          <a:xfrm>
            <a:off x="588169" y="5504171"/>
            <a:ext cx="1153545" cy="820821"/>
            <a:chOff x="2454213" y="5105731"/>
            <a:chExt cx="1603981" cy="1219261"/>
          </a:xfrm>
        </p:grpSpPr>
        <p:sp>
          <p:nvSpPr>
            <p:cNvPr id="176" name="Rectangle 175">
              <a:extLst>
                <a:ext uri="{FF2B5EF4-FFF2-40B4-BE49-F238E27FC236}">
                  <a16:creationId xmlns:a16="http://schemas.microsoft.com/office/drawing/2014/main" id="{78A31DB8-51C0-1BF8-B056-B2EE594496B3}"/>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77" name="Straight Connector 176">
              <a:extLst>
                <a:ext uri="{FF2B5EF4-FFF2-40B4-BE49-F238E27FC236}">
                  <a16:creationId xmlns:a16="http://schemas.microsoft.com/office/drawing/2014/main" id="{9B93E6DD-834D-1BEB-08F2-8F170E143B1E}"/>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8" name="Group 177">
            <a:extLst>
              <a:ext uri="{FF2B5EF4-FFF2-40B4-BE49-F238E27FC236}">
                <a16:creationId xmlns:a16="http://schemas.microsoft.com/office/drawing/2014/main" id="{3A851D37-9FBB-424A-517C-388BBF96D791}"/>
              </a:ext>
            </a:extLst>
          </p:cNvPr>
          <p:cNvGrpSpPr>
            <a:grpSpLocks noGrp="1" noUngrp="1" noRot="1" noMove="1" noResize="1"/>
          </p:cNvGrpSpPr>
          <p:nvPr userDrawn="1"/>
        </p:nvGrpSpPr>
        <p:grpSpPr>
          <a:xfrm>
            <a:off x="1978516" y="5504171"/>
            <a:ext cx="1153545" cy="820821"/>
            <a:chOff x="2454213" y="5105731"/>
            <a:chExt cx="1603981" cy="1219261"/>
          </a:xfrm>
        </p:grpSpPr>
        <p:sp>
          <p:nvSpPr>
            <p:cNvPr id="179" name="Rectangle 178">
              <a:extLst>
                <a:ext uri="{FF2B5EF4-FFF2-40B4-BE49-F238E27FC236}">
                  <a16:creationId xmlns:a16="http://schemas.microsoft.com/office/drawing/2014/main" id="{F0390F5E-9E65-38F6-3BC1-8D416C8E6A53}"/>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0" name="Straight Connector 179">
              <a:extLst>
                <a:ext uri="{FF2B5EF4-FFF2-40B4-BE49-F238E27FC236}">
                  <a16:creationId xmlns:a16="http://schemas.microsoft.com/office/drawing/2014/main" id="{E316F95E-6386-650B-1D9E-13E443733BA4}"/>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1" name="Text Placeholder 4">
            <a:extLst>
              <a:ext uri="{FF2B5EF4-FFF2-40B4-BE49-F238E27FC236}">
                <a16:creationId xmlns:a16="http://schemas.microsoft.com/office/drawing/2014/main" id="{A1855238-0B04-6BE7-9107-3F349CCB71C3}"/>
              </a:ext>
            </a:extLst>
          </p:cNvPr>
          <p:cNvSpPr>
            <a:spLocks noGrp="1"/>
          </p:cNvSpPr>
          <p:nvPr>
            <p:ph type="body" sz="quarter" idx="78" hasCustomPrompt="1"/>
          </p:nvPr>
        </p:nvSpPr>
        <p:spPr>
          <a:xfrm>
            <a:off x="588169"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82" name="Text Placeholder 4">
            <a:extLst>
              <a:ext uri="{FF2B5EF4-FFF2-40B4-BE49-F238E27FC236}">
                <a16:creationId xmlns:a16="http://schemas.microsoft.com/office/drawing/2014/main" id="{0EB0283E-E4D5-9D9F-DB14-EDB7A9C68731}"/>
              </a:ext>
            </a:extLst>
          </p:cNvPr>
          <p:cNvSpPr>
            <a:spLocks noGrp="1"/>
          </p:cNvSpPr>
          <p:nvPr>
            <p:ph type="body" sz="quarter" idx="79" hasCustomPrompt="1"/>
          </p:nvPr>
        </p:nvSpPr>
        <p:spPr>
          <a:xfrm>
            <a:off x="1978516"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83" name="Group 182">
            <a:extLst>
              <a:ext uri="{FF2B5EF4-FFF2-40B4-BE49-F238E27FC236}">
                <a16:creationId xmlns:a16="http://schemas.microsoft.com/office/drawing/2014/main" id="{A7CDEDB8-2E6B-6C9F-22C0-19ABF4F75DCD}"/>
              </a:ext>
            </a:extLst>
          </p:cNvPr>
          <p:cNvGrpSpPr>
            <a:grpSpLocks noGrp="1" noUngrp="1" noRot="1" noMove="1" noResize="1"/>
          </p:cNvGrpSpPr>
          <p:nvPr userDrawn="1"/>
        </p:nvGrpSpPr>
        <p:grpSpPr>
          <a:xfrm>
            <a:off x="3422542" y="5504171"/>
            <a:ext cx="1153545" cy="820821"/>
            <a:chOff x="2454213" y="5105731"/>
            <a:chExt cx="1603981" cy="1219261"/>
          </a:xfrm>
        </p:grpSpPr>
        <p:sp>
          <p:nvSpPr>
            <p:cNvPr id="184" name="Rectangle 183">
              <a:extLst>
                <a:ext uri="{FF2B5EF4-FFF2-40B4-BE49-F238E27FC236}">
                  <a16:creationId xmlns:a16="http://schemas.microsoft.com/office/drawing/2014/main" id="{E96F092A-FCC6-4E3C-78E5-88578630B40F}"/>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5" name="Straight Connector 184">
              <a:extLst>
                <a:ext uri="{FF2B5EF4-FFF2-40B4-BE49-F238E27FC236}">
                  <a16:creationId xmlns:a16="http://schemas.microsoft.com/office/drawing/2014/main" id="{40188AAF-C7B7-32DF-1F87-F6AC47FD86BA}"/>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6" name="Group 185">
            <a:extLst>
              <a:ext uri="{FF2B5EF4-FFF2-40B4-BE49-F238E27FC236}">
                <a16:creationId xmlns:a16="http://schemas.microsoft.com/office/drawing/2014/main" id="{993C8DD1-EBAF-4B45-5A4F-B794E62D988E}"/>
              </a:ext>
            </a:extLst>
          </p:cNvPr>
          <p:cNvGrpSpPr>
            <a:grpSpLocks noGrp="1" noUngrp="1" noRot="1" noMove="1" noResize="1"/>
          </p:cNvGrpSpPr>
          <p:nvPr userDrawn="1"/>
        </p:nvGrpSpPr>
        <p:grpSpPr>
          <a:xfrm>
            <a:off x="4812889" y="5504171"/>
            <a:ext cx="1153545" cy="820821"/>
            <a:chOff x="2454213" y="5105731"/>
            <a:chExt cx="1603981" cy="1219261"/>
          </a:xfrm>
        </p:grpSpPr>
        <p:sp>
          <p:nvSpPr>
            <p:cNvPr id="187" name="Rectangle 186">
              <a:extLst>
                <a:ext uri="{FF2B5EF4-FFF2-40B4-BE49-F238E27FC236}">
                  <a16:creationId xmlns:a16="http://schemas.microsoft.com/office/drawing/2014/main" id="{1BDEF293-24FF-476B-D39F-EDD79BA43B46}"/>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8" name="Straight Connector 187">
              <a:extLst>
                <a:ext uri="{FF2B5EF4-FFF2-40B4-BE49-F238E27FC236}">
                  <a16:creationId xmlns:a16="http://schemas.microsoft.com/office/drawing/2014/main" id="{BA8B879D-56C3-36CC-B2EA-736B42FC6055}"/>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9" name="Text Placeholder 4">
            <a:extLst>
              <a:ext uri="{FF2B5EF4-FFF2-40B4-BE49-F238E27FC236}">
                <a16:creationId xmlns:a16="http://schemas.microsoft.com/office/drawing/2014/main" id="{8B3F2678-1364-6CC8-62C9-2E5962506078}"/>
              </a:ext>
            </a:extLst>
          </p:cNvPr>
          <p:cNvSpPr>
            <a:spLocks noGrp="1"/>
          </p:cNvSpPr>
          <p:nvPr>
            <p:ph type="body" sz="quarter" idx="80" hasCustomPrompt="1"/>
          </p:nvPr>
        </p:nvSpPr>
        <p:spPr>
          <a:xfrm>
            <a:off x="3422542"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90" name="Text Placeholder 4">
            <a:extLst>
              <a:ext uri="{FF2B5EF4-FFF2-40B4-BE49-F238E27FC236}">
                <a16:creationId xmlns:a16="http://schemas.microsoft.com/office/drawing/2014/main" id="{13F47964-C2B3-9A7C-9A64-5A41854377F7}"/>
              </a:ext>
            </a:extLst>
          </p:cNvPr>
          <p:cNvSpPr>
            <a:spLocks noGrp="1"/>
          </p:cNvSpPr>
          <p:nvPr>
            <p:ph type="body" sz="quarter" idx="81" hasCustomPrompt="1"/>
          </p:nvPr>
        </p:nvSpPr>
        <p:spPr>
          <a:xfrm>
            <a:off x="4812889"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91" name="Group 190">
            <a:extLst>
              <a:ext uri="{FF2B5EF4-FFF2-40B4-BE49-F238E27FC236}">
                <a16:creationId xmlns:a16="http://schemas.microsoft.com/office/drawing/2014/main" id="{AA845FFD-2088-6AEA-06E4-0246076482CC}"/>
              </a:ext>
            </a:extLst>
          </p:cNvPr>
          <p:cNvGrpSpPr>
            <a:grpSpLocks noGrp="1" noUngrp="1" noRot="1" noMove="1" noResize="1"/>
          </p:cNvGrpSpPr>
          <p:nvPr userDrawn="1"/>
        </p:nvGrpSpPr>
        <p:grpSpPr>
          <a:xfrm>
            <a:off x="6252141" y="5500998"/>
            <a:ext cx="1153545" cy="820821"/>
            <a:chOff x="2454213" y="5105731"/>
            <a:chExt cx="1603981" cy="1219261"/>
          </a:xfrm>
        </p:grpSpPr>
        <p:sp>
          <p:nvSpPr>
            <p:cNvPr id="192" name="Rectangle 191">
              <a:extLst>
                <a:ext uri="{FF2B5EF4-FFF2-40B4-BE49-F238E27FC236}">
                  <a16:creationId xmlns:a16="http://schemas.microsoft.com/office/drawing/2014/main" id="{D33BEB57-93D9-13FB-730F-7AA348BBC8E8}"/>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3" name="Straight Connector 192">
              <a:extLst>
                <a:ext uri="{FF2B5EF4-FFF2-40B4-BE49-F238E27FC236}">
                  <a16:creationId xmlns:a16="http://schemas.microsoft.com/office/drawing/2014/main" id="{1A1D2206-1A04-369F-19DC-AA93C667DE50}"/>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4" name="Group 193">
            <a:extLst>
              <a:ext uri="{FF2B5EF4-FFF2-40B4-BE49-F238E27FC236}">
                <a16:creationId xmlns:a16="http://schemas.microsoft.com/office/drawing/2014/main" id="{26E85A0F-A7FB-FF75-7F8D-CDA227D0113F}"/>
              </a:ext>
            </a:extLst>
          </p:cNvPr>
          <p:cNvGrpSpPr>
            <a:grpSpLocks noGrp="1" noUngrp="1" noRot="1" noMove="1" noResize="1"/>
          </p:cNvGrpSpPr>
          <p:nvPr userDrawn="1"/>
        </p:nvGrpSpPr>
        <p:grpSpPr>
          <a:xfrm>
            <a:off x="7642488" y="5500998"/>
            <a:ext cx="1153545" cy="820821"/>
            <a:chOff x="2454213" y="5105731"/>
            <a:chExt cx="1603981" cy="1219261"/>
          </a:xfrm>
        </p:grpSpPr>
        <p:sp>
          <p:nvSpPr>
            <p:cNvPr id="195" name="Rectangle 194">
              <a:extLst>
                <a:ext uri="{FF2B5EF4-FFF2-40B4-BE49-F238E27FC236}">
                  <a16:creationId xmlns:a16="http://schemas.microsoft.com/office/drawing/2014/main" id="{DB266D20-74CA-61E9-CF18-1F4413C2351C}"/>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6" name="Straight Connector 195">
              <a:extLst>
                <a:ext uri="{FF2B5EF4-FFF2-40B4-BE49-F238E27FC236}">
                  <a16:creationId xmlns:a16="http://schemas.microsoft.com/office/drawing/2014/main" id="{BE2575DD-C7FA-2C2C-8263-A00B35DB77EA}"/>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7" name="Text Placeholder 4">
            <a:extLst>
              <a:ext uri="{FF2B5EF4-FFF2-40B4-BE49-F238E27FC236}">
                <a16:creationId xmlns:a16="http://schemas.microsoft.com/office/drawing/2014/main" id="{BBC97651-BC49-1243-729E-246CE1728F87}"/>
              </a:ext>
            </a:extLst>
          </p:cNvPr>
          <p:cNvSpPr>
            <a:spLocks noGrp="1"/>
          </p:cNvSpPr>
          <p:nvPr>
            <p:ph type="body" sz="quarter" idx="82" hasCustomPrompt="1"/>
          </p:nvPr>
        </p:nvSpPr>
        <p:spPr>
          <a:xfrm>
            <a:off x="6252141" y="5908236"/>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98" name="Text Placeholder 4">
            <a:extLst>
              <a:ext uri="{FF2B5EF4-FFF2-40B4-BE49-F238E27FC236}">
                <a16:creationId xmlns:a16="http://schemas.microsoft.com/office/drawing/2014/main" id="{8B70F71D-9357-FB3F-B7F3-766FB0D59D7B}"/>
              </a:ext>
            </a:extLst>
          </p:cNvPr>
          <p:cNvSpPr>
            <a:spLocks noGrp="1"/>
          </p:cNvSpPr>
          <p:nvPr>
            <p:ph type="body" sz="quarter" idx="83" hasCustomPrompt="1"/>
          </p:nvPr>
        </p:nvSpPr>
        <p:spPr>
          <a:xfrm>
            <a:off x="7642488" y="5908236"/>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99" name="Group 198">
            <a:extLst>
              <a:ext uri="{FF2B5EF4-FFF2-40B4-BE49-F238E27FC236}">
                <a16:creationId xmlns:a16="http://schemas.microsoft.com/office/drawing/2014/main" id="{BF927E6D-136E-07F7-078C-500A36501D6D}"/>
              </a:ext>
            </a:extLst>
          </p:cNvPr>
          <p:cNvGrpSpPr>
            <a:grpSpLocks noGrp="1" noUngrp="1" noRot="1" noMove="1" noResize="1"/>
          </p:cNvGrpSpPr>
          <p:nvPr userDrawn="1"/>
        </p:nvGrpSpPr>
        <p:grpSpPr>
          <a:xfrm>
            <a:off x="9095646" y="5497825"/>
            <a:ext cx="1153545" cy="820821"/>
            <a:chOff x="2454213" y="5105731"/>
            <a:chExt cx="1603981" cy="1219261"/>
          </a:xfrm>
        </p:grpSpPr>
        <p:sp>
          <p:nvSpPr>
            <p:cNvPr id="200" name="Rectangle 199">
              <a:extLst>
                <a:ext uri="{FF2B5EF4-FFF2-40B4-BE49-F238E27FC236}">
                  <a16:creationId xmlns:a16="http://schemas.microsoft.com/office/drawing/2014/main" id="{C1704956-4179-3681-673C-62AD5507528B}"/>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1" name="Straight Connector 200">
              <a:extLst>
                <a:ext uri="{FF2B5EF4-FFF2-40B4-BE49-F238E27FC236}">
                  <a16:creationId xmlns:a16="http://schemas.microsoft.com/office/drawing/2014/main" id="{C9AF9D35-5679-7944-5B15-7D3AE4BDD278}"/>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2" name="Group 201">
            <a:extLst>
              <a:ext uri="{FF2B5EF4-FFF2-40B4-BE49-F238E27FC236}">
                <a16:creationId xmlns:a16="http://schemas.microsoft.com/office/drawing/2014/main" id="{9800F06B-EC0A-D80B-7030-E708F6058FBC}"/>
              </a:ext>
            </a:extLst>
          </p:cNvPr>
          <p:cNvGrpSpPr>
            <a:grpSpLocks noGrp="1" noUngrp="1" noRot="1" noMove="1" noResize="1"/>
          </p:cNvGrpSpPr>
          <p:nvPr userDrawn="1"/>
        </p:nvGrpSpPr>
        <p:grpSpPr>
          <a:xfrm>
            <a:off x="10485993" y="5497825"/>
            <a:ext cx="1153545" cy="820821"/>
            <a:chOff x="2454213" y="5105731"/>
            <a:chExt cx="1603981" cy="1219261"/>
          </a:xfrm>
        </p:grpSpPr>
        <p:sp>
          <p:nvSpPr>
            <p:cNvPr id="203" name="Rectangle 202">
              <a:extLst>
                <a:ext uri="{FF2B5EF4-FFF2-40B4-BE49-F238E27FC236}">
                  <a16:creationId xmlns:a16="http://schemas.microsoft.com/office/drawing/2014/main" id="{51F3B3C8-D412-1AF9-A226-D0BB013B3861}"/>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4" name="Straight Connector 203">
              <a:extLst>
                <a:ext uri="{FF2B5EF4-FFF2-40B4-BE49-F238E27FC236}">
                  <a16:creationId xmlns:a16="http://schemas.microsoft.com/office/drawing/2014/main" id="{3B1DE66F-B832-4333-6FF5-DFAB586CCE79}"/>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05" name="Text Placeholder 4">
            <a:extLst>
              <a:ext uri="{FF2B5EF4-FFF2-40B4-BE49-F238E27FC236}">
                <a16:creationId xmlns:a16="http://schemas.microsoft.com/office/drawing/2014/main" id="{DEB67061-2A37-48EE-BDCA-A06AA828183B}"/>
              </a:ext>
            </a:extLst>
          </p:cNvPr>
          <p:cNvSpPr>
            <a:spLocks noGrp="1"/>
          </p:cNvSpPr>
          <p:nvPr>
            <p:ph type="body" sz="quarter" idx="84" hasCustomPrompt="1"/>
          </p:nvPr>
        </p:nvSpPr>
        <p:spPr>
          <a:xfrm>
            <a:off x="9095646" y="5905063"/>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6" name="Text Placeholder 4">
            <a:extLst>
              <a:ext uri="{FF2B5EF4-FFF2-40B4-BE49-F238E27FC236}">
                <a16:creationId xmlns:a16="http://schemas.microsoft.com/office/drawing/2014/main" id="{33CD9E22-554E-9D41-A805-AAC84A7AA5C0}"/>
              </a:ext>
            </a:extLst>
          </p:cNvPr>
          <p:cNvSpPr>
            <a:spLocks noGrp="1"/>
          </p:cNvSpPr>
          <p:nvPr>
            <p:ph type="body" sz="quarter" idx="85" hasCustomPrompt="1"/>
          </p:nvPr>
        </p:nvSpPr>
        <p:spPr>
          <a:xfrm>
            <a:off x="10485993" y="5905063"/>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Tree>
    <p:extLst>
      <p:ext uri="{BB962C8B-B14F-4D97-AF65-F5344CB8AC3E}">
        <p14:creationId xmlns:p14="http://schemas.microsoft.com/office/powerpoint/2010/main" val="3870811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P07 | 8_BESPOKE: ONE HEAD + Org Chart">
    <p:spTree>
      <p:nvGrpSpPr>
        <p:cNvPr id="1" name=""/>
        <p:cNvGrpSpPr/>
        <p:nvPr/>
      </p:nvGrpSpPr>
      <p:grpSpPr>
        <a:xfrm>
          <a:off x="0" y="0"/>
          <a:ext cx="0" cy="0"/>
          <a:chOff x="0" y="0"/>
          <a:chExt cx="0" cy="0"/>
        </a:xfrm>
      </p:grpSpPr>
      <p:grpSp>
        <p:nvGrpSpPr>
          <p:cNvPr id="85" name="Group 84">
            <a:extLst>
              <a:ext uri="{FF2B5EF4-FFF2-40B4-BE49-F238E27FC236}">
                <a16:creationId xmlns:a16="http://schemas.microsoft.com/office/drawing/2014/main" id="{61A34EF7-2FD7-A8F4-D63B-86E92DF5AB59}"/>
              </a:ext>
            </a:extLst>
          </p:cNvPr>
          <p:cNvGrpSpPr>
            <a:grpSpLocks noGrp="1" noUngrp="1" noRot="1" noMove="1" noResize="1"/>
          </p:cNvGrpSpPr>
          <p:nvPr userDrawn="1"/>
        </p:nvGrpSpPr>
        <p:grpSpPr>
          <a:xfrm>
            <a:off x="592523" y="3346453"/>
            <a:ext cx="2543893" cy="2157719"/>
            <a:chOff x="592523" y="3346453"/>
            <a:chExt cx="2543893" cy="2157719"/>
          </a:xfrm>
        </p:grpSpPr>
        <p:cxnSp>
          <p:nvCxnSpPr>
            <p:cNvPr id="147" name="Straight Connector 146">
              <a:extLst>
                <a:ext uri="{FF2B5EF4-FFF2-40B4-BE49-F238E27FC236}">
                  <a16:creationId xmlns:a16="http://schemas.microsoft.com/office/drawing/2014/main" id="{0AD948A9-A266-0B31-B20C-82D95935F9A2}"/>
                </a:ext>
              </a:extLst>
            </p:cNvPr>
            <p:cNvCxnSpPr>
              <a:cxnSpLocks noGrp="1" noRot="1" noMove="1" noResize="1" noEditPoints="1" noAdjustHandles="1" noChangeArrowheads="1" noChangeShapeType="1"/>
            </p:cNvCxnSpPr>
            <p:nvPr userDrawn="1"/>
          </p:nvCxnSpPr>
          <p:spPr>
            <a:xfrm>
              <a:off x="1864470" y="3346453"/>
              <a:ext cx="0" cy="147641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E1A0049A-074B-6336-5C21-FA444A063AC1}"/>
                </a:ext>
              </a:extLst>
            </p:cNvPr>
            <p:cNvSpPr>
              <a:spLocks noGrp="1" noRot="1" noMove="1" noResize="1" noEditPoints="1" noAdjustHandles="1" noChangeArrowheads="1" noChangeShapeType="1"/>
            </p:cNvSpPr>
            <p:nvPr userDrawn="1"/>
          </p:nvSpPr>
          <p:spPr>
            <a:xfrm>
              <a:off x="592523"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84" name="Group 83">
            <a:extLst>
              <a:ext uri="{FF2B5EF4-FFF2-40B4-BE49-F238E27FC236}">
                <a16:creationId xmlns:a16="http://schemas.microsoft.com/office/drawing/2014/main" id="{B514F5F1-8974-455A-4738-07DFCE915911}"/>
              </a:ext>
            </a:extLst>
          </p:cNvPr>
          <p:cNvGrpSpPr>
            <a:grpSpLocks noGrp="1" noUngrp="1" noRot="1" noMove="1" noResize="1"/>
          </p:cNvGrpSpPr>
          <p:nvPr userDrawn="1"/>
        </p:nvGrpSpPr>
        <p:grpSpPr>
          <a:xfrm>
            <a:off x="3426897" y="3346453"/>
            <a:ext cx="2543893" cy="2157719"/>
            <a:chOff x="3426897" y="3346453"/>
            <a:chExt cx="2543893" cy="2157719"/>
          </a:xfrm>
        </p:grpSpPr>
        <p:cxnSp>
          <p:nvCxnSpPr>
            <p:cNvPr id="149" name="Straight Connector 148">
              <a:extLst>
                <a:ext uri="{FF2B5EF4-FFF2-40B4-BE49-F238E27FC236}">
                  <a16:creationId xmlns:a16="http://schemas.microsoft.com/office/drawing/2014/main" id="{D5BFD9ED-97EA-83A8-5FFE-D213D9AE5BB5}"/>
                </a:ext>
              </a:extLst>
            </p:cNvPr>
            <p:cNvCxnSpPr>
              <a:cxnSpLocks noGrp="1" noRot="1" noMove="1" noResize="1" noEditPoints="1" noAdjustHandles="1" noChangeArrowheads="1" noChangeShapeType="1"/>
            </p:cNvCxnSpPr>
            <p:nvPr userDrawn="1"/>
          </p:nvCxnSpPr>
          <p:spPr>
            <a:xfrm>
              <a:off x="4698844" y="3346453"/>
              <a:ext cx="0" cy="147641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Rectangle 147">
              <a:extLst>
                <a:ext uri="{FF2B5EF4-FFF2-40B4-BE49-F238E27FC236}">
                  <a16:creationId xmlns:a16="http://schemas.microsoft.com/office/drawing/2014/main" id="{82E43D0C-3DEF-E33C-01EC-8CD8348EC9B5}"/>
                </a:ext>
              </a:extLst>
            </p:cNvPr>
            <p:cNvSpPr>
              <a:spLocks noGrp="1" noRot="1" noMove="1" noResize="1" noEditPoints="1" noAdjustHandles="1" noChangeArrowheads="1" noChangeShapeType="1"/>
            </p:cNvSpPr>
            <p:nvPr userDrawn="1"/>
          </p:nvSpPr>
          <p:spPr>
            <a:xfrm>
              <a:off x="3426897"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83" name="Group 82">
            <a:extLst>
              <a:ext uri="{FF2B5EF4-FFF2-40B4-BE49-F238E27FC236}">
                <a16:creationId xmlns:a16="http://schemas.microsoft.com/office/drawing/2014/main" id="{6A8F7393-A77D-A526-712D-47F8AA8CD9E6}"/>
              </a:ext>
            </a:extLst>
          </p:cNvPr>
          <p:cNvGrpSpPr>
            <a:grpSpLocks noGrp="1" noUngrp="1" noRot="1" noMove="1" noResize="1"/>
          </p:cNvGrpSpPr>
          <p:nvPr userDrawn="1"/>
        </p:nvGrpSpPr>
        <p:grpSpPr>
          <a:xfrm>
            <a:off x="6261272" y="3346453"/>
            <a:ext cx="2543893" cy="2157719"/>
            <a:chOff x="6261272" y="3346453"/>
            <a:chExt cx="2543893" cy="2157719"/>
          </a:xfrm>
        </p:grpSpPr>
        <p:cxnSp>
          <p:nvCxnSpPr>
            <p:cNvPr id="151" name="Straight Connector 150">
              <a:extLst>
                <a:ext uri="{FF2B5EF4-FFF2-40B4-BE49-F238E27FC236}">
                  <a16:creationId xmlns:a16="http://schemas.microsoft.com/office/drawing/2014/main" id="{3966F122-ADBA-34AC-2EFD-C8FCDB20A2D6}"/>
                </a:ext>
              </a:extLst>
            </p:cNvPr>
            <p:cNvCxnSpPr>
              <a:cxnSpLocks noGrp="1" noRot="1" noMove="1" noResize="1" noEditPoints="1" noAdjustHandles="1" noChangeArrowheads="1" noChangeShapeType="1"/>
            </p:cNvCxnSpPr>
            <p:nvPr userDrawn="1"/>
          </p:nvCxnSpPr>
          <p:spPr>
            <a:xfrm>
              <a:off x="7533219" y="3346453"/>
              <a:ext cx="0" cy="147641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EF87412E-AEBE-F296-1CBD-D08ABFA50357}"/>
                </a:ext>
              </a:extLst>
            </p:cNvPr>
            <p:cNvSpPr>
              <a:spLocks noGrp="1" noRot="1" noMove="1" noResize="1" noEditPoints="1" noAdjustHandles="1" noChangeArrowheads="1" noChangeShapeType="1"/>
            </p:cNvSpPr>
            <p:nvPr userDrawn="1"/>
          </p:nvSpPr>
          <p:spPr>
            <a:xfrm>
              <a:off x="6261272"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82" name="Group 81">
            <a:extLst>
              <a:ext uri="{FF2B5EF4-FFF2-40B4-BE49-F238E27FC236}">
                <a16:creationId xmlns:a16="http://schemas.microsoft.com/office/drawing/2014/main" id="{50A7F678-6009-9307-E151-221B7EE6FF47}"/>
              </a:ext>
            </a:extLst>
          </p:cNvPr>
          <p:cNvGrpSpPr>
            <a:grpSpLocks noGrp="1" noUngrp="1" noRot="1" noMove="1" noResize="1"/>
          </p:cNvGrpSpPr>
          <p:nvPr userDrawn="1"/>
        </p:nvGrpSpPr>
        <p:grpSpPr>
          <a:xfrm>
            <a:off x="9095646" y="3346453"/>
            <a:ext cx="2543893" cy="2157719"/>
            <a:chOff x="9095646" y="3346453"/>
            <a:chExt cx="2543893" cy="2157719"/>
          </a:xfrm>
        </p:grpSpPr>
        <p:cxnSp>
          <p:nvCxnSpPr>
            <p:cNvPr id="157" name="Straight Connector 156">
              <a:extLst>
                <a:ext uri="{FF2B5EF4-FFF2-40B4-BE49-F238E27FC236}">
                  <a16:creationId xmlns:a16="http://schemas.microsoft.com/office/drawing/2014/main" id="{F4E76C93-95D5-F4E1-4113-3753AA718FBE}"/>
                </a:ext>
              </a:extLst>
            </p:cNvPr>
            <p:cNvCxnSpPr>
              <a:cxnSpLocks noGrp="1" noRot="1" noMove="1" noResize="1" noEditPoints="1" noAdjustHandles="1" noChangeArrowheads="1" noChangeShapeType="1"/>
            </p:cNvCxnSpPr>
            <p:nvPr userDrawn="1"/>
          </p:nvCxnSpPr>
          <p:spPr>
            <a:xfrm>
              <a:off x="10367593" y="3346453"/>
              <a:ext cx="0" cy="147641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Rectangle 155">
              <a:extLst>
                <a:ext uri="{FF2B5EF4-FFF2-40B4-BE49-F238E27FC236}">
                  <a16:creationId xmlns:a16="http://schemas.microsoft.com/office/drawing/2014/main" id="{3D0B0CB0-A0FA-7C82-4CD0-E9E2F80513DD}"/>
                </a:ext>
              </a:extLst>
            </p:cNvPr>
            <p:cNvSpPr>
              <a:spLocks noGrp="1" noRot="1" noMove="1" noResize="1" noEditPoints="1" noAdjustHandles="1" noChangeArrowheads="1" noChangeShapeType="1"/>
            </p:cNvSpPr>
            <p:nvPr userDrawn="1"/>
          </p:nvSpPr>
          <p:spPr>
            <a:xfrm>
              <a:off x="9095646" y="4888248"/>
              <a:ext cx="2543893" cy="6159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45" name="Group 44">
            <a:extLst>
              <a:ext uri="{FF2B5EF4-FFF2-40B4-BE49-F238E27FC236}">
                <a16:creationId xmlns:a16="http://schemas.microsoft.com/office/drawing/2014/main" id="{EE7EE04A-3745-1C0A-C949-48AE6ACB61F9}"/>
              </a:ext>
            </a:extLst>
          </p:cNvPr>
          <p:cNvGrpSpPr>
            <a:grpSpLocks noGrp="1" noUngrp="1" noRot="1" noMove="1" noResize="1"/>
          </p:cNvGrpSpPr>
          <p:nvPr userDrawn="1"/>
        </p:nvGrpSpPr>
        <p:grpSpPr>
          <a:xfrm>
            <a:off x="588169" y="5504171"/>
            <a:ext cx="1153545" cy="820821"/>
            <a:chOff x="2454213" y="5105731"/>
            <a:chExt cx="1603981" cy="1219261"/>
          </a:xfrm>
        </p:grpSpPr>
        <p:sp>
          <p:nvSpPr>
            <p:cNvPr id="46" name="Rectangle 45">
              <a:extLst>
                <a:ext uri="{FF2B5EF4-FFF2-40B4-BE49-F238E27FC236}">
                  <a16:creationId xmlns:a16="http://schemas.microsoft.com/office/drawing/2014/main" id="{B627E587-B582-8FFB-8B46-E754EEDC64A6}"/>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1ABCFD05-9C6C-92CE-716B-9CF55E6E8616}"/>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65EFB79D-A72A-D127-955C-B0FFC92DDE43}"/>
              </a:ext>
            </a:extLst>
          </p:cNvPr>
          <p:cNvGrpSpPr>
            <a:grpSpLocks noGrp="1" noUngrp="1" noRot="1" noMove="1" noResize="1"/>
          </p:cNvGrpSpPr>
          <p:nvPr userDrawn="1"/>
        </p:nvGrpSpPr>
        <p:grpSpPr>
          <a:xfrm>
            <a:off x="1978516" y="5504171"/>
            <a:ext cx="1153545" cy="820821"/>
            <a:chOff x="2454213" y="5105731"/>
            <a:chExt cx="1603981" cy="1219261"/>
          </a:xfrm>
        </p:grpSpPr>
        <p:sp>
          <p:nvSpPr>
            <p:cNvPr id="49" name="Rectangle 48">
              <a:extLst>
                <a:ext uri="{FF2B5EF4-FFF2-40B4-BE49-F238E27FC236}">
                  <a16:creationId xmlns:a16="http://schemas.microsoft.com/office/drawing/2014/main" id="{3B7DB01B-0BC6-99E4-B109-2F823BA2F168}"/>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0" name="Straight Connector 49">
              <a:extLst>
                <a:ext uri="{FF2B5EF4-FFF2-40B4-BE49-F238E27FC236}">
                  <a16:creationId xmlns:a16="http://schemas.microsoft.com/office/drawing/2014/main" id="{AAB9217D-6196-2B94-FEE0-5804E275557B}"/>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Text Placeholder 4">
            <a:extLst>
              <a:ext uri="{FF2B5EF4-FFF2-40B4-BE49-F238E27FC236}">
                <a16:creationId xmlns:a16="http://schemas.microsoft.com/office/drawing/2014/main" id="{DF5C33AB-5CAF-593F-0B44-757FA434E796}"/>
              </a:ext>
            </a:extLst>
          </p:cNvPr>
          <p:cNvSpPr>
            <a:spLocks noGrp="1"/>
          </p:cNvSpPr>
          <p:nvPr>
            <p:ph type="body" sz="quarter" idx="86" hasCustomPrompt="1"/>
          </p:nvPr>
        </p:nvSpPr>
        <p:spPr>
          <a:xfrm>
            <a:off x="588169"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52" name="Text Placeholder 4">
            <a:extLst>
              <a:ext uri="{FF2B5EF4-FFF2-40B4-BE49-F238E27FC236}">
                <a16:creationId xmlns:a16="http://schemas.microsoft.com/office/drawing/2014/main" id="{9D960C35-81A3-2903-E1A1-CECF3B19A191}"/>
              </a:ext>
            </a:extLst>
          </p:cNvPr>
          <p:cNvSpPr>
            <a:spLocks noGrp="1"/>
          </p:cNvSpPr>
          <p:nvPr>
            <p:ph type="body" sz="quarter" idx="87" hasCustomPrompt="1"/>
          </p:nvPr>
        </p:nvSpPr>
        <p:spPr>
          <a:xfrm>
            <a:off x="1978516" y="5911409"/>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53" name="Group 52">
            <a:extLst>
              <a:ext uri="{FF2B5EF4-FFF2-40B4-BE49-F238E27FC236}">
                <a16:creationId xmlns:a16="http://schemas.microsoft.com/office/drawing/2014/main" id="{0524FF37-6AD7-18E4-E209-6ED552B866C3}"/>
              </a:ext>
            </a:extLst>
          </p:cNvPr>
          <p:cNvGrpSpPr>
            <a:grpSpLocks noGrp="1" noUngrp="1" noRot="1" noMove="1" noResize="1"/>
          </p:cNvGrpSpPr>
          <p:nvPr userDrawn="1"/>
        </p:nvGrpSpPr>
        <p:grpSpPr>
          <a:xfrm>
            <a:off x="3422542" y="5504171"/>
            <a:ext cx="1153545" cy="820821"/>
            <a:chOff x="2454213" y="5105731"/>
            <a:chExt cx="1603981" cy="1219261"/>
          </a:xfrm>
        </p:grpSpPr>
        <p:sp>
          <p:nvSpPr>
            <p:cNvPr id="54" name="Rectangle 53">
              <a:extLst>
                <a:ext uri="{FF2B5EF4-FFF2-40B4-BE49-F238E27FC236}">
                  <a16:creationId xmlns:a16="http://schemas.microsoft.com/office/drawing/2014/main" id="{695DB1A4-E99C-FF6B-8A03-94982DDE923C}"/>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5" name="Straight Connector 54">
              <a:extLst>
                <a:ext uri="{FF2B5EF4-FFF2-40B4-BE49-F238E27FC236}">
                  <a16:creationId xmlns:a16="http://schemas.microsoft.com/office/drawing/2014/main" id="{B9F98AE1-D0E6-CE95-9D0B-14F5FD323344}"/>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6" name="Group 55">
            <a:extLst>
              <a:ext uri="{FF2B5EF4-FFF2-40B4-BE49-F238E27FC236}">
                <a16:creationId xmlns:a16="http://schemas.microsoft.com/office/drawing/2014/main" id="{07110A93-930A-F0B5-C928-11CA7EE64279}"/>
              </a:ext>
            </a:extLst>
          </p:cNvPr>
          <p:cNvGrpSpPr>
            <a:grpSpLocks noGrp="1" noUngrp="1" noRot="1" noMove="1" noResize="1"/>
          </p:cNvGrpSpPr>
          <p:nvPr userDrawn="1"/>
        </p:nvGrpSpPr>
        <p:grpSpPr>
          <a:xfrm>
            <a:off x="4812889" y="5504171"/>
            <a:ext cx="1153545" cy="820821"/>
            <a:chOff x="2454213" y="5105731"/>
            <a:chExt cx="1603981" cy="1219261"/>
          </a:xfrm>
        </p:grpSpPr>
        <p:sp>
          <p:nvSpPr>
            <p:cNvPr id="57" name="Rectangle 56">
              <a:extLst>
                <a:ext uri="{FF2B5EF4-FFF2-40B4-BE49-F238E27FC236}">
                  <a16:creationId xmlns:a16="http://schemas.microsoft.com/office/drawing/2014/main" id="{3DF8AA9D-03AA-93E2-36AD-858E209D3A63}"/>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8" name="Straight Connector 57">
              <a:extLst>
                <a:ext uri="{FF2B5EF4-FFF2-40B4-BE49-F238E27FC236}">
                  <a16:creationId xmlns:a16="http://schemas.microsoft.com/office/drawing/2014/main" id="{29551E2B-97E9-6D2B-4122-3A2B82337C41}"/>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9" name="Text Placeholder 4">
            <a:extLst>
              <a:ext uri="{FF2B5EF4-FFF2-40B4-BE49-F238E27FC236}">
                <a16:creationId xmlns:a16="http://schemas.microsoft.com/office/drawing/2014/main" id="{94EC27AC-994A-D7FC-3963-9804ACA0E50B}"/>
              </a:ext>
            </a:extLst>
          </p:cNvPr>
          <p:cNvSpPr>
            <a:spLocks noGrp="1"/>
          </p:cNvSpPr>
          <p:nvPr>
            <p:ph type="body" sz="quarter" idx="88" hasCustomPrompt="1"/>
          </p:nvPr>
        </p:nvSpPr>
        <p:spPr>
          <a:xfrm>
            <a:off x="3422542" y="5911409"/>
            <a:ext cx="1148769"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0" name="Text Placeholder 4">
            <a:extLst>
              <a:ext uri="{FF2B5EF4-FFF2-40B4-BE49-F238E27FC236}">
                <a16:creationId xmlns:a16="http://schemas.microsoft.com/office/drawing/2014/main" id="{5082A024-F4C8-39C6-A3C4-37E790C6EB56}"/>
              </a:ext>
            </a:extLst>
          </p:cNvPr>
          <p:cNvSpPr>
            <a:spLocks noGrp="1"/>
          </p:cNvSpPr>
          <p:nvPr>
            <p:ph type="body" sz="quarter" idx="89" hasCustomPrompt="1"/>
          </p:nvPr>
        </p:nvSpPr>
        <p:spPr>
          <a:xfrm>
            <a:off x="4812889" y="5911409"/>
            <a:ext cx="1139639"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61" name="Group 60">
            <a:extLst>
              <a:ext uri="{FF2B5EF4-FFF2-40B4-BE49-F238E27FC236}">
                <a16:creationId xmlns:a16="http://schemas.microsoft.com/office/drawing/2014/main" id="{A569B1A3-C233-EDF4-B577-0346E9105660}"/>
              </a:ext>
            </a:extLst>
          </p:cNvPr>
          <p:cNvGrpSpPr>
            <a:grpSpLocks noGrp="1" noUngrp="1" noRot="1" noMove="1" noResize="1"/>
          </p:cNvGrpSpPr>
          <p:nvPr userDrawn="1"/>
        </p:nvGrpSpPr>
        <p:grpSpPr>
          <a:xfrm>
            <a:off x="6252141" y="5500998"/>
            <a:ext cx="1153545" cy="820821"/>
            <a:chOff x="2454213" y="5105731"/>
            <a:chExt cx="1603981" cy="1219261"/>
          </a:xfrm>
        </p:grpSpPr>
        <p:sp>
          <p:nvSpPr>
            <p:cNvPr id="64" name="Rectangle 63">
              <a:extLst>
                <a:ext uri="{FF2B5EF4-FFF2-40B4-BE49-F238E27FC236}">
                  <a16:creationId xmlns:a16="http://schemas.microsoft.com/office/drawing/2014/main" id="{C86048F0-42BF-9818-438B-2E125B19118F}"/>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5" name="Straight Connector 64">
              <a:extLst>
                <a:ext uri="{FF2B5EF4-FFF2-40B4-BE49-F238E27FC236}">
                  <a16:creationId xmlns:a16="http://schemas.microsoft.com/office/drawing/2014/main" id="{0E7FDA66-C658-BECB-1907-93E7D8F57ABB}"/>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F58DA4F8-055A-D36C-B976-1D6C69C85C0E}"/>
              </a:ext>
            </a:extLst>
          </p:cNvPr>
          <p:cNvGrpSpPr>
            <a:grpSpLocks noGrp="1" noUngrp="1" noRot="1" noMove="1" noResize="1"/>
          </p:cNvGrpSpPr>
          <p:nvPr userDrawn="1"/>
        </p:nvGrpSpPr>
        <p:grpSpPr>
          <a:xfrm>
            <a:off x="7642488" y="5500998"/>
            <a:ext cx="1153545" cy="820821"/>
            <a:chOff x="2454213" y="5105731"/>
            <a:chExt cx="1603981" cy="1219261"/>
          </a:xfrm>
        </p:grpSpPr>
        <p:sp>
          <p:nvSpPr>
            <p:cNvPr id="68" name="Rectangle 67">
              <a:extLst>
                <a:ext uri="{FF2B5EF4-FFF2-40B4-BE49-F238E27FC236}">
                  <a16:creationId xmlns:a16="http://schemas.microsoft.com/office/drawing/2014/main" id="{EA910B4F-484E-0C5C-96F2-5154EAD5299F}"/>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9" name="Straight Connector 68">
              <a:extLst>
                <a:ext uri="{FF2B5EF4-FFF2-40B4-BE49-F238E27FC236}">
                  <a16:creationId xmlns:a16="http://schemas.microsoft.com/office/drawing/2014/main" id="{8B929237-1FE5-9401-2D3F-5348114980C2}"/>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0" name="Text Placeholder 4">
            <a:extLst>
              <a:ext uri="{FF2B5EF4-FFF2-40B4-BE49-F238E27FC236}">
                <a16:creationId xmlns:a16="http://schemas.microsoft.com/office/drawing/2014/main" id="{14015B80-CCE8-9C02-E1D2-53C7F783135A}"/>
              </a:ext>
            </a:extLst>
          </p:cNvPr>
          <p:cNvSpPr>
            <a:spLocks noGrp="1"/>
          </p:cNvSpPr>
          <p:nvPr>
            <p:ph type="body" sz="quarter" idx="90" hasCustomPrompt="1"/>
          </p:nvPr>
        </p:nvSpPr>
        <p:spPr>
          <a:xfrm>
            <a:off x="6252141" y="5908236"/>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71" name="Text Placeholder 4">
            <a:extLst>
              <a:ext uri="{FF2B5EF4-FFF2-40B4-BE49-F238E27FC236}">
                <a16:creationId xmlns:a16="http://schemas.microsoft.com/office/drawing/2014/main" id="{B76D2AEC-80E8-4E17-E517-1A3FC40C6C2B}"/>
              </a:ext>
            </a:extLst>
          </p:cNvPr>
          <p:cNvSpPr>
            <a:spLocks noGrp="1"/>
          </p:cNvSpPr>
          <p:nvPr>
            <p:ph type="body" sz="quarter" idx="91" hasCustomPrompt="1"/>
          </p:nvPr>
        </p:nvSpPr>
        <p:spPr>
          <a:xfrm>
            <a:off x="7642488" y="5908236"/>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72" name="Group 71">
            <a:extLst>
              <a:ext uri="{FF2B5EF4-FFF2-40B4-BE49-F238E27FC236}">
                <a16:creationId xmlns:a16="http://schemas.microsoft.com/office/drawing/2014/main" id="{A9CCEB37-8C46-0DEB-457C-CCB5B4A43EE8}"/>
              </a:ext>
            </a:extLst>
          </p:cNvPr>
          <p:cNvGrpSpPr>
            <a:grpSpLocks noGrp="1" noUngrp="1" noRot="1" noMove="1" noResize="1"/>
          </p:cNvGrpSpPr>
          <p:nvPr userDrawn="1"/>
        </p:nvGrpSpPr>
        <p:grpSpPr>
          <a:xfrm>
            <a:off x="9095646" y="5497825"/>
            <a:ext cx="1153545" cy="820821"/>
            <a:chOff x="2454213" y="5105731"/>
            <a:chExt cx="1603981" cy="1219261"/>
          </a:xfrm>
        </p:grpSpPr>
        <p:sp>
          <p:nvSpPr>
            <p:cNvPr id="73" name="Rectangle 72">
              <a:extLst>
                <a:ext uri="{FF2B5EF4-FFF2-40B4-BE49-F238E27FC236}">
                  <a16:creationId xmlns:a16="http://schemas.microsoft.com/office/drawing/2014/main" id="{9BD4D270-C9E2-2BB6-E256-DF4E5D4EB0FA}"/>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4" name="Straight Connector 73">
              <a:extLst>
                <a:ext uri="{FF2B5EF4-FFF2-40B4-BE49-F238E27FC236}">
                  <a16:creationId xmlns:a16="http://schemas.microsoft.com/office/drawing/2014/main" id="{027D7845-4EB0-08B1-8E62-2743271552A4}"/>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71055BC8-876C-FDB5-9111-F1165755BCEE}"/>
              </a:ext>
            </a:extLst>
          </p:cNvPr>
          <p:cNvGrpSpPr>
            <a:grpSpLocks noGrp="1" noUngrp="1" noRot="1" noMove="1" noResize="1"/>
          </p:cNvGrpSpPr>
          <p:nvPr userDrawn="1"/>
        </p:nvGrpSpPr>
        <p:grpSpPr>
          <a:xfrm>
            <a:off x="10485993" y="5497825"/>
            <a:ext cx="1153545" cy="820821"/>
            <a:chOff x="2454213" y="5105731"/>
            <a:chExt cx="1603981" cy="1219261"/>
          </a:xfrm>
        </p:grpSpPr>
        <p:sp>
          <p:nvSpPr>
            <p:cNvPr id="76" name="Rectangle 75">
              <a:extLst>
                <a:ext uri="{FF2B5EF4-FFF2-40B4-BE49-F238E27FC236}">
                  <a16:creationId xmlns:a16="http://schemas.microsoft.com/office/drawing/2014/main" id="{06DDADFA-8498-347F-4BCC-92EDD687E405}"/>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77" name="Straight Connector 76">
              <a:extLst>
                <a:ext uri="{FF2B5EF4-FFF2-40B4-BE49-F238E27FC236}">
                  <a16:creationId xmlns:a16="http://schemas.microsoft.com/office/drawing/2014/main" id="{F591CB7A-750A-FBD0-448C-EA92493BD1CD}"/>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8" name="Text Placeholder 4">
            <a:extLst>
              <a:ext uri="{FF2B5EF4-FFF2-40B4-BE49-F238E27FC236}">
                <a16:creationId xmlns:a16="http://schemas.microsoft.com/office/drawing/2014/main" id="{05B6685E-D383-2FE2-F3E5-80C3E5426548}"/>
              </a:ext>
            </a:extLst>
          </p:cNvPr>
          <p:cNvSpPr>
            <a:spLocks noGrp="1"/>
          </p:cNvSpPr>
          <p:nvPr>
            <p:ph type="body" sz="quarter" idx="92" hasCustomPrompt="1"/>
          </p:nvPr>
        </p:nvSpPr>
        <p:spPr>
          <a:xfrm>
            <a:off x="9095646" y="5905063"/>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79" name="Text Placeholder 4">
            <a:extLst>
              <a:ext uri="{FF2B5EF4-FFF2-40B4-BE49-F238E27FC236}">
                <a16:creationId xmlns:a16="http://schemas.microsoft.com/office/drawing/2014/main" id="{40F88E06-2B9E-85A0-25FB-B483FEA7F2B3}"/>
              </a:ext>
            </a:extLst>
          </p:cNvPr>
          <p:cNvSpPr>
            <a:spLocks noGrp="1"/>
          </p:cNvSpPr>
          <p:nvPr>
            <p:ph type="body" sz="quarter" idx="93" hasCustomPrompt="1"/>
          </p:nvPr>
        </p:nvSpPr>
        <p:spPr>
          <a:xfrm>
            <a:off x="10485993" y="5905063"/>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62" name="Group 161">
            <a:extLst>
              <a:ext uri="{FF2B5EF4-FFF2-40B4-BE49-F238E27FC236}">
                <a16:creationId xmlns:a16="http://schemas.microsoft.com/office/drawing/2014/main" id="{B7875319-FD2A-1C6E-1DA3-A0EB89CD8B9C}"/>
              </a:ext>
            </a:extLst>
          </p:cNvPr>
          <p:cNvGrpSpPr>
            <a:grpSpLocks noGrp="1" noUngrp="1" noRot="1" noMove="1" noResize="1"/>
          </p:cNvGrpSpPr>
          <p:nvPr userDrawn="1"/>
        </p:nvGrpSpPr>
        <p:grpSpPr>
          <a:xfrm>
            <a:off x="592524" y="2368731"/>
            <a:ext cx="2543893" cy="984070"/>
            <a:chOff x="592524" y="2194560"/>
            <a:chExt cx="2543893" cy="984070"/>
          </a:xfrm>
        </p:grpSpPr>
        <p:sp>
          <p:nvSpPr>
            <p:cNvPr id="62" name="Rectangle 61">
              <a:extLst>
                <a:ext uri="{FF2B5EF4-FFF2-40B4-BE49-F238E27FC236}">
                  <a16:creationId xmlns:a16="http://schemas.microsoft.com/office/drawing/2014/main" id="{02808B14-296D-3966-7CD7-6E7AFB3DE0FD}"/>
                </a:ext>
              </a:extLst>
            </p:cNvPr>
            <p:cNvSpPr>
              <a:spLocks noGrp="1" noRot="1" noMove="1" noResize="1" noEditPoints="1" noAdjustHandles="1" noChangeArrowheads="1" noChangeShapeType="1"/>
            </p:cNvSpPr>
            <p:nvPr userDrawn="1"/>
          </p:nvSpPr>
          <p:spPr>
            <a:xfrm>
              <a:off x="592524" y="2562706"/>
              <a:ext cx="2543893" cy="6159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3" name="Straight Connector 62">
              <a:extLst>
                <a:ext uri="{FF2B5EF4-FFF2-40B4-BE49-F238E27FC236}">
                  <a16:creationId xmlns:a16="http://schemas.microsoft.com/office/drawing/2014/main" id="{88211956-B1BD-0A66-0630-9AD3AC27BCBF}"/>
                </a:ext>
              </a:extLst>
            </p:cNvPr>
            <p:cNvCxnSpPr>
              <a:cxnSpLocks noGrp="1" noRot="1" noMove="1" noResize="1" noEditPoints="1" noAdjustHandles="1" noChangeArrowheads="1" noChangeShapeType="1"/>
            </p:cNvCxnSpPr>
            <p:nvPr userDrawn="1"/>
          </p:nvCxnSpPr>
          <p:spPr>
            <a:xfrm>
              <a:off x="1864471"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3" name="Group 162">
            <a:extLst>
              <a:ext uri="{FF2B5EF4-FFF2-40B4-BE49-F238E27FC236}">
                <a16:creationId xmlns:a16="http://schemas.microsoft.com/office/drawing/2014/main" id="{6A8F5517-390C-C321-CD3D-E0A18F2D9854}"/>
              </a:ext>
            </a:extLst>
          </p:cNvPr>
          <p:cNvGrpSpPr>
            <a:grpSpLocks noGrp="1" noUngrp="1" noRot="1" noMove="1" noResize="1"/>
          </p:cNvGrpSpPr>
          <p:nvPr userDrawn="1"/>
        </p:nvGrpSpPr>
        <p:grpSpPr>
          <a:xfrm>
            <a:off x="3426898" y="2368731"/>
            <a:ext cx="2543893" cy="984070"/>
            <a:chOff x="3426898" y="2194560"/>
            <a:chExt cx="2543893" cy="984070"/>
          </a:xfrm>
        </p:grpSpPr>
        <p:sp>
          <p:nvSpPr>
            <p:cNvPr id="129" name="Rectangle 128">
              <a:extLst>
                <a:ext uri="{FF2B5EF4-FFF2-40B4-BE49-F238E27FC236}">
                  <a16:creationId xmlns:a16="http://schemas.microsoft.com/office/drawing/2014/main" id="{2CD608DD-9FDB-7CF8-7A89-A492B7C1A880}"/>
                </a:ext>
              </a:extLst>
            </p:cNvPr>
            <p:cNvSpPr>
              <a:spLocks noGrp="1" noRot="1" noMove="1" noResize="1" noEditPoints="1" noAdjustHandles="1" noChangeArrowheads="1" noChangeShapeType="1"/>
            </p:cNvSpPr>
            <p:nvPr userDrawn="1"/>
          </p:nvSpPr>
          <p:spPr>
            <a:xfrm>
              <a:off x="3426898" y="2562706"/>
              <a:ext cx="2543893" cy="6159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30" name="Straight Connector 129">
              <a:extLst>
                <a:ext uri="{FF2B5EF4-FFF2-40B4-BE49-F238E27FC236}">
                  <a16:creationId xmlns:a16="http://schemas.microsoft.com/office/drawing/2014/main" id="{65E18631-6632-B241-B72B-A44000945C5B}"/>
                </a:ext>
              </a:extLst>
            </p:cNvPr>
            <p:cNvCxnSpPr>
              <a:cxnSpLocks noGrp="1" noRot="1" noMove="1" noResize="1" noEditPoints="1" noAdjustHandles="1" noChangeArrowheads="1" noChangeShapeType="1"/>
            </p:cNvCxnSpPr>
            <p:nvPr userDrawn="1"/>
          </p:nvCxnSpPr>
          <p:spPr>
            <a:xfrm>
              <a:off x="4698845"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4" name="Group 163">
            <a:extLst>
              <a:ext uri="{FF2B5EF4-FFF2-40B4-BE49-F238E27FC236}">
                <a16:creationId xmlns:a16="http://schemas.microsoft.com/office/drawing/2014/main" id="{86EAC3C9-112D-C51B-096D-D58D977C92CE}"/>
              </a:ext>
            </a:extLst>
          </p:cNvPr>
          <p:cNvGrpSpPr>
            <a:grpSpLocks noGrp="1" noUngrp="1" noRot="1" noMove="1" noResize="1"/>
          </p:cNvGrpSpPr>
          <p:nvPr userDrawn="1"/>
        </p:nvGrpSpPr>
        <p:grpSpPr>
          <a:xfrm>
            <a:off x="6261273" y="2368731"/>
            <a:ext cx="2543893" cy="984070"/>
            <a:chOff x="6261273" y="2194560"/>
            <a:chExt cx="2543893" cy="984070"/>
          </a:xfrm>
        </p:grpSpPr>
        <p:sp>
          <p:nvSpPr>
            <p:cNvPr id="134" name="Rectangle 133">
              <a:extLst>
                <a:ext uri="{FF2B5EF4-FFF2-40B4-BE49-F238E27FC236}">
                  <a16:creationId xmlns:a16="http://schemas.microsoft.com/office/drawing/2014/main" id="{25F1AF11-9F6A-C92E-F049-1F7359284DCC}"/>
                </a:ext>
              </a:extLst>
            </p:cNvPr>
            <p:cNvSpPr>
              <a:spLocks noGrp="1" noRot="1" noMove="1" noResize="1" noEditPoints="1" noAdjustHandles="1" noChangeArrowheads="1" noChangeShapeType="1"/>
            </p:cNvSpPr>
            <p:nvPr userDrawn="1"/>
          </p:nvSpPr>
          <p:spPr>
            <a:xfrm>
              <a:off x="6261273" y="2562706"/>
              <a:ext cx="2543893" cy="6159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35" name="Straight Connector 134">
              <a:extLst>
                <a:ext uri="{FF2B5EF4-FFF2-40B4-BE49-F238E27FC236}">
                  <a16:creationId xmlns:a16="http://schemas.microsoft.com/office/drawing/2014/main" id="{B70B254E-98C4-D73C-674F-9E71600075F7}"/>
                </a:ext>
              </a:extLst>
            </p:cNvPr>
            <p:cNvCxnSpPr>
              <a:cxnSpLocks noGrp="1" noRot="1" noMove="1" noResize="1" noEditPoints="1" noAdjustHandles="1" noChangeArrowheads="1" noChangeShapeType="1"/>
            </p:cNvCxnSpPr>
            <p:nvPr userDrawn="1"/>
          </p:nvCxnSpPr>
          <p:spPr>
            <a:xfrm>
              <a:off x="7533220"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AB84C03-8AAA-1E1A-2D03-9F996D34743D}"/>
              </a:ext>
            </a:extLst>
          </p:cNvPr>
          <p:cNvSpPr>
            <a:spLocks noGrp="1" noRot="1" noMove="1" noResize="1" noEditPoints="1" noAdjustHandles="1" noChangeArrowheads="1" noChangeShapeType="1"/>
          </p:cNvSpPr>
          <p:nvPr userDrawn="1"/>
        </p:nvSpPr>
        <p:spPr>
          <a:xfrm>
            <a:off x="4796042" y="1291429"/>
            <a:ext cx="2628900" cy="71404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0" name="Straight Connector 9">
            <a:extLst>
              <a:ext uri="{FF2B5EF4-FFF2-40B4-BE49-F238E27FC236}">
                <a16:creationId xmlns:a16="http://schemas.microsoft.com/office/drawing/2014/main" id="{F29F2630-1F73-04AB-FC56-E778DF078283}"/>
              </a:ext>
            </a:extLst>
          </p:cNvPr>
          <p:cNvCxnSpPr>
            <a:cxnSpLocks noGrp="1" noRot="1" noMove="1" noResize="1" noEditPoints="1" noAdjustHandles="1" noChangeArrowheads="1" noChangeShapeType="1"/>
            <a:stCxn id="8" idx="2"/>
          </p:cNvCxnSpPr>
          <p:nvPr userDrawn="1"/>
        </p:nvCxnSpPr>
        <p:spPr>
          <a:xfrm>
            <a:off x="6110492" y="2005469"/>
            <a:ext cx="0" cy="363262"/>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6" name="Text Placeholder 4">
            <a:extLst>
              <a:ext uri="{FF2B5EF4-FFF2-40B4-BE49-F238E27FC236}">
                <a16:creationId xmlns:a16="http://schemas.microsoft.com/office/drawing/2014/main" id="{F8346E9F-C2B0-715F-0054-A23E2EA1F743}"/>
              </a:ext>
            </a:extLst>
          </p:cNvPr>
          <p:cNvSpPr>
            <a:spLocks noGrp="1"/>
          </p:cNvSpPr>
          <p:nvPr userDrawn="1">
            <p:ph type="body" sz="quarter" idx="64" hasCustomPrompt="1"/>
          </p:nvPr>
        </p:nvSpPr>
        <p:spPr>
          <a:xfrm>
            <a:off x="4791688" y="1566680"/>
            <a:ext cx="2628900" cy="152349"/>
          </a:xfrm>
          <a:prstGeom prst="rect">
            <a:avLst/>
          </a:prstGeom>
        </p:spPr>
        <p:txBody>
          <a:bodyPr tIns="0" bIns="0" anchor="ctr" anchorCtr="0">
            <a:spAutoFit/>
          </a:bodyPr>
          <a:lstStyle>
            <a:lvl1pPr marL="0" indent="0" algn="ctr">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67" name="Text Placeholder 4">
            <a:extLst>
              <a:ext uri="{FF2B5EF4-FFF2-40B4-BE49-F238E27FC236}">
                <a16:creationId xmlns:a16="http://schemas.microsoft.com/office/drawing/2014/main" id="{29547B79-B9BF-F199-24C8-6A429765466D}"/>
              </a:ext>
            </a:extLst>
          </p:cNvPr>
          <p:cNvSpPr>
            <a:spLocks noGrp="1"/>
          </p:cNvSpPr>
          <p:nvPr userDrawn="1">
            <p:ph type="body" sz="quarter" idx="66" hasCustomPrompt="1"/>
          </p:nvPr>
        </p:nvSpPr>
        <p:spPr>
          <a:xfrm>
            <a:off x="588170" y="2973323"/>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1" name="Text Placeholder 4">
            <a:extLst>
              <a:ext uri="{FF2B5EF4-FFF2-40B4-BE49-F238E27FC236}">
                <a16:creationId xmlns:a16="http://schemas.microsoft.com/office/drawing/2014/main" id="{F54691CD-BDE2-1543-6803-9A3B9C7A1A72}"/>
              </a:ext>
            </a:extLst>
          </p:cNvPr>
          <p:cNvSpPr>
            <a:spLocks noGrp="1"/>
          </p:cNvSpPr>
          <p:nvPr userDrawn="1">
            <p:ph type="body" sz="quarter" idx="68" hasCustomPrompt="1"/>
          </p:nvPr>
        </p:nvSpPr>
        <p:spPr>
          <a:xfrm>
            <a:off x="3431057" y="2973323"/>
            <a:ext cx="253973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36" name="Text Placeholder 4">
            <a:extLst>
              <a:ext uri="{FF2B5EF4-FFF2-40B4-BE49-F238E27FC236}">
                <a16:creationId xmlns:a16="http://schemas.microsoft.com/office/drawing/2014/main" id="{FA2E12F6-35BE-FEF2-753F-D90A586CA292}"/>
              </a:ext>
            </a:extLst>
          </p:cNvPr>
          <p:cNvSpPr>
            <a:spLocks noGrp="1"/>
          </p:cNvSpPr>
          <p:nvPr userDrawn="1">
            <p:ph type="body" sz="quarter" idx="70" hasCustomPrompt="1"/>
          </p:nvPr>
        </p:nvSpPr>
        <p:spPr>
          <a:xfrm>
            <a:off x="6256240" y="2973323"/>
            <a:ext cx="254389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65" name="Group 164">
            <a:extLst>
              <a:ext uri="{FF2B5EF4-FFF2-40B4-BE49-F238E27FC236}">
                <a16:creationId xmlns:a16="http://schemas.microsoft.com/office/drawing/2014/main" id="{B2955C14-858E-E693-6FC7-ACD34B667915}"/>
              </a:ext>
            </a:extLst>
          </p:cNvPr>
          <p:cNvGrpSpPr>
            <a:grpSpLocks noGrp="1" noUngrp="1" noRot="1" noMove="1" noResize="1"/>
          </p:cNvGrpSpPr>
          <p:nvPr userDrawn="1"/>
        </p:nvGrpSpPr>
        <p:grpSpPr>
          <a:xfrm>
            <a:off x="9095647" y="2368731"/>
            <a:ext cx="2543893" cy="984070"/>
            <a:chOff x="9095647" y="2194560"/>
            <a:chExt cx="2543893" cy="984070"/>
          </a:xfrm>
        </p:grpSpPr>
        <p:sp>
          <p:nvSpPr>
            <p:cNvPr id="139" name="Rectangle 138">
              <a:extLst>
                <a:ext uri="{FF2B5EF4-FFF2-40B4-BE49-F238E27FC236}">
                  <a16:creationId xmlns:a16="http://schemas.microsoft.com/office/drawing/2014/main" id="{E57FCB60-9838-BBAB-A00C-4C55B7ACF715}"/>
                </a:ext>
              </a:extLst>
            </p:cNvPr>
            <p:cNvSpPr>
              <a:spLocks noGrp="1" noRot="1" noMove="1" noResize="1" noEditPoints="1" noAdjustHandles="1" noChangeArrowheads="1" noChangeShapeType="1"/>
            </p:cNvSpPr>
            <p:nvPr userDrawn="1"/>
          </p:nvSpPr>
          <p:spPr>
            <a:xfrm>
              <a:off x="9095647" y="2562706"/>
              <a:ext cx="2543893" cy="61592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40" name="Straight Connector 139">
              <a:extLst>
                <a:ext uri="{FF2B5EF4-FFF2-40B4-BE49-F238E27FC236}">
                  <a16:creationId xmlns:a16="http://schemas.microsoft.com/office/drawing/2014/main" id="{DF23C781-BBE5-90BA-9351-48E69A92BA50}"/>
                </a:ext>
              </a:extLst>
            </p:cNvPr>
            <p:cNvCxnSpPr>
              <a:cxnSpLocks noGrp="1" noRot="1" noMove="1" noResize="1" noEditPoints="1" noAdjustHandles="1" noChangeArrowheads="1" noChangeShapeType="1"/>
            </p:cNvCxnSpPr>
            <p:nvPr userDrawn="1"/>
          </p:nvCxnSpPr>
          <p:spPr>
            <a:xfrm>
              <a:off x="10367594" y="2194560"/>
              <a:ext cx="0" cy="302761"/>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1" name="Text Placeholder 4">
            <a:extLst>
              <a:ext uri="{FF2B5EF4-FFF2-40B4-BE49-F238E27FC236}">
                <a16:creationId xmlns:a16="http://schemas.microsoft.com/office/drawing/2014/main" id="{BDA8386E-1730-83C9-D5BB-84EF3351D05F}"/>
              </a:ext>
            </a:extLst>
          </p:cNvPr>
          <p:cNvSpPr>
            <a:spLocks noGrp="1"/>
          </p:cNvSpPr>
          <p:nvPr userDrawn="1">
            <p:ph type="body" sz="quarter" idx="72" hasCustomPrompt="1"/>
          </p:nvPr>
        </p:nvSpPr>
        <p:spPr>
          <a:xfrm>
            <a:off x="9095647" y="2964967"/>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3" name="Text Placeholder 4">
            <a:extLst>
              <a:ext uri="{FF2B5EF4-FFF2-40B4-BE49-F238E27FC236}">
                <a16:creationId xmlns:a16="http://schemas.microsoft.com/office/drawing/2014/main" id="{95DDDCE6-CE8D-1C30-D433-8A61001496EA}"/>
              </a:ext>
            </a:extLst>
          </p:cNvPr>
          <p:cNvSpPr>
            <a:spLocks noGrp="1"/>
          </p:cNvSpPr>
          <p:nvPr userDrawn="1">
            <p:ph type="body" sz="quarter" idx="74" hasCustomPrompt="1"/>
          </p:nvPr>
        </p:nvSpPr>
        <p:spPr>
          <a:xfrm>
            <a:off x="588169" y="5124694"/>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4" name="Text Placeholder 4">
            <a:extLst>
              <a:ext uri="{FF2B5EF4-FFF2-40B4-BE49-F238E27FC236}">
                <a16:creationId xmlns:a16="http://schemas.microsoft.com/office/drawing/2014/main" id="{82058BE3-05A3-328D-A60E-84EEF8B1CA07}"/>
              </a:ext>
            </a:extLst>
          </p:cNvPr>
          <p:cNvSpPr>
            <a:spLocks noGrp="1"/>
          </p:cNvSpPr>
          <p:nvPr userDrawn="1">
            <p:ph type="body" sz="quarter" idx="75" hasCustomPrompt="1"/>
          </p:nvPr>
        </p:nvSpPr>
        <p:spPr>
          <a:xfrm>
            <a:off x="3431056" y="5124694"/>
            <a:ext cx="253973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5" name="Text Placeholder 4">
            <a:extLst>
              <a:ext uri="{FF2B5EF4-FFF2-40B4-BE49-F238E27FC236}">
                <a16:creationId xmlns:a16="http://schemas.microsoft.com/office/drawing/2014/main" id="{C1BCE5B6-FCD4-576A-242B-2ABAC7AE5EC0}"/>
              </a:ext>
            </a:extLst>
          </p:cNvPr>
          <p:cNvSpPr>
            <a:spLocks noGrp="1"/>
          </p:cNvSpPr>
          <p:nvPr userDrawn="1">
            <p:ph type="body" sz="quarter" idx="76" hasCustomPrompt="1"/>
          </p:nvPr>
        </p:nvSpPr>
        <p:spPr>
          <a:xfrm>
            <a:off x="6256239" y="5124694"/>
            <a:ext cx="2543893"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58" name="Text Placeholder 4">
            <a:extLst>
              <a:ext uri="{FF2B5EF4-FFF2-40B4-BE49-F238E27FC236}">
                <a16:creationId xmlns:a16="http://schemas.microsoft.com/office/drawing/2014/main" id="{262A2EF3-0A06-7D61-42E7-BEC0BC70253F}"/>
              </a:ext>
            </a:extLst>
          </p:cNvPr>
          <p:cNvSpPr>
            <a:spLocks noGrp="1"/>
          </p:cNvSpPr>
          <p:nvPr userDrawn="1">
            <p:ph type="body" sz="quarter" idx="77" hasCustomPrompt="1"/>
          </p:nvPr>
        </p:nvSpPr>
        <p:spPr>
          <a:xfrm>
            <a:off x="9095646" y="5116338"/>
            <a:ext cx="2543892" cy="153888"/>
          </a:xfrm>
          <a:prstGeom prst="rect">
            <a:avLst/>
          </a:prstGeom>
        </p:spPr>
        <p:txBody>
          <a:bodyPr tIns="0" bIns="0" anchor="ctr" anchorCtr="0">
            <a:spAutoFit/>
          </a:bodyPr>
          <a:lstStyle>
            <a:lvl1pPr marL="0" indent="0" algn="ctr">
              <a:lnSpc>
                <a:spcPts val="1200"/>
              </a:lnSpc>
              <a:spcBef>
                <a:spcPts val="300"/>
              </a:spcBef>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cxnSp>
        <p:nvCxnSpPr>
          <p:cNvPr id="160" name="Straight Connector 159">
            <a:extLst>
              <a:ext uri="{FF2B5EF4-FFF2-40B4-BE49-F238E27FC236}">
                <a16:creationId xmlns:a16="http://schemas.microsoft.com/office/drawing/2014/main" id="{13B07CB4-B31F-4EA6-8878-250976E2E29D}"/>
              </a:ext>
            </a:extLst>
          </p:cNvPr>
          <p:cNvCxnSpPr>
            <a:cxnSpLocks noGrp="1" noRot="1" noMove="1" noResize="1" noEditPoints="1" noAdjustHandles="1" noChangeArrowheads="1" noChangeShapeType="1"/>
          </p:cNvCxnSpPr>
          <p:nvPr userDrawn="1"/>
        </p:nvCxnSpPr>
        <p:spPr>
          <a:xfrm>
            <a:off x="1864470" y="2368731"/>
            <a:ext cx="85031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86D77F70-7BEE-0C48-3DCA-DC964DC93BF0}"/>
              </a:ext>
            </a:extLst>
          </p:cNvPr>
          <p:cNvGrpSpPr>
            <a:grpSpLocks noGrp="1" noUngrp="1" noRot="1" noMove="1" noResize="1"/>
          </p:cNvGrpSpPr>
          <p:nvPr userDrawn="1"/>
        </p:nvGrpSpPr>
        <p:grpSpPr>
          <a:xfrm>
            <a:off x="588169" y="3352800"/>
            <a:ext cx="1153545" cy="820821"/>
            <a:chOff x="2454213" y="5105731"/>
            <a:chExt cx="1603981" cy="1219261"/>
          </a:xfrm>
        </p:grpSpPr>
        <p:sp>
          <p:nvSpPr>
            <p:cNvPr id="176" name="Rectangle 175">
              <a:extLst>
                <a:ext uri="{FF2B5EF4-FFF2-40B4-BE49-F238E27FC236}">
                  <a16:creationId xmlns:a16="http://schemas.microsoft.com/office/drawing/2014/main" id="{78A31DB8-51C0-1BF8-B056-B2EE594496B3}"/>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77" name="Straight Connector 176">
              <a:extLst>
                <a:ext uri="{FF2B5EF4-FFF2-40B4-BE49-F238E27FC236}">
                  <a16:creationId xmlns:a16="http://schemas.microsoft.com/office/drawing/2014/main" id="{9B93E6DD-834D-1BEB-08F2-8F170E143B1E}"/>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8" name="Group 177">
            <a:extLst>
              <a:ext uri="{FF2B5EF4-FFF2-40B4-BE49-F238E27FC236}">
                <a16:creationId xmlns:a16="http://schemas.microsoft.com/office/drawing/2014/main" id="{3A851D37-9FBB-424A-517C-388BBF96D791}"/>
              </a:ext>
            </a:extLst>
          </p:cNvPr>
          <p:cNvGrpSpPr>
            <a:grpSpLocks noGrp="1" noUngrp="1" noRot="1" noMove="1" noResize="1"/>
          </p:cNvGrpSpPr>
          <p:nvPr userDrawn="1"/>
        </p:nvGrpSpPr>
        <p:grpSpPr>
          <a:xfrm>
            <a:off x="1978516" y="3352800"/>
            <a:ext cx="1153545" cy="820821"/>
            <a:chOff x="2454213" y="5105731"/>
            <a:chExt cx="1603981" cy="1219261"/>
          </a:xfrm>
        </p:grpSpPr>
        <p:sp>
          <p:nvSpPr>
            <p:cNvPr id="179" name="Rectangle 178">
              <a:extLst>
                <a:ext uri="{FF2B5EF4-FFF2-40B4-BE49-F238E27FC236}">
                  <a16:creationId xmlns:a16="http://schemas.microsoft.com/office/drawing/2014/main" id="{F0390F5E-9E65-38F6-3BC1-8D416C8E6A53}"/>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0" name="Straight Connector 179">
              <a:extLst>
                <a:ext uri="{FF2B5EF4-FFF2-40B4-BE49-F238E27FC236}">
                  <a16:creationId xmlns:a16="http://schemas.microsoft.com/office/drawing/2014/main" id="{E316F95E-6386-650B-1D9E-13E443733BA4}"/>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1" name="Text Placeholder 4">
            <a:extLst>
              <a:ext uri="{FF2B5EF4-FFF2-40B4-BE49-F238E27FC236}">
                <a16:creationId xmlns:a16="http://schemas.microsoft.com/office/drawing/2014/main" id="{A1855238-0B04-6BE7-9107-3F349CCB71C3}"/>
              </a:ext>
            </a:extLst>
          </p:cNvPr>
          <p:cNvSpPr>
            <a:spLocks noGrp="1"/>
          </p:cNvSpPr>
          <p:nvPr userDrawn="1">
            <p:ph type="body" sz="quarter" idx="78" hasCustomPrompt="1"/>
          </p:nvPr>
        </p:nvSpPr>
        <p:spPr>
          <a:xfrm>
            <a:off x="588169" y="3760038"/>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82" name="Text Placeholder 4">
            <a:extLst>
              <a:ext uri="{FF2B5EF4-FFF2-40B4-BE49-F238E27FC236}">
                <a16:creationId xmlns:a16="http://schemas.microsoft.com/office/drawing/2014/main" id="{0EB0283E-E4D5-9D9F-DB14-EDB7A9C68731}"/>
              </a:ext>
            </a:extLst>
          </p:cNvPr>
          <p:cNvSpPr>
            <a:spLocks noGrp="1"/>
          </p:cNvSpPr>
          <p:nvPr userDrawn="1">
            <p:ph type="body" sz="quarter" idx="79" hasCustomPrompt="1"/>
          </p:nvPr>
        </p:nvSpPr>
        <p:spPr>
          <a:xfrm>
            <a:off x="1978516" y="3760038"/>
            <a:ext cx="1153543"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83" name="Group 182">
            <a:extLst>
              <a:ext uri="{FF2B5EF4-FFF2-40B4-BE49-F238E27FC236}">
                <a16:creationId xmlns:a16="http://schemas.microsoft.com/office/drawing/2014/main" id="{A7CDEDB8-2E6B-6C9F-22C0-19ABF4F75DCD}"/>
              </a:ext>
            </a:extLst>
          </p:cNvPr>
          <p:cNvGrpSpPr>
            <a:grpSpLocks noGrp="1" noUngrp="1" noRot="1" noMove="1" noResize="1"/>
          </p:cNvGrpSpPr>
          <p:nvPr userDrawn="1"/>
        </p:nvGrpSpPr>
        <p:grpSpPr>
          <a:xfrm>
            <a:off x="3422542" y="3352800"/>
            <a:ext cx="1153545" cy="820821"/>
            <a:chOff x="2454213" y="5105731"/>
            <a:chExt cx="1603981" cy="1219261"/>
          </a:xfrm>
        </p:grpSpPr>
        <p:sp>
          <p:nvSpPr>
            <p:cNvPr id="184" name="Rectangle 183">
              <a:extLst>
                <a:ext uri="{FF2B5EF4-FFF2-40B4-BE49-F238E27FC236}">
                  <a16:creationId xmlns:a16="http://schemas.microsoft.com/office/drawing/2014/main" id="{E96F092A-FCC6-4E3C-78E5-88578630B40F}"/>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5" name="Straight Connector 184">
              <a:extLst>
                <a:ext uri="{FF2B5EF4-FFF2-40B4-BE49-F238E27FC236}">
                  <a16:creationId xmlns:a16="http://schemas.microsoft.com/office/drawing/2014/main" id="{40188AAF-C7B7-32DF-1F87-F6AC47FD86BA}"/>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6" name="Group 185">
            <a:extLst>
              <a:ext uri="{FF2B5EF4-FFF2-40B4-BE49-F238E27FC236}">
                <a16:creationId xmlns:a16="http://schemas.microsoft.com/office/drawing/2014/main" id="{993C8DD1-EBAF-4B45-5A4F-B794E62D988E}"/>
              </a:ext>
            </a:extLst>
          </p:cNvPr>
          <p:cNvGrpSpPr>
            <a:grpSpLocks noGrp="1" noUngrp="1" noRot="1" noMove="1" noResize="1"/>
          </p:cNvGrpSpPr>
          <p:nvPr userDrawn="1"/>
        </p:nvGrpSpPr>
        <p:grpSpPr>
          <a:xfrm>
            <a:off x="4812889" y="3352800"/>
            <a:ext cx="1153545" cy="820821"/>
            <a:chOff x="2454213" y="5105731"/>
            <a:chExt cx="1603981" cy="1219261"/>
          </a:xfrm>
        </p:grpSpPr>
        <p:sp>
          <p:nvSpPr>
            <p:cNvPr id="187" name="Rectangle 186">
              <a:extLst>
                <a:ext uri="{FF2B5EF4-FFF2-40B4-BE49-F238E27FC236}">
                  <a16:creationId xmlns:a16="http://schemas.microsoft.com/office/drawing/2014/main" id="{1BDEF293-24FF-476B-D39F-EDD79BA43B46}"/>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8" name="Straight Connector 187">
              <a:extLst>
                <a:ext uri="{FF2B5EF4-FFF2-40B4-BE49-F238E27FC236}">
                  <a16:creationId xmlns:a16="http://schemas.microsoft.com/office/drawing/2014/main" id="{BA8B879D-56C3-36CC-B2EA-736B42FC6055}"/>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9" name="Text Placeholder 4">
            <a:extLst>
              <a:ext uri="{FF2B5EF4-FFF2-40B4-BE49-F238E27FC236}">
                <a16:creationId xmlns:a16="http://schemas.microsoft.com/office/drawing/2014/main" id="{8B3F2678-1364-6CC8-62C9-2E5962506078}"/>
              </a:ext>
            </a:extLst>
          </p:cNvPr>
          <p:cNvSpPr>
            <a:spLocks noGrp="1"/>
          </p:cNvSpPr>
          <p:nvPr userDrawn="1">
            <p:ph type="body" sz="quarter" idx="80" hasCustomPrompt="1"/>
          </p:nvPr>
        </p:nvSpPr>
        <p:spPr>
          <a:xfrm>
            <a:off x="3422542" y="3760038"/>
            <a:ext cx="1148769"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90" name="Text Placeholder 4">
            <a:extLst>
              <a:ext uri="{FF2B5EF4-FFF2-40B4-BE49-F238E27FC236}">
                <a16:creationId xmlns:a16="http://schemas.microsoft.com/office/drawing/2014/main" id="{13F47964-C2B3-9A7C-9A64-5A41854377F7}"/>
              </a:ext>
            </a:extLst>
          </p:cNvPr>
          <p:cNvSpPr>
            <a:spLocks noGrp="1"/>
          </p:cNvSpPr>
          <p:nvPr userDrawn="1">
            <p:ph type="body" sz="quarter" idx="81" hasCustomPrompt="1"/>
          </p:nvPr>
        </p:nvSpPr>
        <p:spPr>
          <a:xfrm>
            <a:off x="4812890" y="3760038"/>
            <a:ext cx="1148770"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91" name="Group 190">
            <a:extLst>
              <a:ext uri="{FF2B5EF4-FFF2-40B4-BE49-F238E27FC236}">
                <a16:creationId xmlns:a16="http://schemas.microsoft.com/office/drawing/2014/main" id="{AA845FFD-2088-6AEA-06E4-0246076482CC}"/>
              </a:ext>
            </a:extLst>
          </p:cNvPr>
          <p:cNvGrpSpPr>
            <a:grpSpLocks noGrp="1" noUngrp="1" noRot="1" noMove="1" noResize="1"/>
          </p:cNvGrpSpPr>
          <p:nvPr userDrawn="1"/>
        </p:nvGrpSpPr>
        <p:grpSpPr>
          <a:xfrm>
            <a:off x="6252141" y="3349627"/>
            <a:ext cx="1153545" cy="820821"/>
            <a:chOff x="2454213" y="5105731"/>
            <a:chExt cx="1603981" cy="1219261"/>
          </a:xfrm>
        </p:grpSpPr>
        <p:sp>
          <p:nvSpPr>
            <p:cNvPr id="192" name="Rectangle 191">
              <a:extLst>
                <a:ext uri="{FF2B5EF4-FFF2-40B4-BE49-F238E27FC236}">
                  <a16:creationId xmlns:a16="http://schemas.microsoft.com/office/drawing/2014/main" id="{D33BEB57-93D9-13FB-730F-7AA348BBC8E8}"/>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3" name="Straight Connector 192">
              <a:extLst>
                <a:ext uri="{FF2B5EF4-FFF2-40B4-BE49-F238E27FC236}">
                  <a16:creationId xmlns:a16="http://schemas.microsoft.com/office/drawing/2014/main" id="{1A1D2206-1A04-369F-19DC-AA93C667DE50}"/>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4" name="Group 193">
            <a:extLst>
              <a:ext uri="{FF2B5EF4-FFF2-40B4-BE49-F238E27FC236}">
                <a16:creationId xmlns:a16="http://schemas.microsoft.com/office/drawing/2014/main" id="{26E85A0F-A7FB-FF75-7F8D-CDA227D0113F}"/>
              </a:ext>
            </a:extLst>
          </p:cNvPr>
          <p:cNvGrpSpPr>
            <a:grpSpLocks noGrp="1" noUngrp="1" noRot="1" noMove="1" noResize="1"/>
          </p:cNvGrpSpPr>
          <p:nvPr userDrawn="1"/>
        </p:nvGrpSpPr>
        <p:grpSpPr>
          <a:xfrm>
            <a:off x="7642488" y="3349627"/>
            <a:ext cx="1153545" cy="820821"/>
            <a:chOff x="2454213" y="5105731"/>
            <a:chExt cx="1603981" cy="1219261"/>
          </a:xfrm>
        </p:grpSpPr>
        <p:sp>
          <p:nvSpPr>
            <p:cNvPr id="195" name="Rectangle 194">
              <a:extLst>
                <a:ext uri="{FF2B5EF4-FFF2-40B4-BE49-F238E27FC236}">
                  <a16:creationId xmlns:a16="http://schemas.microsoft.com/office/drawing/2014/main" id="{DB266D20-74CA-61E9-CF18-1F4413C2351C}"/>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6" name="Straight Connector 195">
              <a:extLst>
                <a:ext uri="{FF2B5EF4-FFF2-40B4-BE49-F238E27FC236}">
                  <a16:creationId xmlns:a16="http://schemas.microsoft.com/office/drawing/2014/main" id="{BE2575DD-C7FA-2C2C-8263-A00B35DB77EA}"/>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7" name="Text Placeholder 4">
            <a:extLst>
              <a:ext uri="{FF2B5EF4-FFF2-40B4-BE49-F238E27FC236}">
                <a16:creationId xmlns:a16="http://schemas.microsoft.com/office/drawing/2014/main" id="{BBC97651-BC49-1243-729E-246CE1728F87}"/>
              </a:ext>
            </a:extLst>
          </p:cNvPr>
          <p:cNvSpPr>
            <a:spLocks noGrp="1"/>
          </p:cNvSpPr>
          <p:nvPr userDrawn="1">
            <p:ph type="body" sz="quarter" idx="82" hasCustomPrompt="1"/>
          </p:nvPr>
        </p:nvSpPr>
        <p:spPr>
          <a:xfrm>
            <a:off x="6252142" y="3756865"/>
            <a:ext cx="1153544"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98" name="Text Placeholder 4">
            <a:extLst>
              <a:ext uri="{FF2B5EF4-FFF2-40B4-BE49-F238E27FC236}">
                <a16:creationId xmlns:a16="http://schemas.microsoft.com/office/drawing/2014/main" id="{8B70F71D-9357-FB3F-B7F3-766FB0D59D7B}"/>
              </a:ext>
            </a:extLst>
          </p:cNvPr>
          <p:cNvSpPr>
            <a:spLocks noGrp="1"/>
          </p:cNvSpPr>
          <p:nvPr userDrawn="1">
            <p:ph type="body" sz="quarter" idx="83" hasCustomPrompt="1"/>
          </p:nvPr>
        </p:nvSpPr>
        <p:spPr>
          <a:xfrm>
            <a:off x="7642489" y="3756865"/>
            <a:ext cx="1153544"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grpSp>
        <p:nvGrpSpPr>
          <p:cNvPr id="199" name="Group 198">
            <a:extLst>
              <a:ext uri="{FF2B5EF4-FFF2-40B4-BE49-F238E27FC236}">
                <a16:creationId xmlns:a16="http://schemas.microsoft.com/office/drawing/2014/main" id="{BF927E6D-136E-07F7-078C-500A36501D6D}"/>
              </a:ext>
            </a:extLst>
          </p:cNvPr>
          <p:cNvGrpSpPr>
            <a:grpSpLocks noGrp="1" noUngrp="1" noRot="1" noMove="1" noResize="1"/>
          </p:cNvGrpSpPr>
          <p:nvPr userDrawn="1"/>
        </p:nvGrpSpPr>
        <p:grpSpPr>
          <a:xfrm>
            <a:off x="9095646" y="3346454"/>
            <a:ext cx="1153545" cy="820821"/>
            <a:chOff x="2454213" y="5105731"/>
            <a:chExt cx="1603981" cy="1219261"/>
          </a:xfrm>
        </p:grpSpPr>
        <p:sp>
          <p:nvSpPr>
            <p:cNvPr id="200" name="Rectangle 199">
              <a:extLst>
                <a:ext uri="{FF2B5EF4-FFF2-40B4-BE49-F238E27FC236}">
                  <a16:creationId xmlns:a16="http://schemas.microsoft.com/office/drawing/2014/main" id="{C1704956-4179-3681-673C-62AD5507528B}"/>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1" name="Straight Connector 200">
              <a:extLst>
                <a:ext uri="{FF2B5EF4-FFF2-40B4-BE49-F238E27FC236}">
                  <a16:creationId xmlns:a16="http://schemas.microsoft.com/office/drawing/2014/main" id="{C9AF9D35-5679-7944-5B15-7D3AE4BDD278}"/>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2" name="Group 201">
            <a:extLst>
              <a:ext uri="{FF2B5EF4-FFF2-40B4-BE49-F238E27FC236}">
                <a16:creationId xmlns:a16="http://schemas.microsoft.com/office/drawing/2014/main" id="{9800F06B-EC0A-D80B-7030-E708F6058FBC}"/>
              </a:ext>
            </a:extLst>
          </p:cNvPr>
          <p:cNvGrpSpPr>
            <a:grpSpLocks noGrp="1" noUngrp="1" noRot="1" noMove="1" noResize="1"/>
          </p:cNvGrpSpPr>
          <p:nvPr userDrawn="1"/>
        </p:nvGrpSpPr>
        <p:grpSpPr>
          <a:xfrm>
            <a:off x="10485993" y="3346454"/>
            <a:ext cx="1153545" cy="820821"/>
            <a:chOff x="2454213" y="5105731"/>
            <a:chExt cx="1603981" cy="1219261"/>
          </a:xfrm>
        </p:grpSpPr>
        <p:sp>
          <p:nvSpPr>
            <p:cNvPr id="203" name="Rectangle 202">
              <a:extLst>
                <a:ext uri="{FF2B5EF4-FFF2-40B4-BE49-F238E27FC236}">
                  <a16:creationId xmlns:a16="http://schemas.microsoft.com/office/drawing/2014/main" id="{51F3B3C8-D412-1AF9-A226-D0BB013B3861}"/>
                </a:ext>
              </a:extLst>
            </p:cNvPr>
            <p:cNvSpPr>
              <a:spLocks noGrp="1" noRot="1" noMove="1" noResize="1" noEditPoints="1" noAdjustHandles="1" noChangeArrowheads="1" noChangeShapeType="1"/>
            </p:cNvSpPr>
            <p:nvPr userDrawn="1"/>
          </p:nvSpPr>
          <p:spPr>
            <a:xfrm>
              <a:off x="2454213" y="5426442"/>
              <a:ext cx="1603981"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4" name="Straight Connector 203">
              <a:extLst>
                <a:ext uri="{FF2B5EF4-FFF2-40B4-BE49-F238E27FC236}">
                  <a16:creationId xmlns:a16="http://schemas.microsoft.com/office/drawing/2014/main" id="{3B1DE66F-B832-4333-6FF5-DFAB586CCE79}"/>
                </a:ext>
              </a:extLst>
            </p:cNvPr>
            <p:cNvCxnSpPr>
              <a:cxnSpLocks noGrp="1" noRot="1" noMove="1" noResize="1" noEditPoints="1" noAdjustHandles="1" noChangeArrowheads="1" noChangeShapeType="1"/>
            </p:cNvCxnSpPr>
            <p:nvPr userDrawn="1"/>
          </p:nvCxnSpPr>
          <p:spPr>
            <a:xfrm>
              <a:off x="3249565" y="5105731"/>
              <a:ext cx="0" cy="255329"/>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05" name="Text Placeholder 4">
            <a:extLst>
              <a:ext uri="{FF2B5EF4-FFF2-40B4-BE49-F238E27FC236}">
                <a16:creationId xmlns:a16="http://schemas.microsoft.com/office/drawing/2014/main" id="{DEB67061-2A37-48EE-BDCA-A06AA828183B}"/>
              </a:ext>
            </a:extLst>
          </p:cNvPr>
          <p:cNvSpPr>
            <a:spLocks noGrp="1"/>
          </p:cNvSpPr>
          <p:nvPr userDrawn="1">
            <p:ph type="body" sz="quarter" idx="84" hasCustomPrompt="1"/>
          </p:nvPr>
        </p:nvSpPr>
        <p:spPr>
          <a:xfrm>
            <a:off x="9095647" y="3753692"/>
            <a:ext cx="1153544"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06" name="Text Placeholder 4">
            <a:extLst>
              <a:ext uri="{FF2B5EF4-FFF2-40B4-BE49-F238E27FC236}">
                <a16:creationId xmlns:a16="http://schemas.microsoft.com/office/drawing/2014/main" id="{33CD9E22-554E-9D41-A805-AAC84A7AA5C0}"/>
              </a:ext>
            </a:extLst>
          </p:cNvPr>
          <p:cNvSpPr>
            <a:spLocks noGrp="1"/>
          </p:cNvSpPr>
          <p:nvPr userDrawn="1">
            <p:ph type="body" sz="quarter" idx="85" hasCustomPrompt="1"/>
          </p:nvPr>
        </p:nvSpPr>
        <p:spPr>
          <a:xfrm>
            <a:off x="10485993" y="3753692"/>
            <a:ext cx="1153545" cy="222250"/>
          </a:xfrm>
          <a:prstGeom prst="rect">
            <a:avLst/>
          </a:prstGeom>
        </p:spPr>
        <p:txBody>
          <a:bodyPr tIns="0" bIns="0" anchor="ctr" anchorCtr="0">
            <a:normAutofit/>
          </a:bodyPr>
          <a:lstStyle>
            <a:lvl1pPr marL="0" indent="0" algn="ctr">
              <a:lnSpc>
                <a:spcPts val="1000"/>
              </a:lnSpc>
              <a:spcBef>
                <a:spcPts val="300"/>
              </a:spcBef>
              <a:buNone/>
              <a:defRPr sz="700" b="0"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Tree>
    <p:extLst>
      <p:ext uri="{BB962C8B-B14F-4D97-AF65-F5344CB8AC3E}">
        <p14:creationId xmlns:p14="http://schemas.microsoft.com/office/powerpoint/2010/main" val="76055334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P07 | 9_BESPOKE: ONE HEAD + PHOTO Org Chart">
    <p:spTree>
      <p:nvGrpSpPr>
        <p:cNvPr id="1" name=""/>
        <p:cNvGrpSpPr/>
        <p:nvPr/>
      </p:nvGrpSpPr>
      <p:grpSpPr>
        <a:xfrm>
          <a:off x="0" y="0"/>
          <a:ext cx="0" cy="0"/>
          <a:chOff x="0" y="0"/>
          <a:chExt cx="0" cy="0"/>
        </a:xfrm>
      </p:grpSpPr>
      <p:grpSp>
        <p:nvGrpSpPr>
          <p:cNvPr id="397" name="Group 396">
            <a:extLst>
              <a:ext uri="{FF2B5EF4-FFF2-40B4-BE49-F238E27FC236}">
                <a16:creationId xmlns:a16="http://schemas.microsoft.com/office/drawing/2014/main" id="{C5EF9B16-4DBD-A690-FB78-463A4611A8C3}"/>
              </a:ext>
            </a:extLst>
          </p:cNvPr>
          <p:cNvGrpSpPr>
            <a:grpSpLocks noGrp="1" noUngrp="1" noRot="1" noMove="1" noResize="1"/>
          </p:cNvGrpSpPr>
          <p:nvPr userDrawn="1"/>
        </p:nvGrpSpPr>
        <p:grpSpPr>
          <a:xfrm>
            <a:off x="1627234" y="2617840"/>
            <a:ext cx="2260759" cy="1408667"/>
            <a:chOff x="1627234" y="2617840"/>
            <a:chExt cx="2260759" cy="1408667"/>
          </a:xfrm>
        </p:grpSpPr>
        <p:sp>
          <p:nvSpPr>
            <p:cNvPr id="109" name="Rectangle 108">
              <a:extLst>
                <a:ext uri="{FF2B5EF4-FFF2-40B4-BE49-F238E27FC236}">
                  <a16:creationId xmlns:a16="http://schemas.microsoft.com/office/drawing/2014/main" id="{399DCBCC-2F8A-D4C6-7BA0-9C3B9EB015E0}"/>
                </a:ext>
              </a:extLst>
            </p:cNvPr>
            <p:cNvSpPr>
              <a:spLocks noGrp="1" noRot="1" noMove="1" noResize="1" noEditPoints="1" noAdjustHandles="1" noChangeArrowheads="1" noChangeShapeType="1"/>
            </p:cNvSpPr>
            <p:nvPr userDrawn="1"/>
          </p:nvSpPr>
          <p:spPr>
            <a:xfrm>
              <a:off x="1627234" y="3127958"/>
              <a:ext cx="2260759" cy="898549"/>
            </a:xfrm>
            <a:prstGeom prst="rect">
              <a:avLst/>
            </a:prstGeom>
            <a:solidFill>
              <a:schemeClr val="accent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5" name="Straight Connector 14">
              <a:extLst>
                <a:ext uri="{FF2B5EF4-FFF2-40B4-BE49-F238E27FC236}">
                  <a16:creationId xmlns:a16="http://schemas.microsoft.com/office/drawing/2014/main" id="{C9BEB940-A12D-8870-E9AD-F5DABA90F55D}"/>
                </a:ext>
              </a:extLst>
            </p:cNvPr>
            <p:cNvCxnSpPr>
              <a:cxnSpLocks noGrp="1" noRot="1" noMove="1" noResize="1" noEditPoints="1" noAdjustHandles="1" noChangeArrowheads="1" noChangeShapeType="1"/>
            </p:cNvCxnSpPr>
            <p:nvPr userDrawn="1"/>
          </p:nvCxnSpPr>
          <p:spPr>
            <a:xfrm>
              <a:off x="2309940" y="261784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6" name="Group 395">
            <a:extLst>
              <a:ext uri="{FF2B5EF4-FFF2-40B4-BE49-F238E27FC236}">
                <a16:creationId xmlns:a16="http://schemas.microsoft.com/office/drawing/2014/main" id="{985C260B-D9B3-FED5-1F38-EAFB13694777}"/>
              </a:ext>
            </a:extLst>
          </p:cNvPr>
          <p:cNvGrpSpPr>
            <a:grpSpLocks noGrp="1" noUngrp="1" noRot="1" noMove="1" noResize="1"/>
          </p:cNvGrpSpPr>
          <p:nvPr userDrawn="1"/>
        </p:nvGrpSpPr>
        <p:grpSpPr>
          <a:xfrm>
            <a:off x="5431152" y="2617840"/>
            <a:ext cx="2260759" cy="1408667"/>
            <a:chOff x="5431152" y="2617840"/>
            <a:chExt cx="2260759" cy="1408667"/>
          </a:xfrm>
        </p:grpSpPr>
        <p:sp>
          <p:nvSpPr>
            <p:cNvPr id="357" name="Rectangle 356">
              <a:extLst>
                <a:ext uri="{FF2B5EF4-FFF2-40B4-BE49-F238E27FC236}">
                  <a16:creationId xmlns:a16="http://schemas.microsoft.com/office/drawing/2014/main" id="{A1D69C2C-EDE4-5668-ADE5-491BC0EC3D28}"/>
                </a:ext>
              </a:extLst>
            </p:cNvPr>
            <p:cNvSpPr>
              <a:spLocks noGrp="1" noRot="1" noMove="1" noResize="1" noEditPoints="1" noAdjustHandles="1" noChangeArrowheads="1" noChangeShapeType="1"/>
            </p:cNvSpPr>
            <p:nvPr userDrawn="1"/>
          </p:nvSpPr>
          <p:spPr>
            <a:xfrm>
              <a:off x="5431152" y="3127958"/>
              <a:ext cx="2260759" cy="898549"/>
            </a:xfrm>
            <a:prstGeom prst="rect">
              <a:avLst/>
            </a:prstGeom>
            <a:solidFill>
              <a:schemeClr val="accent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59" name="Straight Connector 358">
              <a:extLst>
                <a:ext uri="{FF2B5EF4-FFF2-40B4-BE49-F238E27FC236}">
                  <a16:creationId xmlns:a16="http://schemas.microsoft.com/office/drawing/2014/main" id="{0CC533D9-D0AC-FDBD-28EF-3E75EFA3BE77}"/>
                </a:ext>
              </a:extLst>
            </p:cNvPr>
            <p:cNvCxnSpPr>
              <a:cxnSpLocks noGrp="1" noRot="1" noMove="1" noResize="1" noEditPoints="1" noAdjustHandles="1" noChangeArrowheads="1" noChangeShapeType="1"/>
            </p:cNvCxnSpPr>
            <p:nvPr userDrawn="1"/>
          </p:nvCxnSpPr>
          <p:spPr>
            <a:xfrm>
              <a:off x="6113858" y="261784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5" name="Group 394">
            <a:extLst>
              <a:ext uri="{FF2B5EF4-FFF2-40B4-BE49-F238E27FC236}">
                <a16:creationId xmlns:a16="http://schemas.microsoft.com/office/drawing/2014/main" id="{7320B59D-0517-CD09-8250-896BB05ECACA}"/>
              </a:ext>
            </a:extLst>
          </p:cNvPr>
          <p:cNvGrpSpPr>
            <a:grpSpLocks noGrp="1" noUngrp="1" noRot="1" noMove="1" noResize="1"/>
          </p:cNvGrpSpPr>
          <p:nvPr userDrawn="1"/>
        </p:nvGrpSpPr>
        <p:grpSpPr>
          <a:xfrm>
            <a:off x="9218981" y="2617840"/>
            <a:ext cx="2260759" cy="1408667"/>
            <a:chOff x="9218981" y="2617840"/>
            <a:chExt cx="2260759" cy="1408667"/>
          </a:xfrm>
        </p:grpSpPr>
        <p:sp>
          <p:nvSpPr>
            <p:cNvPr id="375" name="Rectangle 374">
              <a:extLst>
                <a:ext uri="{FF2B5EF4-FFF2-40B4-BE49-F238E27FC236}">
                  <a16:creationId xmlns:a16="http://schemas.microsoft.com/office/drawing/2014/main" id="{175FED98-BB8E-B6CE-7526-E90C9272FA4F}"/>
                </a:ext>
              </a:extLst>
            </p:cNvPr>
            <p:cNvSpPr>
              <a:spLocks noGrp="1" noRot="1" noMove="1" noResize="1" noEditPoints="1" noAdjustHandles="1" noChangeArrowheads="1" noChangeShapeType="1"/>
            </p:cNvSpPr>
            <p:nvPr userDrawn="1"/>
          </p:nvSpPr>
          <p:spPr>
            <a:xfrm>
              <a:off x="9218981" y="3127958"/>
              <a:ext cx="2260759" cy="898549"/>
            </a:xfrm>
            <a:prstGeom prst="rect">
              <a:avLst/>
            </a:prstGeom>
            <a:solidFill>
              <a:schemeClr val="accent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77" name="Straight Connector 376">
              <a:extLst>
                <a:ext uri="{FF2B5EF4-FFF2-40B4-BE49-F238E27FC236}">
                  <a16:creationId xmlns:a16="http://schemas.microsoft.com/office/drawing/2014/main" id="{A5334B30-A3E2-F02C-A6E9-57DDA1A4B95B}"/>
                </a:ext>
              </a:extLst>
            </p:cNvPr>
            <p:cNvCxnSpPr>
              <a:cxnSpLocks noGrp="1" noRot="1" noMove="1" noResize="1" noEditPoints="1" noAdjustHandles="1" noChangeArrowheads="1" noChangeShapeType="1"/>
            </p:cNvCxnSpPr>
            <p:nvPr userDrawn="1"/>
          </p:nvCxnSpPr>
          <p:spPr>
            <a:xfrm>
              <a:off x="9901687" y="2617840"/>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4" name="Group 393">
            <a:extLst>
              <a:ext uri="{FF2B5EF4-FFF2-40B4-BE49-F238E27FC236}">
                <a16:creationId xmlns:a16="http://schemas.microsoft.com/office/drawing/2014/main" id="{C65C713D-470E-069B-5A65-3CC56E29B98D}"/>
              </a:ext>
            </a:extLst>
          </p:cNvPr>
          <p:cNvGrpSpPr>
            <a:grpSpLocks noGrp="1" noUngrp="1" noRot="1" noMove="1" noResize="1"/>
          </p:cNvGrpSpPr>
          <p:nvPr userDrawn="1"/>
        </p:nvGrpSpPr>
        <p:grpSpPr>
          <a:xfrm>
            <a:off x="10035564" y="4470834"/>
            <a:ext cx="1603981" cy="1854158"/>
            <a:chOff x="10035564" y="4470834"/>
            <a:chExt cx="1603981" cy="1854158"/>
          </a:xfrm>
        </p:grpSpPr>
        <p:sp>
          <p:nvSpPr>
            <p:cNvPr id="373" name="Rectangle 372">
              <a:extLst>
                <a:ext uri="{FF2B5EF4-FFF2-40B4-BE49-F238E27FC236}">
                  <a16:creationId xmlns:a16="http://schemas.microsoft.com/office/drawing/2014/main" id="{78D1A7E4-FAAF-0486-0CC5-34AF9926F228}"/>
                </a:ext>
              </a:extLst>
            </p:cNvPr>
            <p:cNvSpPr>
              <a:spLocks noGrp="1" noRot="1" noMove="1" noResize="1" noEditPoints="1" noAdjustHandles="1" noChangeArrowheads="1" noChangeShapeType="1"/>
            </p:cNvSpPr>
            <p:nvPr userDrawn="1"/>
          </p:nvSpPr>
          <p:spPr>
            <a:xfrm>
              <a:off x="10035564"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86" name="Straight Connector 385">
              <a:extLst>
                <a:ext uri="{FF2B5EF4-FFF2-40B4-BE49-F238E27FC236}">
                  <a16:creationId xmlns:a16="http://schemas.microsoft.com/office/drawing/2014/main" id="{A1EF0559-724F-EF0C-3A93-14BE90EA3080}"/>
                </a:ext>
              </a:extLst>
            </p:cNvPr>
            <p:cNvCxnSpPr>
              <a:cxnSpLocks noGrp="1" noRot="1" noMove="1" noResize="1" noEditPoints="1" noAdjustHandles="1" noChangeArrowheads="1" noChangeShapeType="1"/>
            </p:cNvCxnSpPr>
            <p:nvPr userDrawn="1"/>
          </p:nvCxnSpPr>
          <p:spPr>
            <a:xfrm>
              <a:off x="10837554"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3" name="Group 392">
            <a:extLst>
              <a:ext uri="{FF2B5EF4-FFF2-40B4-BE49-F238E27FC236}">
                <a16:creationId xmlns:a16="http://schemas.microsoft.com/office/drawing/2014/main" id="{31DA74BB-E185-5AAD-3D04-EF4DB7EF036D}"/>
              </a:ext>
            </a:extLst>
          </p:cNvPr>
          <p:cNvGrpSpPr>
            <a:grpSpLocks noGrp="1" noUngrp="1" noRot="1" noMove="1" noResize="1"/>
          </p:cNvGrpSpPr>
          <p:nvPr userDrawn="1"/>
        </p:nvGrpSpPr>
        <p:grpSpPr>
          <a:xfrm>
            <a:off x="8177705" y="4470834"/>
            <a:ext cx="1603981" cy="1854158"/>
            <a:chOff x="8177705" y="4470834"/>
            <a:chExt cx="1603981" cy="1854158"/>
          </a:xfrm>
        </p:grpSpPr>
        <p:sp>
          <p:nvSpPr>
            <p:cNvPr id="371" name="Rectangle 370">
              <a:extLst>
                <a:ext uri="{FF2B5EF4-FFF2-40B4-BE49-F238E27FC236}">
                  <a16:creationId xmlns:a16="http://schemas.microsoft.com/office/drawing/2014/main" id="{659E648D-3504-16CD-11CD-872E086A5BF1}"/>
                </a:ext>
              </a:extLst>
            </p:cNvPr>
            <p:cNvSpPr>
              <a:spLocks noGrp="1" noRot="1" noMove="1" noResize="1" noEditPoints="1" noAdjustHandles="1" noChangeArrowheads="1" noChangeShapeType="1"/>
            </p:cNvSpPr>
            <p:nvPr userDrawn="1"/>
          </p:nvSpPr>
          <p:spPr>
            <a:xfrm>
              <a:off x="8177705"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76" name="Straight Connector 375">
              <a:extLst>
                <a:ext uri="{FF2B5EF4-FFF2-40B4-BE49-F238E27FC236}">
                  <a16:creationId xmlns:a16="http://schemas.microsoft.com/office/drawing/2014/main" id="{E62EEF95-4A7C-72D3-0E57-36A04E82CB58}"/>
                </a:ext>
              </a:extLst>
            </p:cNvPr>
            <p:cNvCxnSpPr>
              <a:cxnSpLocks noGrp="1" noRot="1" noMove="1" noResize="1" noEditPoints="1" noAdjustHandles="1" noChangeArrowheads="1" noChangeShapeType="1"/>
            </p:cNvCxnSpPr>
            <p:nvPr userDrawn="1"/>
          </p:nvCxnSpPr>
          <p:spPr>
            <a:xfrm>
              <a:off x="8979695"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2" name="Group 391">
            <a:extLst>
              <a:ext uri="{FF2B5EF4-FFF2-40B4-BE49-F238E27FC236}">
                <a16:creationId xmlns:a16="http://schemas.microsoft.com/office/drawing/2014/main" id="{51992210-6589-BC20-3F8B-D417FB5F1DEF}"/>
              </a:ext>
            </a:extLst>
          </p:cNvPr>
          <p:cNvGrpSpPr>
            <a:grpSpLocks noGrp="1" noUngrp="1" noRot="1" noMove="1" noResize="1"/>
          </p:cNvGrpSpPr>
          <p:nvPr userDrawn="1"/>
        </p:nvGrpSpPr>
        <p:grpSpPr>
          <a:xfrm>
            <a:off x="6247735" y="4470834"/>
            <a:ext cx="1603981" cy="1854158"/>
            <a:chOff x="6247735" y="4470834"/>
            <a:chExt cx="1603981" cy="1854158"/>
          </a:xfrm>
        </p:grpSpPr>
        <p:sp>
          <p:nvSpPr>
            <p:cNvPr id="355" name="Rectangle 354">
              <a:extLst>
                <a:ext uri="{FF2B5EF4-FFF2-40B4-BE49-F238E27FC236}">
                  <a16:creationId xmlns:a16="http://schemas.microsoft.com/office/drawing/2014/main" id="{81DDCB37-77A6-ECC4-0181-AD99882A2B65}"/>
                </a:ext>
              </a:extLst>
            </p:cNvPr>
            <p:cNvSpPr>
              <a:spLocks noGrp="1" noRot="1" noMove="1" noResize="1" noEditPoints="1" noAdjustHandles="1" noChangeArrowheads="1" noChangeShapeType="1"/>
            </p:cNvSpPr>
            <p:nvPr userDrawn="1"/>
          </p:nvSpPr>
          <p:spPr>
            <a:xfrm>
              <a:off x="6247735"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68" name="Straight Connector 367">
              <a:extLst>
                <a:ext uri="{FF2B5EF4-FFF2-40B4-BE49-F238E27FC236}">
                  <a16:creationId xmlns:a16="http://schemas.microsoft.com/office/drawing/2014/main" id="{BFFF290D-4C70-88C4-19DC-0B0C7CE480F9}"/>
                </a:ext>
              </a:extLst>
            </p:cNvPr>
            <p:cNvCxnSpPr>
              <a:cxnSpLocks noGrp="1" noRot="1" noMove="1" noResize="1" noEditPoints="1" noAdjustHandles="1" noChangeArrowheads="1" noChangeShapeType="1"/>
            </p:cNvCxnSpPr>
            <p:nvPr userDrawn="1"/>
          </p:nvCxnSpPr>
          <p:spPr>
            <a:xfrm>
              <a:off x="7049725"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1" name="Group 390">
            <a:extLst>
              <a:ext uri="{FF2B5EF4-FFF2-40B4-BE49-F238E27FC236}">
                <a16:creationId xmlns:a16="http://schemas.microsoft.com/office/drawing/2014/main" id="{0CB5995D-4042-ECF4-A456-F07F76094EAD}"/>
              </a:ext>
            </a:extLst>
          </p:cNvPr>
          <p:cNvGrpSpPr>
            <a:grpSpLocks noGrp="1" noUngrp="1" noRot="1" noMove="1" noResize="1"/>
          </p:cNvGrpSpPr>
          <p:nvPr userDrawn="1"/>
        </p:nvGrpSpPr>
        <p:grpSpPr>
          <a:xfrm>
            <a:off x="4389876" y="4470834"/>
            <a:ext cx="1603981" cy="1854158"/>
            <a:chOff x="4389876" y="4470834"/>
            <a:chExt cx="1603981" cy="1854158"/>
          </a:xfrm>
        </p:grpSpPr>
        <p:sp>
          <p:nvSpPr>
            <p:cNvPr id="353" name="Rectangle 352">
              <a:extLst>
                <a:ext uri="{FF2B5EF4-FFF2-40B4-BE49-F238E27FC236}">
                  <a16:creationId xmlns:a16="http://schemas.microsoft.com/office/drawing/2014/main" id="{AC4AC1B5-AF73-B0E8-39ED-7CD041268208}"/>
                </a:ext>
              </a:extLst>
            </p:cNvPr>
            <p:cNvSpPr>
              <a:spLocks noGrp="1" noRot="1" noMove="1" noResize="1" noEditPoints="1" noAdjustHandles="1" noChangeArrowheads="1" noChangeShapeType="1"/>
            </p:cNvSpPr>
            <p:nvPr userDrawn="1"/>
          </p:nvSpPr>
          <p:spPr>
            <a:xfrm>
              <a:off x="4389876"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58" name="Straight Connector 357">
              <a:extLst>
                <a:ext uri="{FF2B5EF4-FFF2-40B4-BE49-F238E27FC236}">
                  <a16:creationId xmlns:a16="http://schemas.microsoft.com/office/drawing/2014/main" id="{EF96D66E-C42B-6621-B572-93FB6E4DB4E4}"/>
                </a:ext>
              </a:extLst>
            </p:cNvPr>
            <p:cNvCxnSpPr>
              <a:cxnSpLocks noGrp="1" noRot="1" noMove="1" noResize="1" noEditPoints="1" noAdjustHandles="1" noChangeArrowheads="1" noChangeShapeType="1"/>
            </p:cNvCxnSpPr>
            <p:nvPr userDrawn="1"/>
          </p:nvCxnSpPr>
          <p:spPr>
            <a:xfrm>
              <a:off x="5191866"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0" name="Group 389">
            <a:extLst>
              <a:ext uri="{FF2B5EF4-FFF2-40B4-BE49-F238E27FC236}">
                <a16:creationId xmlns:a16="http://schemas.microsoft.com/office/drawing/2014/main" id="{A2223D9F-C1E3-762E-E0F6-B149211F6F2E}"/>
              </a:ext>
            </a:extLst>
          </p:cNvPr>
          <p:cNvGrpSpPr>
            <a:grpSpLocks noGrp="1" noUngrp="1" noRot="1" noMove="1" noResize="1"/>
          </p:cNvGrpSpPr>
          <p:nvPr userDrawn="1"/>
        </p:nvGrpSpPr>
        <p:grpSpPr>
          <a:xfrm>
            <a:off x="2443817" y="4470834"/>
            <a:ext cx="1603981" cy="1854158"/>
            <a:chOff x="2443817" y="4470834"/>
            <a:chExt cx="1603981" cy="1854158"/>
          </a:xfrm>
        </p:grpSpPr>
        <p:sp>
          <p:nvSpPr>
            <p:cNvPr id="276" name="Rectangle 275">
              <a:extLst>
                <a:ext uri="{FF2B5EF4-FFF2-40B4-BE49-F238E27FC236}">
                  <a16:creationId xmlns:a16="http://schemas.microsoft.com/office/drawing/2014/main" id="{5CD6A8F4-4B5C-D6F7-BFE1-4C7313C4FCBD}"/>
                </a:ext>
              </a:extLst>
            </p:cNvPr>
            <p:cNvSpPr>
              <a:spLocks noGrp="1" noRot="1" noMove="1" noResize="1" noEditPoints="1" noAdjustHandles="1" noChangeArrowheads="1" noChangeShapeType="1"/>
            </p:cNvSpPr>
            <p:nvPr userDrawn="1"/>
          </p:nvSpPr>
          <p:spPr>
            <a:xfrm>
              <a:off x="2443817"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77" name="Straight Connector 276">
              <a:extLst>
                <a:ext uri="{FF2B5EF4-FFF2-40B4-BE49-F238E27FC236}">
                  <a16:creationId xmlns:a16="http://schemas.microsoft.com/office/drawing/2014/main" id="{0D52F2D0-3C59-2B7D-7C33-B4E30717496F}"/>
                </a:ext>
              </a:extLst>
            </p:cNvPr>
            <p:cNvCxnSpPr>
              <a:cxnSpLocks noGrp="1" noRot="1" noMove="1" noResize="1" noEditPoints="1" noAdjustHandles="1" noChangeArrowheads="1" noChangeShapeType="1"/>
            </p:cNvCxnSpPr>
            <p:nvPr userDrawn="1"/>
          </p:nvCxnSpPr>
          <p:spPr>
            <a:xfrm>
              <a:off x="3245807"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9" name="Group 388">
            <a:extLst>
              <a:ext uri="{FF2B5EF4-FFF2-40B4-BE49-F238E27FC236}">
                <a16:creationId xmlns:a16="http://schemas.microsoft.com/office/drawing/2014/main" id="{DF3A9AD6-79D3-8BFF-EC2F-31D412EA479D}"/>
              </a:ext>
            </a:extLst>
          </p:cNvPr>
          <p:cNvGrpSpPr>
            <a:grpSpLocks noGrp="1" noUngrp="1" noRot="1" noMove="1" noResize="1"/>
          </p:cNvGrpSpPr>
          <p:nvPr userDrawn="1"/>
        </p:nvGrpSpPr>
        <p:grpSpPr>
          <a:xfrm>
            <a:off x="585958" y="4470834"/>
            <a:ext cx="1603981" cy="1854158"/>
            <a:chOff x="585958" y="4470834"/>
            <a:chExt cx="1603981" cy="1854158"/>
          </a:xfrm>
        </p:grpSpPr>
        <p:sp>
          <p:nvSpPr>
            <p:cNvPr id="20" name="Rectangle 19">
              <a:extLst>
                <a:ext uri="{FF2B5EF4-FFF2-40B4-BE49-F238E27FC236}">
                  <a16:creationId xmlns:a16="http://schemas.microsoft.com/office/drawing/2014/main" id="{9062FC2E-996C-4B4D-772A-FE145C1284F8}"/>
                </a:ext>
              </a:extLst>
            </p:cNvPr>
            <p:cNvSpPr>
              <a:spLocks noGrp="1" noRot="1" noMove="1" noResize="1" noEditPoints="1" noAdjustHandles="1" noChangeArrowheads="1" noChangeShapeType="1"/>
            </p:cNvSpPr>
            <p:nvPr userDrawn="1"/>
          </p:nvSpPr>
          <p:spPr>
            <a:xfrm>
              <a:off x="585958" y="5426442"/>
              <a:ext cx="1603981"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1" name="Straight Connector 20">
              <a:extLst>
                <a:ext uri="{FF2B5EF4-FFF2-40B4-BE49-F238E27FC236}">
                  <a16:creationId xmlns:a16="http://schemas.microsoft.com/office/drawing/2014/main" id="{D2E98061-888C-53AF-605A-5FF2C1C29958}"/>
                </a:ext>
              </a:extLst>
            </p:cNvPr>
            <p:cNvCxnSpPr>
              <a:cxnSpLocks noGrp="1" noRot="1" noMove="1" noResize="1" noEditPoints="1" noAdjustHandles="1" noChangeArrowheads="1" noChangeShapeType="1"/>
            </p:cNvCxnSpPr>
            <p:nvPr userDrawn="1"/>
          </p:nvCxnSpPr>
          <p:spPr>
            <a:xfrm>
              <a:off x="1387948" y="4470834"/>
              <a:ext cx="0" cy="452076"/>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2" name="Picture Placeholder 104">
            <a:extLst>
              <a:ext uri="{FF2B5EF4-FFF2-40B4-BE49-F238E27FC236}">
                <a16:creationId xmlns:a16="http://schemas.microsoft.com/office/drawing/2014/main" id="{C7E54297-9D96-2B86-93EB-19B9EC9B15FB}"/>
              </a:ext>
            </a:extLst>
          </p:cNvPr>
          <p:cNvSpPr>
            <a:spLocks noGrp="1"/>
          </p:cNvSpPr>
          <p:nvPr userDrawn="1">
            <p:ph type="pic" sz="quarter" idx="94" hasCustomPrompt="1"/>
          </p:nvPr>
        </p:nvSpPr>
        <p:spPr>
          <a:xfrm>
            <a:off x="1099948"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80" name="Picture Placeholder 104">
            <a:extLst>
              <a:ext uri="{FF2B5EF4-FFF2-40B4-BE49-F238E27FC236}">
                <a16:creationId xmlns:a16="http://schemas.microsoft.com/office/drawing/2014/main" id="{549C4275-5CC3-E9A6-D539-6E4F32834F16}"/>
              </a:ext>
            </a:extLst>
          </p:cNvPr>
          <p:cNvSpPr>
            <a:spLocks noGrp="1"/>
          </p:cNvSpPr>
          <p:nvPr userDrawn="1">
            <p:ph type="pic" sz="quarter" idx="97" hasCustomPrompt="1"/>
          </p:nvPr>
        </p:nvSpPr>
        <p:spPr>
          <a:xfrm>
            <a:off x="2957807"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CCEF7B05-453A-164D-2744-CC63A7AD6FE9}"/>
              </a:ext>
            </a:extLst>
          </p:cNvPr>
          <p:cNvCxnSpPr>
            <a:cxnSpLocks noGrp="1" noRot="1" noMove="1" noResize="1" noEditPoints="1" noAdjustHandles="1" noChangeArrowheads="1" noChangeShapeType="1"/>
          </p:cNvCxnSpPr>
          <p:nvPr userDrawn="1"/>
        </p:nvCxnSpPr>
        <p:spPr>
          <a:xfrm>
            <a:off x="2305586" y="2620642"/>
            <a:ext cx="760046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419B625-FDBB-7FA7-D636-AB67D750B8CF}"/>
              </a:ext>
            </a:extLst>
          </p:cNvPr>
          <p:cNvSpPr/>
          <p:nvPr userDrawn="1"/>
        </p:nvSpPr>
        <p:spPr>
          <a:xfrm>
            <a:off x="5416730" y="1291429"/>
            <a:ext cx="2260759" cy="898549"/>
          </a:xfrm>
          <a:prstGeom prst="rect">
            <a:avLst/>
          </a:pr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0" name="Text Placeholder 4">
            <a:extLst>
              <a:ext uri="{FF2B5EF4-FFF2-40B4-BE49-F238E27FC236}">
                <a16:creationId xmlns:a16="http://schemas.microsoft.com/office/drawing/2014/main" id="{803435EF-82BC-E648-82D8-3F08161ACB1A}"/>
              </a:ext>
            </a:extLst>
          </p:cNvPr>
          <p:cNvSpPr>
            <a:spLocks noGrp="1"/>
          </p:cNvSpPr>
          <p:nvPr userDrawn="1">
            <p:ph type="body" sz="quarter" idx="64" hasCustomPrompt="1"/>
          </p:nvPr>
        </p:nvSpPr>
        <p:spPr>
          <a:xfrm>
            <a:off x="5617028" y="1524008"/>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81" name="Text Placeholder 19">
            <a:extLst>
              <a:ext uri="{FF2B5EF4-FFF2-40B4-BE49-F238E27FC236}">
                <a16:creationId xmlns:a16="http://schemas.microsoft.com/office/drawing/2014/main" id="{DE8B6E7B-5AE6-F2E1-590C-A173C9D86580}"/>
              </a:ext>
            </a:extLst>
          </p:cNvPr>
          <p:cNvSpPr>
            <a:spLocks noGrp="1"/>
          </p:cNvSpPr>
          <p:nvPr userDrawn="1">
            <p:ph type="body" sz="quarter" idx="65"/>
          </p:nvPr>
        </p:nvSpPr>
        <p:spPr>
          <a:xfrm>
            <a:off x="5617028" y="1776647"/>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2" name="Text Placeholder 4">
            <a:extLst>
              <a:ext uri="{FF2B5EF4-FFF2-40B4-BE49-F238E27FC236}">
                <a16:creationId xmlns:a16="http://schemas.microsoft.com/office/drawing/2014/main" id="{81AB7B4F-50D6-0E98-5DFA-71BA0214294B}"/>
              </a:ext>
            </a:extLst>
          </p:cNvPr>
          <p:cNvSpPr>
            <a:spLocks noGrp="1"/>
          </p:cNvSpPr>
          <p:nvPr userDrawn="1">
            <p:ph type="body" sz="quarter" idx="72" hasCustomPrompt="1"/>
          </p:nvPr>
        </p:nvSpPr>
        <p:spPr>
          <a:xfrm>
            <a:off x="586842"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3" name="Text Placeholder 19">
            <a:extLst>
              <a:ext uri="{FF2B5EF4-FFF2-40B4-BE49-F238E27FC236}">
                <a16:creationId xmlns:a16="http://schemas.microsoft.com/office/drawing/2014/main" id="{17EE47BA-DB57-D647-D712-D34AD945C01E}"/>
              </a:ext>
            </a:extLst>
          </p:cNvPr>
          <p:cNvSpPr>
            <a:spLocks noGrp="1"/>
          </p:cNvSpPr>
          <p:nvPr userDrawn="1">
            <p:ph type="body" sz="quarter" idx="73"/>
          </p:nvPr>
        </p:nvSpPr>
        <p:spPr>
          <a:xfrm>
            <a:off x="586210"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05" name="Picture Placeholder 104">
            <a:extLst>
              <a:ext uri="{FF2B5EF4-FFF2-40B4-BE49-F238E27FC236}">
                <a16:creationId xmlns:a16="http://schemas.microsoft.com/office/drawing/2014/main" id="{67F65DC9-3DC1-943B-504E-D63D841E95B5}"/>
              </a:ext>
            </a:extLst>
          </p:cNvPr>
          <p:cNvSpPr>
            <a:spLocks noGrp="1"/>
          </p:cNvSpPr>
          <p:nvPr userDrawn="1">
            <p:ph type="pic" sz="quarter" idx="84" hasCustomPrompt="1"/>
          </p:nvPr>
        </p:nvSpPr>
        <p:spPr>
          <a:xfrm>
            <a:off x="4517027" y="1290637"/>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sp>
        <p:nvSpPr>
          <p:cNvPr id="110" name="Text Placeholder 4">
            <a:extLst>
              <a:ext uri="{FF2B5EF4-FFF2-40B4-BE49-F238E27FC236}">
                <a16:creationId xmlns:a16="http://schemas.microsoft.com/office/drawing/2014/main" id="{FCC0C82D-581E-28B8-EFFB-0CBB7BC2EE7D}"/>
              </a:ext>
            </a:extLst>
          </p:cNvPr>
          <p:cNvSpPr>
            <a:spLocks noGrp="1"/>
          </p:cNvSpPr>
          <p:nvPr userDrawn="1">
            <p:ph type="body" sz="quarter" idx="85" hasCustomPrompt="1"/>
          </p:nvPr>
        </p:nvSpPr>
        <p:spPr>
          <a:xfrm>
            <a:off x="1827532" y="3360537"/>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11" name="Text Placeholder 19">
            <a:extLst>
              <a:ext uri="{FF2B5EF4-FFF2-40B4-BE49-F238E27FC236}">
                <a16:creationId xmlns:a16="http://schemas.microsoft.com/office/drawing/2014/main" id="{D6A369D6-55B7-77C8-0498-FE8B548160EC}"/>
              </a:ext>
            </a:extLst>
          </p:cNvPr>
          <p:cNvSpPr>
            <a:spLocks noGrp="1"/>
          </p:cNvSpPr>
          <p:nvPr userDrawn="1">
            <p:ph type="body" sz="quarter" idx="86"/>
          </p:nvPr>
        </p:nvSpPr>
        <p:spPr>
          <a:xfrm>
            <a:off x="1827532" y="3613176"/>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112" name="Picture Placeholder 104">
            <a:extLst>
              <a:ext uri="{FF2B5EF4-FFF2-40B4-BE49-F238E27FC236}">
                <a16:creationId xmlns:a16="http://schemas.microsoft.com/office/drawing/2014/main" id="{2CDE498E-D4AF-0771-F019-CA03407AE98A}"/>
              </a:ext>
            </a:extLst>
          </p:cNvPr>
          <p:cNvSpPr>
            <a:spLocks noGrp="1"/>
          </p:cNvSpPr>
          <p:nvPr userDrawn="1">
            <p:ph type="pic" sz="quarter" idx="87" hasCustomPrompt="1"/>
          </p:nvPr>
        </p:nvSpPr>
        <p:spPr>
          <a:xfrm>
            <a:off x="727531" y="3130560"/>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grpSp>
        <p:nvGrpSpPr>
          <p:cNvPr id="333" name="Group 332">
            <a:extLst>
              <a:ext uri="{FF2B5EF4-FFF2-40B4-BE49-F238E27FC236}">
                <a16:creationId xmlns:a16="http://schemas.microsoft.com/office/drawing/2014/main" id="{98A85DCB-80A4-D549-4CB9-BA3E1A218E90}"/>
              </a:ext>
            </a:extLst>
          </p:cNvPr>
          <p:cNvGrpSpPr>
            <a:grpSpLocks noGrp="1" noUngrp="1" noRot="1" noMove="1" noResize="1"/>
          </p:cNvGrpSpPr>
          <p:nvPr userDrawn="1"/>
        </p:nvGrpSpPr>
        <p:grpSpPr>
          <a:xfrm>
            <a:off x="1383676" y="4014201"/>
            <a:ext cx="1862131" cy="463031"/>
            <a:chOff x="1383676" y="4026507"/>
            <a:chExt cx="1862131" cy="447129"/>
          </a:xfrm>
        </p:grpSpPr>
        <p:cxnSp>
          <p:nvCxnSpPr>
            <p:cNvPr id="16" name="Straight Connector 15">
              <a:extLst>
                <a:ext uri="{FF2B5EF4-FFF2-40B4-BE49-F238E27FC236}">
                  <a16:creationId xmlns:a16="http://schemas.microsoft.com/office/drawing/2014/main" id="{4FDC3E79-33CA-5790-6437-2B8B916D04F9}"/>
                </a:ext>
              </a:extLst>
            </p:cNvPr>
            <p:cNvCxnSpPr>
              <a:cxnSpLocks noGrp="1" noRot="1" noMove="1" noResize="1" noEditPoints="1" noAdjustHandles="1" noChangeArrowheads="1" noChangeShapeType="1"/>
            </p:cNvCxnSpPr>
            <p:nvPr userDrawn="1"/>
          </p:nvCxnSpPr>
          <p:spPr>
            <a:xfrm>
              <a:off x="2314741" y="4026507"/>
              <a:ext cx="0" cy="444327"/>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E55FE13-2B55-7A45-6B6D-D889D4648092}"/>
                </a:ext>
              </a:extLst>
            </p:cNvPr>
            <p:cNvCxnSpPr>
              <a:cxnSpLocks noGrp="1" noRot="1" noMove="1" noResize="1" noEditPoints="1" noAdjustHandles="1" noChangeArrowheads="1" noChangeShapeType="1"/>
            </p:cNvCxnSpPr>
            <p:nvPr userDrawn="1"/>
          </p:nvCxnSpPr>
          <p:spPr>
            <a:xfrm>
              <a:off x="1383676" y="4473636"/>
              <a:ext cx="18621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8" name="Text Placeholder 4">
            <a:extLst>
              <a:ext uri="{FF2B5EF4-FFF2-40B4-BE49-F238E27FC236}">
                <a16:creationId xmlns:a16="http://schemas.microsoft.com/office/drawing/2014/main" id="{FAED98DD-3EB3-4A94-469A-940DD89097C9}"/>
              </a:ext>
            </a:extLst>
          </p:cNvPr>
          <p:cNvSpPr>
            <a:spLocks noGrp="1"/>
          </p:cNvSpPr>
          <p:nvPr userDrawn="1">
            <p:ph type="body" sz="quarter" idx="95" hasCustomPrompt="1"/>
          </p:nvPr>
        </p:nvSpPr>
        <p:spPr>
          <a:xfrm>
            <a:off x="2444701"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79" name="Text Placeholder 19">
            <a:extLst>
              <a:ext uri="{FF2B5EF4-FFF2-40B4-BE49-F238E27FC236}">
                <a16:creationId xmlns:a16="http://schemas.microsoft.com/office/drawing/2014/main" id="{9AFE40BB-E565-12B1-3D0B-D394750379D3}"/>
              </a:ext>
            </a:extLst>
          </p:cNvPr>
          <p:cNvSpPr>
            <a:spLocks noGrp="1"/>
          </p:cNvSpPr>
          <p:nvPr userDrawn="1">
            <p:ph type="body" sz="quarter" idx="96"/>
          </p:nvPr>
        </p:nvSpPr>
        <p:spPr>
          <a:xfrm>
            <a:off x="2444069"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54" name="Picture Placeholder 104">
            <a:extLst>
              <a:ext uri="{FF2B5EF4-FFF2-40B4-BE49-F238E27FC236}">
                <a16:creationId xmlns:a16="http://schemas.microsoft.com/office/drawing/2014/main" id="{8E5562F1-D859-415F-1EAA-543E74FF57DA}"/>
              </a:ext>
            </a:extLst>
          </p:cNvPr>
          <p:cNvSpPr>
            <a:spLocks noGrp="1"/>
          </p:cNvSpPr>
          <p:nvPr>
            <p:ph type="pic" sz="quarter" idx="98" hasCustomPrompt="1"/>
          </p:nvPr>
        </p:nvSpPr>
        <p:spPr>
          <a:xfrm>
            <a:off x="4903866"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56" name="Picture Placeholder 104">
            <a:extLst>
              <a:ext uri="{FF2B5EF4-FFF2-40B4-BE49-F238E27FC236}">
                <a16:creationId xmlns:a16="http://schemas.microsoft.com/office/drawing/2014/main" id="{64A2CC13-3B3F-5E84-1C09-102A29B032D6}"/>
              </a:ext>
            </a:extLst>
          </p:cNvPr>
          <p:cNvSpPr>
            <a:spLocks noGrp="1"/>
          </p:cNvSpPr>
          <p:nvPr>
            <p:ph type="pic" sz="quarter" idx="99" hasCustomPrompt="1"/>
          </p:nvPr>
        </p:nvSpPr>
        <p:spPr>
          <a:xfrm>
            <a:off x="6761725"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60" name="Text Placeholder 4">
            <a:extLst>
              <a:ext uri="{FF2B5EF4-FFF2-40B4-BE49-F238E27FC236}">
                <a16:creationId xmlns:a16="http://schemas.microsoft.com/office/drawing/2014/main" id="{85DC5D81-82EB-4D78-6B86-6B7325A3BB09}"/>
              </a:ext>
            </a:extLst>
          </p:cNvPr>
          <p:cNvSpPr>
            <a:spLocks noGrp="1"/>
          </p:cNvSpPr>
          <p:nvPr>
            <p:ph type="body" sz="quarter" idx="100" hasCustomPrompt="1"/>
          </p:nvPr>
        </p:nvSpPr>
        <p:spPr>
          <a:xfrm>
            <a:off x="4390760"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61" name="Text Placeholder 19">
            <a:extLst>
              <a:ext uri="{FF2B5EF4-FFF2-40B4-BE49-F238E27FC236}">
                <a16:creationId xmlns:a16="http://schemas.microsoft.com/office/drawing/2014/main" id="{2AAE89DA-79F9-86B3-319D-16CE4BDD74EC}"/>
              </a:ext>
            </a:extLst>
          </p:cNvPr>
          <p:cNvSpPr>
            <a:spLocks noGrp="1"/>
          </p:cNvSpPr>
          <p:nvPr>
            <p:ph type="body" sz="quarter" idx="101"/>
          </p:nvPr>
        </p:nvSpPr>
        <p:spPr>
          <a:xfrm>
            <a:off x="4390128"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62" name="Text Placeholder 4">
            <a:extLst>
              <a:ext uri="{FF2B5EF4-FFF2-40B4-BE49-F238E27FC236}">
                <a16:creationId xmlns:a16="http://schemas.microsoft.com/office/drawing/2014/main" id="{2A46C91D-98DC-CD2C-663C-0390ABAAD6F0}"/>
              </a:ext>
            </a:extLst>
          </p:cNvPr>
          <p:cNvSpPr>
            <a:spLocks noGrp="1"/>
          </p:cNvSpPr>
          <p:nvPr>
            <p:ph type="body" sz="quarter" idx="102" hasCustomPrompt="1"/>
          </p:nvPr>
        </p:nvSpPr>
        <p:spPr>
          <a:xfrm>
            <a:off x="5631450" y="3360537"/>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63" name="Text Placeholder 19">
            <a:extLst>
              <a:ext uri="{FF2B5EF4-FFF2-40B4-BE49-F238E27FC236}">
                <a16:creationId xmlns:a16="http://schemas.microsoft.com/office/drawing/2014/main" id="{78C110F4-EA8B-08CB-C625-C488CD04C483}"/>
              </a:ext>
            </a:extLst>
          </p:cNvPr>
          <p:cNvSpPr>
            <a:spLocks noGrp="1"/>
          </p:cNvSpPr>
          <p:nvPr>
            <p:ph type="body" sz="quarter" idx="103"/>
          </p:nvPr>
        </p:nvSpPr>
        <p:spPr>
          <a:xfrm>
            <a:off x="5631450" y="3613176"/>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64" name="Picture Placeholder 104">
            <a:extLst>
              <a:ext uri="{FF2B5EF4-FFF2-40B4-BE49-F238E27FC236}">
                <a16:creationId xmlns:a16="http://schemas.microsoft.com/office/drawing/2014/main" id="{9E5501E3-7F4F-CB9F-7697-21FECF0A9AB4}"/>
              </a:ext>
            </a:extLst>
          </p:cNvPr>
          <p:cNvSpPr>
            <a:spLocks noGrp="1"/>
          </p:cNvSpPr>
          <p:nvPr>
            <p:ph type="pic" sz="quarter" idx="104" hasCustomPrompt="1"/>
          </p:nvPr>
        </p:nvSpPr>
        <p:spPr>
          <a:xfrm>
            <a:off x="4531449" y="3130560"/>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grpSp>
        <p:nvGrpSpPr>
          <p:cNvPr id="365" name="Group 364">
            <a:extLst>
              <a:ext uri="{FF2B5EF4-FFF2-40B4-BE49-F238E27FC236}">
                <a16:creationId xmlns:a16="http://schemas.microsoft.com/office/drawing/2014/main" id="{A67F540B-95DC-0448-9366-8EEF43FE103F}"/>
              </a:ext>
            </a:extLst>
          </p:cNvPr>
          <p:cNvGrpSpPr>
            <a:grpSpLocks noGrp="1" noUngrp="1" noRot="1" noMove="1" noResize="1"/>
          </p:cNvGrpSpPr>
          <p:nvPr userDrawn="1"/>
        </p:nvGrpSpPr>
        <p:grpSpPr>
          <a:xfrm>
            <a:off x="5187594" y="4014201"/>
            <a:ext cx="1862131" cy="463031"/>
            <a:chOff x="1383676" y="4026507"/>
            <a:chExt cx="1862131" cy="447129"/>
          </a:xfrm>
        </p:grpSpPr>
        <p:cxnSp>
          <p:nvCxnSpPr>
            <p:cNvPr id="366" name="Straight Connector 365">
              <a:extLst>
                <a:ext uri="{FF2B5EF4-FFF2-40B4-BE49-F238E27FC236}">
                  <a16:creationId xmlns:a16="http://schemas.microsoft.com/office/drawing/2014/main" id="{BF741E08-004C-A22C-47E0-35B3A3332D45}"/>
                </a:ext>
              </a:extLst>
            </p:cNvPr>
            <p:cNvCxnSpPr>
              <a:cxnSpLocks noGrp="1" noRot="1" noMove="1" noResize="1" noEditPoints="1" noAdjustHandles="1" noChangeArrowheads="1" noChangeShapeType="1"/>
            </p:cNvCxnSpPr>
            <p:nvPr userDrawn="1"/>
          </p:nvCxnSpPr>
          <p:spPr>
            <a:xfrm>
              <a:off x="2314741" y="4026507"/>
              <a:ext cx="0" cy="444327"/>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7" name="Straight Connector 366">
              <a:extLst>
                <a:ext uri="{FF2B5EF4-FFF2-40B4-BE49-F238E27FC236}">
                  <a16:creationId xmlns:a16="http://schemas.microsoft.com/office/drawing/2014/main" id="{09C6DCF6-E7BD-51F0-4E67-F76CF7B965B0}"/>
                </a:ext>
              </a:extLst>
            </p:cNvPr>
            <p:cNvCxnSpPr>
              <a:cxnSpLocks noGrp="1" noRot="1" noMove="1" noResize="1" noEditPoints="1" noAdjustHandles="1" noChangeArrowheads="1" noChangeShapeType="1"/>
            </p:cNvCxnSpPr>
            <p:nvPr userDrawn="1"/>
          </p:nvCxnSpPr>
          <p:spPr>
            <a:xfrm>
              <a:off x="1383676" y="4473636"/>
              <a:ext cx="18621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9" name="Text Placeholder 4">
            <a:extLst>
              <a:ext uri="{FF2B5EF4-FFF2-40B4-BE49-F238E27FC236}">
                <a16:creationId xmlns:a16="http://schemas.microsoft.com/office/drawing/2014/main" id="{F859A82B-299A-66E8-11EB-5E1AE601D28D}"/>
              </a:ext>
            </a:extLst>
          </p:cNvPr>
          <p:cNvSpPr>
            <a:spLocks noGrp="1"/>
          </p:cNvSpPr>
          <p:nvPr>
            <p:ph type="body" sz="quarter" idx="105" hasCustomPrompt="1"/>
          </p:nvPr>
        </p:nvSpPr>
        <p:spPr>
          <a:xfrm>
            <a:off x="6248619"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70" name="Text Placeholder 19">
            <a:extLst>
              <a:ext uri="{FF2B5EF4-FFF2-40B4-BE49-F238E27FC236}">
                <a16:creationId xmlns:a16="http://schemas.microsoft.com/office/drawing/2014/main" id="{037FB3FF-0B06-F5B7-F964-73ABD8926177}"/>
              </a:ext>
            </a:extLst>
          </p:cNvPr>
          <p:cNvSpPr>
            <a:spLocks noGrp="1"/>
          </p:cNvSpPr>
          <p:nvPr>
            <p:ph type="body" sz="quarter" idx="106"/>
          </p:nvPr>
        </p:nvSpPr>
        <p:spPr>
          <a:xfrm>
            <a:off x="6247987"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72" name="Picture Placeholder 104">
            <a:extLst>
              <a:ext uri="{FF2B5EF4-FFF2-40B4-BE49-F238E27FC236}">
                <a16:creationId xmlns:a16="http://schemas.microsoft.com/office/drawing/2014/main" id="{12BFD6AD-7385-F352-9BE0-D1DED7CF945F}"/>
              </a:ext>
            </a:extLst>
          </p:cNvPr>
          <p:cNvSpPr>
            <a:spLocks noGrp="1"/>
          </p:cNvSpPr>
          <p:nvPr>
            <p:ph type="pic" sz="quarter" idx="107" hasCustomPrompt="1"/>
          </p:nvPr>
        </p:nvSpPr>
        <p:spPr>
          <a:xfrm>
            <a:off x="8691695"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74" name="Picture Placeholder 104">
            <a:extLst>
              <a:ext uri="{FF2B5EF4-FFF2-40B4-BE49-F238E27FC236}">
                <a16:creationId xmlns:a16="http://schemas.microsoft.com/office/drawing/2014/main" id="{ADA5057D-AD1F-3BAA-AFD5-CBB63A3C3FBE}"/>
              </a:ext>
            </a:extLst>
          </p:cNvPr>
          <p:cNvSpPr>
            <a:spLocks noGrp="1"/>
          </p:cNvSpPr>
          <p:nvPr>
            <p:ph type="pic" sz="quarter" idx="108" hasCustomPrompt="1"/>
          </p:nvPr>
        </p:nvSpPr>
        <p:spPr>
          <a:xfrm>
            <a:off x="10549554" y="5020217"/>
            <a:ext cx="576000" cy="576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78" name="Text Placeholder 4">
            <a:extLst>
              <a:ext uri="{FF2B5EF4-FFF2-40B4-BE49-F238E27FC236}">
                <a16:creationId xmlns:a16="http://schemas.microsoft.com/office/drawing/2014/main" id="{BC307E92-DA98-5C1E-7EA4-6D78AAA8ECE0}"/>
              </a:ext>
            </a:extLst>
          </p:cNvPr>
          <p:cNvSpPr>
            <a:spLocks noGrp="1"/>
          </p:cNvSpPr>
          <p:nvPr>
            <p:ph type="body" sz="quarter" idx="109" hasCustomPrompt="1"/>
          </p:nvPr>
        </p:nvSpPr>
        <p:spPr>
          <a:xfrm>
            <a:off x="8178589"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79" name="Text Placeholder 19">
            <a:extLst>
              <a:ext uri="{FF2B5EF4-FFF2-40B4-BE49-F238E27FC236}">
                <a16:creationId xmlns:a16="http://schemas.microsoft.com/office/drawing/2014/main" id="{E2674A93-8455-2D38-4DD9-A4E78F6E15E5}"/>
              </a:ext>
            </a:extLst>
          </p:cNvPr>
          <p:cNvSpPr>
            <a:spLocks noGrp="1"/>
          </p:cNvSpPr>
          <p:nvPr>
            <p:ph type="body" sz="quarter" idx="110"/>
          </p:nvPr>
        </p:nvSpPr>
        <p:spPr>
          <a:xfrm>
            <a:off x="8177957"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80" name="Text Placeholder 4">
            <a:extLst>
              <a:ext uri="{FF2B5EF4-FFF2-40B4-BE49-F238E27FC236}">
                <a16:creationId xmlns:a16="http://schemas.microsoft.com/office/drawing/2014/main" id="{9988E220-4263-522F-2121-70DA69A7A4DD}"/>
              </a:ext>
            </a:extLst>
          </p:cNvPr>
          <p:cNvSpPr>
            <a:spLocks noGrp="1"/>
          </p:cNvSpPr>
          <p:nvPr>
            <p:ph type="body" sz="quarter" idx="111" hasCustomPrompt="1"/>
          </p:nvPr>
        </p:nvSpPr>
        <p:spPr>
          <a:xfrm>
            <a:off x="9419279" y="3360537"/>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81" name="Text Placeholder 19">
            <a:extLst>
              <a:ext uri="{FF2B5EF4-FFF2-40B4-BE49-F238E27FC236}">
                <a16:creationId xmlns:a16="http://schemas.microsoft.com/office/drawing/2014/main" id="{5123AF9F-AE25-30C9-77A9-722C850E03F0}"/>
              </a:ext>
            </a:extLst>
          </p:cNvPr>
          <p:cNvSpPr>
            <a:spLocks noGrp="1"/>
          </p:cNvSpPr>
          <p:nvPr>
            <p:ph type="body" sz="quarter" idx="112"/>
          </p:nvPr>
        </p:nvSpPr>
        <p:spPr>
          <a:xfrm>
            <a:off x="9419279" y="3613176"/>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82" name="Picture Placeholder 104">
            <a:extLst>
              <a:ext uri="{FF2B5EF4-FFF2-40B4-BE49-F238E27FC236}">
                <a16:creationId xmlns:a16="http://schemas.microsoft.com/office/drawing/2014/main" id="{16E7AFB4-A662-3332-AF66-4E83270E3325}"/>
              </a:ext>
            </a:extLst>
          </p:cNvPr>
          <p:cNvSpPr>
            <a:spLocks noGrp="1"/>
          </p:cNvSpPr>
          <p:nvPr>
            <p:ph type="pic" sz="quarter" idx="113" hasCustomPrompt="1"/>
          </p:nvPr>
        </p:nvSpPr>
        <p:spPr>
          <a:xfrm>
            <a:off x="8319278" y="3130560"/>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grpSp>
        <p:nvGrpSpPr>
          <p:cNvPr id="383" name="Group 382">
            <a:extLst>
              <a:ext uri="{FF2B5EF4-FFF2-40B4-BE49-F238E27FC236}">
                <a16:creationId xmlns:a16="http://schemas.microsoft.com/office/drawing/2014/main" id="{E33CE2D7-DD07-2E7C-BF06-1DA750AABE14}"/>
              </a:ext>
            </a:extLst>
          </p:cNvPr>
          <p:cNvGrpSpPr>
            <a:grpSpLocks noGrp="1" noUngrp="1" noRot="1" noMove="1" noResize="1"/>
          </p:cNvGrpSpPr>
          <p:nvPr userDrawn="1"/>
        </p:nvGrpSpPr>
        <p:grpSpPr>
          <a:xfrm>
            <a:off x="8975423" y="4014201"/>
            <a:ext cx="1862131" cy="463031"/>
            <a:chOff x="1383676" y="4026507"/>
            <a:chExt cx="1862131" cy="447129"/>
          </a:xfrm>
        </p:grpSpPr>
        <p:cxnSp>
          <p:nvCxnSpPr>
            <p:cNvPr id="384" name="Straight Connector 383">
              <a:extLst>
                <a:ext uri="{FF2B5EF4-FFF2-40B4-BE49-F238E27FC236}">
                  <a16:creationId xmlns:a16="http://schemas.microsoft.com/office/drawing/2014/main" id="{48DE9AAA-7A73-6DE1-A2B1-7E4F7CC33EE6}"/>
                </a:ext>
              </a:extLst>
            </p:cNvPr>
            <p:cNvCxnSpPr>
              <a:cxnSpLocks noGrp="1" noRot="1" noMove="1" noResize="1" noEditPoints="1" noAdjustHandles="1" noChangeArrowheads="1" noChangeShapeType="1"/>
            </p:cNvCxnSpPr>
            <p:nvPr userDrawn="1"/>
          </p:nvCxnSpPr>
          <p:spPr>
            <a:xfrm>
              <a:off x="2314741" y="4026507"/>
              <a:ext cx="0" cy="444327"/>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85" name="Straight Connector 384">
              <a:extLst>
                <a:ext uri="{FF2B5EF4-FFF2-40B4-BE49-F238E27FC236}">
                  <a16:creationId xmlns:a16="http://schemas.microsoft.com/office/drawing/2014/main" id="{9AA24945-3053-4B6A-3D29-84ACA156F146}"/>
                </a:ext>
              </a:extLst>
            </p:cNvPr>
            <p:cNvCxnSpPr>
              <a:cxnSpLocks noGrp="1" noRot="1" noMove="1" noResize="1" noEditPoints="1" noAdjustHandles="1" noChangeArrowheads="1" noChangeShapeType="1"/>
            </p:cNvCxnSpPr>
            <p:nvPr userDrawn="1"/>
          </p:nvCxnSpPr>
          <p:spPr>
            <a:xfrm>
              <a:off x="1383676" y="4473636"/>
              <a:ext cx="18621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7" name="Text Placeholder 4">
            <a:extLst>
              <a:ext uri="{FF2B5EF4-FFF2-40B4-BE49-F238E27FC236}">
                <a16:creationId xmlns:a16="http://schemas.microsoft.com/office/drawing/2014/main" id="{D816C4AD-418F-4401-153C-C6FDAE244BC3}"/>
              </a:ext>
            </a:extLst>
          </p:cNvPr>
          <p:cNvSpPr>
            <a:spLocks noGrp="1"/>
          </p:cNvSpPr>
          <p:nvPr>
            <p:ph type="body" sz="quarter" idx="114" hasCustomPrompt="1"/>
          </p:nvPr>
        </p:nvSpPr>
        <p:spPr>
          <a:xfrm>
            <a:off x="10036448" y="5806318"/>
            <a:ext cx="1602213" cy="205625"/>
          </a:xfrm>
          <a:prstGeom prst="rect">
            <a:avLst/>
          </a:prstGeom>
        </p:spPr>
        <p:txBody>
          <a:bodyPr wrap="square" tIns="0" bIns="72000">
            <a:spAutoFit/>
          </a:bodyPr>
          <a:lstStyle>
            <a:lvl1pPr marL="0" indent="0" algn="ctr">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88" name="Text Placeholder 19">
            <a:extLst>
              <a:ext uri="{FF2B5EF4-FFF2-40B4-BE49-F238E27FC236}">
                <a16:creationId xmlns:a16="http://schemas.microsoft.com/office/drawing/2014/main" id="{BAB7770F-33D5-55F1-26BF-402D24D8DEDF}"/>
              </a:ext>
            </a:extLst>
          </p:cNvPr>
          <p:cNvSpPr>
            <a:spLocks noGrp="1"/>
          </p:cNvSpPr>
          <p:nvPr>
            <p:ph type="body" sz="quarter" idx="115"/>
          </p:nvPr>
        </p:nvSpPr>
        <p:spPr>
          <a:xfrm>
            <a:off x="10035816" y="6013635"/>
            <a:ext cx="1603476" cy="170816"/>
          </a:xfrm>
          <a:prstGeom prst="rect">
            <a:avLst/>
          </a:prstGeom>
        </p:spPr>
        <p:txBody>
          <a:bodyPr wrap="square" tIns="0">
            <a:spAutoFit/>
          </a:bodyPr>
          <a:lstStyle>
            <a:lvl1pPr marL="0" indent="0" algn="ctr">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Tree>
    <p:extLst>
      <p:ext uri="{BB962C8B-B14F-4D97-AF65-F5344CB8AC3E}">
        <p14:creationId xmlns:p14="http://schemas.microsoft.com/office/powerpoint/2010/main" val="272518441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P07 | 10_BESPOKE: ONE HEAD + PHOTO Org Chart">
    <p:spTree>
      <p:nvGrpSpPr>
        <p:cNvPr id="1" name=""/>
        <p:cNvGrpSpPr/>
        <p:nvPr/>
      </p:nvGrpSpPr>
      <p:grpSpPr>
        <a:xfrm>
          <a:off x="0" y="0"/>
          <a:ext cx="0" cy="0"/>
          <a:chOff x="0" y="0"/>
          <a:chExt cx="0" cy="0"/>
        </a:xfrm>
      </p:grpSpPr>
      <p:grpSp>
        <p:nvGrpSpPr>
          <p:cNvPr id="325" name="Group 324">
            <a:extLst>
              <a:ext uri="{FF2B5EF4-FFF2-40B4-BE49-F238E27FC236}">
                <a16:creationId xmlns:a16="http://schemas.microsoft.com/office/drawing/2014/main" id="{4D06FD17-5E59-407C-CCE9-C46EA37F1FCF}"/>
              </a:ext>
            </a:extLst>
          </p:cNvPr>
          <p:cNvGrpSpPr>
            <a:grpSpLocks noGrp="1" noUngrp="1" noRot="1" noMove="1" noResize="1"/>
          </p:cNvGrpSpPr>
          <p:nvPr userDrawn="1"/>
        </p:nvGrpSpPr>
        <p:grpSpPr>
          <a:xfrm>
            <a:off x="9011433" y="2721375"/>
            <a:ext cx="2628105" cy="3600819"/>
            <a:chOff x="9011433" y="2721375"/>
            <a:chExt cx="2628105" cy="3600819"/>
          </a:xfrm>
        </p:grpSpPr>
        <p:sp>
          <p:nvSpPr>
            <p:cNvPr id="304" name="Rectangle 303">
              <a:extLst>
                <a:ext uri="{FF2B5EF4-FFF2-40B4-BE49-F238E27FC236}">
                  <a16:creationId xmlns:a16="http://schemas.microsoft.com/office/drawing/2014/main" id="{E595ABF0-1FB9-8B7F-FB2C-B5DA690F0299}"/>
                </a:ext>
              </a:extLst>
            </p:cNvPr>
            <p:cNvSpPr>
              <a:spLocks noGrp="1" noRot="1" noMove="1" noResize="1" noEditPoints="1" noAdjustHandles="1" noChangeArrowheads="1" noChangeShapeType="1"/>
            </p:cNvSpPr>
            <p:nvPr userDrawn="1"/>
          </p:nvSpPr>
          <p:spPr>
            <a:xfrm>
              <a:off x="9011433" y="3250384"/>
              <a:ext cx="2628105" cy="8985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5" name="Rectangle 304">
              <a:extLst>
                <a:ext uri="{FF2B5EF4-FFF2-40B4-BE49-F238E27FC236}">
                  <a16:creationId xmlns:a16="http://schemas.microsoft.com/office/drawing/2014/main" id="{4FE4EF35-AF8D-7487-5FF8-5085073CA8C8}"/>
                </a:ext>
              </a:extLst>
            </p:cNvPr>
            <p:cNvSpPr>
              <a:spLocks noGrp="1" noRot="1" noMove="1" noResize="1" noEditPoints="1" noAdjustHandles="1" noChangeArrowheads="1" noChangeShapeType="1"/>
            </p:cNvSpPr>
            <p:nvPr userDrawn="1"/>
          </p:nvSpPr>
          <p:spPr>
            <a:xfrm>
              <a:off x="9011433" y="4336986"/>
              <a:ext cx="2628105"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6" name="Rectangle 305">
              <a:extLst>
                <a:ext uri="{FF2B5EF4-FFF2-40B4-BE49-F238E27FC236}">
                  <a16:creationId xmlns:a16="http://schemas.microsoft.com/office/drawing/2014/main" id="{7609D874-530D-2086-598E-375A9AE3DF5A}"/>
                </a:ext>
              </a:extLst>
            </p:cNvPr>
            <p:cNvSpPr>
              <a:spLocks noGrp="1" noRot="1" noMove="1" noResize="1" noEditPoints="1" noAdjustHandles="1" noChangeArrowheads="1" noChangeShapeType="1"/>
            </p:cNvSpPr>
            <p:nvPr userDrawn="1"/>
          </p:nvSpPr>
          <p:spPr>
            <a:xfrm>
              <a:off x="9011433" y="5423644"/>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1" name="Straight Connector 120">
              <a:extLst>
                <a:ext uri="{FF2B5EF4-FFF2-40B4-BE49-F238E27FC236}">
                  <a16:creationId xmlns:a16="http://schemas.microsoft.com/office/drawing/2014/main" id="{82815744-DC7C-AEA8-57B4-DD6BA2651375}"/>
                </a:ext>
              </a:extLst>
            </p:cNvPr>
            <p:cNvCxnSpPr>
              <a:cxnSpLocks noGrp="1" noRot="1" noMove="1" noResize="1" noEditPoints="1" noAdjustHandles="1" noChangeArrowheads="1" noChangeShapeType="1"/>
            </p:cNvCxnSpPr>
            <p:nvPr userDrawn="1"/>
          </p:nvCxnSpPr>
          <p:spPr>
            <a:xfrm>
              <a:off x="10323060" y="2721375"/>
              <a:ext cx="0" cy="47275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4" name="Group 323">
            <a:extLst>
              <a:ext uri="{FF2B5EF4-FFF2-40B4-BE49-F238E27FC236}">
                <a16:creationId xmlns:a16="http://schemas.microsoft.com/office/drawing/2014/main" id="{A240F00A-86BE-FC95-0BBD-3F82B5EAE63A}"/>
              </a:ext>
            </a:extLst>
          </p:cNvPr>
          <p:cNvGrpSpPr>
            <a:grpSpLocks noGrp="1" noUngrp="1" noRot="1" noMove="1" noResize="1"/>
          </p:cNvGrpSpPr>
          <p:nvPr userDrawn="1"/>
        </p:nvGrpSpPr>
        <p:grpSpPr>
          <a:xfrm>
            <a:off x="6206075" y="2721375"/>
            <a:ext cx="2628105" cy="3600819"/>
            <a:chOff x="6206075" y="2721375"/>
            <a:chExt cx="2628105" cy="3600819"/>
          </a:xfrm>
        </p:grpSpPr>
        <p:sp>
          <p:nvSpPr>
            <p:cNvPr id="290" name="Rectangle 289">
              <a:extLst>
                <a:ext uri="{FF2B5EF4-FFF2-40B4-BE49-F238E27FC236}">
                  <a16:creationId xmlns:a16="http://schemas.microsoft.com/office/drawing/2014/main" id="{52B566E2-7C48-E56C-623B-784B0A2D5856}"/>
                </a:ext>
              </a:extLst>
            </p:cNvPr>
            <p:cNvSpPr>
              <a:spLocks noGrp="1" noRot="1" noMove="1" noResize="1" noEditPoints="1" noAdjustHandles="1" noChangeArrowheads="1" noChangeShapeType="1"/>
            </p:cNvSpPr>
            <p:nvPr userDrawn="1"/>
          </p:nvSpPr>
          <p:spPr>
            <a:xfrm>
              <a:off x="6206075" y="3250384"/>
              <a:ext cx="2628105" cy="8985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1" name="Rectangle 290">
              <a:extLst>
                <a:ext uri="{FF2B5EF4-FFF2-40B4-BE49-F238E27FC236}">
                  <a16:creationId xmlns:a16="http://schemas.microsoft.com/office/drawing/2014/main" id="{D33DB808-280A-ABA7-EB6F-62796936CD7A}"/>
                </a:ext>
              </a:extLst>
            </p:cNvPr>
            <p:cNvSpPr>
              <a:spLocks noGrp="1" noRot="1" noMove="1" noResize="1" noEditPoints="1" noAdjustHandles="1" noChangeArrowheads="1" noChangeShapeType="1"/>
            </p:cNvSpPr>
            <p:nvPr userDrawn="1"/>
          </p:nvSpPr>
          <p:spPr>
            <a:xfrm>
              <a:off x="6206075" y="4336986"/>
              <a:ext cx="2628105"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2" name="Rectangle 291">
              <a:extLst>
                <a:ext uri="{FF2B5EF4-FFF2-40B4-BE49-F238E27FC236}">
                  <a16:creationId xmlns:a16="http://schemas.microsoft.com/office/drawing/2014/main" id="{55408890-2A19-9BD5-D00E-866EF535D6E0}"/>
                </a:ext>
              </a:extLst>
            </p:cNvPr>
            <p:cNvSpPr>
              <a:spLocks noGrp="1" noRot="1" noMove="1" noResize="1" noEditPoints="1" noAdjustHandles="1" noChangeArrowheads="1" noChangeShapeType="1"/>
            </p:cNvSpPr>
            <p:nvPr userDrawn="1"/>
          </p:nvSpPr>
          <p:spPr>
            <a:xfrm>
              <a:off x="6206075" y="5423644"/>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16" name="Straight Connector 115">
              <a:extLst>
                <a:ext uri="{FF2B5EF4-FFF2-40B4-BE49-F238E27FC236}">
                  <a16:creationId xmlns:a16="http://schemas.microsoft.com/office/drawing/2014/main" id="{9597245A-E3A7-4E90-80C0-037DB27E09D2}"/>
                </a:ext>
              </a:extLst>
            </p:cNvPr>
            <p:cNvCxnSpPr>
              <a:cxnSpLocks noGrp="1" noRot="1" noMove="1" noResize="1" noEditPoints="1" noAdjustHandles="1" noChangeArrowheads="1" noChangeShapeType="1"/>
            </p:cNvCxnSpPr>
            <p:nvPr userDrawn="1"/>
          </p:nvCxnSpPr>
          <p:spPr>
            <a:xfrm>
              <a:off x="7517698" y="2721375"/>
              <a:ext cx="0" cy="47275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3" name="Group 322">
            <a:extLst>
              <a:ext uri="{FF2B5EF4-FFF2-40B4-BE49-F238E27FC236}">
                <a16:creationId xmlns:a16="http://schemas.microsoft.com/office/drawing/2014/main" id="{B53AA732-43DF-61CA-29F9-79269AB934E1}"/>
              </a:ext>
            </a:extLst>
          </p:cNvPr>
          <p:cNvGrpSpPr>
            <a:grpSpLocks noGrp="1" noUngrp="1" noRot="1" noMove="1" noResize="1"/>
          </p:cNvGrpSpPr>
          <p:nvPr userDrawn="1"/>
        </p:nvGrpSpPr>
        <p:grpSpPr>
          <a:xfrm>
            <a:off x="3400715" y="2721375"/>
            <a:ext cx="2628105" cy="3600819"/>
            <a:chOff x="3400715" y="2721375"/>
            <a:chExt cx="2628105" cy="3600819"/>
          </a:xfrm>
        </p:grpSpPr>
        <p:sp>
          <p:nvSpPr>
            <p:cNvPr id="271" name="Rectangle 270">
              <a:extLst>
                <a:ext uri="{FF2B5EF4-FFF2-40B4-BE49-F238E27FC236}">
                  <a16:creationId xmlns:a16="http://schemas.microsoft.com/office/drawing/2014/main" id="{17337C25-2EA9-9625-34A1-248394EC0E28}"/>
                </a:ext>
              </a:extLst>
            </p:cNvPr>
            <p:cNvSpPr>
              <a:spLocks noGrp="1" noRot="1" noMove="1" noResize="1" noEditPoints="1" noAdjustHandles="1" noChangeArrowheads="1" noChangeShapeType="1"/>
            </p:cNvSpPr>
            <p:nvPr userDrawn="1"/>
          </p:nvSpPr>
          <p:spPr>
            <a:xfrm>
              <a:off x="3400715" y="3250384"/>
              <a:ext cx="2628105" cy="8985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2" name="Rectangle 271">
              <a:extLst>
                <a:ext uri="{FF2B5EF4-FFF2-40B4-BE49-F238E27FC236}">
                  <a16:creationId xmlns:a16="http://schemas.microsoft.com/office/drawing/2014/main" id="{903D7790-94F1-6F6F-69C7-A09A762FE371}"/>
                </a:ext>
              </a:extLst>
            </p:cNvPr>
            <p:cNvSpPr>
              <a:spLocks noGrp="1" noRot="1" noMove="1" noResize="1" noEditPoints="1" noAdjustHandles="1" noChangeArrowheads="1" noChangeShapeType="1"/>
            </p:cNvSpPr>
            <p:nvPr userDrawn="1"/>
          </p:nvSpPr>
          <p:spPr>
            <a:xfrm>
              <a:off x="3400715" y="4336986"/>
              <a:ext cx="2628105"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3" name="Rectangle 272">
              <a:extLst>
                <a:ext uri="{FF2B5EF4-FFF2-40B4-BE49-F238E27FC236}">
                  <a16:creationId xmlns:a16="http://schemas.microsoft.com/office/drawing/2014/main" id="{786D523E-C26C-E721-D5FF-278CA3E22BC7}"/>
                </a:ext>
              </a:extLst>
            </p:cNvPr>
            <p:cNvSpPr>
              <a:spLocks noGrp="1" noRot="1" noMove="1" noResize="1" noEditPoints="1" noAdjustHandles="1" noChangeArrowheads="1" noChangeShapeType="1"/>
            </p:cNvSpPr>
            <p:nvPr userDrawn="1"/>
          </p:nvSpPr>
          <p:spPr>
            <a:xfrm>
              <a:off x="3400715" y="5423644"/>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07" name="Straight Connector 106">
              <a:extLst>
                <a:ext uri="{FF2B5EF4-FFF2-40B4-BE49-F238E27FC236}">
                  <a16:creationId xmlns:a16="http://schemas.microsoft.com/office/drawing/2014/main" id="{620C66E3-5E2B-3FC6-F35C-6FE804FDC078}"/>
                </a:ext>
              </a:extLst>
            </p:cNvPr>
            <p:cNvCxnSpPr>
              <a:cxnSpLocks noGrp="1" noRot="1" noMove="1" noResize="1" noEditPoints="1" noAdjustHandles="1" noChangeArrowheads="1" noChangeShapeType="1"/>
            </p:cNvCxnSpPr>
            <p:nvPr userDrawn="1"/>
          </p:nvCxnSpPr>
          <p:spPr>
            <a:xfrm>
              <a:off x="4712336" y="2721375"/>
              <a:ext cx="0" cy="47275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2" name="Group 321">
            <a:extLst>
              <a:ext uri="{FF2B5EF4-FFF2-40B4-BE49-F238E27FC236}">
                <a16:creationId xmlns:a16="http://schemas.microsoft.com/office/drawing/2014/main" id="{B4929C2F-C7CC-4F31-500A-16D6B59028F0}"/>
              </a:ext>
            </a:extLst>
          </p:cNvPr>
          <p:cNvGrpSpPr>
            <a:grpSpLocks noGrp="1" noUngrp="1" noRot="1" noMove="1" noResize="1"/>
          </p:cNvGrpSpPr>
          <p:nvPr userDrawn="1"/>
        </p:nvGrpSpPr>
        <p:grpSpPr>
          <a:xfrm>
            <a:off x="595354" y="2721375"/>
            <a:ext cx="2628105" cy="3600819"/>
            <a:chOff x="595354" y="2721375"/>
            <a:chExt cx="2628105" cy="3600819"/>
          </a:xfrm>
        </p:grpSpPr>
        <p:sp>
          <p:nvSpPr>
            <p:cNvPr id="75" name="Rectangle 74">
              <a:extLst>
                <a:ext uri="{FF2B5EF4-FFF2-40B4-BE49-F238E27FC236}">
                  <a16:creationId xmlns:a16="http://schemas.microsoft.com/office/drawing/2014/main" id="{BD22AFD9-2A5A-0D6F-85F5-CDB50B125951}"/>
                </a:ext>
              </a:extLst>
            </p:cNvPr>
            <p:cNvSpPr>
              <a:spLocks noGrp="1" noRot="1" noMove="1" noResize="1" noEditPoints="1" noAdjustHandles="1" noChangeArrowheads="1" noChangeShapeType="1"/>
            </p:cNvSpPr>
            <p:nvPr userDrawn="1"/>
          </p:nvSpPr>
          <p:spPr>
            <a:xfrm>
              <a:off x="595354" y="3250384"/>
              <a:ext cx="2628105" cy="89855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7" name="Rectangle 86">
              <a:extLst>
                <a:ext uri="{FF2B5EF4-FFF2-40B4-BE49-F238E27FC236}">
                  <a16:creationId xmlns:a16="http://schemas.microsoft.com/office/drawing/2014/main" id="{3906CF18-39B8-48B7-DE1A-591F39782984}"/>
                </a:ext>
              </a:extLst>
            </p:cNvPr>
            <p:cNvSpPr>
              <a:spLocks noGrp="1" noRot="1" noMove="1" noResize="1" noEditPoints="1" noAdjustHandles="1" noChangeArrowheads="1" noChangeShapeType="1"/>
            </p:cNvSpPr>
            <p:nvPr userDrawn="1"/>
          </p:nvSpPr>
          <p:spPr>
            <a:xfrm>
              <a:off x="595354" y="4336986"/>
              <a:ext cx="2628105" cy="89855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7" name="Rectangle 96">
              <a:extLst>
                <a:ext uri="{FF2B5EF4-FFF2-40B4-BE49-F238E27FC236}">
                  <a16:creationId xmlns:a16="http://schemas.microsoft.com/office/drawing/2014/main" id="{9DE0539A-C291-1163-73D9-54758B2119BD}"/>
                </a:ext>
              </a:extLst>
            </p:cNvPr>
            <p:cNvSpPr>
              <a:spLocks noGrp="1" noRot="1" noMove="1" noResize="1" noEditPoints="1" noAdjustHandles="1" noChangeArrowheads="1" noChangeShapeType="1"/>
            </p:cNvSpPr>
            <p:nvPr userDrawn="1"/>
          </p:nvSpPr>
          <p:spPr>
            <a:xfrm>
              <a:off x="595354" y="5423644"/>
              <a:ext cx="2628105" cy="89855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7" name="Straight Connector 26">
              <a:extLst>
                <a:ext uri="{FF2B5EF4-FFF2-40B4-BE49-F238E27FC236}">
                  <a16:creationId xmlns:a16="http://schemas.microsoft.com/office/drawing/2014/main" id="{AC61D5A9-7636-403C-5489-3CBDC16BDECA}"/>
                </a:ext>
              </a:extLst>
            </p:cNvPr>
            <p:cNvCxnSpPr>
              <a:cxnSpLocks noGrp="1" noRot="1" noMove="1" noResize="1" noEditPoints="1" noAdjustHandles="1" noChangeArrowheads="1" noChangeShapeType="1"/>
            </p:cNvCxnSpPr>
            <p:nvPr userDrawn="1"/>
          </p:nvCxnSpPr>
          <p:spPr>
            <a:xfrm>
              <a:off x="1906974" y="2721375"/>
              <a:ext cx="0" cy="47275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08" name="Picture Placeholder 104">
            <a:extLst>
              <a:ext uri="{FF2B5EF4-FFF2-40B4-BE49-F238E27FC236}">
                <a16:creationId xmlns:a16="http://schemas.microsoft.com/office/drawing/2014/main" id="{93649257-DA8D-0BF9-B3A2-91FA452ECC3F}"/>
              </a:ext>
            </a:extLst>
          </p:cNvPr>
          <p:cNvSpPr>
            <a:spLocks noGrp="1" noChangeAspect="1"/>
          </p:cNvSpPr>
          <p:nvPr userDrawn="1">
            <p:ph type="pic" sz="quarter" idx="128" hasCustomPrompt="1"/>
          </p:nvPr>
        </p:nvSpPr>
        <p:spPr>
          <a:xfrm>
            <a:off x="9103496" y="333965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09" name="Text Placeholder 4">
            <a:extLst>
              <a:ext uri="{FF2B5EF4-FFF2-40B4-BE49-F238E27FC236}">
                <a16:creationId xmlns:a16="http://schemas.microsoft.com/office/drawing/2014/main" id="{96C1D047-E43D-A282-E60C-B8E2962666D6}"/>
              </a:ext>
            </a:extLst>
          </p:cNvPr>
          <p:cNvSpPr>
            <a:spLocks noGrp="1"/>
          </p:cNvSpPr>
          <p:nvPr userDrawn="1">
            <p:ph type="body" sz="quarter" idx="129" hasCustomPrompt="1"/>
          </p:nvPr>
        </p:nvSpPr>
        <p:spPr>
          <a:xfrm>
            <a:off x="9930553" y="352404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0" name="Text Placeholder 19">
            <a:extLst>
              <a:ext uri="{FF2B5EF4-FFF2-40B4-BE49-F238E27FC236}">
                <a16:creationId xmlns:a16="http://schemas.microsoft.com/office/drawing/2014/main" id="{F3815DE8-5F3D-FC3F-9B76-5924A9C43129}"/>
              </a:ext>
            </a:extLst>
          </p:cNvPr>
          <p:cNvSpPr>
            <a:spLocks noGrp="1"/>
          </p:cNvSpPr>
          <p:nvPr userDrawn="1">
            <p:ph type="body" sz="quarter" idx="130"/>
          </p:nvPr>
        </p:nvSpPr>
        <p:spPr>
          <a:xfrm>
            <a:off x="9930244" y="374376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1" name="Picture Placeholder 104">
            <a:extLst>
              <a:ext uri="{FF2B5EF4-FFF2-40B4-BE49-F238E27FC236}">
                <a16:creationId xmlns:a16="http://schemas.microsoft.com/office/drawing/2014/main" id="{1E417C7F-EA03-0847-36CF-1F4E70C461BB}"/>
              </a:ext>
            </a:extLst>
          </p:cNvPr>
          <p:cNvSpPr>
            <a:spLocks noGrp="1" noChangeAspect="1"/>
          </p:cNvSpPr>
          <p:nvPr userDrawn="1">
            <p:ph type="pic" sz="quarter" idx="131" hasCustomPrompt="1"/>
          </p:nvPr>
        </p:nvSpPr>
        <p:spPr>
          <a:xfrm>
            <a:off x="9103496" y="4426261"/>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12" name="Text Placeholder 4">
            <a:extLst>
              <a:ext uri="{FF2B5EF4-FFF2-40B4-BE49-F238E27FC236}">
                <a16:creationId xmlns:a16="http://schemas.microsoft.com/office/drawing/2014/main" id="{F81DB407-DD8E-3030-361E-E1F891671D84}"/>
              </a:ext>
            </a:extLst>
          </p:cNvPr>
          <p:cNvSpPr>
            <a:spLocks noGrp="1"/>
          </p:cNvSpPr>
          <p:nvPr userDrawn="1">
            <p:ph type="body" sz="quarter" idx="132" hasCustomPrompt="1"/>
          </p:nvPr>
        </p:nvSpPr>
        <p:spPr>
          <a:xfrm>
            <a:off x="9930553" y="4610650"/>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3" name="Text Placeholder 19">
            <a:extLst>
              <a:ext uri="{FF2B5EF4-FFF2-40B4-BE49-F238E27FC236}">
                <a16:creationId xmlns:a16="http://schemas.microsoft.com/office/drawing/2014/main" id="{C0A39BB8-31B5-4A10-35EE-5171A212FD1F}"/>
              </a:ext>
            </a:extLst>
          </p:cNvPr>
          <p:cNvSpPr>
            <a:spLocks noGrp="1"/>
          </p:cNvSpPr>
          <p:nvPr userDrawn="1">
            <p:ph type="body" sz="quarter" idx="133"/>
          </p:nvPr>
        </p:nvSpPr>
        <p:spPr>
          <a:xfrm>
            <a:off x="9930244" y="4830369"/>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4" name="Picture Placeholder 104">
            <a:extLst>
              <a:ext uri="{FF2B5EF4-FFF2-40B4-BE49-F238E27FC236}">
                <a16:creationId xmlns:a16="http://schemas.microsoft.com/office/drawing/2014/main" id="{F9896E93-9DDF-D628-462C-6C5645F3E0BE}"/>
              </a:ext>
            </a:extLst>
          </p:cNvPr>
          <p:cNvSpPr>
            <a:spLocks noGrp="1" noChangeAspect="1"/>
          </p:cNvSpPr>
          <p:nvPr userDrawn="1">
            <p:ph type="pic" sz="quarter" idx="134" hasCustomPrompt="1"/>
          </p:nvPr>
        </p:nvSpPr>
        <p:spPr>
          <a:xfrm>
            <a:off x="9103496" y="551291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15" name="Text Placeholder 4">
            <a:extLst>
              <a:ext uri="{FF2B5EF4-FFF2-40B4-BE49-F238E27FC236}">
                <a16:creationId xmlns:a16="http://schemas.microsoft.com/office/drawing/2014/main" id="{A6E46C25-2C2F-C68C-A06E-4109C300F0E2}"/>
              </a:ext>
            </a:extLst>
          </p:cNvPr>
          <p:cNvSpPr>
            <a:spLocks noGrp="1"/>
          </p:cNvSpPr>
          <p:nvPr userDrawn="1">
            <p:ph type="body" sz="quarter" idx="135" hasCustomPrompt="1"/>
          </p:nvPr>
        </p:nvSpPr>
        <p:spPr>
          <a:xfrm>
            <a:off x="9930553" y="569730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6" name="Text Placeholder 19">
            <a:extLst>
              <a:ext uri="{FF2B5EF4-FFF2-40B4-BE49-F238E27FC236}">
                <a16:creationId xmlns:a16="http://schemas.microsoft.com/office/drawing/2014/main" id="{908FF72A-48AD-7EB3-E01A-F7DBDD34E0D2}"/>
              </a:ext>
            </a:extLst>
          </p:cNvPr>
          <p:cNvSpPr>
            <a:spLocks noGrp="1"/>
          </p:cNvSpPr>
          <p:nvPr userDrawn="1">
            <p:ph type="body" sz="quarter" idx="136"/>
          </p:nvPr>
        </p:nvSpPr>
        <p:spPr>
          <a:xfrm>
            <a:off x="9930244" y="591702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83" name="Rectangle 82">
            <a:extLst>
              <a:ext uri="{FF2B5EF4-FFF2-40B4-BE49-F238E27FC236}">
                <a16:creationId xmlns:a16="http://schemas.microsoft.com/office/drawing/2014/main" id="{D8FA5073-107E-C556-2C4F-950FC66C1116}"/>
              </a:ext>
            </a:extLst>
          </p:cNvPr>
          <p:cNvSpPr>
            <a:spLocks noGrp="1" noRot="1" noMove="1" noResize="1" noEditPoints="1" noAdjustHandles="1" noChangeArrowheads="1" noChangeShapeType="1"/>
          </p:cNvSpPr>
          <p:nvPr userDrawn="1"/>
        </p:nvSpPr>
        <p:spPr>
          <a:xfrm>
            <a:off x="5416730" y="1291429"/>
            <a:ext cx="2260759" cy="898549"/>
          </a:xfrm>
          <a:prstGeom prst="rect">
            <a:avLst/>
          </a:pr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4" name="Text Placeholder 4">
            <a:extLst>
              <a:ext uri="{FF2B5EF4-FFF2-40B4-BE49-F238E27FC236}">
                <a16:creationId xmlns:a16="http://schemas.microsoft.com/office/drawing/2014/main" id="{D6F2CDBA-EA43-BC5D-CA34-6006CABFADDE}"/>
              </a:ext>
            </a:extLst>
          </p:cNvPr>
          <p:cNvSpPr>
            <a:spLocks noGrp="1"/>
          </p:cNvSpPr>
          <p:nvPr userDrawn="1">
            <p:ph type="body" sz="quarter" idx="64" hasCustomPrompt="1"/>
          </p:nvPr>
        </p:nvSpPr>
        <p:spPr>
          <a:xfrm>
            <a:off x="5617028" y="1524008"/>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85" name="Text Placeholder 19">
            <a:extLst>
              <a:ext uri="{FF2B5EF4-FFF2-40B4-BE49-F238E27FC236}">
                <a16:creationId xmlns:a16="http://schemas.microsoft.com/office/drawing/2014/main" id="{0A9AFE00-76AF-02EF-64FB-B1891C97BDA9}"/>
              </a:ext>
            </a:extLst>
          </p:cNvPr>
          <p:cNvSpPr>
            <a:spLocks noGrp="1"/>
          </p:cNvSpPr>
          <p:nvPr userDrawn="1">
            <p:ph type="body" sz="quarter" idx="65"/>
          </p:nvPr>
        </p:nvSpPr>
        <p:spPr>
          <a:xfrm>
            <a:off x="5617028" y="1776647"/>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86" name="Picture Placeholder 104">
            <a:extLst>
              <a:ext uri="{FF2B5EF4-FFF2-40B4-BE49-F238E27FC236}">
                <a16:creationId xmlns:a16="http://schemas.microsoft.com/office/drawing/2014/main" id="{67F7B9F5-A528-5A39-92AD-EE8C41B8256B}"/>
              </a:ext>
            </a:extLst>
          </p:cNvPr>
          <p:cNvSpPr>
            <a:spLocks noGrp="1"/>
          </p:cNvSpPr>
          <p:nvPr userDrawn="1">
            <p:ph type="pic" sz="quarter" idx="103" hasCustomPrompt="1"/>
          </p:nvPr>
        </p:nvSpPr>
        <p:spPr>
          <a:xfrm>
            <a:off x="4517027" y="1290637"/>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sp>
        <p:nvSpPr>
          <p:cNvPr id="76" name="Picture Placeholder 104">
            <a:extLst>
              <a:ext uri="{FF2B5EF4-FFF2-40B4-BE49-F238E27FC236}">
                <a16:creationId xmlns:a16="http://schemas.microsoft.com/office/drawing/2014/main" id="{91649501-3C90-C9CE-293F-835D9C796320}"/>
              </a:ext>
            </a:extLst>
          </p:cNvPr>
          <p:cNvSpPr>
            <a:spLocks noGrp="1" noChangeAspect="1"/>
          </p:cNvSpPr>
          <p:nvPr userDrawn="1">
            <p:ph type="pic" sz="quarter" idx="100" hasCustomPrompt="1"/>
          </p:nvPr>
        </p:nvSpPr>
        <p:spPr>
          <a:xfrm>
            <a:off x="687417" y="333965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77" name="Text Placeholder 4">
            <a:extLst>
              <a:ext uri="{FF2B5EF4-FFF2-40B4-BE49-F238E27FC236}">
                <a16:creationId xmlns:a16="http://schemas.microsoft.com/office/drawing/2014/main" id="{A4184BA0-451B-AE86-F5B9-567738F181D5}"/>
              </a:ext>
            </a:extLst>
          </p:cNvPr>
          <p:cNvSpPr>
            <a:spLocks noGrp="1"/>
          </p:cNvSpPr>
          <p:nvPr userDrawn="1">
            <p:ph type="body" sz="quarter" idx="101" hasCustomPrompt="1"/>
          </p:nvPr>
        </p:nvSpPr>
        <p:spPr>
          <a:xfrm>
            <a:off x="1514474" y="352404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78" name="Text Placeholder 19">
            <a:extLst>
              <a:ext uri="{FF2B5EF4-FFF2-40B4-BE49-F238E27FC236}">
                <a16:creationId xmlns:a16="http://schemas.microsoft.com/office/drawing/2014/main" id="{38F410C1-1543-290B-C553-CDB1F82D564E}"/>
              </a:ext>
            </a:extLst>
          </p:cNvPr>
          <p:cNvSpPr>
            <a:spLocks noGrp="1"/>
          </p:cNvSpPr>
          <p:nvPr userDrawn="1">
            <p:ph type="body" sz="quarter" idx="102"/>
          </p:nvPr>
        </p:nvSpPr>
        <p:spPr>
          <a:xfrm>
            <a:off x="1514165" y="374376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8" name="Picture Placeholder 104">
            <a:extLst>
              <a:ext uri="{FF2B5EF4-FFF2-40B4-BE49-F238E27FC236}">
                <a16:creationId xmlns:a16="http://schemas.microsoft.com/office/drawing/2014/main" id="{5FE5D6C5-FDC9-D310-6BDC-27EE61534701}"/>
              </a:ext>
            </a:extLst>
          </p:cNvPr>
          <p:cNvSpPr>
            <a:spLocks noGrp="1" noChangeAspect="1"/>
          </p:cNvSpPr>
          <p:nvPr userDrawn="1">
            <p:ph type="pic" sz="quarter" idx="104" hasCustomPrompt="1"/>
          </p:nvPr>
        </p:nvSpPr>
        <p:spPr>
          <a:xfrm>
            <a:off x="687417" y="4426261"/>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89" name="Text Placeholder 4">
            <a:extLst>
              <a:ext uri="{FF2B5EF4-FFF2-40B4-BE49-F238E27FC236}">
                <a16:creationId xmlns:a16="http://schemas.microsoft.com/office/drawing/2014/main" id="{F0D6F8C8-3D1E-7C9D-6C11-CE7705FA8A4C}"/>
              </a:ext>
            </a:extLst>
          </p:cNvPr>
          <p:cNvSpPr>
            <a:spLocks noGrp="1"/>
          </p:cNvSpPr>
          <p:nvPr userDrawn="1">
            <p:ph type="body" sz="quarter" idx="105" hasCustomPrompt="1"/>
          </p:nvPr>
        </p:nvSpPr>
        <p:spPr>
          <a:xfrm>
            <a:off x="1514474" y="4610650"/>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0" name="Text Placeholder 19">
            <a:extLst>
              <a:ext uri="{FF2B5EF4-FFF2-40B4-BE49-F238E27FC236}">
                <a16:creationId xmlns:a16="http://schemas.microsoft.com/office/drawing/2014/main" id="{9A31A5A6-54AA-3FFD-14AE-D6097097FE26}"/>
              </a:ext>
            </a:extLst>
          </p:cNvPr>
          <p:cNvSpPr>
            <a:spLocks noGrp="1"/>
          </p:cNvSpPr>
          <p:nvPr userDrawn="1">
            <p:ph type="body" sz="quarter" idx="106"/>
          </p:nvPr>
        </p:nvSpPr>
        <p:spPr>
          <a:xfrm>
            <a:off x="1514165" y="4830369"/>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8" name="Picture Placeholder 104">
            <a:extLst>
              <a:ext uri="{FF2B5EF4-FFF2-40B4-BE49-F238E27FC236}">
                <a16:creationId xmlns:a16="http://schemas.microsoft.com/office/drawing/2014/main" id="{A1D9B50A-0BD0-9442-4B56-FD988E51606B}"/>
              </a:ext>
            </a:extLst>
          </p:cNvPr>
          <p:cNvSpPr>
            <a:spLocks noGrp="1" noChangeAspect="1"/>
          </p:cNvSpPr>
          <p:nvPr userDrawn="1">
            <p:ph type="pic" sz="quarter" idx="107" hasCustomPrompt="1"/>
          </p:nvPr>
        </p:nvSpPr>
        <p:spPr>
          <a:xfrm>
            <a:off x="687417" y="551291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99" name="Text Placeholder 4">
            <a:extLst>
              <a:ext uri="{FF2B5EF4-FFF2-40B4-BE49-F238E27FC236}">
                <a16:creationId xmlns:a16="http://schemas.microsoft.com/office/drawing/2014/main" id="{DDB04D74-6C7A-CE19-D89C-E4F07AA7F971}"/>
              </a:ext>
            </a:extLst>
          </p:cNvPr>
          <p:cNvSpPr>
            <a:spLocks noGrp="1"/>
          </p:cNvSpPr>
          <p:nvPr userDrawn="1">
            <p:ph type="body" sz="quarter" idx="108" hasCustomPrompt="1"/>
          </p:nvPr>
        </p:nvSpPr>
        <p:spPr>
          <a:xfrm>
            <a:off x="1514474" y="569730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0" name="Text Placeholder 19">
            <a:extLst>
              <a:ext uri="{FF2B5EF4-FFF2-40B4-BE49-F238E27FC236}">
                <a16:creationId xmlns:a16="http://schemas.microsoft.com/office/drawing/2014/main" id="{7BDAB864-8E9E-B7D0-D6A9-DFA96DCC6851}"/>
              </a:ext>
            </a:extLst>
          </p:cNvPr>
          <p:cNvSpPr>
            <a:spLocks noGrp="1"/>
          </p:cNvSpPr>
          <p:nvPr userDrawn="1">
            <p:ph type="body" sz="quarter" idx="109"/>
          </p:nvPr>
        </p:nvSpPr>
        <p:spPr>
          <a:xfrm>
            <a:off x="1514165" y="591702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124" name="Straight Connector 123">
            <a:extLst>
              <a:ext uri="{FF2B5EF4-FFF2-40B4-BE49-F238E27FC236}">
                <a16:creationId xmlns:a16="http://schemas.microsoft.com/office/drawing/2014/main" id="{C4E0DB70-048A-2914-3C85-14B6810EAB1C}"/>
              </a:ext>
            </a:extLst>
          </p:cNvPr>
          <p:cNvCxnSpPr>
            <a:cxnSpLocks noGrp="1" noRot="1" noMove="1" noResize="1" noEditPoints="1" noAdjustHandles="1" noChangeArrowheads="1" noChangeShapeType="1"/>
          </p:cNvCxnSpPr>
          <p:nvPr userDrawn="1"/>
        </p:nvCxnSpPr>
        <p:spPr>
          <a:xfrm>
            <a:off x="1906974" y="2721375"/>
            <a:ext cx="84160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5" name="Picture Placeholder 104">
            <a:extLst>
              <a:ext uri="{FF2B5EF4-FFF2-40B4-BE49-F238E27FC236}">
                <a16:creationId xmlns:a16="http://schemas.microsoft.com/office/drawing/2014/main" id="{1F461EDB-7B4A-82C6-D2F3-A27E54D41581}"/>
              </a:ext>
            </a:extLst>
          </p:cNvPr>
          <p:cNvSpPr>
            <a:spLocks noGrp="1" noChangeAspect="1"/>
          </p:cNvSpPr>
          <p:nvPr userDrawn="1">
            <p:ph type="pic" sz="quarter" idx="110" hasCustomPrompt="1"/>
          </p:nvPr>
        </p:nvSpPr>
        <p:spPr>
          <a:xfrm>
            <a:off x="3492778" y="333965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81" name="Text Placeholder 4">
            <a:extLst>
              <a:ext uri="{FF2B5EF4-FFF2-40B4-BE49-F238E27FC236}">
                <a16:creationId xmlns:a16="http://schemas.microsoft.com/office/drawing/2014/main" id="{19EDCF88-81B6-1B9E-E995-CE56432EEB91}"/>
              </a:ext>
            </a:extLst>
          </p:cNvPr>
          <p:cNvSpPr>
            <a:spLocks noGrp="1"/>
          </p:cNvSpPr>
          <p:nvPr userDrawn="1">
            <p:ph type="body" sz="quarter" idx="111" hasCustomPrompt="1"/>
          </p:nvPr>
        </p:nvSpPr>
        <p:spPr>
          <a:xfrm>
            <a:off x="4319835" y="352404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2" name="Text Placeholder 19">
            <a:extLst>
              <a:ext uri="{FF2B5EF4-FFF2-40B4-BE49-F238E27FC236}">
                <a16:creationId xmlns:a16="http://schemas.microsoft.com/office/drawing/2014/main" id="{FA4F58E3-7332-C598-3254-E88E5448D320}"/>
              </a:ext>
            </a:extLst>
          </p:cNvPr>
          <p:cNvSpPr>
            <a:spLocks noGrp="1"/>
          </p:cNvSpPr>
          <p:nvPr userDrawn="1">
            <p:ph type="body" sz="quarter" idx="112"/>
          </p:nvPr>
        </p:nvSpPr>
        <p:spPr>
          <a:xfrm>
            <a:off x="4319526" y="374376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83" name="Picture Placeholder 104">
            <a:extLst>
              <a:ext uri="{FF2B5EF4-FFF2-40B4-BE49-F238E27FC236}">
                <a16:creationId xmlns:a16="http://schemas.microsoft.com/office/drawing/2014/main" id="{46DC6242-DE8C-7E79-D052-B72A87771EB6}"/>
              </a:ext>
            </a:extLst>
          </p:cNvPr>
          <p:cNvSpPr>
            <a:spLocks noGrp="1" noChangeAspect="1"/>
          </p:cNvSpPr>
          <p:nvPr userDrawn="1">
            <p:ph type="pic" sz="quarter" idx="113" hasCustomPrompt="1"/>
          </p:nvPr>
        </p:nvSpPr>
        <p:spPr>
          <a:xfrm>
            <a:off x="3492778" y="4426261"/>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84" name="Text Placeholder 4">
            <a:extLst>
              <a:ext uri="{FF2B5EF4-FFF2-40B4-BE49-F238E27FC236}">
                <a16:creationId xmlns:a16="http://schemas.microsoft.com/office/drawing/2014/main" id="{C6E5977A-D9DD-DF55-7477-032014F1BD94}"/>
              </a:ext>
            </a:extLst>
          </p:cNvPr>
          <p:cNvSpPr>
            <a:spLocks noGrp="1"/>
          </p:cNvSpPr>
          <p:nvPr userDrawn="1">
            <p:ph type="body" sz="quarter" idx="114" hasCustomPrompt="1"/>
          </p:nvPr>
        </p:nvSpPr>
        <p:spPr>
          <a:xfrm>
            <a:off x="4319835" y="4610650"/>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5" name="Text Placeholder 19">
            <a:extLst>
              <a:ext uri="{FF2B5EF4-FFF2-40B4-BE49-F238E27FC236}">
                <a16:creationId xmlns:a16="http://schemas.microsoft.com/office/drawing/2014/main" id="{D3006AB6-BEAF-5311-1D1B-792605F92DED}"/>
              </a:ext>
            </a:extLst>
          </p:cNvPr>
          <p:cNvSpPr>
            <a:spLocks noGrp="1"/>
          </p:cNvSpPr>
          <p:nvPr userDrawn="1">
            <p:ph type="body" sz="quarter" idx="115"/>
          </p:nvPr>
        </p:nvSpPr>
        <p:spPr>
          <a:xfrm>
            <a:off x="4319526" y="4830369"/>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86" name="Picture Placeholder 104">
            <a:extLst>
              <a:ext uri="{FF2B5EF4-FFF2-40B4-BE49-F238E27FC236}">
                <a16:creationId xmlns:a16="http://schemas.microsoft.com/office/drawing/2014/main" id="{D6B736A9-0AD4-4949-B596-C991C109F116}"/>
              </a:ext>
            </a:extLst>
          </p:cNvPr>
          <p:cNvSpPr>
            <a:spLocks noGrp="1" noChangeAspect="1"/>
          </p:cNvSpPr>
          <p:nvPr userDrawn="1">
            <p:ph type="pic" sz="quarter" idx="116" hasCustomPrompt="1"/>
          </p:nvPr>
        </p:nvSpPr>
        <p:spPr>
          <a:xfrm>
            <a:off x="3492778" y="551291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87" name="Text Placeholder 4">
            <a:extLst>
              <a:ext uri="{FF2B5EF4-FFF2-40B4-BE49-F238E27FC236}">
                <a16:creationId xmlns:a16="http://schemas.microsoft.com/office/drawing/2014/main" id="{BE1E7ECB-66EC-5C07-CA6C-D4B0C8DA17E4}"/>
              </a:ext>
            </a:extLst>
          </p:cNvPr>
          <p:cNvSpPr>
            <a:spLocks noGrp="1"/>
          </p:cNvSpPr>
          <p:nvPr userDrawn="1">
            <p:ph type="body" sz="quarter" idx="117" hasCustomPrompt="1"/>
          </p:nvPr>
        </p:nvSpPr>
        <p:spPr>
          <a:xfrm>
            <a:off x="4319835" y="569730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8" name="Text Placeholder 19">
            <a:extLst>
              <a:ext uri="{FF2B5EF4-FFF2-40B4-BE49-F238E27FC236}">
                <a16:creationId xmlns:a16="http://schemas.microsoft.com/office/drawing/2014/main" id="{394770C5-9524-FBD1-E948-D8E65B34C051}"/>
              </a:ext>
            </a:extLst>
          </p:cNvPr>
          <p:cNvSpPr>
            <a:spLocks noGrp="1"/>
          </p:cNvSpPr>
          <p:nvPr userDrawn="1">
            <p:ph type="body" sz="quarter" idx="118"/>
          </p:nvPr>
        </p:nvSpPr>
        <p:spPr>
          <a:xfrm>
            <a:off x="4319526" y="591702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94" name="Picture Placeholder 104">
            <a:extLst>
              <a:ext uri="{FF2B5EF4-FFF2-40B4-BE49-F238E27FC236}">
                <a16:creationId xmlns:a16="http://schemas.microsoft.com/office/drawing/2014/main" id="{48CE5B9C-2B2F-635D-6366-5582D15B4A1D}"/>
              </a:ext>
            </a:extLst>
          </p:cNvPr>
          <p:cNvSpPr>
            <a:spLocks noGrp="1" noChangeAspect="1"/>
          </p:cNvSpPr>
          <p:nvPr userDrawn="1">
            <p:ph type="pic" sz="quarter" idx="119" hasCustomPrompt="1"/>
          </p:nvPr>
        </p:nvSpPr>
        <p:spPr>
          <a:xfrm>
            <a:off x="6298138" y="333965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95" name="Text Placeholder 4">
            <a:extLst>
              <a:ext uri="{FF2B5EF4-FFF2-40B4-BE49-F238E27FC236}">
                <a16:creationId xmlns:a16="http://schemas.microsoft.com/office/drawing/2014/main" id="{74136505-5551-137C-3BDD-3CC985A8ED82}"/>
              </a:ext>
            </a:extLst>
          </p:cNvPr>
          <p:cNvSpPr>
            <a:spLocks noGrp="1"/>
          </p:cNvSpPr>
          <p:nvPr userDrawn="1">
            <p:ph type="body" sz="quarter" idx="120" hasCustomPrompt="1"/>
          </p:nvPr>
        </p:nvSpPr>
        <p:spPr>
          <a:xfrm>
            <a:off x="7125195" y="352404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96" name="Text Placeholder 19">
            <a:extLst>
              <a:ext uri="{FF2B5EF4-FFF2-40B4-BE49-F238E27FC236}">
                <a16:creationId xmlns:a16="http://schemas.microsoft.com/office/drawing/2014/main" id="{823C8FA5-4B0A-D553-B509-01425467DECA}"/>
              </a:ext>
            </a:extLst>
          </p:cNvPr>
          <p:cNvSpPr>
            <a:spLocks noGrp="1"/>
          </p:cNvSpPr>
          <p:nvPr userDrawn="1">
            <p:ph type="body" sz="quarter" idx="121"/>
          </p:nvPr>
        </p:nvSpPr>
        <p:spPr>
          <a:xfrm>
            <a:off x="7124886" y="374376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97" name="Picture Placeholder 104">
            <a:extLst>
              <a:ext uri="{FF2B5EF4-FFF2-40B4-BE49-F238E27FC236}">
                <a16:creationId xmlns:a16="http://schemas.microsoft.com/office/drawing/2014/main" id="{4DB29377-0960-C0B7-3836-C7B147710388}"/>
              </a:ext>
            </a:extLst>
          </p:cNvPr>
          <p:cNvSpPr>
            <a:spLocks noGrp="1" noChangeAspect="1"/>
          </p:cNvSpPr>
          <p:nvPr userDrawn="1">
            <p:ph type="pic" sz="quarter" idx="122" hasCustomPrompt="1"/>
          </p:nvPr>
        </p:nvSpPr>
        <p:spPr>
          <a:xfrm>
            <a:off x="6298138" y="4426261"/>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298" name="Text Placeholder 4">
            <a:extLst>
              <a:ext uri="{FF2B5EF4-FFF2-40B4-BE49-F238E27FC236}">
                <a16:creationId xmlns:a16="http://schemas.microsoft.com/office/drawing/2014/main" id="{18C9D318-DD41-1B42-84C6-B1F853E27607}"/>
              </a:ext>
            </a:extLst>
          </p:cNvPr>
          <p:cNvSpPr>
            <a:spLocks noGrp="1"/>
          </p:cNvSpPr>
          <p:nvPr userDrawn="1">
            <p:ph type="body" sz="quarter" idx="123" hasCustomPrompt="1"/>
          </p:nvPr>
        </p:nvSpPr>
        <p:spPr>
          <a:xfrm>
            <a:off x="7125195" y="4610650"/>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99" name="Text Placeholder 19">
            <a:extLst>
              <a:ext uri="{FF2B5EF4-FFF2-40B4-BE49-F238E27FC236}">
                <a16:creationId xmlns:a16="http://schemas.microsoft.com/office/drawing/2014/main" id="{22ABEACD-3690-4447-0EBE-C08CF411DF7B}"/>
              </a:ext>
            </a:extLst>
          </p:cNvPr>
          <p:cNvSpPr>
            <a:spLocks noGrp="1"/>
          </p:cNvSpPr>
          <p:nvPr userDrawn="1">
            <p:ph type="body" sz="quarter" idx="124"/>
          </p:nvPr>
        </p:nvSpPr>
        <p:spPr>
          <a:xfrm>
            <a:off x="7124886" y="4830369"/>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00" name="Picture Placeholder 104">
            <a:extLst>
              <a:ext uri="{FF2B5EF4-FFF2-40B4-BE49-F238E27FC236}">
                <a16:creationId xmlns:a16="http://schemas.microsoft.com/office/drawing/2014/main" id="{7220DC8A-2E76-FEBA-6861-B4E0471CFC53}"/>
              </a:ext>
            </a:extLst>
          </p:cNvPr>
          <p:cNvSpPr>
            <a:spLocks noGrp="1" noChangeAspect="1"/>
          </p:cNvSpPr>
          <p:nvPr userDrawn="1">
            <p:ph type="pic" sz="quarter" idx="125" hasCustomPrompt="1"/>
          </p:nvPr>
        </p:nvSpPr>
        <p:spPr>
          <a:xfrm>
            <a:off x="6298138" y="5512919"/>
            <a:ext cx="720000" cy="720000"/>
          </a:xfrm>
          <a:prstGeom prst="rect">
            <a:avLst/>
          </a:prstGeom>
          <a:pattFill prst="dkUpDiag">
            <a:fgClr>
              <a:schemeClr val="tx1">
                <a:lumMod val="20000"/>
                <a:lumOff val="80000"/>
              </a:schemeClr>
            </a:fgClr>
            <a:bgClr>
              <a:schemeClr val="bg1"/>
            </a:bgClr>
          </a:pattFill>
          <a:ln w="19050">
            <a:solidFill>
              <a:schemeClr val="bg1"/>
            </a:solidFill>
          </a:ln>
        </p:spPr>
        <p:txBody>
          <a:bodyPr tIns="36000"/>
          <a:lstStyle>
            <a:lvl1pPr marL="0" indent="0" algn="ctr">
              <a:buNone/>
              <a:defRPr sz="1000">
                <a:solidFill>
                  <a:schemeClr val="tx1"/>
                </a:solidFill>
              </a:defRPr>
            </a:lvl1pPr>
          </a:lstStyle>
          <a:p>
            <a:r>
              <a:rPr lang="en-ZA" dirty="0"/>
              <a:t>Photo</a:t>
            </a:r>
          </a:p>
        </p:txBody>
      </p:sp>
      <p:sp>
        <p:nvSpPr>
          <p:cNvPr id="301" name="Text Placeholder 4">
            <a:extLst>
              <a:ext uri="{FF2B5EF4-FFF2-40B4-BE49-F238E27FC236}">
                <a16:creationId xmlns:a16="http://schemas.microsoft.com/office/drawing/2014/main" id="{7B2C660F-2019-EFEC-9007-5731C86D5DA9}"/>
              </a:ext>
            </a:extLst>
          </p:cNvPr>
          <p:cNvSpPr>
            <a:spLocks noGrp="1"/>
          </p:cNvSpPr>
          <p:nvPr userDrawn="1">
            <p:ph type="body" sz="quarter" idx="126" hasCustomPrompt="1"/>
          </p:nvPr>
        </p:nvSpPr>
        <p:spPr>
          <a:xfrm>
            <a:off x="7125195" y="5697308"/>
            <a:ext cx="1708985"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02" name="Text Placeholder 19">
            <a:extLst>
              <a:ext uri="{FF2B5EF4-FFF2-40B4-BE49-F238E27FC236}">
                <a16:creationId xmlns:a16="http://schemas.microsoft.com/office/drawing/2014/main" id="{91490882-FDC0-6F04-263B-E5690C193E6C}"/>
              </a:ext>
            </a:extLst>
          </p:cNvPr>
          <p:cNvSpPr>
            <a:spLocks noGrp="1"/>
          </p:cNvSpPr>
          <p:nvPr userDrawn="1">
            <p:ph type="body" sz="quarter" idx="127"/>
          </p:nvPr>
        </p:nvSpPr>
        <p:spPr>
          <a:xfrm>
            <a:off x="7124886" y="5917027"/>
            <a:ext cx="1710332"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320" name="Straight Connector 319">
            <a:extLst>
              <a:ext uri="{FF2B5EF4-FFF2-40B4-BE49-F238E27FC236}">
                <a16:creationId xmlns:a16="http://schemas.microsoft.com/office/drawing/2014/main" id="{57CBA21F-20BA-5471-D973-811B7160BC12}"/>
              </a:ext>
            </a:extLst>
          </p:cNvPr>
          <p:cNvCxnSpPr>
            <a:cxnSpLocks noGrp="1" noRot="1" noMove="1" noResize="1" noEditPoints="1" noAdjustHandles="1" noChangeArrowheads="1" noChangeShapeType="1"/>
          </p:cNvCxnSpPr>
          <p:nvPr userDrawn="1"/>
        </p:nvCxnSpPr>
        <p:spPr>
          <a:xfrm flipV="1">
            <a:off x="6096000" y="2186584"/>
            <a:ext cx="0" cy="534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9154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P07 | 11_BESPOKE: ONE HEAD + PHOTO Org Chart">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3C7D8286-524D-C3FF-5AEA-6D7482C96DCF}"/>
              </a:ext>
            </a:extLst>
          </p:cNvPr>
          <p:cNvGrpSpPr>
            <a:grpSpLocks noGrp="1" noUngrp="1" noRot="1" noMove="1" noResize="1"/>
          </p:cNvGrpSpPr>
          <p:nvPr userDrawn="1"/>
        </p:nvGrpSpPr>
        <p:grpSpPr>
          <a:xfrm>
            <a:off x="9859496" y="5143105"/>
            <a:ext cx="1780042" cy="1089630"/>
            <a:chOff x="9859496" y="5143105"/>
            <a:chExt cx="1780042" cy="1089630"/>
          </a:xfrm>
        </p:grpSpPr>
        <p:sp>
          <p:nvSpPr>
            <p:cNvPr id="306" name="Rectangle 305">
              <a:extLst>
                <a:ext uri="{FF2B5EF4-FFF2-40B4-BE49-F238E27FC236}">
                  <a16:creationId xmlns:a16="http://schemas.microsoft.com/office/drawing/2014/main" id="{7609D874-530D-2086-598E-375A9AE3DF5A}"/>
                </a:ext>
              </a:extLst>
            </p:cNvPr>
            <p:cNvSpPr>
              <a:spLocks noGrp="1" noRot="1" noMove="1" noResize="1" noEditPoints="1" noAdjustHandles="1" noChangeArrowheads="1" noChangeShapeType="1"/>
            </p:cNvSpPr>
            <p:nvPr userDrawn="1"/>
          </p:nvSpPr>
          <p:spPr>
            <a:xfrm>
              <a:off x="9859496" y="5512734"/>
              <a:ext cx="1780042" cy="720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7" name="Straight Connector 36">
              <a:extLst>
                <a:ext uri="{FF2B5EF4-FFF2-40B4-BE49-F238E27FC236}">
                  <a16:creationId xmlns:a16="http://schemas.microsoft.com/office/drawing/2014/main" id="{A5F970BA-00AD-966E-B5BD-51EA80A3AA3E}"/>
                </a:ext>
              </a:extLst>
            </p:cNvPr>
            <p:cNvCxnSpPr>
              <a:cxnSpLocks noGrp="1" noRot="1" noMove="1" noResize="1" noEditPoints="1" noAdjustHandles="1" noChangeArrowheads="1" noChangeShapeType="1"/>
            </p:cNvCxnSpPr>
            <p:nvPr userDrawn="1"/>
          </p:nvCxnSpPr>
          <p:spPr>
            <a:xfrm>
              <a:off x="10323060" y="514310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048E1443-FCA4-805D-0216-C4156EA7C4A4}"/>
              </a:ext>
            </a:extLst>
          </p:cNvPr>
          <p:cNvGrpSpPr>
            <a:grpSpLocks noGrp="1" noUngrp="1" noRot="1" noMove="1" noResize="1"/>
          </p:cNvGrpSpPr>
          <p:nvPr userDrawn="1"/>
        </p:nvGrpSpPr>
        <p:grpSpPr>
          <a:xfrm>
            <a:off x="9859496" y="4059535"/>
            <a:ext cx="1780042" cy="1086656"/>
            <a:chOff x="9859496" y="4059535"/>
            <a:chExt cx="1780042" cy="1086656"/>
          </a:xfrm>
        </p:grpSpPr>
        <p:sp>
          <p:nvSpPr>
            <p:cNvPr id="305" name="Rectangle 304">
              <a:extLst>
                <a:ext uri="{FF2B5EF4-FFF2-40B4-BE49-F238E27FC236}">
                  <a16:creationId xmlns:a16="http://schemas.microsoft.com/office/drawing/2014/main" id="{4FE4EF35-AF8D-7487-5FF8-5085073CA8C8}"/>
                </a:ext>
              </a:extLst>
            </p:cNvPr>
            <p:cNvSpPr>
              <a:spLocks noGrp="1" noRot="1" noMove="1" noResize="1" noEditPoints="1" noAdjustHandles="1" noChangeArrowheads="1" noChangeShapeType="1"/>
            </p:cNvSpPr>
            <p:nvPr userDrawn="1"/>
          </p:nvSpPr>
          <p:spPr>
            <a:xfrm>
              <a:off x="9859496" y="4426191"/>
              <a:ext cx="1780042" cy="72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6" name="Straight Connector 35">
              <a:extLst>
                <a:ext uri="{FF2B5EF4-FFF2-40B4-BE49-F238E27FC236}">
                  <a16:creationId xmlns:a16="http://schemas.microsoft.com/office/drawing/2014/main" id="{6025286F-9FB0-2D1B-E631-DC33C8C90519}"/>
                </a:ext>
              </a:extLst>
            </p:cNvPr>
            <p:cNvCxnSpPr>
              <a:cxnSpLocks noGrp="1" noRot="1" noMove="1" noResize="1" noEditPoints="1" noAdjustHandles="1" noChangeArrowheads="1" noChangeShapeType="1"/>
            </p:cNvCxnSpPr>
            <p:nvPr userDrawn="1"/>
          </p:nvCxnSpPr>
          <p:spPr>
            <a:xfrm>
              <a:off x="10323060" y="405953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F7DB4F8A-1919-FBFC-1758-C2E0D323BFF1}"/>
              </a:ext>
            </a:extLst>
          </p:cNvPr>
          <p:cNvGrpSpPr>
            <a:grpSpLocks noGrp="1" noUngrp="1" noRot="1" noMove="1" noResize="1"/>
          </p:cNvGrpSpPr>
          <p:nvPr userDrawn="1"/>
        </p:nvGrpSpPr>
        <p:grpSpPr>
          <a:xfrm>
            <a:off x="9859496" y="2721374"/>
            <a:ext cx="1780042" cy="1338161"/>
            <a:chOff x="9859496" y="2721374"/>
            <a:chExt cx="1780042" cy="1338161"/>
          </a:xfrm>
        </p:grpSpPr>
        <p:sp>
          <p:nvSpPr>
            <p:cNvPr id="304" name="Rectangle 303">
              <a:extLst>
                <a:ext uri="{FF2B5EF4-FFF2-40B4-BE49-F238E27FC236}">
                  <a16:creationId xmlns:a16="http://schemas.microsoft.com/office/drawing/2014/main" id="{E595ABF0-1FB9-8B7F-FB2C-B5DA690F0299}"/>
                </a:ext>
              </a:extLst>
            </p:cNvPr>
            <p:cNvSpPr>
              <a:spLocks noGrp="1" noRot="1" noMove="1" noResize="1" noEditPoints="1" noAdjustHandles="1" noChangeArrowheads="1" noChangeShapeType="1"/>
            </p:cNvSpPr>
            <p:nvPr userDrawn="1"/>
          </p:nvSpPr>
          <p:spPr>
            <a:xfrm>
              <a:off x="9859496" y="3339539"/>
              <a:ext cx="1780042" cy="7199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0" name="Straight Connector 19">
              <a:extLst>
                <a:ext uri="{FF2B5EF4-FFF2-40B4-BE49-F238E27FC236}">
                  <a16:creationId xmlns:a16="http://schemas.microsoft.com/office/drawing/2014/main" id="{E633778B-18AD-733D-C7E1-FAE0AFD338F8}"/>
                </a:ext>
              </a:extLst>
            </p:cNvPr>
            <p:cNvCxnSpPr>
              <a:cxnSpLocks noGrp="1" noRot="1" noMove="1" noResize="1" noEditPoints="1" noAdjustHandles="1" noChangeArrowheads="1" noChangeShapeType="1"/>
            </p:cNvCxnSpPr>
            <p:nvPr userDrawn="1"/>
          </p:nvCxnSpPr>
          <p:spPr>
            <a:xfrm>
              <a:off x="10323060" y="2721374"/>
              <a:ext cx="0" cy="561177"/>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F312E512-BDA9-E11B-FDE3-531BF129FC7C}"/>
              </a:ext>
            </a:extLst>
          </p:cNvPr>
          <p:cNvGrpSpPr>
            <a:grpSpLocks noGrp="1" noUngrp="1" noRot="1" noMove="1" noResize="1"/>
          </p:cNvGrpSpPr>
          <p:nvPr userDrawn="1"/>
        </p:nvGrpSpPr>
        <p:grpSpPr>
          <a:xfrm>
            <a:off x="7032912" y="5143105"/>
            <a:ext cx="1775629" cy="1089630"/>
            <a:chOff x="7032912" y="5143105"/>
            <a:chExt cx="1775629" cy="1089630"/>
          </a:xfrm>
        </p:grpSpPr>
        <p:sp>
          <p:nvSpPr>
            <p:cNvPr id="292" name="Rectangle 291">
              <a:extLst>
                <a:ext uri="{FF2B5EF4-FFF2-40B4-BE49-F238E27FC236}">
                  <a16:creationId xmlns:a16="http://schemas.microsoft.com/office/drawing/2014/main" id="{55408890-2A19-9BD5-D00E-866EF535D6E0}"/>
                </a:ext>
              </a:extLst>
            </p:cNvPr>
            <p:cNvSpPr>
              <a:spLocks noGrp="1" noRot="1" noMove="1" noResize="1" noEditPoints="1" noAdjustHandles="1" noChangeArrowheads="1" noChangeShapeType="1"/>
            </p:cNvSpPr>
            <p:nvPr userDrawn="1"/>
          </p:nvSpPr>
          <p:spPr>
            <a:xfrm>
              <a:off x="7032912" y="5512735"/>
              <a:ext cx="1775629" cy="72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5" name="Straight Connector 34">
              <a:extLst>
                <a:ext uri="{FF2B5EF4-FFF2-40B4-BE49-F238E27FC236}">
                  <a16:creationId xmlns:a16="http://schemas.microsoft.com/office/drawing/2014/main" id="{4E257BBA-1292-C8B9-CB81-DC987F016837}"/>
                </a:ext>
              </a:extLst>
            </p:cNvPr>
            <p:cNvCxnSpPr>
              <a:cxnSpLocks noGrp="1" noRot="1" noMove="1" noResize="1" noEditPoints="1" noAdjustHandles="1" noChangeArrowheads="1" noChangeShapeType="1"/>
            </p:cNvCxnSpPr>
            <p:nvPr userDrawn="1"/>
          </p:nvCxnSpPr>
          <p:spPr>
            <a:xfrm>
              <a:off x="7517698" y="514310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DB0F559E-5875-F157-1E8F-30BE1280247A}"/>
              </a:ext>
            </a:extLst>
          </p:cNvPr>
          <p:cNvGrpSpPr>
            <a:grpSpLocks noGrp="1" noUngrp="1" noRot="1" noMove="1" noResize="1"/>
          </p:cNvGrpSpPr>
          <p:nvPr userDrawn="1"/>
        </p:nvGrpSpPr>
        <p:grpSpPr>
          <a:xfrm>
            <a:off x="7032912" y="4059535"/>
            <a:ext cx="1775629" cy="1083570"/>
            <a:chOff x="7032912" y="4059535"/>
            <a:chExt cx="1775629" cy="1083570"/>
          </a:xfrm>
        </p:grpSpPr>
        <p:sp>
          <p:nvSpPr>
            <p:cNvPr id="291" name="Rectangle 290">
              <a:extLst>
                <a:ext uri="{FF2B5EF4-FFF2-40B4-BE49-F238E27FC236}">
                  <a16:creationId xmlns:a16="http://schemas.microsoft.com/office/drawing/2014/main" id="{D33DB808-280A-ABA7-EB6F-62796936CD7A}"/>
                </a:ext>
              </a:extLst>
            </p:cNvPr>
            <p:cNvSpPr>
              <a:spLocks noGrp="1" noRot="1" noMove="1" noResize="1" noEditPoints="1" noAdjustHandles="1" noChangeArrowheads="1" noChangeShapeType="1"/>
            </p:cNvSpPr>
            <p:nvPr userDrawn="1"/>
          </p:nvSpPr>
          <p:spPr>
            <a:xfrm>
              <a:off x="7032912" y="4422542"/>
              <a:ext cx="1775629" cy="72056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4" name="Straight Connector 33">
              <a:extLst>
                <a:ext uri="{FF2B5EF4-FFF2-40B4-BE49-F238E27FC236}">
                  <a16:creationId xmlns:a16="http://schemas.microsoft.com/office/drawing/2014/main" id="{1423EE19-A3A0-58E2-DFE1-FA92D44575C1}"/>
                </a:ext>
              </a:extLst>
            </p:cNvPr>
            <p:cNvCxnSpPr>
              <a:cxnSpLocks noGrp="1" noRot="1" noMove="1" noResize="1" noEditPoints="1" noAdjustHandles="1" noChangeArrowheads="1" noChangeShapeType="1"/>
            </p:cNvCxnSpPr>
            <p:nvPr userDrawn="1"/>
          </p:nvCxnSpPr>
          <p:spPr>
            <a:xfrm>
              <a:off x="7517698" y="405953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D984D9C1-9377-EBF4-A498-17FE4DE4B486}"/>
              </a:ext>
            </a:extLst>
          </p:cNvPr>
          <p:cNvGrpSpPr>
            <a:grpSpLocks noGrp="1" noUngrp="1" noRot="1" noMove="1" noResize="1"/>
          </p:cNvGrpSpPr>
          <p:nvPr userDrawn="1"/>
        </p:nvGrpSpPr>
        <p:grpSpPr>
          <a:xfrm>
            <a:off x="7032912" y="2721374"/>
            <a:ext cx="1775630" cy="1338161"/>
            <a:chOff x="7032912" y="2721374"/>
            <a:chExt cx="1775630" cy="1338161"/>
          </a:xfrm>
        </p:grpSpPr>
        <p:sp>
          <p:nvSpPr>
            <p:cNvPr id="290" name="Rectangle 289">
              <a:extLst>
                <a:ext uri="{FF2B5EF4-FFF2-40B4-BE49-F238E27FC236}">
                  <a16:creationId xmlns:a16="http://schemas.microsoft.com/office/drawing/2014/main" id="{52B566E2-7C48-E56C-623B-784B0A2D5856}"/>
                </a:ext>
              </a:extLst>
            </p:cNvPr>
            <p:cNvSpPr>
              <a:spLocks noGrp="1" noRot="1" noMove="1" noResize="1" noEditPoints="1" noAdjustHandles="1" noChangeArrowheads="1" noChangeShapeType="1"/>
            </p:cNvSpPr>
            <p:nvPr userDrawn="1"/>
          </p:nvSpPr>
          <p:spPr>
            <a:xfrm>
              <a:off x="7032912" y="3339539"/>
              <a:ext cx="1775630" cy="7199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9" name="Straight Connector 18">
              <a:extLst>
                <a:ext uri="{FF2B5EF4-FFF2-40B4-BE49-F238E27FC236}">
                  <a16:creationId xmlns:a16="http://schemas.microsoft.com/office/drawing/2014/main" id="{A3430ADA-2CCA-43DE-A461-B004768B6773}"/>
                </a:ext>
              </a:extLst>
            </p:cNvPr>
            <p:cNvCxnSpPr>
              <a:cxnSpLocks noGrp="1" noRot="1" noMove="1" noResize="1" noEditPoints="1" noAdjustHandles="1" noChangeArrowheads="1" noChangeShapeType="1"/>
            </p:cNvCxnSpPr>
            <p:nvPr userDrawn="1"/>
          </p:nvCxnSpPr>
          <p:spPr>
            <a:xfrm>
              <a:off x="7517698" y="2721374"/>
              <a:ext cx="0" cy="561177"/>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8E36D8E0-C4C9-8F8B-6912-015A285F2B4F}"/>
              </a:ext>
            </a:extLst>
          </p:cNvPr>
          <p:cNvGrpSpPr>
            <a:grpSpLocks noGrp="1" noUngrp="1" noRot="1" noMove="1" noResize="1"/>
          </p:cNvGrpSpPr>
          <p:nvPr userDrawn="1"/>
        </p:nvGrpSpPr>
        <p:grpSpPr>
          <a:xfrm>
            <a:off x="4186969" y="5143105"/>
            <a:ext cx="1779189" cy="1089758"/>
            <a:chOff x="4186969" y="5143105"/>
            <a:chExt cx="1779189" cy="1089758"/>
          </a:xfrm>
        </p:grpSpPr>
        <p:sp>
          <p:nvSpPr>
            <p:cNvPr id="273" name="Rectangle 272">
              <a:extLst>
                <a:ext uri="{FF2B5EF4-FFF2-40B4-BE49-F238E27FC236}">
                  <a16:creationId xmlns:a16="http://schemas.microsoft.com/office/drawing/2014/main" id="{786D523E-C26C-E721-D5FF-278CA3E22BC7}"/>
                </a:ext>
              </a:extLst>
            </p:cNvPr>
            <p:cNvSpPr>
              <a:spLocks noGrp="1" noRot="1" noMove="1" noResize="1" noEditPoints="1" noAdjustHandles="1" noChangeArrowheads="1" noChangeShapeType="1"/>
            </p:cNvSpPr>
            <p:nvPr userDrawn="1"/>
          </p:nvSpPr>
          <p:spPr>
            <a:xfrm>
              <a:off x="4186969" y="5512863"/>
              <a:ext cx="1779189" cy="720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3" name="Straight Connector 32">
              <a:extLst>
                <a:ext uri="{FF2B5EF4-FFF2-40B4-BE49-F238E27FC236}">
                  <a16:creationId xmlns:a16="http://schemas.microsoft.com/office/drawing/2014/main" id="{D618206D-91F3-B2D9-9669-FCFAE002DF96}"/>
                </a:ext>
              </a:extLst>
            </p:cNvPr>
            <p:cNvCxnSpPr>
              <a:cxnSpLocks noGrp="1" noRot="1" noMove="1" noResize="1" noEditPoints="1" noAdjustHandles="1" noChangeArrowheads="1" noChangeShapeType="1"/>
            </p:cNvCxnSpPr>
            <p:nvPr userDrawn="1"/>
          </p:nvCxnSpPr>
          <p:spPr>
            <a:xfrm>
              <a:off x="4712336" y="514310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63FF3E15-8E94-1295-BA1E-397895DC8B25}"/>
              </a:ext>
            </a:extLst>
          </p:cNvPr>
          <p:cNvGrpSpPr>
            <a:grpSpLocks noGrp="1" noUngrp="1" noRot="1" noMove="1" noResize="1"/>
          </p:cNvGrpSpPr>
          <p:nvPr userDrawn="1"/>
        </p:nvGrpSpPr>
        <p:grpSpPr>
          <a:xfrm>
            <a:off x="4186970" y="4059535"/>
            <a:ext cx="1779188" cy="1086662"/>
            <a:chOff x="4186970" y="4059535"/>
            <a:chExt cx="1779188" cy="1086662"/>
          </a:xfrm>
        </p:grpSpPr>
        <p:sp>
          <p:nvSpPr>
            <p:cNvPr id="272" name="Rectangle 271">
              <a:extLst>
                <a:ext uri="{FF2B5EF4-FFF2-40B4-BE49-F238E27FC236}">
                  <a16:creationId xmlns:a16="http://schemas.microsoft.com/office/drawing/2014/main" id="{903D7790-94F1-6F6F-69C7-A09A762FE371}"/>
                </a:ext>
              </a:extLst>
            </p:cNvPr>
            <p:cNvSpPr>
              <a:spLocks noGrp="1" noRot="1" noMove="1" noResize="1" noEditPoints="1" noAdjustHandles="1" noChangeArrowheads="1" noChangeShapeType="1"/>
            </p:cNvSpPr>
            <p:nvPr userDrawn="1"/>
          </p:nvSpPr>
          <p:spPr>
            <a:xfrm>
              <a:off x="4186970" y="4426197"/>
              <a:ext cx="1779188" cy="720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2" name="Straight Connector 31">
              <a:extLst>
                <a:ext uri="{FF2B5EF4-FFF2-40B4-BE49-F238E27FC236}">
                  <a16:creationId xmlns:a16="http://schemas.microsoft.com/office/drawing/2014/main" id="{03A064FA-9FAD-7BD1-38EE-121B716CF706}"/>
                </a:ext>
              </a:extLst>
            </p:cNvPr>
            <p:cNvCxnSpPr>
              <a:cxnSpLocks noGrp="1" noRot="1" noMove="1" noResize="1" noEditPoints="1" noAdjustHandles="1" noChangeArrowheads="1" noChangeShapeType="1"/>
            </p:cNvCxnSpPr>
            <p:nvPr userDrawn="1"/>
          </p:nvCxnSpPr>
          <p:spPr>
            <a:xfrm>
              <a:off x="4712336" y="405953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1867DD4-DDB6-C3FC-2A68-4154FD57C7FE}"/>
              </a:ext>
            </a:extLst>
          </p:cNvPr>
          <p:cNvGrpSpPr>
            <a:grpSpLocks noGrp="1" noUngrp="1" noRot="1" noMove="1" noResize="1"/>
          </p:cNvGrpSpPr>
          <p:nvPr userDrawn="1"/>
        </p:nvGrpSpPr>
        <p:grpSpPr>
          <a:xfrm>
            <a:off x="4186969" y="2721374"/>
            <a:ext cx="1779189" cy="1338165"/>
            <a:chOff x="4186969" y="2721374"/>
            <a:chExt cx="1779189" cy="1338165"/>
          </a:xfrm>
        </p:grpSpPr>
        <p:sp>
          <p:nvSpPr>
            <p:cNvPr id="271" name="Rectangle 270">
              <a:extLst>
                <a:ext uri="{FF2B5EF4-FFF2-40B4-BE49-F238E27FC236}">
                  <a16:creationId xmlns:a16="http://schemas.microsoft.com/office/drawing/2014/main" id="{17337C25-2EA9-9625-34A1-248394EC0E28}"/>
                </a:ext>
              </a:extLst>
            </p:cNvPr>
            <p:cNvSpPr>
              <a:spLocks noGrp="1" noRot="1" noMove="1" noResize="1" noEditPoints="1" noAdjustHandles="1" noChangeArrowheads="1" noChangeShapeType="1"/>
            </p:cNvSpPr>
            <p:nvPr userDrawn="1"/>
          </p:nvSpPr>
          <p:spPr>
            <a:xfrm>
              <a:off x="4186969" y="3339539"/>
              <a:ext cx="1779189" cy="72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7" name="Straight Connector 16">
              <a:extLst>
                <a:ext uri="{FF2B5EF4-FFF2-40B4-BE49-F238E27FC236}">
                  <a16:creationId xmlns:a16="http://schemas.microsoft.com/office/drawing/2014/main" id="{670420FA-81D9-C3AF-9610-DD1BB373C543}"/>
                </a:ext>
              </a:extLst>
            </p:cNvPr>
            <p:cNvCxnSpPr>
              <a:cxnSpLocks noGrp="1" noRot="1" noMove="1" noResize="1" noEditPoints="1" noAdjustHandles="1" noChangeArrowheads="1" noChangeShapeType="1"/>
            </p:cNvCxnSpPr>
            <p:nvPr userDrawn="1"/>
          </p:nvCxnSpPr>
          <p:spPr>
            <a:xfrm>
              <a:off x="4712336" y="2721374"/>
              <a:ext cx="0" cy="561177"/>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956A4DBF-A778-75D4-45F2-48811C79D6A4}"/>
              </a:ext>
            </a:extLst>
          </p:cNvPr>
          <p:cNvGrpSpPr>
            <a:grpSpLocks noGrp="1" noUngrp="1" noRot="1" noMove="1" noResize="1"/>
          </p:cNvGrpSpPr>
          <p:nvPr userDrawn="1"/>
        </p:nvGrpSpPr>
        <p:grpSpPr>
          <a:xfrm>
            <a:off x="1350093" y="5143105"/>
            <a:ext cx="1776522" cy="1089758"/>
            <a:chOff x="1350093" y="5143105"/>
            <a:chExt cx="1776522" cy="1089758"/>
          </a:xfrm>
        </p:grpSpPr>
        <p:sp>
          <p:nvSpPr>
            <p:cNvPr id="97" name="Rectangle 96">
              <a:extLst>
                <a:ext uri="{FF2B5EF4-FFF2-40B4-BE49-F238E27FC236}">
                  <a16:creationId xmlns:a16="http://schemas.microsoft.com/office/drawing/2014/main" id="{9DE0539A-C291-1163-73D9-54758B2119BD}"/>
                </a:ext>
              </a:extLst>
            </p:cNvPr>
            <p:cNvSpPr>
              <a:spLocks noGrp="1" noRot="1" noMove="1" noResize="1" noEditPoints="1" noAdjustHandles="1" noChangeArrowheads="1" noChangeShapeType="1"/>
            </p:cNvSpPr>
            <p:nvPr userDrawn="1"/>
          </p:nvSpPr>
          <p:spPr>
            <a:xfrm>
              <a:off x="1350093" y="5512862"/>
              <a:ext cx="1776522" cy="720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1" name="Straight Connector 30">
              <a:extLst>
                <a:ext uri="{FF2B5EF4-FFF2-40B4-BE49-F238E27FC236}">
                  <a16:creationId xmlns:a16="http://schemas.microsoft.com/office/drawing/2014/main" id="{ADE2C722-9A24-6A57-32D8-07E62FC4E51F}"/>
                </a:ext>
              </a:extLst>
            </p:cNvPr>
            <p:cNvCxnSpPr>
              <a:cxnSpLocks noGrp="1" noRot="1" noMove="1" noResize="1" noEditPoints="1" noAdjustHandles="1" noChangeArrowheads="1" noChangeShapeType="1"/>
            </p:cNvCxnSpPr>
            <p:nvPr userDrawn="1"/>
          </p:nvCxnSpPr>
          <p:spPr>
            <a:xfrm>
              <a:off x="1906974" y="514310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9" name="Group 38">
            <a:extLst>
              <a:ext uri="{FF2B5EF4-FFF2-40B4-BE49-F238E27FC236}">
                <a16:creationId xmlns:a16="http://schemas.microsoft.com/office/drawing/2014/main" id="{44527F64-9A8E-B38E-69A6-86EB4B24F819}"/>
              </a:ext>
            </a:extLst>
          </p:cNvPr>
          <p:cNvGrpSpPr>
            <a:grpSpLocks noGrp="1" noUngrp="1" noRot="1" noMove="1" noResize="1"/>
          </p:cNvGrpSpPr>
          <p:nvPr userDrawn="1"/>
        </p:nvGrpSpPr>
        <p:grpSpPr>
          <a:xfrm>
            <a:off x="1350093" y="4059535"/>
            <a:ext cx="1776522" cy="1086670"/>
            <a:chOff x="1350093" y="4059535"/>
            <a:chExt cx="1776522" cy="1086670"/>
          </a:xfrm>
        </p:grpSpPr>
        <p:sp>
          <p:nvSpPr>
            <p:cNvPr id="87" name="Rectangle 86">
              <a:extLst>
                <a:ext uri="{FF2B5EF4-FFF2-40B4-BE49-F238E27FC236}">
                  <a16:creationId xmlns:a16="http://schemas.microsoft.com/office/drawing/2014/main" id="{3906CF18-39B8-48B7-DE1A-591F39782984}"/>
                </a:ext>
              </a:extLst>
            </p:cNvPr>
            <p:cNvSpPr>
              <a:spLocks noGrp="1" noRot="1" noMove="1" noResize="1" noEditPoints="1" noAdjustHandles="1" noChangeArrowheads="1" noChangeShapeType="1"/>
            </p:cNvSpPr>
            <p:nvPr userDrawn="1"/>
          </p:nvSpPr>
          <p:spPr>
            <a:xfrm>
              <a:off x="1350093" y="4426204"/>
              <a:ext cx="1776522" cy="7200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9" name="Straight Connector 28">
              <a:extLst>
                <a:ext uri="{FF2B5EF4-FFF2-40B4-BE49-F238E27FC236}">
                  <a16:creationId xmlns:a16="http://schemas.microsoft.com/office/drawing/2014/main" id="{E9083AD7-50F2-6DD5-513E-0BEF994CEC62}"/>
                </a:ext>
              </a:extLst>
            </p:cNvPr>
            <p:cNvCxnSpPr>
              <a:cxnSpLocks noGrp="1" noRot="1" noMove="1" noResize="1" noEditPoints="1" noAdjustHandles="1" noChangeArrowheads="1" noChangeShapeType="1"/>
            </p:cNvCxnSpPr>
            <p:nvPr userDrawn="1"/>
          </p:nvCxnSpPr>
          <p:spPr>
            <a:xfrm>
              <a:off x="1906974" y="4059535"/>
              <a:ext cx="0" cy="31197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19BD51C4-0474-6431-3F84-01F6C7DA4FA6}"/>
              </a:ext>
            </a:extLst>
          </p:cNvPr>
          <p:cNvGrpSpPr>
            <a:grpSpLocks noGrp="1" noUngrp="1" noRot="1" noMove="1" noResize="1"/>
          </p:cNvGrpSpPr>
          <p:nvPr userDrawn="1"/>
        </p:nvGrpSpPr>
        <p:grpSpPr>
          <a:xfrm>
            <a:off x="1350093" y="2721374"/>
            <a:ext cx="1776522" cy="1338162"/>
            <a:chOff x="1350093" y="2721374"/>
            <a:chExt cx="1776522" cy="1338162"/>
          </a:xfrm>
        </p:grpSpPr>
        <p:sp>
          <p:nvSpPr>
            <p:cNvPr id="75" name="Rectangle 74">
              <a:extLst>
                <a:ext uri="{FF2B5EF4-FFF2-40B4-BE49-F238E27FC236}">
                  <a16:creationId xmlns:a16="http://schemas.microsoft.com/office/drawing/2014/main" id="{BD22AFD9-2A5A-0D6F-85F5-CDB50B125951}"/>
                </a:ext>
              </a:extLst>
            </p:cNvPr>
            <p:cNvSpPr>
              <a:spLocks noGrp="1" noRot="1" noMove="1" noResize="1" noEditPoints="1" noAdjustHandles="1" noChangeArrowheads="1" noChangeShapeType="1"/>
            </p:cNvSpPr>
            <p:nvPr userDrawn="1"/>
          </p:nvSpPr>
          <p:spPr>
            <a:xfrm>
              <a:off x="1350093" y="3339539"/>
              <a:ext cx="1776522" cy="719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6" name="Straight Connector 15">
              <a:extLst>
                <a:ext uri="{FF2B5EF4-FFF2-40B4-BE49-F238E27FC236}">
                  <a16:creationId xmlns:a16="http://schemas.microsoft.com/office/drawing/2014/main" id="{617EBCB4-B407-E439-256D-1BF3D760F1D2}"/>
                </a:ext>
              </a:extLst>
            </p:cNvPr>
            <p:cNvCxnSpPr>
              <a:cxnSpLocks noGrp="1" noRot="1" noMove="1" noResize="1" noEditPoints="1" noAdjustHandles="1" noChangeArrowheads="1" noChangeShapeType="1"/>
            </p:cNvCxnSpPr>
            <p:nvPr userDrawn="1"/>
          </p:nvCxnSpPr>
          <p:spPr>
            <a:xfrm>
              <a:off x="1906974" y="2721374"/>
              <a:ext cx="0" cy="561177"/>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3" name="Rectangle 82">
            <a:extLst>
              <a:ext uri="{FF2B5EF4-FFF2-40B4-BE49-F238E27FC236}">
                <a16:creationId xmlns:a16="http://schemas.microsoft.com/office/drawing/2014/main" id="{D8FA5073-107E-C556-2C4F-950FC66C1116}"/>
              </a:ext>
            </a:extLst>
          </p:cNvPr>
          <p:cNvSpPr>
            <a:spLocks noGrp="1" noRot="1" noMove="1" noResize="1" noEditPoints="1" noAdjustHandles="1" noChangeArrowheads="1" noChangeShapeType="1"/>
          </p:cNvSpPr>
          <p:nvPr userDrawn="1"/>
        </p:nvSpPr>
        <p:spPr>
          <a:xfrm>
            <a:off x="4517028" y="1291429"/>
            <a:ext cx="3160462" cy="898549"/>
          </a:xfrm>
          <a:prstGeom prst="rect">
            <a:avLst/>
          </a:prstGeom>
          <a:solidFill>
            <a:schemeClr val="tx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8" name="Picture Placeholder 104">
            <a:extLst>
              <a:ext uri="{FF2B5EF4-FFF2-40B4-BE49-F238E27FC236}">
                <a16:creationId xmlns:a16="http://schemas.microsoft.com/office/drawing/2014/main" id="{93649257-DA8D-0BF9-B3A2-91FA452ECC3F}"/>
              </a:ext>
            </a:extLst>
          </p:cNvPr>
          <p:cNvSpPr>
            <a:spLocks noGrp="1" noChangeAspect="1"/>
          </p:cNvSpPr>
          <p:nvPr userDrawn="1">
            <p:ph type="pic" sz="quarter" idx="128" hasCustomPrompt="1"/>
          </p:nvPr>
        </p:nvSpPr>
        <p:spPr>
          <a:xfrm>
            <a:off x="9103496" y="333965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309" name="Text Placeholder 4">
            <a:extLst>
              <a:ext uri="{FF2B5EF4-FFF2-40B4-BE49-F238E27FC236}">
                <a16:creationId xmlns:a16="http://schemas.microsoft.com/office/drawing/2014/main" id="{96C1D047-E43D-A282-E60C-B8E2962666D6}"/>
              </a:ext>
            </a:extLst>
          </p:cNvPr>
          <p:cNvSpPr>
            <a:spLocks noGrp="1"/>
          </p:cNvSpPr>
          <p:nvPr userDrawn="1">
            <p:ph type="body" sz="quarter" idx="129" hasCustomPrompt="1"/>
          </p:nvPr>
        </p:nvSpPr>
        <p:spPr>
          <a:xfrm>
            <a:off x="10000225" y="3524048"/>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0" name="Text Placeholder 19">
            <a:extLst>
              <a:ext uri="{FF2B5EF4-FFF2-40B4-BE49-F238E27FC236}">
                <a16:creationId xmlns:a16="http://schemas.microsoft.com/office/drawing/2014/main" id="{F3815DE8-5F3D-FC3F-9B76-5924A9C43129}"/>
              </a:ext>
            </a:extLst>
          </p:cNvPr>
          <p:cNvSpPr>
            <a:spLocks noGrp="1"/>
          </p:cNvSpPr>
          <p:nvPr userDrawn="1">
            <p:ph type="body" sz="quarter" idx="130"/>
          </p:nvPr>
        </p:nvSpPr>
        <p:spPr>
          <a:xfrm>
            <a:off x="9999916" y="3743767"/>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1" name="Picture Placeholder 104">
            <a:extLst>
              <a:ext uri="{FF2B5EF4-FFF2-40B4-BE49-F238E27FC236}">
                <a16:creationId xmlns:a16="http://schemas.microsoft.com/office/drawing/2014/main" id="{1E417C7F-EA03-0847-36CF-1F4E70C461BB}"/>
              </a:ext>
            </a:extLst>
          </p:cNvPr>
          <p:cNvSpPr>
            <a:spLocks noGrp="1" noChangeAspect="1"/>
          </p:cNvSpPr>
          <p:nvPr userDrawn="1">
            <p:ph type="pic" sz="quarter" idx="131" hasCustomPrompt="1"/>
          </p:nvPr>
        </p:nvSpPr>
        <p:spPr>
          <a:xfrm>
            <a:off x="9103496" y="4426261"/>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312" name="Text Placeholder 4">
            <a:extLst>
              <a:ext uri="{FF2B5EF4-FFF2-40B4-BE49-F238E27FC236}">
                <a16:creationId xmlns:a16="http://schemas.microsoft.com/office/drawing/2014/main" id="{F81DB407-DD8E-3030-361E-E1F891671D84}"/>
              </a:ext>
            </a:extLst>
          </p:cNvPr>
          <p:cNvSpPr>
            <a:spLocks noGrp="1"/>
          </p:cNvSpPr>
          <p:nvPr userDrawn="1">
            <p:ph type="body" sz="quarter" idx="132" hasCustomPrompt="1"/>
          </p:nvPr>
        </p:nvSpPr>
        <p:spPr>
          <a:xfrm>
            <a:off x="10000225" y="4610650"/>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3" name="Text Placeholder 19">
            <a:extLst>
              <a:ext uri="{FF2B5EF4-FFF2-40B4-BE49-F238E27FC236}">
                <a16:creationId xmlns:a16="http://schemas.microsoft.com/office/drawing/2014/main" id="{C0A39BB8-31B5-4A10-35EE-5171A212FD1F}"/>
              </a:ext>
            </a:extLst>
          </p:cNvPr>
          <p:cNvSpPr>
            <a:spLocks noGrp="1"/>
          </p:cNvSpPr>
          <p:nvPr userDrawn="1">
            <p:ph type="body" sz="quarter" idx="133"/>
          </p:nvPr>
        </p:nvSpPr>
        <p:spPr>
          <a:xfrm>
            <a:off x="9999916" y="4830369"/>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14" name="Picture Placeholder 104">
            <a:extLst>
              <a:ext uri="{FF2B5EF4-FFF2-40B4-BE49-F238E27FC236}">
                <a16:creationId xmlns:a16="http://schemas.microsoft.com/office/drawing/2014/main" id="{F9896E93-9DDF-D628-462C-6C5645F3E0BE}"/>
              </a:ext>
            </a:extLst>
          </p:cNvPr>
          <p:cNvSpPr>
            <a:spLocks noGrp="1" noChangeAspect="1"/>
          </p:cNvSpPr>
          <p:nvPr userDrawn="1">
            <p:ph type="pic" sz="quarter" idx="134" hasCustomPrompt="1"/>
          </p:nvPr>
        </p:nvSpPr>
        <p:spPr>
          <a:xfrm>
            <a:off x="9103496" y="551291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315" name="Text Placeholder 4">
            <a:extLst>
              <a:ext uri="{FF2B5EF4-FFF2-40B4-BE49-F238E27FC236}">
                <a16:creationId xmlns:a16="http://schemas.microsoft.com/office/drawing/2014/main" id="{A6E46C25-2C2F-C68C-A06E-4109C300F0E2}"/>
              </a:ext>
            </a:extLst>
          </p:cNvPr>
          <p:cNvSpPr>
            <a:spLocks noGrp="1"/>
          </p:cNvSpPr>
          <p:nvPr userDrawn="1">
            <p:ph type="body" sz="quarter" idx="135" hasCustomPrompt="1"/>
          </p:nvPr>
        </p:nvSpPr>
        <p:spPr>
          <a:xfrm>
            <a:off x="10000225" y="5697308"/>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16" name="Text Placeholder 19">
            <a:extLst>
              <a:ext uri="{FF2B5EF4-FFF2-40B4-BE49-F238E27FC236}">
                <a16:creationId xmlns:a16="http://schemas.microsoft.com/office/drawing/2014/main" id="{908FF72A-48AD-7EB3-E01A-F7DBDD34E0D2}"/>
              </a:ext>
            </a:extLst>
          </p:cNvPr>
          <p:cNvSpPr>
            <a:spLocks noGrp="1"/>
          </p:cNvSpPr>
          <p:nvPr userDrawn="1">
            <p:ph type="body" sz="quarter" idx="136"/>
          </p:nvPr>
        </p:nvSpPr>
        <p:spPr>
          <a:xfrm>
            <a:off x="9999916" y="5917027"/>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84" name="Text Placeholder 4">
            <a:extLst>
              <a:ext uri="{FF2B5EF4-FFF2-40B4-BE49-F238E27FC236}">
                <a16:creationId xmlns:a16="http://schemas.microsoft.com/office/drawing/2014/main" id="{D6F2CDBA-EA43-BC5D-CA34-6006CABFADDE}"/>
              </a:ext>
            </a:extLst>
          </p:cNvPr>
          <p:cNvSpPr>
            <a:spLocks noGrp="1"/>
          </p:cNvSpPr>
          <p:nvPr userDrawn="1">
            <p:ph type="body" sz="quarter" idx="64" hasCustomPrompt="1"/>
          </p:nvPr>
        </p:nvSpPr>
        <p:spPr>
          <a:xfrm>
            <a:off x="5617028" y="1524008"/>
            <a:ext cx="2056108" cy="152349"/>
          </a:xfrm>
          <a:prstGeom prst="rect">
            <a:avLst/>
          </a:prstGeom>
        </p:spPr>
        <p:txBody>
          <a:bodyPr lIns="0" tIns="0" rIns="108000" bIns="0">
            <a:spAutoFit/>
          </a:bodyPr>
          <a:lstStyle>
            <a:lvl1pPr marL="0" indent="0" algn="l">
              <a:buNone/>
              <a:defRPr sz="11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85" name="Text Placeholder 19">
            <a:extLst>
              <a:ext uri="{FF2B5EF4-FFF2-40B4-BE49-F238E27FC236}">
                <a16:creationId xmlns:a16="http://schemas.microsoft.com/office/drawing/2014/main" id="{0A9AFE00-76AF-02EF-64FB-B1891C97BDA9}"/>
              </a:ext>
            </a:extLst>
          </p:cNvPr>
          <p:cNvSpPr>
            <a:spLocks noGrp="1"/>
          </p:cNvSpPr>
          <p:nvPr userDrawn="1">
            <p:ph type="body" sz="quarter" idx="65"/>
          </p:nvPr>
        </p:nvSpPr>
        <p:spPr>
          <a:xfrm>
            <a:off x="5617028" y="1776647"/>
            <a:ext cx="2056108" cy="152349"/>
          </a:xfrm>
          <a:prstGeom prst="rect">
            <a:avLst/>
          </a:prstGeom>
        </p:spPr>
        <p:txBody>
          <a:bodyPr lIns="0" tIns="0" rIns="108000" bIns="0">
            <a:spAutoFit/>
          </a:bodyPr>
          <a:lstStyle>
            <a:lvl1pPr marL="0" indent="0" algn="l">
              <a:buNone/>
              <a:defRPr sz="11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86" name="Picture Placeholder 104">
            <a:extLst>
              <a:ext uri="{FF2B5EF4-FFF2-40B4-BE49-F238E27FC236}">
                <a16:creationId xmlns:a16="http://schemas.microsoft.com/office/drawing/2014/main" id="{67F7B9F5-A528-5A39-92AD-EE8C41B8256B}"/>
              </a:ext>
            </a:extLst>
          </p:cNvPr>
          <p:cNvSpPr>
            <a:spLocks noGrp="1"/>
          </p:cNvSpPr>
          <p:nvPr userDrawn="1">
            <p:ph type="pic" sz="quarter" idx="103" hasCustomPrompt="1"/>
          </p:nvPr>
        </p:nvSpPr>
        <p:spPr>
          <a:xfrm>
            <a:off x="4517027" y="1290637"/>
            <a:ext cx="895350" cy="895947"/>
          </a:xfrm>
          <a:prstGeom prst="rect">
            <a:avLst/>
          </a:prstGeom>
          <a:pattFill prst="ltUpDiag">
            <a:fgClr>
              <a:schemeClr val="accent5">
                <a:lumMod val="20000"/>
                <a:lumOff val="80000"/>
              </a:schemeClr>
            </a:fgClr>
            <a:bgClr>
              <a:schemeClr val="bg1"/>
            </a:bgClr>
          </a:pattFill>
          <a:ln w="19050">
            <a:solidFill>
              <a:schemeClr val="bg1"/>
            </a:solidFill>
          </a:ln>
        </p:spPr>
        <p:txBody>
          <a:bodyPr/>
          <a:lstStyle>
            <a:lvl1pPr marL="0" indent="0" algn="ctr">
              <a:buNone/>
              <a:defRPr sz="1100">
                <a:solidFill>
                  <a:schemeClr val="tx1"/>
                </a:solidFill>
              </a:defRPr>
            </a:lvl1pPr>
          </a:lstStyle>
          <a:p>
            <a:r>
              <a:rPr lang="en-ZA" dirty="0"/>
              <a:t>Photo</a:t>
            </a:r>
          </a:p>
        </p:txBody>
      </p:sp>
      <p:sp>
        <p:nvSpPr>
          <p:cNvPr id="76" name="Picture Placeholder 104">
            <a:extLst>
              <a:ext uri="{FF2B5EF4-FFF2-40B4-BE49-F238E27FC236}">
                <a16:creationId xmlns:a16="http://schemas.microsoft.com/office/drawing/2014/main" id="{91649501-3C90-C9CE-293F-835D9C796320}"/>
              </a:ext>
            </a:extLst>
          </p:cNvPr>
          <p:cNvSpPr>
            <a:spLocks noGrp="1" noChangeAspect="1"/>
          </p:cNvSpPr>
          <p:nvPr userDrawn="1">
            <p:ph type="pic" sz="quarter" idx="100" hasCustomPrompt="1"/>
          </p:nvPr>
        </p:nvSpPr>
        <p:spPr>
          <a:xfrm>
            <a:off x="590573" y="333965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77" name="Text Placeholder 4">
            <a:extLst>
              <a:ext uri="{FF2B5EF4-FFF2-40B4-BE49-F238E27FC236}">
                <a16:creationId xmlns:a16="http://schemas.microsoft.com/office/drawing/2014/main" id="{A4184BA0-451B-AE86-F5B9-567738F181D5}"/>
              </a:ext>
            </a:extLst>
          </p:cNvPr>
          <p:cNvSpPr>
            <a:spLocks noGrp="1"/>
          </p:cNvSpPr>
          <p:nvPr userDrawn="1">
            <p:ph type="body" sz="quarter" idx="101" hasCustomPrompt="1"/>
          </p:nvPr>
        </p:nvSpPr>
        <p:spPr>
          <a:xfrm>
            <a:off x="1487302" y="3524048"/>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78" name="Text Placeholder 19">
            <a:extLst>
              <a:ext uri="{FF2B5EF4-FFF2-40B4-BE49-F238E27FC236}">
                <a16:creationId xmlns:a16="http://schemas.microsoft.com/office/drawing/2014/main" id="{38F410C1-1543-290B-C553-CDB1F82D564E}"/>
              </a:ext>
            </a:extLst>
          </p:cNvPr>
          <p:cNvSpPr>
            <a:spLocks noGrp="1"/>
          </p:cNvSpPr>
          <p:nvPr userDrawn="1">
            <p:ph type="body" sz="quarter" idx="102"/>
          </p:nvPr>
        </p:nvSpPr>
        <p:spPr>
          <a:xfrm>
            <a:off x="1486993" y="3743767"/>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88" name="Picture Placeholder 104">
            <a:extLst>
              <a:ext uri="{FF2B5EF4-FFF2-40B4-BE49-F238E27FC236}">
                <a16:creationId xmlns:a16="http://schemas.microsoft.com/office/drawing/2014/main" id="{5FE5D6C5-FDC9-D310-6BDC-27EE61534701}"/>
              </a:ext>
            </a:extLst>
          </p:cNvPr>
          <p:cNvSpPr>
            <a:spLocks noGrp="1" noChangeAspect="1"/>
          </p:cNvSpPr>
          <p:nvPr userDrawn="1">
            <p:ph type="pic" sz="quarter" idx="104" hasCustomPrompt="1"/>
          </p:nvPr>
        </p:nvSpPr>
        <p:spPr>
          <a:xfrm>
            <a:off x="590573" y="4426261"/>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89" name="Text Placeholder 4">
            <a:extLst>
              <a:ext uri="{FF2B5EF4-FFF2-40B4-BE49-F238E27FC236}">
                <a16:creationId xmlns:a16="http://schemas.microsoft.com/office/drawing/2014/main" id="{F0D6F8C8-3D1E-7C9D-6C11-CE7705FA8A4C}"/>
              </a:ext>
            </a:extLst>
          </p:cNvPr>
          <p:cNvSpPr>
            <a:spLocks noGrp="1"/>
          </p:cNvSpPr>
          <p:nvPr userDrawn="1">
            <p:ph type="body" sz="quarter" idx="105" hasCustomPrompt="1"/>
          </p:nvPr>
        </p:nvSpPr>
        <p:spPr>
          <a:xfrm>
            <a:off x="1487302" y="4610650"/>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0" name="Text Placeholder 19">
            <a:extLst>
              <a:ext uri="{FF2B5EF4-FFF2-40B4-BE49-F238E27FC236}">
                <a16:creationId xmlns:a16="http://schemas.microsoft.com/office/drawing/2014/main" id="{9A31A5A6-54AA-3FFD-14AE-D6097097FE26}"/>
              </a:ext>
            </a:extLst>
          </p:cNvPr>
          <p:cNvSpPr>
            <a:spLocks noGrp="1"/>
          </p:cNvSpPr>
          <p:nvPr userDrawn="1">
            <p:ph type="body" sz="quarter" idx="106"/>
          </p:nvPr>
        </p:nvSpPr>
        <p:spPr>
          <a:xfrm>
            <a:off x="1486993" y="4830369"/>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98" name="Picture Placeholder 104">
            <a:extLst>
              <a:ext uri="{FF2B5EF4-FFF2-40B4-BE49-F238E27FC236}">
                <a16:creationId xmlns:a16="http://schemas.microsoft.com/office/drawing/2014/main" id="{A1D9B50A-0BD0-9442-4B56-FD988E51606B}"/>
              </a:ext>
            </a:extLst>
          </p:cNvPr>
          <p:cNvSpPr>
            <a:spLocks noGrp="1" noChangeAspect="1"/>
          </p:cNvSpPr>
          <p:nvPr userDrawn="1">
            <p:ph type="pic" sz="quarter" idx="107" hasCustomPrompt="1"/>
          </p:nvPr>
        </p:nvSpPr>
        <p:spPr>
          <a:xfrm>
            <a:off x="590573" y="551291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99" name="Text Placeholder 4">
            <a:extLst>
              <a:ext uri="{FF2B5EF4-FFF2-40B4-BE49-F238E27FC236}">
                <a16:creationId xmlns:a16="http://schemas.microsoft.com/office/drawing/2014/main" id="{DDB04D74-6C7A-CE19-D89C-E4F07AA7F971}"/>
              </a:ext>
            </a:extLst>
          </p:cNvPr>
          <p:cNvSpPr>
            <a:spLocks noGrp="1"/>
          </p:cNvSpPr>
          <p:nvPr userDrawn="1">
            <p:ph type="body" sz="quarter" idx="108" hasCustomPrompt="1"/>
          </p:nvPr>
        </p:nvSpPr>
        <p:spPr>
          <a:xfrm>
            <a:off x="1487302" y="5697308"/>
            <a:ext cx="1639313"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0" name="Text Placeholder 19">
            <a:extLst>
              <a:ext uri="{FF2B5EF4-FFF2-40B4-BE49-F238E27FC236}">
                <a16:creationId xmlns:a16="http://schemas.microsoft.com/office/drawing/2014/main" id="{7BDAB864-8E9E-B7D0-D6A9-DFA96DCC6851}"/>
              </a:ext>
            </a:extLst>
          </p:cNvPr>
          <p:cNvSpPr>
            <a:spLocks noGrp="1"/>
          </p:cNvSpPr>
          <p:nvPr userDrawn="1">
            <p:ph type="body" sz="quarter" idx="109"/>
          </p:nvPr>
        </p:nvSpPr>
        <p:spPr>
          <a:xfrm>
            <a:off x="1486992" y="5917027"/>
            <a:ext cx="1640605"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75" name="Picture Placeholder 104">
            <a:extLst>
              <a:ext uri="{FF2B5EF4-FFF2-40B4-BE49-F238E27FC236}">
                <a16:creationId xmlns:a16="http://schemas.microsoft.com/office/drawing/2014/main" id="{1F461EDB-7B4A-82C6-D2F3-A27E54D41581}"/>
              </a:ext>
            </a:extLst>
          </p:cNvPr>
          <p:cNvSpPr>
            <a:spLocks noGrp="1" noChangeAspect="1"/>
          </p:cNvSpPr>
          <p:nvPr userDrawn="1">
            <p:ph type="pic" sz="quarter" idx="110" hasCustomPrompt="1"/>
          </p:nvPr>
        </p:nvSpPr>
        <p:spPr>
          <a:xfrm>
            <a:off x="3430117" y="333965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81" name="Text Placeholder 4">
            <a:extLst>
              <a:ext uri="{FF2B5EF4-FFF2-40B4-BE49-F238E27FC236}">
                <a16:creationId xmlns:a16="http://schemas.microsoft.com/office/drawing/2014/main" id="{19EDCF88-81B6-1B9E-E995-CE56432EEB91}"/>
              </a:ext>
            </a:extLst>
          </p:cNvPr>
          <p:cNvSpPr>
            <a:spLocks noGrp="1"/>
          </p:cNvSpPr>
          <p:nvPr userDrawn="1">
            <p:ph type="body" sz="quarter" idx="111" hasCustomPrompt="1"/>
          </p:nvPr>
        </p:nvSpPr>
        <p:spPr>
          <a:xfrm>
            <a:off x="4326847" y="3524048"/>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2" name="Text Placeholder 19">
            <a:extLst>
              <a:ext uri="{FF2B5EF4-FFF2-40B4-BE49-F238E27FC236}">
                <a16:creationId xmlns:a16="http://schemas.microsoft.com/office/drawing/2014/main" id="{FA4F58E3-7332-C598-3254-E88E5448D320}"/>
              </a:ext>
            </a:extLst>
          </p:cNvPr>
          <p:cNvSpPr>
            <a:spLocks noGrp="1"/>
          </p:cNvSpPr>
          <p:nvPr userDrawn="1">
            <p:ph type="body" sz="quarter" idx="112"/>
          </p:nvPr>
        </p:nvSpPr>
        <p:spPr>
          <a:xfrm>
            <a:off x="4326537" y="3743767"/>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83" name="Picture Placeholder 104">
            <a:extLst>
              <a:ext uri="{FF2B5EF4-FFF2-40B4-BE49-F238E27FC236}">
                <a16:creationId xmlns:a16="http://schemas.microsoft.com/office/drawing/2014/main" id="{46DC6242-DE8C-7E79-D052-B72A87771EB6}"/>
              </a:ext>
            </a:extLst>
          </p:cNvPr>
          <p:cNvSpPr>
            <a:spLocks noGrp="1" noChangeAspect="1"/>
          </p:cNvSpPr>
          <p:nvPr userDrawn="1">
            <p:ph type="pic" sz="quarter" idx="113" hasCustomPrompt="1"/>
          </p:nvPr>
        </p:nvSpPr>
        <p:spPr>
          <a:xfrm>
            <a:off x="3430117" y="4426261"/>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84" name="Text Placeholder 4">
            <a:extLst>
              <a:ext uri="{FF2B5EF4-FFF2-40B4-BE49-F238E27FC236}">
                <a16:creationId xmlns:a16="http://schemas.microsoft.com/office/drawing/2014/main" id="{C6E5977A-D9DD-DF55-7477-032014F1BD94}"/>
              </a:ext>
            </a:extLst>
          </p:cNvPr>
          <p:cNvSpPr>
            <a:spLocks noGrp="1"/>
          </p:cNvSpPr>
          <p:nvPr userDrawn="1">
            <p:ph type="body" sz="quarter" idx="114" hasCustomPrompt="1"/>
          </p:nvPr>
        </p:nvSpPr>
        <p:spPr>
          <a:xfrm>
            <a:off x="4326847" y="4610650"/>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5" name="Text Placeholder 19">
            <a:extLst>
              <a:ext uri="{FF2B5EF4-FFF2-40B4-BE49-F238E27FC236}">
                <a16:creationId xmlns:a16="http://schemas.microsoft.com/office/drawing/2014/main" id="{D3006AB6-BEAF-5311-1D1B-792605F92DED}"/>
              </a:ext>
            </a:extLst>
          </p:cNvPr>
          <p:cNvSpPr>
            <a:spLocks noGrp="1"/>
          </p:cNvSpPr>
          <p:nvPr userDrawn="1">
            <p:ph type="body" sz="quarter" idx="115"/>
          </p:nvPr>
        </p:nvSpPr>
        <p:spPr>
          <a:xfrm>
            <a:off x="4326537" y="4830369"/>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86" name="Picture Placeholder 104">
            <a:extLst>
              <a:ext uri="{FF2B5EF4-FFF2-40B4-BE49-F238E27FC236}">
                <a16:creationId xmlns:a16="http://schemas.microsoft.com/office/drawing/2014/main" id="{D6B736A9-0AD4-4949-B596-C991C109F116}"/>
              </a:ext>
            </a:extLst>
          </p:cNvPr>
          <p:cNvSpPr>
            <a:spLocks noGrp="1" noChangeAspect="1"/>
          </p:cNvSpPr>
          <p:nvPr userDrawn="1">
            <p:ph type="pic" sz="quarter" idx="116" hasCustomPrompt="1"/>
          </p:nvPr>
        </p:nvSpPr>
        <p:spPr>
          <a:xfrm>
            <a:off x="3430117" y="551291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87" name="Text Placeholder 4">
            <a:extLst>
              <a:ext uri="{FF2B5EF4-FFF2-40B4-BE49-F238E27FC236}">
                <a16:creationId xmlns:a16="http://schemas.microsoft.com/office/drawing/2014/main" id="{BE1E7ECB-66EC-5C07-CA6C-D4B0C8DA17E4}"/>
              </a:ext>
            </a:extLst>
          </p:cNvPr>
          <p:cNvSpPr>
            <a:spLocks noGrp="1"/>
          </p:cNvSpPr>
          <p:nvPr userDrawn="1">
            <p:ph type="body" sz="quarter" idx="117" hasCustomPrompt="1"/>
          </p:nvPr>
        </p:nvSpPr>
        <p:spPr>
          <a:xfrm>
            <a:off x="4326847" y="5697308"/>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88" name="Text Placeholder 19">
            <a:extLst>
              <a:ext uri="{FF2B5EF4-FFF2-40B4-BE49-F238E27FC236}">
                <a16:creationId xmlns:a16="http://schemas.microsoft.com/office/drawing/2014/main" id="{394770C5-9524-FBD1-E948-D8E65B34C051}"/>
              </a:ext>
            </a:extLst>
          </p:cNvPr>
          <p:cNvSpPr>
            <a:spLocks noGrp="1"/>
          </p:cNvSpPr>
          <p:nvPr userDrawn="1">
            <p:ph type="body" sz="quarter" idx="118"/>
          </p:nvPr>
        </p:nvSpPr>
        <p:spPr>
          <a:xfrm>
            <a:off x="4326537" y="5917027"/>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94" name="Picture Placeholder 104">
            <a:extLst>
              <a:ext uri="{FF2B5EF4-FFF2-40B4-BE49-F238E27FC236}">
                <a16:creationId xmlns:a16="http://schemas.microsoft.com/office/drawing/2014/main" id="{48CE5B9C-2B2F-635D-6366-5582D15B4A1D}"/>
              </a:ext>
            </a:extLst>
          </p:cNvPr>
          <p:cNvSpPr>
            <a:spLocks noGrp="1" noChangeAspect="1"/>
          </p:cNvSpPr>
          <p:nvPr userDrawn="1">
            <p:ph type="pic" sz="quarter" idx="119" hasCustomPrompt="1"/>
          </p:nvPr>
        </p:nvSpPr>
        <p:spPr>
          <a:xfrm>
            <a:off x="6272500" y="333965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95" name="Text Placeholder 4">
            <a:extLst>
              <a:ext uri="{FF2B5EF4-FFF2-40B4-BE49-F238E27FC236}">
                <a16:creationId xmlns:a16="http://schemas.microsoft.com/office/drawing/2014/main" id="{74136505-5551-137C-3BDD-3CC985A8ED82}"/>
              </a:ext>
            </a:extLst>
          </p:cNvPr>
          <p:cNvSpPr>
            <a:spLocks noGrp="1"/>
          </p:cNvSpPr>
          <p:nvPr userDrawn="1">
            <p:ph type="body" sz="quarter" idx="120" hasCustomPrompt="1"/>
          </p:nvPr>
        </p:nvSpPr>
        <p:spPr>
          <a:xfrm>
            <a:off x="7169230" y="3524048"/>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96" name="Text Placeholder 19">
            <a:extLst>
              <a:ext uri="{FF2B5EF4-FFF2-40B4-BE49-F238E27FC236}">
                <a16:creationId xmlns:a16="http://schemas.microsoft.com/office/drawing/2014/main" id="{823C8FA5-4B0A-D553-B509-01425467DECA}"/>
              </a:ext>
            </a:extLst>
          </p:cNvPr>
          <p:cNvSpPr>
            <a:spLocks noGrp="1"/>
          </p:cNvSpPr>
          <p:nvPr userDrawn="1">
            <p:ph type="body" sz="quarter" idx="121"/>
          </p:nvPr>
        </p:nvSpPr>
        <p:spPr>
          <a:xfrm>
            <a:off x="7168920" y="3743767"/>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297" name="Picture Placeholder 104">
            <a:extLst>
              <a:ext uri="{FF2B5EF4-FFF2-40B4-BE49-F238E27FC236}">
                <a16:creationId xmlns:a16="http://schemas.microsoft.com/office/drawing/2014/main" id="{4DB29377-0960-C0B7-3836-C7B147710388}"/>
              </a:ext>
            </a:extLst>
          </p:cNvPr>
          <p:cNvSpPr>
            <a:spLocks noGrp="1" noChangeAspect="1"/>
          </p:cNvSpPr>
          <p:nvPr userDrawn="1">
            <p:ph type="pic" sz="quarter" idx="122" hasCustomPrompt="1"/>
          </p:nvPr>
        </p:nvSpPr>
        <p:spPr>
          <a:xfrm>
            <a:off x="6272500" y="4426261"/>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98" name="Text Placeholder 4">
            <a:extLst>
              <a:ext uri="{FF2B5EF4-FFF2-40B4-BE49-F238E27FC236}">
                <a16:creationId xmlns:a16="http://schemas.microsoft.com/office/drawing/2014/main" id="{18C9D318-DD41-1B42-84C6-B1F853E27607}"/>
              </a:ext>
            </a:extLst>
          </p:cNvPr>
          <p:cNvSpPr>
            <a:spLocks noGrp="1"/>
          </p:cNvSpPr>
          <p:nvPr userDrawn="1">
            <p:ph type="body" sz="quarter" idx="123" hasCustomPrompt="1"/>
          </p:nvPr>
        </p:nvSpPr>
        <p:spPr>
          <a:xfrm>
            <a:off x="7169230" y="4610650"/>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299" name="Text Placeholder 19">
            <a:extLst>
              <a:ext uri="{FF2B5EF4-FFF2-40B4-BE49-F238E27FC236}">
                <a16:creationId xmlns:a16="http://schemas.microsoft.com/office/drawing/2014/main" id="{22ABEACD-3690-4447-0EBE-C08CF411DF7B}"/>
              </a:ext>
            </a:extLst>
          </p:cNvPr>
          <p:cNvSpPr>
            <a:spLocks noGrp="1"/>
          </p:cNvSpPr>
          <p:nvPr userDrawn="1">
            <p:ph type="body" sz="quarter" idx="124"/>
          </p:nvPr>
        </p:nvSpPr>
        <p:spPr>
          <a:xfrm>
            <a:off x="7168920" y="4830369"/>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sp>
        <p:nvSpPr>
          <p:cNvPr id="300" name="Picture Placeholder 104">
            <a:extLst>
              <a:ext uri="{FF2B5EF4-FFF2-40B4-BE49-F238E27FC236}">
                <a16:creationId xmlns:a16="http://schemas.microsoft.com/office/drawing/2014/main" id="{7220DC8A-2E76-FEBA-6861-B4E0471CFC53}"/>
              </a:ext>
            </a:extLst>
          </p:cNvPr>
          <p:cNvSpPr>
            <a:spLocks noGrp="1" noChangeAspect="1"/>
          </p:cNvSpPr>
          <p:nvPr userDrawn="1">
            <p:ph type="pic" sz="quarter" idx="125" hasCustomPrompt="1"/>
          </p:nvPr>
        </p:nvSpPr>
        <p:spPr>
          <a:xfrm>
            <a:off x="6272500" y="5512919"/>
            <a:ext cx="720000" cy="720000"/>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301" name="Text Placeholder 4">
            <a:extLst>
              <a:ext uri="{FF2B5EF4-FFF2-40B4-BE49-F238E27FC236}">
                <a16:creationId xmlns:a16="http://schemas.microsoft.com/office/drawing/2014/main" id="{7B2C660F-2019-EFEC-9007-5731C86D5DA9}"/>
              </a:ext>
            </a:extLst>
          </p:cNvPr>
          <p:cNvSpPr>
            <a:spLocks noGrp="1"/>
          </p:cNvSpPr>
          <p:nvPr userDrawn="1">
            <p:ph type="body" sz="quarter" idx="126" hasCustomPrompt="1"/>
          </p:nvPr>
        </p:nvSpPr>
        <p:spPr>
          <a:xfrm>
            <a:off x="7169230" y="5697308"/>
            <a:ext cx="1639312" cy="205625"/>
          </a:xfrm>
          <a:prstGeom prst="rect">
            <a:avLst/>
          </a:prstGeom>
        </p:spPr>
        <p:txBody>
          <a:bodyPr wrap="square" lIns="0" tIns="0" rIns="108000" bIns="72000">
            <a:spAutoFit/>
          </a:bodyPr>
          <a:lstStyle>
            <a:lvl1pPr marL="0" indent="0" algn="l">
              <a:lnSpc>
                <a:spcPts val="1080"/>
              </a:lnSpc>
              <a:buNone/>
              <a:defRPr sz="900" b="1" spc="40" baseline="0">
                <a:solidFill>
                  <a:schemeClr val="bg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302" name="Text Placeholder 19">
            <a:extLst>
              <a:ext uri="{FF2B5EF4-FFF2-40B4-BE49-F238E27FC236}">
                <a16:creationId xmlns:a16="http://schemas.microsoft.com/office/drawing/2014/main" id="{91490882-FDC0-6F04-263B-E5690C193E6C}"/>
              </a:ext>
            </a:extLst>
          </p:cNvPr>
          <p:cNvSpPr>
            <a:spLocks noGrp="1"/>
          </p:cNvSpPr>
          <p:nvPr userDrawn="1">
            <p:ph type="body" sz="quarter" idx="127"/>
          </p:nvPr>
        </p:nvSpPr>
        <p:spPr>
          <a:xfrm>
            <a:off x="7168920" y="5917027"/>
            <a:ext cx="1640604" cy="170816"/>
          </a:xfrm>
          <a:prstGeom prst="rect">
            <a:avLst/>
          </a:prstGeom>
        </p:spPr>
        <p:txBody>
          <a:bodyPr wrap="square" lIns="0" tIns="0" rIns="108000">
            <a:spAutoFit/>
          </a:bodyPr>
          <a:lstStyle>
            <a:lvl1pPr marL="0" indent="0" algn="l">
              <a:buNone/>
              <a:defRPr sz="900">
                <a:solidFill>
                  <a:schemeClr val="bg1"/>
                </a:solidFill>
              </a:defRPr>
            </a:lvl1pPr>
            <a:lvl2pPr marL="457200" indent="0" algn="ctr">
              <a:buNone/>
              <a:defRPr sz="1100">
                <a:solidFill>
                  <a:schemeClr val="bg1"/>
                </a:solidFill>
              </a:defRPr>
            </a:lvl2pPr>
            <a:lvl3pPr marL="914400" indent="0" algn="ctr">
              <a:buNone/>
              <a:defRPr sz="1100">
                <a:solidFill>
                  <a:schemeClr val="bg1"/>
                </a:solidFill>
              </a:defRPr>
            </a:lvl3pPr>
            <a:lvl4pPr marL="1371600" indent="0" algn="ctr">
              <a:buNone/>
              <a:defRPr sz="1100">
                <a:solidFill>
                  <a:schemeClr val="bg1"/>
                </a:solidFill>
              </a:defRPr>
            </a:lvl4pPr>
            <a:lvl5pPr marL="1828800" indent="0" algn="ctr">
              <a:buNone/>
              <a:defRPr sz="1100">
                <a:solidFill>
                  <a:schemeClr val="bg1"/>
                </a:solidFill>
              </a:defRPr>
            </a:lvl5pPr>
          </a:lstStyle>
          <a:p>
            <a:pPr lvl="0"/>
            <a:r>
              <a:rPr lang="en-US" dirty="0"/>
              <a:t>Click to edit</a:t>
            </a:r>
            <a:endParaRPr lang="en-ZA" dirty="0"/>
          </a:p>
        </p:txBody>
      </p:sp>
      <p:cxnSp>
        <p:nvCxnSpPr>
          <p:cNvPr id="320" name="Straight Connector 319">
            <a:extLst>
              <a:ext uri="{FF2B5EF4-FFF2-40B4-BE49-F238E27FC236}">
                <a16:creationId xmlns:a16="http://schemas.microsoft.com/office/drawing/2014/main" id="{57CBA21F-20BA-5471-D973-811B7160BC12}"/>
              </a:ext>
            </a:extLst>
          </p:cNvPr>
          <p:cNvCxnSpPr>
            <a:cxnSpLocks noGrp="1" noRot="1" noMove="1" noResize="1" noEditPoints="1" noAdjustHandles="1" noChangeArrowheads="1" noChangeShapeType="1"/>
          </p:cNvCxnSpPr>
          <p:nvPr userDrawn="1"/>
        </p:nvCxnSpPr>
        <p:spPr>
          <a:xfrm flipV="1">
            <a:off x="6096000" y="2186584"/>
            <a:ext cx="0" cy="5347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BA3E899-4B2F-D488-1FA5-63B2CA08D9F0}"/>
              </a:ext>
            </a:extLst>
          </p:cNvPr>
          <p:cNvCxnSpPr>
            <a:cxnSpLocks noGrp="1" noRot="1" noMove="1" noResize="1" noEditPoints="1" noAdjustHandles="1" noChangeArrowheads="1" noChangeShapeType="1"/>
          </p:cNvCxnSpPr>
          <p:nvPr userDrawn="1"/>
        </p:nvCxnSpPr>
        <p:spPr>
          <a:xfrm>
            <a:off x="1906974" y="2721375"/>
            <a:ext cx="841608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900576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07 | 12_BESPOKE: TWO HEAD + PHOTO Org Chart">
    <p:spTree>
      <p:nvGrpSpPr>
        <p:cNvPr id="1" name=""/>
        <p:cNvGrpSpPr/>
        <p:nvPr/>
      </p:nvGrpSpPr>
      <p:grpSpPr>
        <a:xfrm>
          <a:off x="0" y="0"/>
          <a:ext cx="0" cy="0"/>
          <a:chOff x="0" y="0"/>
          <a:chExt cx="0" cy="0"/>
        </a:xfrm>
      </p:grpSpPr>
      <p:grpSp>
        <p:nvGrpSpPr>
          <p:cNvPr id="114" name="Group 113">
            <a:extLst>
              <a:ext uri="{FF2B5EF4-FFF2-40B4-BE49-F238E27FC236}">
                <a16:creationId xmlns:a16="http://schemas.microsoft.com/office/drawing/2014/main" id="{9DCE7413-6AB7-08BC-DB7C-3B9F0442F94A}"/>
              </a:ext>
            </a:extLst>
          </p:cNvPr>
          <p:cNvGrpSpPr>
            <a:grpSpLocks noGrp="1" noUngrp="1" noRot="1" noMove="1" noResize="1"/>
          </p:cNvGrpSpPr>
          <p:nvPr userDrawn="1"/>
        </p:nvGrpSpPr>
        <p:grpSpPr>
          <a:xfrm>
            <a:off x="9491936" y="3695250"/>
            <a:ext cx="1202573" cy="2209560"/>
            <a:chOff x="9491936" y="3599455"/>
            <a:chExt cx="1202573" cy="2209560"/>
          </a:xfrm>
        </p:grpSpPr>
        <p:grpSp>
          <p:nvGrpSpPr>
            <p:cNvPr id="75" name="Group 74">
              <a:extLst>
                <a:ext uri="{FF2B5EF4-FFF2-40B4-BE49-F238E27FC236}">
                  <a16:creationId xmlns:a16="http://schemas.microsoft.com/office/drawing/2014/main" id="{FA7B48F8-BF2F-6398-5A0A-8D81DA6C1C81}"/>
                </a:ext>
              </a:extLst>
            </p:cNvPr>
            <p:cNvGrpSpPr>
              <a:grpSpLocks noGrp="1" noUngrp="1" noRot="1" noMove="1" noResize="1"/>
            </p:cNvGrpSpPr>
            <p:nvPr userDrawn="1"/>
          </p:nvGrpSpPr>
          <p:grpSpPr>
            <a:xfrm>
              <a:off x="10022950" y="3599455"/>
              <a:ext cx="140544" cy="392379"/>
              <a:chOff x="5181360" y="3508424"/>
              <a:chExt cx="140544" cy="392379"/>
            </a:xfrm>
          </p:grpSpPr>
          <p:cxnSp>
            <p:nvCxnSpPr>
              <p:cNvPr id="76" name="Straight Connector 75">
                <a:extLst>
                  <a:ext uri="{FF2B5EF4-FFF2-40B4-BE49-F238E27FC236}">
                    <a16:creationId xmlns:a16="http://schemas.microsoft.com/office/drawing/2014/main" id="{B5D8B525-5E1C-07F9-A78E-13B1F5101BD7}"/>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77" name="Group 76">
                <a:extLst>
                  <a:ext uri="{FF2B5EF4-FFF2-40B4-BE49-F238E27FC236}">
                    <a16:creationId xmlns:a16="http://schemas.microsoft.com/office/drawing/2014/main" id="{684A938E-C014-F971-EA3C-90767E53EA00}"/>
                  </a:ext>
                </a:extLst>
              </p:cNvPr>
              <p:cNvGrpSpPr>
                <a:grpSpLocks noGrp="1" noUngrp="1" noRot="1" noMove="1" noResize="1"/>
              </p:cNvGrpSpPr>
              <p:nvPr userDrawn="1"/>
            </p:nvGrpSpPr>
            <p:grpSpPr>
              <a:xfrm>
                <a:off x="5181360" y="3760259"/>
                <a:ext cx="140544" cy="140544"/>
                <a:chOff x="5181355" y="3948715"/>
                <a:chExt cx="140544" cy="140544"/>
              </a:xfrm>
            </p:grpSpPr>
            <p:sp>
              <p:nvSpPr>
                <p:cNvPr id="78" name="Oval 77">
                  <a:extLst>
                    <a:ext uri="{FF2B5EF4-FFF2-40B4-BE49-F238E27FC236}">
                      <a16:creationId xmlns:a16="http://schemas.microsoft.com/office/drawing/2014/main" id="{B03A4EE5-41AE-62E2-6D3E-3E10EE9FE14B}"/>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9" name="Graphic 78">
                  <a:extLst>
                    <a:ext uri="{FF2B5EF4-FFF2-40B4-BE49-F238E27FC236}">
                      <a16:creationId xmlns:a16="http://schemas.microsoft.com/office/drawing/2014/main" id="{3AFDC23B-00A7-7D8A-6163-0613A02B50D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8" name="Rectangle 87">
              <a:extLst>
                <a:ext uri="{FF2B5EF4-FFF2-40B4-BE49-F238E27FC236}">
                  <a16:creationId xmlns:a16="http://schemas.microsoft.com/office/drawing/2014/main" id="{E1BA36F2-4434-7DB5-D649-41FBC566605D}"/>
                </a:ext>
              </a:extLst>
            </p:cNvPr>
            <p:cNvSpPr>
              <a:spLocks noGrp="1" noRot="1" noMove="1" noResize="1" noEditPoints="1" noAdjustHandles="1" noChangeArrowheads="1" noChangeShapeType="1"/>
            </p:cNvSpPr>
            <p:nvPr userDrawn="1"/>
          </p:nvSpPr>
          <p:spPr>
            <a:xfrm>
              <a:off x="9491936"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13" name="Group 112">
            <a:extLst>
              <a:ext uri="{FF2B5EF4-FFF2-40B4-BE49-F238E27FC236}">
                <a16:creationId xmlns:a16="http://schemas.microsoft.com/office/drawing/2014/main" id="{D3E37525-4CC8-152D-B949-CB0AC1BE8D78}"/>
              </a:ext>
            </a:extLst>
          </p:cNvPr>
          <p:cNvGrpSpPr>
            <a:grpSpLocks noGrp="1" noUngrp="1" noRot="1" noMove="1" noResize="1"/>
          </p:cNvGrpSpPr>
          <p:nvPr userDrawn="1"/>
        </p:nvGrpSpPr>
        <p:grpSpPr>
          <a:xfrm>
            <a:off x="7878653" y="3695250"/>
            <a:ext cx="1202573" cy="2209560"/>
            <a:chOff x="7878653" y="3599455"/>
            <a:chExt cx="1202573" cy="2209560"/>
          </a:xfrm>
        </p:grpSpPr>
        <p:grpSp>
          <p:nvGrpSpPr>
            <p:cNvPr id="70" name="Group 69">
              <a:extLst>
                <a:ext uri="{FF2B5EF4-FFF2-40B4-BE49-F238E27FC236}">
                  <a16:creationId xmlns:a16="http://schemas.microsoft.com/office/drawing/2014/main" id="{C9E8B434-9675-3586-1F83-62F272195388}"/>
                </a:ext>
              </a:extLst>
            </p:cNvPr>
            <p:cNvGrpSpPr>
              <a:grpSpLocks noGrp="1" noUngrp="1" noRot="1" noMove="1" noResize="1"/>
            </p:cNvGrpSpPr>
            <p:nvPr userDrawn="1"/>
          </p:nvGrpSpPr>
          <p:grpSpPr>
            <a:xfrm>
              <a:off x="8409667" y="3599455"/>
              <a:ext cx="140544" cy="392379"/>
              <a:chOff x="5181360" y="3508424"/>
              <a:chExt cx="140544" cy="392379"/>
            </a:xfrm>
          </p:grpSpPr>
          <p:cxnSp>
            <p:nvCxnSpPr>
              <p:cNvPr id="71" name="Straight Connector 70">
                <a:extLst>
                  <a:ext uri="{FF2B5EF4-FFF2-40B4-BE49-F238E27FC236}">
                    <a16:creationId xmlns:a16="http://schemas.microsoft.com/office/drawing/2014/main" id="{A289F89B-6249-6196-17FC-BF5235F8D236}"/>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865AA247-7508-8F66-E309-324055E9162E}"/>
                  </a:ext>
                </a:extLst>
              </p:cNvPr>
              <p:cNvGrpSpPr>
                <a:grpSpLocks noGrp="1" noUngrp="1" noRot="1" noMove="1" noResize="1"/>
              </p:cNvGrpSpPr>
              <p:nvPr userDrawn="1"/>
            </p:nvGrpSpPr>
            <p:grpSpPr>
              <a:xfrm>
                <a:off x="5181360" y="3760259"/>
                <a:ext cx="140544" cy="140544"/>
                <a:chOff x="5181355" y="3948715"/>
                <a:chExt cx="140544" cy="140544"/>
              </a:xfrm>
            </p:grpSpPr>
            <p:sp>
              <p:nvSpPr>
                <p:cNvPr id="73" name="Oval 72">
                  <a:extLst>
                    <a:ext uri="{FF2B5EF4-FFF2-40B4-BE49-F238E27FC236}">
                      <a16:creationId xmlns:a16="http://schemas.microsoft.com/office/drawing/2014/main" id="{72D3EAE2-79B8-685D-9721-1CDCFEB14BB1}"/>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4" name="Graphic 73">
                  <a:extLst>
                    <a:ext uri="{FF2B5EF4-FFF2-40B4-BE49-F238E27FC236}">
                      <a16:creationId xmlns:a16="http://schemas.microsoft.com/office/drawing/2014/main" id="{31F94B11-55A2-FF13-A244-D29A1898519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7" name="Rectangle 86">
              <a:extLst>
                <a:ext uri="{FF2B5EF4-FFF2-40B4-BE49-F238E27FC236}">
                  <a16:creationId xmlns:a16="http://schemas.microsoft.com/office/drawing/2014/main" id="{5DC5BE92-FCA2-FAEE-16F4-BC083DAFAC8F}"/>
                </a:ext>
              </a:extLst>
            </p:cNvPr>
            <p:cNvSpPr>
              <a:spLocks noGrp="1" noRot="1" noMove="1" noResize="1" noEditPoints="1" noAdjustHandles="1" noChangeArrowheads="1" noChangeShapeType="1"/>
            </p:cNvSpPr>
            <p:nvPr userDrawn="1"/>
          </p:nvSpPr>
          <p:spPr>
            <a:xfrm>
              <a:off x="7878653"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12" name="Group 111">
            <a:extLst>
              <a:ext uri="{FF2B5EF4-FFF2-40B4-BE49-F238E27FC236}">
                <a16:creationId xmlns:a16="http://schemas.microsoft.com/office/drawing/2014/main" id="{637581B5-977C-A4D2-2A7A-5E5FBF7DDAD8}"/>
              </a:ext>
            </a:extLst>
          </p:cNvPr>
          <p:cNvGrpSpPr>
            <a:grpSpLocks noGrp="1" noUngrp="1" noRot="1" noMove="1" noResize="1"/>
          </p:cNvGrpSpPr>
          <p:nvPr userDrawn="1"/>
        </p:nvGrpSpPr>
        <p:grpSpPr>
          <a:xfrm>
            <a:off x="6264495" y="3695250"/>
            <a:ext cx="1202573" cy="2209560"/>
            <a:chOff x="6264495" y="3599455"/>
            <a:chExt cx="1202573" cy="2209560"/>
          </a:xfrm>
        </p:grpSpPr>
        <p:grpSp>
          <p:nvGrpSpPr>
            <p:cNvPr id="65" name="Group 64">
              <a:extLst>
                <a:ext uri="{FF2B5EF4-FFF2-40B4-BE49-F238E27FC236}">
                  <a16:creationId xmlns:a16="http://schemas.microsoft.com/office/drawing/2014/main" id="{C7848F64-9D16-1FB4-3140-FA5D828D708C}"/>
                </a:ext>
              </a:extLst>
            </p:cNvPr>
            <p:cNvGrpSpPr>
              <a:grpSpLocks noGrp="1" noUngrp="1" noRot="1" noMove="1" noResize="1"/>
            </p:cNvGrpSpPr>
            <p:nvPr userDrawn="1"/>
          </p:nvGrpSpPr>
          <p:grpSpPr>
            <a:xfrm>
              <a:off x="6795509" y="3599455"/>
              <a:ext cx="140544" cy="392379"/>
              <a:chOff x="5181360" y="3508424"/>
              <a:chExt cx="140544" cy="392379"/>
            </a:xfrm>
          </p:grpSpPr>
          <p:cxnSp>
            <p:nvCxnSpPr>
              <p:cNvPr id="66" name="Straight Connector 65">
                <a:extLst>
                  <a:ext uri="{FF2B5EF4-FFF2-40B4-BE49-F238E27FC236}">
                    <a16:creationId xmlns:a16="http://schemas.microsoft.com/office/drawing/2014/main" id="{33B9CA2E-0AB9-8BB5-45A6-7D48061FD502}"/>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67" name="Group 66">
                <a:extLst>
                  <a:ext uri="{FF2B5EF4-FFF2-40B4-BE49-F238E27FC236}">
                    <a16:creationId xmlns:a16="http://schemas.microsoft.com/office/drawing/2014/main" id="{66D7753F-0AE1-A1CC-F433-1F81E99EBCF2}"/>
                  </a:ext>
                </a:extLst>
              </p:cNvPr>
              <p:cNvGrpSpPr>
                <a:grpSpLocks noGrp="1" noUngrp="1" noRot="1" noMove="1" noResize="1"/>
              </p:cNvGrpSpPr>
              <p:nvPr userDrawn="1"/>
            </p:nvGrpSpPr>
            <p:grpSpPr>
              <a:xfrm>
                <a:off x="5181360" y="3760259"/>
                <a:ext cx="140544" cy="140544"/>
                <a:chOff x="5181355" y="3948715"/>
                <a:chExt cx="140544" cy="140544"/>
              </a:xfrm>
            </p:grpSpPr>
            <p:sp>
              <p:nvSpPr>
                <p:cNvPr id="68" name="Oval 67">
                  <a:extLst>
                    <a:ext uri="{FF2B5EF4-FFF2-40B4-BE49-F238E27FC236}">
                      <a16:creationId xmlns:a16="http://schemas.microsoft.com/office/drawing/2014/main" id="{F5AAF190-E963-C2E7-B644-849791CC47BA}"/>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9" name="Graphic 68">
                  <a:extLst>
                    <a:ext uri="{FF2B5EF4-FFF2-40B4-BE49-F238E27FC236}">
                      <a16:creationId xmlns:a16="http://schemas.microsoft.com/office/drawing/2014/main" id="{0ED802A9-ED80-2D64-771D-21B7343C349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6" name="Rectangle 85">
              <a:extLst>
                <a:ext uri="{FF2B5EF4-FFF2-40B4-BE49-F238E27FC236}">
                  <a16:creationId xmlns:a16="http://schemas.microsoft.com/office/drawing/2014/main" id="{0EB4DBA6-5663-D8F3-3975-5FC0F462DA99}"/>
                </a:ext>
              </a:extLst>
            </p:cNvPr>
            <p:cNvSpPr>
              <a:spLocks noGrp="1" noRot="1" noMove="1" noResize="1" noEditPoints="1" noAdjustHandles="1" noChangeArrowheads="1" noChangeShapeType="1"/>
            </p:cNvSpPr>
            <p:nvPr userDrawn="1"/>
          </p:nvSpPr>
          <p:spPr>
            <a:xfrm>
              <a:off x="6264495"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11" name="Group 110">
            <a:extLst>
              <a:ext uri="{FF2B5EF4-FFF2-40B4-BE49-F238E27FC236}">
                <a16:creationId xmlns:a16="http://schemas.microsoft.com/office/drawing/2014/main" id="{DCDB6C2C-713F-B6AF-6C89-09D88122CA92}"/>
              </a:ext>
            </a:extLst>
          </p:cNvPr>
          <p:cNvGrpSpPr>
            <a:grpSpLocks noGrp="1" noUngrp="1" noRot="1" noMove="1" noResize="1"/>
          </p:cNvGrpSpPr>
          <p:nvPr userDrawn="1"/>
        </p:nvGrpSpPr>
        <p:grpSpPr>
          <a:xfrm>
            <a:off x="4650345" y="3695250"/>
            <a:ext cx="1202573" cy="2209560"/>
            <a:chOff x="4650345" y="3599455"/>
            <a:chExt cx="1202573" cy="2209560"/>
          </a:xfrm>
        </p:grpSpPr>
        <p:grpSp>
          <p:nvGrpSpPr>
            <p:cNvPr id="49" name="Group 48">
              <a:extLst>
                <a:ext uri="{FF2B5EF4-FFF2-40B4-BE49-F238E27FC236}">
                  <a16:creationId xmlns:a16="http://schemas.microsoft.com/office/drawing/2014/main" id="{7379983D-BF4D-A917-3670-3D0655622FEF}"/>
                </a:ext>
              </a:extLst>
            </p:cNvPr>
            <p:cNvGrpSpPr>
              <a:grpSpLocks noGrp="1" noUngrp="1" noRot="1" noMove="1" noResize="1"/>
            </p:cNvGrpSpPr>
            <p:nvPr userDrawn="1"/>
          </p:nvGrpSpPr>
          <p:grpSpPr>
            <a:xfrm>
              <a:off x="5181359" y="3599455"/>
              <a:ext cx="140544" cy="392379"/>
              <a:chOff x="5181360" y="3508424"/>
              <a:chExt cx="140544" cy="392379"/>
            </a:xfrm>
          </p:grpSpPr>
          <p:cxnSp>
            <p:nvCxnSpPr>
              <p:cNvPr id="32" name="Straight Connector 31">
                <a:extLst>
                  <a:ext uri="{FF2B5EF4-FFF2-40B4-BE49-F238E27FC236}">
                    <a16:creationId xmlns:a16="http://schemas.microsoft.com/office/drawing/2014/main" id="{C75A48C5-9DC4-16A9-46C8-47E8F4A83ED8}"/>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CB1C7785-7ABA-D31C-7F57-A8F23E05FFAE}"/>
                  </a:ext>
                </a:extLst>
              </p:cNvPr>
              <p:cNvGrpSpPr>
                <a:grpSpLocks noGrp="1" noUngrp="1" noRot="1" noMove="1" noResize="1"/>
              </p:cNvGrpSpPr>
              <p:nvPr userDrawn="1"/>
            </p:nvGrpSpPr>
            <p:grpSpPr>
              <a:xfrm>
                <a:off x="5181360" y="3760259"/>
                <a:ext cx="140544" cy="140544"/>
                <a:chOff x="5181355" y="3948715"/>
                <a:chExt cx="140544" cy="140544"/>
              </a:xfrm>
            </p:grpSpPr>
            <p:sp>
              <p:nvSpPr>
                <p:cNvPr id="47" name="Oval 46">
                  <a:extLst>
                    <a:ext uri="{FF2B5EF4-FFF2-40B4-BE49-F238E27FC236}">
                      <a16:creationId xmlns:a16="http://schemas.microsoft.com/office/drawing/2014/main" id="{30FB8C01-8C63-65F6-A270-F785EEE4E018}"/>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6" name="Graphic 45">
                  <a:extLst>
                    <a:ext uri="{FF2B5EF4-FFF2-40B4-BE49-F238E27FC236}">
                      <a16:creationId xmlns:a16="http://schemas.microsoft.com/office/drawing/2014/main" id="{9B69A098-0BD1-98D9-1B72-009D8631A2C2}"/>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5" name="Rectangle 84">
              <a:extLst>
                <a:ext uri="{FF2B5EF4-FFF2-40B4-BE49-F238E27FC236}">
                  <a16:creationId xmlns:a16="http://schemas.microsoft.com/office/drawing/2014/main" id="{51046AE0-EA5A-1B1C-11E4-E853C1F2F0C9}"/>
                </a:ext>
              </a:extLst>
            </p:cNvPr>
            <p:cNvSpPr>
              <a:spLocks noGrp="1" noRot="1" noMove="1" noResize="1" noEditPoints="1" noAdjustHandles="1" noChangeArrowheads="1" noChangeShapeType="1"/>
            </p:cNvSpPr>
            <p:nvPr userDrawn="1"/>
          </p:nvSpPr>
          <p:spPr>
            <a:xfrm>
              <a:off x="4650345"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10" name="Group 109">
            <a:extLst>
              <a:ext uri="{FF2B5EF4-FFF2-40B4-BE49-F238E27FC236}">
                <a16:creationId xmlns:a16="http://schemas.microsoft.com/office/drawing/2014/main" id="{F3543BE9-7A1B-DEF0-92AA-8F57254C127A}"/>
              </a:ext>
            </a:extLst>
          </p:cNvPr>
          <p:cNvGrpSpPr>
            <a:grpSpLocks noGrp="1" noUngrp="1" noRot="1" noMove="1" noResize="1"/>
          </p:cNvGrpSpPr>
          <p:nvPr userDrawn="1"/>
        </p:nvGrpSpPr>
        <p:grpSpPr>
          <a:xfrm>
            <a:off x="3035333" y="3695250"/>
            <a:ext cx="1202573" cy="2209560"/>
            <a:chOff x="3035333" y="3599455"/>
            <a:chExt cx="1202573" cy="2209560"/>
          </a:xfrm>
        </p:grpSpPr>
        <p:grpSp>
          <p:nvGrpSpPr>
            <p:cNvPr id="55" name="Group 54">
              <a:extLst>
                <a:ext uri="{FF2B5EF4-FFF2-40B4-BE49-F238E27FC236}">
                  <a16:creationId xmlns:a16="http://schemas.microsoft.com/office/drawing/2014/main" id="{C71E9680-568E-996F-8EF1-1DC65A3755FC}"/>
                </a:ext>
              </a:extLst>
            </p:cNvPr>
            <p:cNvGrpSpPr>
              <a:grpSpLocks noGrp="1" noUngrp="1" noRot="1" noMove="1" noResize="1"/>
            </p:cNvGrpSpPr>
            <p:nvPr userDrawn="1"/>
          </p:nvGrpSpPr>
          <p:grpSpPr>
            <a:xfrm>
              <a:off x="3566347" y="3599455"/>
              <a:ext cx="140544" cy="392379"/>
              <a:chOff x="5181360" y="3508424"/>
              <a:chExt cx="140544" cy="392379"/>
            </a:xfrm>
          </p:grpSpPr>
          <p:cxnSp>
            <p:nvCxnSpPr>
              <p:cNvPr id="56" name="Straight Connector 55">
                <a:extLst>
                  <a:ext uri="{FF2B5EF4-FFF2-40B4-BE49-F238E27FC236}">
                    <a16:creationId xmlns:a16="http://schemas.microsoft.com/office/drawing/2014/main" id="{C01827C4-60AC-3308-423D-AA8E1B0EC25C}"/>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F778A32B-0D27-B0E8-CDA5-9E817872597C}"/>
                  </a:ext>
                </a:extLst>
              </p:cNvPr>
              <p:cNvGrpSpPr>
                <a:grpSpLocks noGrp="1" noUngrp="1" noRot="1" noMove="1" noResize="1"/>
              </p:cNvGrpSpPr>
              <p:nvPr userDrawn="1"/>
            </p:nvGrpSpPr>
            <p:grpSpPr>
              <a:xfrm>
                <a:off x="5181360" y="3760259"/>
                <a:ext cx="140544" cy="140544"/>
                <a:chOff x="5181355" y="3948715"/>
                <a:chExt cx="140544" cy="140544"/>
              </a:xfrm>
            </p:grpSpPr>
            <p:sp>
              <p:nvSpPr>
                <p:cNvPr id="58" name="Oval 57">
                  <a:extLst>
                    <a:ext uri="{FF2B5EF4-FFF2-40B4-BE49-F238E27FC236}">
                      <a16:creationId xmlns:a16="http://schemas.microsoft.com/office/drawing/2014/main" id="{B2683D28-924E-FF58-54EB-2BAFB80E2B1F}"/>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9" name="Graphic 58">
                  <a:extLst>
                    <a:ext uri="{FF2B5EF4-FFF2-40B4-BE49-F238E27FC236}">
                      <a16:creationId xmlns:a16="http://schemas.microsoft.com/office/drawing/2014/main" id="{64AFB678-3B28-DB86-48A7-777CE6C6314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4" name="Rectangle 83">
              <a:extLst>
                <a:ext uri="{FF2B5EF4-FFF2-40B4-BE49-F238E27FC236}">
                  <a16:creationId xmlns:a16="http://schemas.microsoft.com/office/drawing/2014/main" id="{9FCD3F72-07C2-08DB-6278-4EB4384FACFB}"/>
                </a:ext>
              </a:extLst>
            </p:cNvPr>
            <p:cNvSpPr>
              <a:spLocks noGrp="1" noRot="1" noMove="1" noResize="1" noEditPoints="1" noAdjustHandles="1" noChangeArrowheads="1" noChangeShapeType="1"/>
            </p:cNvSpPr>
            <p:nvPr userDrawn="1"/>
          </p:nvSpPr>
          <p:spPr>
            <a:xfrm>
              <a:off x="3035333"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109" name="Group 108">
            <a:extLst>
              <a:ext uri="{FF2B5EF4-FFF2-40B4-BE49-F238E27FC236}">
                <a16:creationId xmlns:a16="http://schemas.microsoft.com/office/drawing/2014/main" id="{DB26DE1A-FEDF-2E16-FA58-2F6F6D543A13}"/>
              </a:ext>
            </a:extLst>
          </p:cNvPr>
          <p:cNvGrpSpPr>
            <a:grpSpLocks noGrp="1" noUngrp="1" noRot="1" noMove="1" noResize="1"/>
          </p:cNvGrpSpPr>
          <p:nvPr userDrawn="1"/>
        </p:nvGrpSpPr>
        <p:grpSpPr>
          <a:xfrm>
            <a:off x="1418311" y="3695250"/>
            <a:ext cx="1202573" cy="2209560"/>
            <a:chOff x="1418311" y="3599455"/>
            <a:chExt cx="1202573" cy="2209560"/>
          </a:xfrm>
        </p:grpSpPr>
        <p:grpSp>
          <p:nvGrpSpPr>
            <p:cNvPr id="50" name="Group 49">
              <a:extLst>
                <a:ext uri="{FF2B5EF4-FFF2-40B4-BE49-F238E27FC236}">
                  <a16:creationId xmlns:a16="http://schemas.microsoft.com/office/drawing/2014/main" id="{38C9426B-CFA9-469A-AB75-C652836DFFB0}"/>
                </a:ext>
              </a:extLst>
            </p:cNvPr>
            <p:cNvGrpSpPr>
              <a:grpSpLocks noGrp="1" noUngrp="1" noRot="1" noMove="1" noResize="1"/>
            </p:cNvGrpSpPr>
            <p:nvPr userDrawn="1"/>
          </p:nvGrpSpPr>
          <p:grpSpPr>
            <a:xfrm>
              <a:off x="1949325" y="3599455"/>
              <a:ext cx="140544" cy="392379"/>
              <a:chOff x="5181360" y="3508424"/>
              <a:chExt cx="140544" cy="392379"/>
            </a:xfrm>
          </p:grpSpPr>
          <p:cxnSp>
            <p:nvCxnSpPr>
              <p:cNvPr id="51" name="Straight Connector 50">
                <a:extLst>
                  <a:ext uri="{FF2B5EF4-FFF2-40B4-BE49-F238E27FC236}">
                    <a16:creationId xmlns:a16="http://schemas.microsoft.com/office/drawing/2014/main" id="{F36B4D15-6CC0-742B-059D-BDFD007CFCEE}"/>
                  </a:ext>
                </a:extLst>
              </p:cNvPr>
              <p:cNvCxnSpPr>
                <a:cxnSpLocks noGrp="1" noRot="1" noMove="1" noResize="1" noEditPoints="1" noAdjustHandles="1" noChangeArrowheads="1" noChangeShapeType="1"/>
              </p:cNvCxnSpPr>
              <p:nvPr userDrawn="1"/>
            </p:nvCxnSpPr>
            <p:spPr>
              <a:xfrm>
                <a:off x="5251632" y="3508424"/>
                <a:ext cx="0" cy="32922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AB53E485-8BD2-A863-57E0-15A04FDC9FDB}"/>
                  </a:ext>
                </a:extLst>
              </p:cNvPr>
              <p:cNvGrpSpPr>
                <a:grpSpLocks noGrp="1" noUngrp="1" noRot="1" noMove="1" noResize="1"/>
              </p:cNvGrpSpPr>
              <p:nvPr userDrawn="1"/>
            </p:nvGrpSpPr>
            <p:grpSpPr>
              <a:xfrm>
                <a:off x="5181360" y="3760259"/>
                <a:ext cx="140544" cy="140544"/>
                <a:chOff x="5181355" y="3948715"/>
                <a:chExt cx="140544" cy="140544"/>
              </a:xfrm>
            </p:grpSpPr>
            <p:sp>
              <p:nvSpPr>
                <p:cNvPr id="53" name="Oval 52">
                  <a:extLst>
                    <a:ext uri="{FF2B5EF4-FFF2-40B4-BE49-F238E27FC236}">
                      <a16:creationId xmlns:a16="http://schemas.microsoft.com/office/drawing/2014/main" id="{968F5DB9-46AC-EAF3-2B3B-5EE204E67A2A}"/>
                    </a:ext>
                  </a:extLst>
                </p:cNvPr>
                <p:cNvSpPr>
                  <a:spLocks noGrp="1" noRot="1" noMove="1" noResize="1" noEditPoints="1" noAdjustHandles="1" noChangeArrowheads="1" noChangeShapeType="1"/>
                </p:cNvSpPr>
                <p:nvPr userDrawn="1"/>
              </p:nvSpPr>
              <p:spPr>
                <a:xfrm>
                  <a:off x="5202811" y="3970171"/>
                  <a:ext cx="97632" cy="976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4" name="Graphic 53">
                  <a:extLst>
                    <a:ext uri="{FF2B5EF4-FFF2-40B4-BE49-F238E27FC236}">
                      <a16:creationId xmlns:a16="http://schemas.microsoft.com/office/drawing/2014/main" id="{94A15A52-A5FA-CDC4-2353-E241C8D1B2D7}"/>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181355" y="3948715"/>
                  <a:ext cx="140544" cy="140544"/>
                </a:xfrm>
                <a:prstGeom prst="rect">
                  <a:avLst/>
                </a:prstGeom>
              </p:spPr>
            </p:pic>
          </p:grpSp>
        </p:grpSp>
        <p:sp>
          <p:nvSpPr>
            <p:cNvPr id="83" name="Rectangle 82">
              <a:extLst>
                <a:ext uri="{FF2B5EF4-FFF2-40B4-BE49-F238E27FC236}">
                  <a16:creationId xmlns:a16="http://schemas.microsoft.com/office/drawing/2014/main" id="{B35F63EF-5A2C-1BD4-FBE0-DD959AD4FEF3}"/>
                </a:ext>
              </a:extLst>
            </p:cNvPr>
            <p:cNvSpPr>
              <a:spLocks noGrp="1" noRot="1" noMove="1" noResize="1" noEditPoints="1" noAdjustHandles="1" noChangeArrowheads="1" noChangeShapeType="1"/>
            </p:cNvSpPr>
            <p:nvPr userDrawn="1"/>
          </p:nvSpPr>
          <p:spPr>
            <a:xfrm>
              <a:off x="1418311" y="4578689"/>
              <a:ext cx="1202573" cy="12303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6" name="Text Placeholder 4">
            <a:extLst>
              <a:ext uri="{FF2B5EF4-FFF2-40B4-BE49-F238E27FC236}">
                <a16:creationId xmlns:a16="http://schemas.microsoft.com/office/drawing/2014/main" id="{F3144D96-F059-AD02-7B58-536F8A7412AA}"/>
              </a:ext>
            </a:extLst>
          </p:cNvPr>
          <p:cNvSpPr>
            <a:spLocks noGrp="1"/>
          </p:cNvSpPr>
          <p:nvPr>
            <p:ph type="body" sz="quarter" idx="64" hasCustomPrompt="1"/>
          </p:nvPr>
        </p:nvSpPr>
        <p:spPr>
          <a:xfrm>
            <a:off x="3184738" y="1971605"/>
            <a:ext cx="5822524" cy="207749"/>
          </a:xfrm>
          <a:prstGeom prst="rect">
            <a:avLst/>
          </a:prstGeom>
        </p:spPr>
        <p:txBody>
          <a:bodyPr wrap="square" tIns="0" bIns="0" anchor="b" anchorCtr="0">
            <a:spAutoFit/>
          </a:bodyPr>
          <a:lstStyle>
            <a:lvl1pPr marL="0" indent="0" algn="ctr">
              <a:buNone/>
              <a:defRPr sz="1500" b="1" spc="40" baseline="0">
                <a:solidFill>
                  <a:schemeClr val="tx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ROLE</a:t>
            </a:r>
            <a:endParaRPr lang="en-ZA" dirty="0"/>
          </a:p>
        </p:txBody>
      </p:sp>
      <p:cxnSp>
        <p:nvCxnSpPr>
          <p:cNvPr id="7" name="Straight Connector 6">
            <a:extLst>
              <a:ext uri="{FF2B5EF4-FFF2-40B4-BE49-F238E27FC236}">
                <a16:creationId xmlns:a16="http://schemas.microsoft.com/office/drawing/2014/main" id="{F9F09E14-1F88-AA89-CA45-066B2521199F}"/>
              </a:ext>
            </a:extLst>
          </p:cNvPr>
          <p:cNvCxnSpPr>
            <a:cxnSpLocks noGrp="1" noRot="1" noMove="1" noResize="1" noEditPoints="1" noAdjustHandles="1" noChangeArrowheads="1" noChangeShapeType="1"/>
          </p:cNvCxnSpPr>
          <p:nvPr userDrawn="1"/>
        </p:nvCxnSpPr>
        <p:spPr>
          <a:xfrm>
            <a:off x="3184738" y="2452798"/>
            <a:ext cx="5822524"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5F70AC24-09D8-C296-F7CC-DE353C7BE7E7}"/>
              </a:ext>
            </a:extLst>
          </p:cNvPr>
          <p:cNvSpPr>
            <a:spLocks noGrp="1"/>
          </p:cNvSpPr>
          <p:nvPr>
            <p:ph type="body" sz="quarter" idx="65" hasCustomPrompt="1"/>
          </p:nvPr>
        </p:nvSpPr>
        <p:spPr>
          <a:xfrm>
            <a:off x="3184738" y="3226054"/>
            <a:ext cx="5822524" cy="166199"/>
          </a:xfrm>
          <a:prstGeom prst="rect">
            <a:avLst/>
          </a:prstGeom>
        </p:spPr>
        <p:txBody>
          <a:bodyPr wrap="square" tIns="0" bIns="0" anchor="ctr" anchorCtr="0">
            <a:spAutoFit/>
          </a:bodyPr>
          <a:lstStyle>
            <a:lvl1pPr marL="0" indent="0" algn="ctr">
              <a:buNone/>
              <a:defRPr sz="12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ROLE</a:t>
            </a:r>
            <a:endParaRPr lang="en-ZA" dirty="0"/>
          </a:p>
        </p:txBody>
      </p:sp>
      <p:grpSp>
        <p:nvGrpSpPr>
          <p:cNvPr id="81" name="Group 80">
            <a:extLst>
              <a:ext uri="{FF2B5EF4-FFF2-40B4-BE49-F238E27FC236}">
                <a16:creationId xmlns:a16="http://schemas.microsoft.com/office/drawing/2014/main" id="{163745D5-0BAE-F528-A6AB-CB98C23E798B}"/>
              </a:ext>
            </a:extLst>
          </p:cNvPr>
          <p:cNvGrpSpPr>
            <a:grpSpLocks noGrp="1" noUngrp="1" noRot="1" noMove="1" noResize="1"/>
          </p:cNvGrpSpPr>
          <p:nvPr userDrawn="1"/>
        </p:nvGrpSpPr>
        <p:grpSpPr>
          <a:xfrm>
            <a:off x="5996299" y="2353096"/>
            <a:ext cx="199403" cy="564276"/>
            <a:chOff x="5996299" y="2257301"/>
            <a:chExt cx="199403" cy="564276"/>
          </a:xfrm>
        </p:grpSpPr>
        <p:cxnSp>
          <p:nvCxnSpPr>
            <p:cNvPr id="20" name="Straight Connector 19">
              <a:extLst>
                <a:ext uri="{FF2B5EF4-FFF2-40B4-BE49-F238E27FC236}">
                  <a16:creationId xmlns:a16="http://schemas.microsoft.com/office/drawing/2014/main" id="{80C332B8-D493-0A3B-462A-8EE7D00A8C84}"/>
                </a:ext>
              </a:extLst>
            </p:cNvPr>
            <p:cNvCxnSpPr>
              <a:cxnSpLocks noGrp="1" noRot="1" noMove="1" noResize="1" noEditPoints="1" noAdjustHandles="1" noChangeArrowheads="1" noChangeShapeType="1"/>
            </p:cNvCxnSpPr>
            <p:nvPr userDrawn="1"/>
          </p:nvCxnSpPr>
          <p:spPr>
            <a:xfrm>
              <a:off x="6096000" y="2357002"/>
              <a:ext cx="0" cy="464575"/>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F9002C24-EE67-9DA8-F2BF-EB97407CAE3A}"/>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5996299" y="2257301"/>
              <a:ext cx="199403" cy="199403"/>
            </a:xfrm>
            <a:prstGeom prst="rect">
              <a:avLst/>
            </a:prstGeom>
          </p:spPr>
        </p:pic>
      </p:grpSp>
      <p:sp>
        <p:nvSpPr>
          <p:cNvPr id="82" name="Text Placeholder 4">
            <a:extLst>
              <a:ext uri="{FF2B5EF4-FFF2-40B4-BE49-F238E27FC236}">
                <a16:creationId xmlns:a16="http://schemas.microsoft.com/office/drawing/2014/main" id="{5ECF2A3A-AD4B-EF00-5471-24A5C8849DBD}"/>
              </a:ext>
            </a:extLst>
          </p:cNvPr>
          <p:cNvSpPr>
            <a:spLocks noGrp="1"/>
          </p:cNvSpPr>
          <p:nvPr>
            <p:ph type="body" sz="quarter" idx="66" hasCustomPrompt="1"/>
          </p:nvPr>
        </p:nvSpPr>
        <p:spPr>
          <a:xfrm>
            <a:off x="1418311"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89" name="Text Placeholder 4">
            <a:extLst>
              <a:ext uri="{FF2B5EF4-FFF2-40B4-BE49-F238E27FC236}">
                <a16:creationId xmlns:a16="http://schemas.microsoft.com/office/drawing/2014/main" id="{C461DE2C-8448-8EB1-3C9F-6F1DB39EEE81}"/>
              </a:ext>
            </a:extLst>
          </p:cNvPr>
          <p:cNvSpPr>
            <a:spLocks noGrp="1"/>
          </p:cNvSpPr>
          <p:nvPr>
            <p:ph type="body" sz="quarter" idx="67" hasCustomPrompt="1"/>
          </p:nvPr>
        </p:nvSpPr>
        <p:spPr>
          <a:xfrm>
            <a:off x="3035333"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90" name="Text Placeholder 4">
            <a:extLst>
              <a:ext uri="{FF2B5EF4-FFF2-40B4-BE49-F238E27FC236}">
                <a16:creationId xmlns:a16="http://schemas.microsoft.com/office/drawing/2014/main" id="{F21DE358-A6DE-13F9-4076-D8058CDFC0BC}"/>
              </a:ext>
            </a:extLst>
          </p:cNvPr>
          <p:cNvSpPr>
            <a:spLocks noGrp="1"/>
          </p:cNvSpPr>
          <p:nvPr>
            <p:ph type="body" sz="quarter" idx="68" hasCustomPrompt="1"/>
          </p:nvPr>
        </p:nvSpPr>
        <p:spPr>
          <a:xfrm>
            <a:off x="4650345"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91" name="Text Placeholder 4">
            <a:extLst>
              <a:ext uri="{FF2B5EF4-FFF2-40B4-BE49-F238E27FC236}">
                <a16:creationId xmlns:a16="http://schemas.microsoft.com/office/drawing/2014/main" id="{5127A698-4B25-E98D-8BED-38904AC48362}"/>
              </a:ext>
            </a:extLst>
          </p:cNvPr>
          <p:cNvSpPr>
            <a:spLocks noGrp="1"/>
          </p:cNvSpPr>
          <p:nvPr>
            <p:ph type="body" sz="quarter" idx="69" hasCustomPrompt="1"/>
          </p:nvPr>
        </p:nvSpPr>
        <p:spPr>
          <a:xfrm>
            <a:off x="6264495"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92" name="Text Placeholder 4">
            <a:extLst>
              <a:ext uri="{FF2B5EF4-FFF2-40B4-BE49-F238E27FC236}">
                <a16:creationId xmlns:a16="http://schemas.microsoft.com/office/drawing/2014/main" id="{E0E0BF9C-34FF-084B-013D-F169C71B8DFE}"/>
              </a:ext>
            </a:extLst>
          </p:cNvPr>
          <p:cNvSpPr>
            <a:spLocks noGrp="1"/>
          </p:cNvSpPr>
          <p:nvPr>
            <p:ph type="body" sz="quarter" idx="70" hasCustomPrompt="1"/>
          </p:nvPr>
        </p:nvSpPr>
        <p:spPr>
          <a:xfrm>
            <a:off x="7878653"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93" name="Text Placeholder 4">
            <a:extLst>
              <a:ext uri="{FF2B5EF4-FFF2-40B4-BE49-F238E27FC236}">
                <a16:creationId xmlns:a16="http://schemas.microsoft.com/office/drawing/2014/main" id="{A60659D3-866D-5F17-4D46-2D10D474B2D9}"/>
              </a:ext>
            </a:extLst>
          </p:cNvPr>
          <p:cNvSpPr>
            <a:spLocks noGrp="1"/>
          </p:cNvSpPr>
          <p:nvPr>
            <p:ph type="body" sz="quarter" idx="71" hasCustomPrompt="1"/>
          </p:nvPr>
        </p:nvSpPr>
        <p:spPr>
          <a:xfrm>
            <a:off x="9491936" y="4289762"/>
            <a:ext cx="1202573" cy="346249"/>
          </a:xfrm>
          <a:prstGeom prst="rect">
            <a:avLst/>
          </a:prstGeom>
        </p:spPr>
        <p:txBody>
          <a:bodyPr wrap="square" lIns="0" tIns="0" rIns="0" bIns="0" anchor="t" anchorCtr="0">
            <a:spAutoFit/>
          </a:bodyPr>
          <a:lstStyle>
            <a:lvl1pPr marL="0" indent="0" algn="ctr">
              <a:lnSpc>
                <a:spcPts val="900"/>
              </a:lnSpc>
              <a:spcBef>
                <a:spcPts val="300"/>
              </a:spcBef>
              <a:buNone/>
              <a:defRPr sz="900" b="1" spc="40" baseline="0">
                <a:solidFill>
                  <a:schemeClr val="accent3"/>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REGION AND ROLE</a:t>
            </a:r>
            <a:endParaRPr lang="en-ZA" dirty="0"/>
          </a:p>
        </p:txBody>
      </p:sp>
      <p:sp>
        <p:nvSpPr>
          <p:cNvPr id="94" name="Picture Placeholder 104">
            <a:extLst>
              <a:ext uri="{FF2B5EF4-FFF2-40B4-BE49-F238E27FC236}">
                <a16:creationId xmlns:a16="http://schemas.microsoft.com/office/drawing/2014/main" id="{E88F1D07-75CB-E204-901D-F4AF31F3C03D}"/>
              </a:ext>
            </a:extLst>
          </p:cNvPr>
          <p:cNvSpPr>
            <a:spLocks noGrp="1" noChangeAspect="1"/>
          </p:cNvSpPr>
          <p:nvPr>
            <p:ph type="pic" sz="quarter" idx="100" hasCustomPrompt="1"/>
          </p:nvPr>
        </p:nvSpPr>
        <p:spPr>
          <a:xfrm>
            <a:off x="1574365"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95" name="Text Placeholder 4">
            <a:extLst>
              <a:ext uri="{FF2B5EF4-FFF2-40B4-BE49-F238E27FC236}">
                <a16:creationId xmlns:a16="http://schemas.microsoft.com/office/drawing/2014/main" id="{F0A182D6-DED4-45DD-2660-976798B6CAAF}"/>
              </a:ext>
            </a:extLst>
          </p:cNvPr>
          <p:cNvSpPr>
            <a:spLocks noGrp="1"/>
          </p:cNvSpPr>
          <p:nvPr>
            <p:ph type="body" sz="quarter" idx="86" hasCustomPrompt="1"/>
          </p:nvPr>
        </p:nvSpPr>
        <p:spPr>
          <a:xfrm>
            <a:off x="1418311" y="5904810"/>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6" name="Text Placeholder 4">
            <a:extLst>
              <a:ext uri="{FF2B5EF4-FFF2-40B4-BE49-F238E27FC236}">
                <a16:creationId xmlns:a16="http://schemas.microsoft.com/office/drawing/2014/main" id="{95FCC71F-73CC-5DBE-E0D1-26743EDE1473}"/>
              </a:ext>
            </a:extLst>
          </p:cNvPr>
          <p:cNvSpPr>
            <a:spLocks noGrp="1"/>
          </p:cNvSpPr>
          <p:nvPr>
            <p:ph type="body" sz="quarter" idx="101" hasCustomPrompt="1"/>
          </p:nvPr>
        </p:nvSpPr>
        <p:spPr>
          <a:xfrm>
            <a:off x="3035333" y="5906104"/>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7" name="Text Placeholder 4">
            <a:extLst>
              <a:ext uri="{FF2B5EF4-FFF2-40B4-BE49-F238E27FC236}">
                <a16:creationId xmlns:a16="http://schemas.microsoft.com/office/drawing/2014/main" id="{4452C270-CED2-A67B-B6FB-9AF44E673E5B}"/>
              </a:ext>
            </a:extLst>
          </p:cNvPr>
          <p:cNvSpPr>
            <a:spLocks noGrp="1"/>
          </p:cNvSpPr>
          <p:nvPr>
            <p:ph type="body" sz="quarter" idx="102" hasCustomPrompt="1"/>
          </p:nvPr>
        </p:nvSpPr>
        <p:spPr>
          <a:xfrm>
            <a:off x="4650345" y="5911366"/>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8" name="Text Placeholder 4">
            <a:extLst>
              <a:ext uri="{FF2B5EF4-FFF2-40B4-BE49-F238E27FC236}">
                <a16:creationId xmlns:a16="http://schemas.microsoft.com/office/drawing/2014/main" id="{48A062B7-ABB2-3BFD-4C70-A486888EBA57}"/>
              </a:ext>
            </a:extLst>
          </p:cNvPr>
          <p:cNvSpPr>
            <a:spLocks noGrp="1"/>
          </p:cNvSpPr>
          <p:nvPr>
            <p:ph type="body" sz="quarter" idx="103" hasCustomPrompt="1"/>
          </p:nvPr>
        </p:nvSpPr>
        <p:spPr>
          <a:xfrm>
            <a:off x="6264495" y="5913534"/>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99" name="Text Placeholder 4">
            <a:extLst>
              <a:ext uri="{FF2B5EF4-FFF2-40B4-BE49-F238E27FC236}">
                <a16:creationId xmlns:a16="http://schemas.microsoft.com/office/drawing/2014/main" id="{E6038E09-5F64-D250-E356-DD76F1C70052}"/>
              </a:ext>
            </a:extLst>
          </p:cNvPr>
          <p:cNvSpPr>
            <a:spLocks noGrp="1"/>
          </p:cNvSpPr>
          <p:nvPr>
            <p:ph type="body" sz="quarter" idx="104" hasCustomPrompt="1"/>
          </p:nvPr>
        </p:nvSpPr>
        <p:spPr>
          <a:xfrm>
            <a:off x="7878653" y="5916217"/>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0" name="Text Placeholder 4">
            <a:extLst>
              <a:ext uri="{FF2B5EF4-FFF2-40B4-BE49-F238E27FC236}">
                <a16:creationId xmlns:a16="http://schemas.microsoft.com/office/drawing/2014/main" id="{AD14F76B-DEB4-F72B-9103-DC78106DCB7E}"/>
              </a:ext>
            </a:extLst>
          </p:cNvPr>
          <p:cNvSpPr>
            <a:spLocks noGrp="1"/>
          </p:cNvSpPr>
          <p:nvPr>
            <p:ph type="body" sz="quarter" idx="105" hasCustomPrompt="1"/>
          </p:nvPr>
        </p:nvSpPr>
        <p:spPr>
          <a:xfrm>
            <a:off x="9491936" y="5911366"/>
            <a:ext cx="1202573" cy="102592"/>
          </a:xfrm>
          <a:prstGeom prst="rect">
            <a:avLst/>
          </a:prstGeom>
        </p:spPr>
        <p:txBody>
          <a:bodyPr lIns="0" tIns="0" rIns="0" bIns="0" anchor="t" anchorCtr="0">
            <a:spAutoFit/>
          </a:bodyPr>
          <a:lstStyle>
            <a:lvl1pPr marL="0" indent="0" algn="ctr">
              <a:lnSpc>
                <a:spcPts val="800"/>
              </a:lnSpc>
              <a:spcBef>
                <a:spcPts val="300"/>
              </a:spcBef>
              <a:buNone/>
              <a:defRPr sz="7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a:t>
            </a:r>
            <a:endParaRPr lang="en-ZA" dirty="0"/>
          </a:p>
        </p:txBody>
      </p:sp>
      <p:sp>
        <p:nvSpPr>
          <p:cNvPr id="104" name="Picture Placeholder 104">
            <a:extLst>
              <a:ext uri="{FF2B5EF4-FFF2-40B4-BE49-F238E27FC236}">
                <a16:creationId xmlns:a16="http://schemas.microsoft.com/office/drawing/2014/main" id="{2109A798-7B28-CD07-847A-0734C391DB7A}"/>
              </a:ext>
            </a:extLst>
          </p:cNvPr>
          <p:cNvSpPr>
            <a:spLocks noGrp="1" noChangeAspect="1"/>
          </p:cNvSpPr>
          <p:nvPr>
            <p:ph type="pic" sz="quarter" idx="106" hasCustomPrompt="1"/>
          </p:nvPr>
        </p:nvSpPr>
        <p:spPr>
          <a:xfrm>
            <a:off x="3191387"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5" name="Picture Placeholder 104">
            <a:extLst>
              <a:ext uri="{FF2B5EF4-FFF2-40B4-BE49-F238E27FC236}">
                <a16:creationId xmlns:a16="http://schemas.microsoft.com/office/drawing/2014/main" id="{07867034-532F-8D2F-D253-0E89AFE1FF33}"/>
              </a:ext>
            </a:extLst>
          </p:cNvPr>
          <p:cNvSpPr>
            <a:spLocks noGrp="1" noChangeAspect="1"/>
          </p:cNvSpPr>
          <p:nvPr>
            <p:ph type="pic" sz="quarter" idx="107" hasCustomPrompt="1"/>
          </p:nvPr>
        </p:nvSpPr>
        <p:spPr>
          <a:xfrm>
            <a:off x="4806399"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6" name="Picture Placeholder 104">
            <a:extLst>
              <a:ext uri="{FF2B5EF4-FFF2-40B4-BE49-F238E27FC236}">
                <a16:creationId xmlns:a16="http://schemas.microsoft.com/office/drawing/2014/main" id="{9BE23683-8B0E-32DA-49E8-07ABD5153DCE}"/>
              </a:ext>
            </a:extLst>
          </p:cNvPr>
          <p:cNvSpPr>
            <a:spLocks noGrp="1" noChangeAspect="1"/>
          </p:cNvSpPr>
          <p:nvPr>
            <p:ph type="pic" sz="quarter" idx="108" hasCustomPrompt="1"/>
          </p:nvPr>
        </p:nvSpPr>
        <p:spPr>
          <a:xfrm>
            <a:off x="6420549"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7" name="Picture Placeholder 104">
            <a:extLst>
              <a:ext uri="{FF2B5EF4-FFF2-40B4-BE49-F238E27FC236}">
                <a16:creationId xmlns:a16="http://schemas.microsoft.com/office/drawing/2014/main" id="{C7E2431C-51EA-532D-EE1C-32820B2A180A}"/>
              </a:ext>
            </a:extLst>
          </p:cNvPr>
          <p:cNvSpPr>
            <a:spLocks noGrp="1" noChangeAspect="1"/>
          </p:cNvSpPr>
          <p:nvPr>
            <p:ph type="pic" sz="quarter" idx="109" hasCustomPrompt="1"/>
          </p:nvPr>
        </p:nvSpPr>
        <p:spPr>
          <a:xfrm>
            <a:off x="8034707"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8" name="Picture Placeholder 104">
            <a:extLst>
              <a:ext uri="{FF2B5EF4-FFF2-40B4-BE49-F238E27FC236}">
                <a16:creationId xmlns:a16="http://schemas.microsoft.com/office/drawing/2014/main" id="{A8C2C27C-833C-BB68-F327-04BC7D2806CE}"/>
              </a:ext>
            </a:extLst>
          </p:cNvPr>
          <p:cNvSpPr>
            <a:spLocks noGrp="1" noChangeAspect="1"/>
          </p:cNvSpPr>
          <p:nvPr>
            <p:ph type="pic" sz="quarter" idx="110" hasCustomPrompt="1"/>
          </p:nvPr>
        </p:nvSpPr>
        <p:spPr>
          <a:xfrm>
            <a:off x="9647990" y="485457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cxnSp>
        <p:nvCxnSpPr>
          <p:cNvPr id="16" name="Straight Connector 15">
            <a:extLst>
              <a:ext uri="{FF2B5EF4-FFF2-40B4-BE49-F238E27FC236}">
                <a16:creationId xmlns:a16="http://schemas.microsoft.com/office/drawing/2014/main" id="{1F7B0844-29E8-996B-D342-3107CFC10E0C}"/>
              </a:ext>
            </a:extLst>
          </p:cNvPr>
          <p:cNvCxnSpPr>
            <a:cxnSpLocks noGrp="1" noRot="1" noMove="1" noResize="1" noEditPoints="1" noAdjustHandles="1" noChangeArrowheads="1" noChangeShapeType="1"/>
          </p:cNvCxnSpPr>
          <p:nvPr userDrawn="1"/>
        </p:nvCxnSpPr>
        <p:spPr>
          <a:xfrm>
            <a:off x="2026777" y="3700013"/>
            <a:ext cx="806644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725603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P07 | 13_BESPOKE: TWO HEAD + PHOTO Org Chart">
    <p:spTree>
      <p:nvGrpSpPr>
        <p:cNvPr id="1" name=""/>
        <p:cNvGrpSpPr/>
        <p:nvPr/>
      </p:nvGrpSpPr>
      <p:grpSpPr>
        <a:xfrm>
          <a:off x="0" y="0"/>
          <a:ext cx="0" cy="0"/>
          <a:chOff x="0" y="0"/>
          <a:chExt cx="0" cy="0"/>
        </a:xfrm>
      </p:grpSpPr>
      <p:cxnSp>
        <p:nvCxnSpPr>
          <p:cNvPr id="133" name="Straight Connector 132">
            <a:extLst>
              <a:ext uri="{FF2B5EF4-FFF2-40B4-BE49-F238E27FC236}">
                <a16:creationId xmlns:a16="http://schemas.microsoft.com/office/drawing/2014/main" id="{FA77FB49-0FE9-1666-6EF1-B2F7B4906E75}"/>
              </a:ext>
            </a:extLst>
          </p:cNvPr>
          <p:cNvCxnSpPr>
            <a:cxnSpLocks noGrp="1" noRot="1" noMove="1" noResize="1" noEditPoints="1" noAdjustHandles="1" noChangeArrowheads="1" noChangeShapeType="1"/>
          </p:cNvCxnSpPr>
          <p:nvPr userDrawn="1"/>
        </p:nvCxnSpPr>
        <p:spPr>
          <a:xfrm>
            <a:off x="522006" y="4644407"/>
            <a:ext cx="11051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8" name="Group 167">
            <a:extLst>
              <a:ext uri="{FF2B5EF4-FFF2-40B4-BE49-F238E27FC236}">
                <a16:creationId xmlns:a16="http://schemas.microsoft.com/office/drawing/2014/main" id="{92BAED55-BB78-6896-2859-830B44AA5690}"/>
              </a:ext>
            </a:extLst>
          </p:cNvPr>
          <p:cNvGrpSpPr>
            <a:grpSpLocks noGrp="1" noUngrp="1" noRot="1" noMove="1" noResize="1"/>
          </p:cNvGrpSpPr>
          <p:nvPr userDrawn="1"/>
        </p:nvGrpSpPr>
        <p:grpSpPr>
          <a:xfrm>
            <a:off x="1070083" y="4527407"/>
            <a:ext cx="234000" cy="234000"/>
            <a:chOff x="1078705" y="4560093"/>
            <a:chExt cx="234000" cy="234000"/>
          </a:xfrm>
        </p:grpSpPr>
        <p:sp>
          <p:nvSpPr>
            <p:cNvPr id="166" name="Oval 165">
              <a:extLst>
                <a:ext uri="{FF2B5EF4-FFF2-40B4-BE49-F238E27FC236}">
                  <a16:creationId xmlns:a16="http://schemas.microsoft.com/office/drawing/2014/main" id="{41262E7C-5EEB-4EFD-715F-9F090E58D1EF}"/>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63" name="Graphic 162">
              <a:extLst>
                <a:ext uri="{FF2B5EF4-FFF2-40B4-BE49-F238E27FC236}">
                  <a16:creationId xmlns:a16="http://schemas.microsoft.com/office/drawing/2014/main" id="{FB9C057B-84F6-CD96-003E-7AA26329CB3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69" name="Group 168">
            <a:extLst>
              <a:ext uri="{FF2B5EF4-FFF2-40B4-BE49-F238E27FC236}">
                <a16:creationId xmlns:a16="http://schemas.microsoft.com/office/drawing/2014/main" id="{04F0757B-CAB0-B22F-954D-A280B2862526}"/>
              </a:ext>
            </a:extLst>
          </p:cNvPr>
          <p:cNvGrpSpPr>
            <a:grpSpLocks noGrp="1" noUngrp="1" noRot="1" noMove="1" noResize="1"/>
          </p:cNvGrpSpPr>
          <p:nvPr userDrawn="1"/>
        </p:nvGrpSpPr>
        <p:grpSpPr>
          <a:xfrm>
            <a:off x="2687105" y="4527407"/>
            <a:ext cx="234000" cy="234000"/>
            <a:chOff x="1078705" y="4560093"/>
            <a:chExt cx="234000" cy="234000"/>
          </a:xfrm>
        </p:grpSpPr>
        <p:sp>
          <p:nvSpPr>
            <p:cNvPr id="170" name="Oval 169">
              <a:extLst>
                <a:ext uri="{FF2B5EF4-FFF2-40B4-BE49-F238E27FC236}">
                  <a16:creationId xmlns:a16="http://schemas.microsoft.com/office/drawing/2014/main" id="{E13773D7-CA56-90CA-C9A1-0502BA96FFB3}"/>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1" name="Graphic 170">
              <a:extLst>
                <a:ext uri="{FF2B5EF4-FFF2-40B4-BE49-F238E27FC236}">
                  <a16:creationId xmlns:a16="http://schemas.microsoft.com/office/drawing/2014/main" id="{ACA0334D-1831-86AF-508A-B24E73B561B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72" name="Group 171">
            <a:extLst>
              <a:ext uri="{FF2B5EF4-FFF2-40B4-BE49-F238E27FC236}">
                <a16:creationId xmlns:a16="http://schemas.microsoft.com/office/drawing/2014/main" id="{9B29D9FD-DC57-401F-414C-4BBD1D9A9921}"/>
              </a:ext>
            </a:extLst>
          </p:cNvPr>
          <p:cNvGrpSpPr>
            <a:grpSpLocks noGrp="1" noUngrp="1" noRot="1" noMove="1" noResize="1"/>
          </p:cNvGrpSpPr>
          <p:nvPr userDrawn="1"/>
        </p:nvGrpSpPr>
        <p:grpSpPr>
          <a:xfrm>
            <a:off x="4304127" y="4527407"/>
            <a:ext cx="234000" cy="234000"/>
            <a:chOff x="1078705" y="4560093"/>
            <a:chExt cx="234000" cy="234000"/>
          </a:xfrm>
        </p:grpSpPr>
        <p:sp>
          <p:nvSpPr>
            <p:cNvPr id="173" name="Oval 172">
              <a:extLst>
                <a:ext uri="{FF2B5EF4-FFF2-40B4-BE49-F238E27FC236}">
                  <a16:creationId xmlns:a16="http://schemas.microsoft.com/office/drawing/2014/main" id="{9EC743F6-76E8-C20E-82FF-89E37DC5389B}"/>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4" name="Graphic 173">
              <a:extLst>
                <a:ext uri="{FF2B5EF4-FFF2-40B4-BE49-F238E27FC236}">
                  <a16:creationId xmlns:a16="http://schemas.microsoft.com/office/drawing/2014/main" id="{F4E25EE7-D5C9-E0AE-5BFF-AA7E8DD1BE7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75" name="Group 174">
            <a:extLst>
              <a:ext uri="{FF2B5EF4-FFF2-40B4-BE49-F238E27FC236}">
                <a16:creationId xmlns:a16="http://schemas.microsoft.com/office/drawing/2014/main" id="{B6E71888-0A60-87E7-FE5F-6E8BE33E07AD}"/>
              </a:ext>
            </a:extLst>
          </p:cNvPr>
          <p:cNvGrpSpPr>
            <a:grpSpLocks noGrp="1" noUngrp="1" noRot="1" noMove="1" noResize="1"/>
          </p:cNvGrpSpPr>
          <p:nvPr userDrawn="1"/>
        </p:nvGrpSpPr>
        <p:grpSpPr>
          <a:xfrm>
            <a:off x="5912840" y="4527407"/>
            <a:ext cx="234000" cy="234000"/>
            <a:chOff x="1078705" y="4560093"/>
            <a:chExt cx="234000" cy="234000"/>
          </a:xfrm>
        </p:grpSpPr>
        <p:sp>
          <p:nvSpPr>
            <p:cNvPr id="176" name="Oval 175">
              <a:extLst>
                <a:ext uri="{FF2B5EF4-FFF2-40B4-BE49-F238E27FC236}">
                  <a16:creationId xmlns:a16="http://schemas.microsoft.com/office/drawing/2014/main" id="{85FEF614-1F01-A1EF-F252-B85FA00BED83}"/>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77" name="Graphic 176">
              <a:extLst>
                <a:ext uri="{FF2B5EF4-FFF2-40B4-BE49-F238E27FC236}">
                  <a16:creationId xmlns:a16="http://schemas.microsoft.com/office/drawing/2014/main" id="{B58B92BF-004C-F85E-19A6-09FFD2F94CF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78" name="Group 177">
            <a:extLst>
              <a:ext uri="{FF2B5EF4-FFF2-40B4-BE49-F238E27FC236}">
                <a16:creationId xmlns:a16="http://schemas.microsoft.com/office/drawing/2014/main" id="{7211AE69-D7BF-8D01-513A-45562C1A6C02}"/>
              </a:ext>
            </a:extLst>
          </p:cNvPr>
          <p:cNvGrpSpPr>
            <a:grpSpLocks noGrp="1" noUngrp="1" noRot="1" noMove="1" noResize="1"/>
          </p:cNvGrpSpPr>
          <p:nvPr userDrawn="1"/>
        </p:nvGrpSpPr>
        <p:grpSpPr>
          <a:xfrm>
            <a:off x="7530425" y="4527407"/>
            <a:ext cx="234000" cy="234000"/>
            <a:chOff x="1078705" y="4560093"/>
            <a:chExt cx="234000" cy="234000"/>
          </a:xfrm>
        </p:grpSpPr>
        <p:sp>
          <p:nvSpPr>
            <p:cNvPr id="179" name="Oval 178">
              <a:extLst>
                <a:ext uri="{FF2B5EF4-FFF2-40B4-BE49-F238E27FC236}">
                  <a16:creationId xmlns:a16="http://schemas.microsoft.com/office/drawing/2014/main" id="{3B83352E-E3A5-612A-E0C2-E62F8BF226A8}"/>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0" name="Graphic 179">
              <a:extLst>
                <a:ext uri="{FF2B5EF4-FFF2-40B4-BE49-F238E27FC236}">
                  <a16:creationId xmlns:a16="http://schemas.microsoft.com/office/drawing/2014/main" id="{9B25CD72-076F-D0EC-1C46-3A28DA66998B}"/>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81" name="Group 180">
            <a:extLst>
              <a:ext uri="{FF2B5EF4-FFF2-40B4-BE49-F238E27FC236}">
                <a16:creationId xmlns:a16="http://schemas.microsoft.com/office/drawing/2014/main" id="{D173C10A-00B4-28BD-15B8-1CA9D2D1AE8F}"/>
              </a:ext>
            </a:extLst>
          </p:cNvPr>
          <p:cNvGrpSpPr>
            <a:grpSpLocks noGrp="1" noUngrp="1" noRot="1" noMove="1" noResize="1"/>
          </p:cNvGrpSpPr>
          <p:nvPr userDrawn="1"/>
        </p:nvGrpSpPr>
        <p:grpSpPr>
          <a:xfrm>
            <a:off x="9143708" y="4527407"/>
            <a:ext cx="234000" cy="234000"/>
            <a:chOff x="1078705" y="4560093"/>
            <a:chExt cx="234000" cy="234000"/>
          </a:xfrm>
        </p:grpSpPr>
        <p:sp>
          <p:nvSpPr>
            <p:cNvPr id="182" name="Oval 181">
              <a:extLst>
                <a:ext uri="{FF2B5EF4-FFF2-40B4-BE49-F238E27FC236}">
                  <a16:creationId xmlns:a16="http://schemas.microsoft.com/office/drawing/2014/main" id="{6F290F0F-1314-A72E-3D1F-56FF91F65C9F}"/>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3" name="Graphic 182">
              <a:extLst>
                <a:ext uri="{FF2B5EF4-FFF2-40B4-BE49-F238E27FC236}">
                  <a16:creationId xmlns:a16="http://schemas.microsoft.com/office/drawing/2014/main" id="{E14628E2-CBFE-BD9C-01DA-67C1AD9D1CF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grpSp>
        <p:nvGrpSpPr>
          <p:cNvPr id="184" name="Group 183">
            <a:extLst>
              <a:ext uri="{FF2B5EF4-FFF2-40B4-BE49-F238E27FC236}">
                <a16:creationId xmlns:a16="http://schemas.microsoft.com/office/drawing/2014/main" id="{8A12AFED-BC31-D324-A761-10785B314590}"/>
              </a:ext>
            </a:extLst>
          </p:cNvPr>
          <p:cNvGrpSpPr>
            <a:grpSpLocks noGrp="1" noUngrp="1" noRot="1" noMove="1" noResize="1"/>
          </p:cNvGrpSpPr>
          <p:nvPr userDrawn="1"/>
        </p:nvGrpSpPr>
        <p:grpSpPr>
          <a:xfrm>
            <a:off x="10761293" y="4527407"/>
            <a:ext cx="234000" cy="234000"/>
            <a:chOff x="1078705" y="4560093"/>
            <a:chExt cx="234000" cy="234000"/>
          </a:xfrm>
        </p:grpSpPr>
        <p:sp>
          <p:nvSpPr>
            <p:cNvPr id="185" name="Oval 184">
              <a:extLst>
                <a:ext uri="{FF2B5EF4-FFF2-40B4-BE49-F238E27FC236}">
                  <a16:creationId xmlns:a16="http://schemas.microsoft.com/office/drawing/2014/main" id="{3485D4EF-01D3-DDA2-97F9-56C1877824CA}"/>
                </a:ext>
              </a:extLst>
            </p:cNvPr>
            <p:cNvSpPr>
              <a:spLocks noGrp="1" noRot="1" noChangeAspect="1" noMove="1" noResize="1" noEditPoints="1" noAdjustHandles="1" noChangeArrowheads="1" noChangeShapeType="1"/>
            </p:cNvSpPr>
            <p:nvPr userDrawn="1"/>
          </p:nvSpPr>
          <p:spPr>
            <a:xfrm>
              <a:off x="1078705" y="4560093"/>
              <a:ext cx="234000" cy="23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86" name="Graphic 185">
              <a:extLst>
                <a:ext uri="{FF2B5EF4-FFF2-40B4-BE49-F238E27FC236}">
                  <a16:creationId xmlns:a16="http://schemas.microsoft.com/office/drawing/2014/main" id="{5713CC6B-A93F-F3A6-3A66-C1800E6B2405}"/>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114705" y="4596093"/>
              <a:ext cx="162000" cy="162000"/>
            </a:xfrm>
            <a:prstGeom prst="rect">
              <a:avLst/>
            </a:prstGeom>
          </p:spPr>
        </p:pic>
      </p:gr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6" name="Text Placeholder 4">
            <a:extLst>
              <a:ext uri="{FF2B5EF4-FFF2-40B4-BE49-F238E27FC236}">
                <a16:creationId xmlns:a16="http://schemas.microsoft.com/office/drawing/2014/main" id="{F3144D96-F059-AD02-7B58-536F8A7412AA}"/>
              </a:ext>
            </a:extLst>
          </p:cNvPr>
          <p:cNvSpPr>
            <a:spLocks noGrp="1"/>
          </p:cNvSpPr>
          <p:nvPr userDrawn="1">
            <p:ph type="body" sz="quarter" idx="64" hasCustomPrompt="1"/>
          </p:nvPr>
        </p:nvSpPr>
        <p:spPr>
          <a:xfrm>
            <a:off x="3184738" y="1744923"/>
            <a:ext cx="5822524" cy="207749"/>
          </a:xfrm>
          <a:prstGeom prst="rect">
            <a:avLst/>
          </a:prstGeom>
        </p:spPr>
        <p:txBody>
          <a:bodyPr wrap="square" tIns="0" bIns="0" anchor="b" anchorCtr="0">
            <a:spAutoFit/>
          </a:bodyPr>
          <a:lstStyle>
            <a:lvl1pPr marL="0" indent="0" algn="ctr">
              <a:buNone/>
              <a:defRPr sz="15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TEAM NAME</a:t>
            </a:r>
            <a:endParaRPr lang="en-ZA" dirty="0"/>
          </a:p>
        </p:txBody>
      </p:sp>
      <p:cxnSp>
        <p:nvCxnSpPr>
          <p:cNvPr id="7" name="Straight Connector 6">
            <a:extLst>
              <a:ext uri="{FF2B5EF4-FFF2-40B4-BE49-F238E27FC236}">
                <a16:creationId xmlns:a16="http://schemas.microsoft.com/office/drawing/2014/main" id="{F9F09E14-1F88-AA89-CA45-066B2521199F}"/>
              </a:ext>
            </a:extLst>
          </p:cNvPr>
          <p:cNvCxnSpPr>
            <a:cxnSpLocks noGrp="1" noRot="1" noMove="1" noResize="1" noEditPoints="1" noAdjustHandles="1" noChangeArrowheads="1" noChangeShapeType="1"/>
          </p:cNvCxnSpPr>
          <p:nvPr userDrawn="1"/>
        </p:nvCxnSpPr>
        <p:spPr>
          <a:xfrm>
            <a:off x="588166" y="2129154"/>
            <a:ext cx="11051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F9002C24-EE67-9DA8-F2BF-EB97407CAE3A}"/>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6018427" y="2048154"/>
            <a:ext cx="162000" cy="162000"/>
          </a:xfrm>
          <a:prstGeom prst="rect">
            <a:avLst/>
          </a:prstGeom>
        </p:spPr>
      </p:pic>
      <p:sp>
        <p:nvSpPr>
          <p:cNvPr id="94" name="Picture Placeholder 104">
            <a:extLst>
              <a:ext uri="{FF2B5EF4-FFF2-40B4-BE49-F238E27FC236}">
                <a16:creationId xmlns:a16="http://schemas.microsoft.com/office/drawing/2014/main" id="{E88F1D07-75CB-E204-901D-F4AF31F3C03D}"/>
              </a:ext>
            </a:extLst>
          </p:cNvPr>
          <p:cNvSpPr>
            <a:spLocks noGrp="1" noChangeAspect="1"/>
          </p:cNvSpPr>
          <p:nvPr userDrawn="1">
            <p:ph type="pic" sz="quarter" idx="100" hasCustomPrompt="1"/>
          </p:nvPr>
        </p:nvSpPr>
        <p:spPr>
          <a:xfrm>
            <a:off x="808011"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95" name="Text Placeholder 4">
            <a:extLst>
              <a:ext uri="{FF2B5EF4-FFF2-40B4-BE49-F238E27FC236}">
                <a16:creationId xmlns:a16="http://schemas.microsoft.com/office/drawing/2014/main" id="{F0A182D6-DED4-45DD-2660-976798B6CAAF}"/>
              </a:ext>
            </a:extLst>
          </p:cNvPr>
          <p:cNvSpPr>
            <a:spLocks noGrp="1"/>
          </p:cNvSpPr>
          <p:nvPr userDrawn="1">
            <p:ph type="body" sz="quarter" idx="86" hasCustomPrompt="1"/>
          </p:nvPr>
        </p:nvSpPr>
        <p:spPr>
          <a:xfrm>
            <a:off x="651957" y="3441384"/>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96" name="Text Placeholder 4">
            <a:extLst>
              <a:ext uri="{FF2B5EF4-FFF2-40B4-BE49-F238E27FC236}">
                <a16:creationId xmlns:a16="http://schemas.microsoft.com/office/drawing/2014/main" id="{95FCC71F-73CC-5DBE-E0D1-26743EDE1473}"/>
              </a:ext>
            </a:extLst>
          </p:cNvPr>
          <p:cNvSpPr>
            <a:spLocks noGrp="1"/>
          </p:cNvSpPr>
          <p:nvPr userDrawn="1">
            <p:ph type="body" sz="quarter" idx="101" hasCustomPrompt="1"/>
          </p:nvPr>
        </p:nvSpPr>
        <p:spPr>
          <a:xfrm>
            <a:off x="2268979" y="3442678"/>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97" name="Text Placeholder 4">
            <a:extLst>
              <a:ext uri="{FF2B5EF4-FFF2-40B4-BE49-F238E27FC236}">
                <a16:creationId xmlns:a16="http://schemas.microsoft.com/office/drawing/2014/main" id="{4452C270-CED2-A67B-B6FB-9AF44E673E5B}"/>
              </a:ext>
            </a:extLst>
          </p:cNvPr>
          <p:cNvSpPr>
            <a:spLocks noGrp="1"/>
          </p:cNvSpPr>
          <p:nvPr userDrawn="1">
            <p:ph type="body" sz="quarter" idx="102" hasCustomPrompt="1"/>
          </p:nvPr>
        </p:nvSpPr>
        <p:spPr>
          <a:xfrm>
            <a:off x="3883991" y="3447940"/>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98" name="Text Placeholder 4">
            <a:extLst>
              <a:ext uri="{FF2B5EF4-FFF2-40B4-BE49-F238E27FC236}">
                <a16:creationId xmlns:a16="http://schemas.microsoft.com/office/drawing/2014/main" id="{48A062B7-ABB2-3BFD-4C70-A486888EBA57}"/>
              </a:ext>
            </a:extLst>
          </p:cNvPr>
          <p:cNvSpPr>
            <a:spLocks noGrp="1"/>
          </p:cNvSpPr>
          <p:nvPr userDrawn="1">
            <p:ph type="body" sz="quarter" idx="103" hasCustomPrompt="1"/>
          </p:nvPr>
        </p:nvSpPr>
        <p:spPr>
          <a:xfrm>
            <a:off x="5498141" y="3450108"/>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99" name="Text Placeholder 4">
            <a:extLst>
              <a:ext uri="{FF2B5EF4-FFF2-40B4-BE49-F238E27FC236}">
                <a16:creationId xmlns:a16="http://schemas.microsoft.com/office/drawing/2014/main" id="{E6038E09-5F64-D250-E356-DD76F1C70052}"/>
              </a:ext>
            </a:extLst>
          </p:cNvPr>
          <p:cNvSpPr>
            <a:spLocks noGrp="1"/>
          </p:cNvSpPr>
          <p:nvPr userDrawn="1">
            <p:ph type="body" sz="quarter" idx="104" hasCustomPrompt="1"/>
          </p:nvPr>
        </p:nvSpPr>
        <p:spPr>
          <a:xfrm>
            <a:off x="7112299" y="3452791"/>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a:t>
            </a:r>
            <a:br>
              <a:rPr lang="en-US" dirty="0"/>
            </a:br>
            <a:r>
              <a:rPr lang="en-US" dirty="0"/>
              <a:t>SURNAME</a:t>
            </a:r>
            <a:endParaRPr lang="en-ZA" dirty="0"/>
          </a:p>
        </p:txBody>
      </p:sp>
      <p:sp>
        <p:nvSpPr>
          <p:cNvPr id="100" name="Text Placeholder 4">
            <a:extLst>
              <a:ext uri="{FF2B5EF4-FFF2-40B4-BE49-F238E27FC236}">
                <a16:creationId xmlns:a16="http://schemas.microsoft.com/office/drawing/2014/main" id="{AD14F76B-DEB4-F72B-9103-DC78106DCB7E}"/>
              </a:ext>
            </a:extLst>
          </p:cNvPr>
          <p:cNvSpPr>
            <a:spLocks noGrp="1"/>
          </p:cNvSpPr>
          <p:nvPr userDrawn="1">
            <p:ph type="body" sz="quarter" idx="105" hasCustomPrompt="1"/>
          </p:nvPr>
        </p:nvSpPr>
        <p:spPr>
          <a:xfrm>
            <a:off x="8725582" y="3447940"/>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04" name="Picture Placeholder 104">
            <a:extLst>
              <a:ext uri="{FF2B5EF4-FFF2-40B4-BE49-F238E27FC236}">
                <a16:creationId xmlns:a16="http://schemas.microsoft.com/office/drawing/2014/main" id="{2109A798-7B28-CD07-847A-0734C391DB7A}"/>
              </a:ext>
            </a:extLst>
          </p:cNvPr>
          <p:cNvSpPr>
            <a:spLocks noGrp="1" noChangeAspect="1"/>
          </p:cNvSpPr>
          <p:nvPr userDrawn="1">
            <p:ph type="pic" sz="quarter" idx="106" hasCustomPrompt="1"/>
          </p:nvPr>
        </p:nvSpPr>
        <p:spPr>
          <a:xfrm>
            <a:off x="2425033"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5" name="Picture Placeholder 104">
            <a:extLst>
              <a:ext uri="{FF2B5EF4-FFF2-40B4-BE49-F238E27FC236}">
                <a16:creationId xmlns:a16="http://schemas.microsoft.com/office/drawing/2014/main" id="{07867034-532F-8D2F-D253-0E89AFE1FF33}"/>
              </a:ext>
            </a:extLst>
          </p:cNvPr>
          <p:cNvSpPr>
            <a:spLocks noGrp="1" noChangeAspect="1"/>
          </p:cNvSpPr>
          <p:nvPr userDrawn="1">
            <p:ph type="pic" sz="quarter" idx="107" hasCustomPrompt="1"/>
          </p:nvPr>
        </p:nvSpPr>
        <p:spPr>
          <a:xfrm>
            <a:off x="4040045"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6" name="Picture Placeholder 104">
            <a:extLst>
              <a:ext uri="{FF2B5EF4-FFF2-40B4-BE49-F238E27FC236}">
                <a16:creationId xmlns:a16="http://schemas.microsoft.com/office/drawing/2014/main" id="{9BE23683-8B0E-32DA-49E8-07ABD5153DCE}"/>
              </a:ext>
            </a:extLst>
          </p:cNvPr>
          <p:cNvSpPr>
            <a:spLocks noGrp="1" noChangeAspect="1"/>
          </p:cNvSpPr>
          <p:nvPr userDrawn="1">
            <p:ph type="pic" sz="quarter" idx="108" hasCustomPrompt="1"/>
          </p:nvPr>
        </p:nvSpPr>
        <p:spPr>
          <a:xfrm>
            <a:off x="5654195"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7" name="Picture Placeholder 104">
            <a:extLst>
              <a:ext uri="{FF2B5EF4-FFF2-40B4-BE49-F238E27FC236}">
                <a16:creationId xmlns:a16="http://schemas.microsoft.com/office/drawing/2014/main" id="{C7E2431C-51EA-532D-EE1C-32820B2A180A}"/>
              </a:ext>
            </a:extLst>
          </p:cNvPr>
          <p:cNvSpPr>
            <a:spLocks noGrp="1" noChangeAspect="1"/>
          </p:cNvSpPr>
          <p:nvPr userDrawn="1">
            <p:ph type="pic" sz="quarter" idx="109" hasCustomPrompt="1"/>
          </p:nvPr>
        </p:nvSpPr>
        <p:spPr>
          <a:xfrm>
            <a:off x="7268353"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08" name="Picture Placeholder 104">
            <a:extLst>
              <a:ext uri="{FF2B5EF4-FFF2-40B4-BE49-F238E27FC236}">
                <a16:creationId xmlns:a16="http://schemas.microsoft.com/office/drawing/2014/main" id="{A8C2C27C-833C-BB68-F327-04BC7D2806CE}"/>
              </a:ext>
            </a:extLst>
          </p:cNvPr>
          <p:cNvSpPr>
            <a:spLocks noGrp="1" noChangeAspect="1"/>
          </p:cNvSpPr>
          <p:nvPr userDrawn="1">
            <p:ph type="pic" sz="quarter" idx="110" hasCustomPrompt="1"/>
          </p:nvPr>
        </p:nvSpPr>
        <p:spPr>
          <a:xfrm>
            <a:off x="8881636" y="2391150"/>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1" name="Text Placeholder 4">
            <a:extLst>
              <a:ext uri="{FF2B5EF4-FFF2-40B4-BE49-F238E27FC236}">
                <a16:creationId xmlns:a16="http://schemas.microsoft.com/office/drawing/2014/main" id="{5A8ADF20-E948-89B5-30E8-39ECCDEF4C7C}"/>
              </a:ext>
            </a:extLst>
          </p:cNvPr>
          <p:cNvSpPr>
            <a:spLocks noGrp="1"/>
          </p:cNvSpPr>
          <p:nvPr userDrawn="1">
            <p:ph type="body" sz="quarter" idx="112" hasCustomPrompt="1"/>
          </p:nvPr>
        </p:nvSpPr>
        <p:spPr>
          <a:xfrm>
            <a:off x="10342603" y="3454496"/>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4"/>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22" name="Picture Placeholder 104">
            <a:extLst>
              <a:ext uri="{FF2B5EF4-FFF2-40B4-BE49-F238E27FC236}">
                <a16:creationId xmlns:a16="http://schemas.microsoft.com/office/drawing/2014/main" id="{ACAB51EE-F633-8080-FB32-45B9D4606A5B}"/>
              </a:ext>
            </a:extLst>
          </p:cNvPr>
          <p:cNvSpPr>
            <a:spLocks noGrp="1" noChangeAspect="1"/>
          </p:cNvSpPr>
          <p:nvPr userDrawn="1">
            <p:ph type="pic" sz="quarter" idx="113" hasCustomPrompt="1"/>
          </p:nvPr>
        </p:nvSpPr>
        <p:spPr>
          <a:xfrm>
            <a:off x="10498657" y="2397706"/>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25" name="Text Placeholder 4">
            <a:extLst>
              <a:ext uri="{FF2B5EF4-FFF2-40B4-BE49-F238E27FC236}">
                <a16:creationId xmlns:a16="http://schemas.microsoft.com/office/drawing/2014/main" id="{D59AFB27-B8D1-F85B-F301-28AB6395DB38}"/>
              </a:ext>
            </a:extLst>
          </p:cNvPr>
          <p:cNvSpPr>
            <a:spLocks noGrp="1"/>
          </p:cNvSpPr>
          <p:nvPr userDrawn="1">
            <p:ph type="body" sz="quarter" idx="114" hasCustomPrompt="1"/>
          </p:nvPr>
        </p:nvSpPr>
        <p:spPr>
          <a:xfrm>
            <a:off x="651957" y="3742771"/>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26" name="Text Placeholder 4">
            <a:extLst>
              <a:ext uri="{FF2B5EF4-FFF2-40B4-BE49-F238E27FC236}">
                <a16:creationId xmlns:a16="http://schemas.microsoft.com/office/drawing/2014/main" id="{93C2D64F-657B-539E-4A1D-EFC2C3E51232}"/>
              </a:ext>
            </a:extLst>
          </p:cNvPr>
          <p:cNvSpPr>
            <a:spLocks noGrp="1"/>
          </p:cNvSpPr>
          <p:nvPr userDrawn="1">
            <p:ph type="body" sz="quarter" idx="115" hasCustomPrompt="1"/>
          </p:nvPr>
        </p:nvSpPr>
        <p:spPr>
          <a:xfrm>
            <a:off x="2268979" y="3744065"/>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28" name="Text Placeholder 4">
            <a:extLst>
              <a:ext uri="{FF2B5EF4-FFF2-40B4-BE49-F238E27FC236}">
                <a16:creationId xmlns:a16="http://schemas.microsoft.com/office/drawing/2014/main" id="{8DA3FA92-4CE5-4D97-3482-8E6DB8679407}"/>
              </a:ext>
            </a:extLst>
          </p:cNvPr>
          <p:cNvSpPr>
            <a:spLocks noGrp="1"/>
          </p:cNvSpPr>
          <p:nvPr userDrawn="1">
            <p:ph type="body" sz="quarter" idx="116" hasCustomPrompt="1"/>
          </p:nvPr>
        </p:nvSpPr>
        <p:spPr>
          <a:xfrm>
            <a:off x="3883991" y="3749327"/>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30" name="Text Placeholder 4">
            <a:extLst>
              <a:ext uri="{FF2B5EF4-FFF2-40B4-BE49-F238E27FC236}">
                <a16:creationId xmlns:a16="http://schemas.microsoft.com/office/drawing/2014/main" id="{2B3E0026-4422-9F2F-04D4-FC7CD50CC140}"/>
              </a:ext>
            </a:extLst>
          </p:cNvPr>
          <p:cNvSpPr>
            <a:spLocks noGrp="1"/>
          </p:cNvSpPr>
          <p:nvPr userDrawn="1">
            <p:ph type="body" sz="quarter" idx="117" hasCustomPrompt="1"/>
          </p:nvPr>
        </p:nvSpPr>
        <p:spPr>
          <a:xfrm>
            <a:off x="5498141" y="3751495"/>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31" name="Text Placeholder 4">
            <a:extLst>
              <a:ext uri="{FF2B5EF4-FFF2-40B4-BE49-F238E27FC236}">
                <a16:creationId xmlns:a16="http://schemas.microsoft.com/office/drawing/2014/main" id="{6E83C90C-A464-0CE1-F7ED-63F773680742}"/>
              </a:ext>
            </a:extLst>
          </p:cNvPr>
          <p:cNvSpPr>
            <a:spLocks noGrp="1"/>
          </p:cNvSpPr>
          <p:nvPr userDrawn="1">
            <p:ph type="body" sz="quarter" idx="118" hasCustomPrompt="1"/>
          </p:nvPr>
        </p:nvSpPr>
        <p:spPr>
          <a:xfrm>
            <a:off x="7112299" y="3754178"/>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33" name="Text Placeholder 4">
            <a:extLst>
              <a:ext uri="{FF2B5EF4-FFF2-40B4-BE49-F238E27FC236}">
                <a16:creationId xmlns:a16="http://schemas.microsoft.com/office/drawing/2014/main" id="{0DFE04A2-39E9-7C73-9870-3584A5482E56}"/>
              </a:ext>
            </a:extLst>
          </p:cNvPr>
          <p:cNvSpPr>
            <a:spLocks noGrp="1"/>
          </p:cNvSpPr>
          <p:nvPr userDrawn="1">
            <p:ph type="body" sz="quarter" idx="119" hasCustomPrompt="1"/>
          </p:nvPr>
        </p:nvSpPr>
        <p:spPr>
          <a:xfrm>
            <a:off x="8725582" y="3749327"/>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34" name="Text Placeholder 4">
            <a:extLst>
              <a:ext uri="{FF2B5EF4-FFF2-40B4-BE49-F238E27FC236}">
                <a16:creationId xmlns:a16="http://schemas.microsoft.com/office/drawing/2014/main" id="{FEDC50D1-0833-FC76-E398-D98F2D4C522D}"/>
              </a:ext>
            </a:extLst>
          </p:cNvPr>
          <p:cNvSpPr>
            <a:spLocks noGrp="1"/>
          </p:cNvSpPr>
          <p:nvPr userDrawn="1">
            <p:ph type="body" sz="quarter" idx="120" hasCustomPrompt="1"/>
          </p:nvPr>
        </p:nvSpPr>
        <p:spPr>
          <a:xfrm>
            <a:off x="10342603" y="3755883"/>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pic>
        <p:nvPicPr>
          <p:cNvPr id="35" name="Graphic 34">
            <a:extLst>
              <a:ext uri="{FF2B5EF4-FFF2-40B4-BE49-F238E27FC236}">
                <a16:creationId xmlns:a16="http://schemas.microsoft.com/office/drawing/2014/main" id="{DCC34D23-0A72-BFD7-4067-AFFF737568F9}"/>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1172243" y="2048154"/>
            <a:ext cx="162000" cy="162000"/>
          </a:xfrm>
          <a:prstGeom prst="rect">
            <a:avLst/>
          </a:prstGeom>
        </p:spPr>
      </p:pic>
      <p:pic>
        <p:nvPicPr>
          <p:cNvPr id="36" name="Graphic 35">
            <a:extLst>
              <a:ext uri="{FF2B5EF4-FFF2-40B4-BE49-F238E27FC236}">
                <a16:creationId xmlns:a16="http://schemas.microsoft.com/office/drawing/2014/main" id="{7004F176-BE4D-7569-82DE-B55AD1B8E830}"/>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2789265" y="2048154"/>
            <a:ext cx="162000" cy="162000"/>
          </a:xfrm>
          <a:prstGeom prst="rect">
            <a:avLst/>
          </a:prstGeom>
        </p:spPr>
      </p:pic>
      <p:pic>
        <p:nvPicPr>
          <p:cNvPr id="37" name="Graphic 36">
            <a:extLst>
              <a:ext uri="{FF2B5EF4-FFF2-40B4-BE49-F238E27FC236}">
                <a16:creationId xmlns:a16="http://schemas.microsoft.com/office/drawing/2014/main" id="{F43AC56F-8DC6-F51F-B6AE-846248695000}"/>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404277" y="2048154"/>
            <a:ext cx="162000" cy="162000"/>
          </a:xfrm>
          <a:prstGeom prst="rect">
            <a:avLst/>
          </a:prstGeom>
        </p:spPr>
      </p:pic>
      <p:pic>
        <p:nvPicPr>
          <p:cNvPr id="38" name="Graphic 37">
            <a:extLst>
              <a:ext uri="{FF2B5EF4-FFF2-40B4-BE49-F238E27FC236}">
                <a16:creationId xmlns:a16="http://schemas.microsoft.com/office/drawing/2014/main" id="{25CEB0C4-8641-519F-CE45-5325BD61B120}"/>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7632585" y="2048154"/>
            <a:ext cx="162000" cy="162000"/>
          </a:xfrm>
          <a:prstGeom prst="rect">
            <a:avLst/>
          </a:prstGeom>
        </p:spPr>
      </p:pic>
      <p:pic>
        <p:nvPicPr>
          <p:cNvPr id="39" name="Graphic 38">
            <a:extLst>
              <a:ext uri="{FF2B5EF4-FFF2-40B4-BE49-F238E27FC236}">
                <a16:creationId xmlns:a16="http://schemas.microsoft.com/office/drawing/2014/main" id="{2F2DB89F-00B6-B4E7-9F5D-35F6F48DC905}"/>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9245868" y="2048154"/>
            <a:ext cx="162000" cy="162000"/>
          </a:xfrm>
          <a:prstGeom prst="rect">
            <a:avLst/>
          </a:prstGeom>
        </p:spPr>
      </p:pic>
      <p:pic>
        <p:nvPicPr>
          <p:cNvPr id="40" name="Graphic 39">
            <a:extLst>
              <a:ext uri="{FF2B5EF4-FFF2-40B4-BE49-F238E27FC236}">
                <a16:creationId xmlns:a16="http://schemas.microsoft.com/office/drawing/2014/main" id="{ECC174F2-2753-6CE9-0B47-6C75F6C20E04}"/>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10862889" y="2048154"/>
            <a:ext cx="162000" cy="162000"/>
          </a:xfrm>
          <a:prstGeom prst="rect">
            <a:avLst/>
          </a:prstGeom>
        </p:spPr>
      </p:pic>
      <p:sp>
        <p:nvSpPr>
          <p:cNvPr id="132" name="Text Placeholder 4">
            <a:extLst>
              <a:ext uri="{FF2B5EF4-FFF2-40B4-BE49-F238E27FC236}">
                <a16:creationId xmlns:a16="http://schemas.microsoft.com/office/drawing/2014/main" id="{9A60ABEE-6E8C-BFF4-9462-33018CBDA9A8}"/>
              </a:ext>
            </a:extLst>
          </p:cNvPr>
          <p:cNvSpPr>
            <a:spLocks noGrp="1"/>
          </p:cNvSpPr>
          <p:nvPr userDrawn="1">
            <p:ph type="body" sz="quarter" idx="121" hasCustomPrompt="1"/>
          </p:nvPr>
        </p:nvSpPr>
        <p:spPr>
          <a:xfrm>
            <a:off x="3118578" y="4261596"/>
            <a:ext cx="5822524" cy="207749"/>
          </a:xfrm>
          <a:prstGeom prst="rect">
            <a:avLst/>
          </a:prstGeom>
        </p:spPr>
        <p:txBody>
          <a:bodyPr wrap="square" tIns="0" bIns="0" anchor="b" anchorCtr="0">
            <a:spAutoFit/>
          </a:bodyPr>
          <a:lstStyle>
            <a:lvl1pPr marL="0" indent="0" algn="ctr">
              <a:buNone/>
              <a:defRPr sz="1500" b="1" spc="40" baseline="0">
                <a:solidFill>
                  <a:schemeClr val="accent1"/>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CLICK TO EDIT TEAM NAME</a:t>
            </a:r>
            <a:endParaRPr lang="en-ZA" dirty="0"/>
          </a:p>
        </p:txBody>
      </p:sp>
      <p:sp>
        <p:nvSpPr>
          <p:cNvPr id="135" name="Picture Placeholder 104">
            <a:extLst>
              <a:ext uri="{FF2B5EF4-FFF2-40B4-BE49-F238E27FC236}">
                <a16:creationId xmlns:a16="http://schemas.microsoft.com/office/drawing/2014/main" id="{4895C402-5B43-6C37-AB92-066D60BAD58D}"/>
              </a:ext>
            </a:extLst>
          </p:cNvPr>
          <p:cNvSpPr>
            <a:spLocks noGrp="1" noChangeAspect="1"/>
          </p:cNvSpPr>
          <p:nvPr userDrawn="1">
            <p:ph type="pic" sz="quarter" idx="122" hasCustomPrompt="1"/>
          </p:nvPr>
        </p:nvSpPr>
        <p:spPr>
          <a:xfrm>
            <a:off x="741851"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36" name="Text Placeholder 4">
            <a:extLst>
              <a:ext uri="{FF2B5EF4-FFF2-40B4-BE49-F238E27FC236}">
                <a16:creationId xmlns:a16="http://schemas.microsoft.com/office/drawing/2014/main" id="{4264F974-FBF6-D0C7-0865-728E92B99956}"/>
              </a:ext>
            </a:extLst>
          </p:cNvPr>
          <p:cNvSpPr>
            <a:spLocks noGrp="1"/>
          </p:cNvSpPr>
          <p:nvPr userDrawn="1">
            <p:ph type="body" sz="quarter" idx="123" hasCustomPrompt="1"/>
          </p:nvPr>
        </p:nvSpPr>
        <p:spPr>
          <a:xfrm>
            <a:off x="585797" y="5958057"/>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37" name="Text Placeholder 4">
            <a:extLst>
              <a:ext uri="{FF2B5EF4-FFF2-40B4-BE49-F238E27FC236}">
                <a16:creationId xmlns:a16="http://schemas.microsoft.com/office/drawing/2014/main" id="{B3013EE4-FE5F-E799-E80D-116AE1E2B48F}"/>
              </a:ext>
            </a:extLst>
          </p:cNvPr>
          <p:cNvSpPr>
            <a:spLocks noGrp="1"/>
          </p:cNvSpPr>
          <p:nvPr userDrawn="1">
            <p:ph type="body" sz="quarter" idx="124" hasCustomPrompt="1"/>
          </p:nvPr>
        </p:nvSpPr>
        <p:spPr>
          <a:xfrm>
            <a:off x="2202819" y="5959351"/>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38" name="Text Placeholder 4">
            <a:extLst>
              <a:ext uri="{FF2B5EF4-FFF2-40B4-BE49-F238E27FC236}">
                <a16:creationId xmlns:a16="http://schemas.microsoft.com/office/drawing/2014/main" id="{A3D5312A-9BFD-E091-F846-016D2754B257}"/>
              </a:ext>
            </a:extLst>
          </p:cNvPr>
          <p:cNvSpPr>
            <a:spLocks noGrp="1"/>
          </p:cNvSpPr>
          <p:nvPr userDrawn="1">
            <p:ph type="body" sz="quarter" idx="125" hasCustomPrompt="1"/>
          </p:nvPr>
        </p:nvSpPr>
        <p:spPr>
          <a:xfrm>
            <a:off x="3817831" y="5964613"/>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39" name="Text Placeholder 4">
            <a:extLst>
              <a:ext uri="{FF2B5EF4-FFF2-40B4-BE49-F238E27FC236}">
                <a16:creationId xmlns:a16="http://schemas.microsoft.com/office/drawing/2014/main" id="{D7997051-D371-67AE-EFE4-1E8084AC3A97}"/>
              </a:ext>
            </a:extLst>
          </p:cNvPr>
          <p:cNvSpPr>
            <a:spLocks noGrp="1"/>
          </p:cNvSpPr>
          <p:nvPr userDrawn="1">
            <p:ph type="body" sz="quarter" idx="126" hasCustomPrompt="1"/>
          </p:nvPr>
        </p:nvSpPr>
        <p:spPr>
          <a:xfrm>
            <a:off x="5431981" y="5966781"/>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40" name="Text Placeholder 4">
            <a:extLst>
              <a:ext uri="{FF2B5EF4-FFF2-40B4-BE49-F238E27FC236}">
                <a16:creationId xmlns:a16="http://schemas.microsoft.com/office/drawing/2014/main" id="{85D0DF10-A3A2-7024-5F1E-7117D1E456FE}"/>
              </a:ext>
            </a:extLst>
          </p:cNvPr>
          <p:cNvSpPr>
            <a:spLocks noGrp="1"/>
          </p:cNvSpPr>
          <p:nvPr userDrawn="1">
            <p:ph type="body" sz="quarter" idx="127" hasCustomPrompt="1"/>
          </p:nvPr>
        </p:nvSpPr>
        <p:spPr>
          <a:xfrm>
            <a:off x="7046139" y="5969464"/>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a:t>
            </a:r>
            <a:br>
              <a:rPr lang="en-US" dirty="0"/>
            </a:br>
            <a:r>
              <a:rPr lang="en-US" dirty="0"/>
              <a:t>SURNAME</a:t>
            </a:r>
            <a:endParaRPr lang="en-ZA" dirty="0"/>
          </a:p>
        </p:txBody>
      </p:sp>
      <p:sp>
        <p:nvSpPr>
          <p:cNvPr id="141" name="Text Placeholder 4">
            <a:extLst>
              <a:ext uri="{FF2B5EF4-FFF2-40B4-BE49-F238E27FC236}">
                <a16:creationId xmlns:a16="http://schemas.microsoft.com/office/drawing/2014/main" id="{1BDE7720-9133-8506-D0B7-30547184396E}"/>
              </a:ext>
            </a:extLst>
          </p:cNvPr>
          <p:cNvSpPr>
            <a:spLocks noGrp="1"/>
          </p:cNvSpPr>
          <p:nvPr userDrawn="1">
            <p:ph type="body" sz="quarter" idx="128" hasCustomPrompt="1"/>
          </p:nvPr>
        </p:nvSpPr>
        <p:spPr>
          <a:xfrm>
            <a:off x="8659422" y="5964613"/>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42" name="Picture Placeholder 104">
            <a:extLst>
              <a:ext uri="{FF2B5EF4-FFF2-40B4-BE49-F238E27FC236}">
                <a16:creationId xmlns:a16="http://schemas.microsoft.com/office/drawing/2014/main" id="{FE65407E-862F-C7C9-F5F2-5602F672FEB6}"/>
              </a:ext>
            </a:extLst>
          </p:cNvPr>
          <p:cNvSpPr>
            <a:spLocks noGrp="1" noChangeAspect="1"/>
          </p:cNvSpPr>
          <p:nvPr userDrawn="1">
            <p:ph type="pic" sz="quarter" idx="129" hasCustomPrompt="1"/>
          </p:nvPr>
        </p:nvSpPr>
        <p:spPr>
          <a:xfrm>
            <a:off x="2358873"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3" name="Picture Placeholder 104">
            <a:extLst>
              <a:ext uri="{FF2B5EF4-FFF2-40B4-BE49-F238E27FC236}">
                <a16:creationId xmlns:a16="http://schemas.microsoft.com/office/drawing/2014/main" id="{31236099-EF98-343F-8F0E-1D10CDD562D4}"/>
              </a:ext>
            </a:extLst>
          </p:cNvPr>
          <p:cNvSpPr>
            <a:spLocks noGrp="1" noChangeAspect="1"/>
          </p:cNvSpPr>
          <p:nvPr userDrawn="1">
            <p:ph type="pic" sz="quarter" idx="130" hasCustomPrompt="1"/>
          </p:nvPr>
        </p:nvSpPr>
        <p:spPr>
          <a:xfrm>
            <a:off x="3973885"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4" name="Picture Placeholder 104">
            <a:extLst>
              <a:ext uri="{FF2B5EF4-FFF2-40B4-BE49-F238E27FC236}">
                <a16:creationId xmlns:a16="http://schemas.microsoft.com/office/drawing/2014/main" id="{BC8DCC4F-4CEE-E88F-40BD-A6827C50428E}"/>
              </a:ext>
            </a:extLst>
          </p:cNvPr>
          <p:cNvSpPr>
            <a:spLocks noGrp="1" noChangeAspect="1"/>
          </p:cNvSpPr>
          <p:nvPr userDrawn="1">
            <p:ph type="pic" sz="quarter" idx="131" hasCustomPrompt="1"/>
          </p:nvPr>
        </p:nvSpPr>
        <p:spPr>
          <a:xfrm>
            <a:off x="5588035"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5" name="Picture Placeholder 104">
            <a:extLst>
              <a:ext uri="{FF2B5EF4-FFF2-40B4-BE49-F238E27FC236}">
                <a16:creationId xmlns:a16="http://schemas.microsoft.com/office/drawing/2014/main" id="{79ADAB64-2807-428D-ACA9-947A85488E03}"/>
              </a:ext>
            </a:extLst>
          </p:cNvPr>
          <p:cNvSpPr>
            <a:spLocks noGrp="1" noChangeAspect="1"/>
          </p:cNvSpPr>
          <p:nvPr userDrawn="1">
            <p:ph type="pic" sz="quarter" idx="132" hasCustomPrompt="1"/>
          </p:nvPr>
        </p:nvSpPr>
        <p:spPr>
          <a:xfrm>
            <a:off x="7202193"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6" name="Picture Placeholder 104">
            <a:extLst>
              <a:ext uri="{FF2B5EF4-FFF2-40B4-BE49-F238E27FC236}">
                <a16:creationId xmlns:a16="http://schemas.microsoft.com/office/drawing/2014/main" id="{A4316759-1611-CE73-16E4-22C51077FED5}"/>
              </a:ext>
            </a:extLst>
          </p:cNvPr>
          <p:cNvSpPr>
            <a:spLocks noGrp="1" noChangeAspect="1"/>
          </p:cNvSpPr>
          <p:nvPr userDrawn="1">
            <p:ph type="pic" sz="quarter" idx="133" hasCustomPrompt="1"/>
          </p:nvPr>
        </p:nvSpPr>
        <p:spPr>
          <a:xfrm>
            <a:off x="8815476" y="4907823"/>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7" name="Text Placeholder 4">
            <a:extLst>
              <a:ext uri="{FF2B5EF4-FFF2-40B4-BE49-F238E27FC236}">
                <a16:creationId xmlns:a16="http://schemas.microsoft.com/office/drawing/2014/main" id="{5978E7F8-A273-BD6F-3930-9F8BF7456816}"/>
              </a:ext>
            </a:extLst>
          </p:cNvPr>
          <p:cNvSpPr>
            <a:spLocks noGrp="1"/>
          </p:cNvSpPr>
          <p:nvPr userDrawn="1">
            <p:ph type="body" sz="quarter" idx="134" hasCustomPrompt="1"/>
          </p:nvPr>
        </p:nvSpPr>
        <p:spPr>
          <a:xfrm>
            <a:off x="10276443" y="5971169"/>
            <a:ext cx="1202573" cy="230832"/>
          </a:xfrm>
          <a:prstGeom prst="rect">
            <a:avLst/>
          </a:prstGeom>
        </p:spPr>
        <p:txBody>
          <a:bodyPr lIns="0" tIns="0" rIns="0" bIns="0" anchor="t" anchorCtr="0">
            <a:spAutoFit/>
          </a:bodyPr>
          <a:lstStyle>
            <a:lvl1pPr marL="0" indent="0" algn="ctr">
              <a:lnSpc>
                <a:spcPts val="900"/>
              </a:lnSpc>
              <a:spcBef>
                <a:spcPts val="300"/>
              </a:spcBef>
              <a:buNone/>
              <a:defRPr sz="800" b="1" spc="40" baseline="0">
                <a:solidFill>
                  <a:schemeClr val="accent2"/>
                </a:solidFill>
                <a:latin typeface="+mj-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NAME </a:t>
            </a:r>
            <a:br>
              <a:rPr lang="en-US" dirty="0"/>
            </a:br>
            <a:r>
              <a:rPr lang="en-US" dirty="0"/>
              <a:t>SURNAME</a:t>
            </a:r>
            <a:endParaRPr lang="en-ZA" dirty="0"/>
          </a:p>
        </p:txBody>
      </p:sp>
      <p:sp>
        <p:nvSpPr>
          <p:cNvPr id="148" name="Picture Placeholder 104">
            <a:extLst>
              <a:ext uri="{FF2B5EF4-FFF2-40B4-BE49-F238E27FC236}">
                <a16:creationId xmlns:a16="http://schemas.microsoft.com/office/drawing/2014/main" id="{424A3040-18CC-6296-DDC4-908A5655ED3B}"/>
              </a:ext>
            </a:extLst>
          </p:cNvPr>
          <p:cNvSpPr>
            <a:spLocks noGrp="1" noChangeAspect="1"/>
          </p:cNvSpPr>
          <p:nvPr userDrawn="1">
            <p:ph type="pic" sz="quarter" idx="135" hasCustomPrompt="1"/>
          </p:nvPr>
        </p:nvSpPr>
        <p:spPr>
          <a:xfrm>
            <a:off x="10432497" y="4914379"/>
            <a:ext cx="890464" cy="890464"/>
          </a:xfrm>
          <a:prstGeom prst="rect">
            <a:avLst/>
          </a:prstGeom>
          <a:pattFill prst="dkUpDiag">
            <a:fgClr>
              <a:schemeClr val="tx1">
                <a:lumMod val="20000"/>
                <a:lumOff val="80000"/>
              </a:schemeClr>
            </a:fgClr>
            <a:bgClr>
              <a:schemeClr val="bg1"/>
            </a:bgClr>
          </a:pattFill>
          <a:ln w="19050">
            <a:noFill/>
          </a:ln>
        </p:spPr>
        <p:txBody>
          <a:bodyPr tIns="36000"/>
          <a:lstStyle>
            <a:lvl1pPr marL="0" indent="0" algn="ctr">
              <a:buNone/>
              <a:defRPr sz="1000">
                <a:solidFill>
                  <a:schemeClr val="tx1"/>
                </a:solidFill>
              </a:defRPr>
            </a:lvl1pPr>
          </a:lstStyle>
          <a:p>
            <a:r>
              <a:rPr lang="en-ZA" dirty="0"/>
              <a:t>Photo</a:t>
            </a:r>
          </a:p>
        </p:txBody>
      </p:sp>
      <p:sp>
        <p:nvSpPr>
          <p:cNvPr id="149" name="Text Placeholder 4">
            <a:extLst>
              <a:ext uri="{FF2B5EF4-FFF2-40B4-BE49-F238E27FC236}">
                <a16:creationId xmlns:a16="http://schemas.microsoft.com/office/drawing/2014/main" id="{4792F40F-7ADF-C6A8-2EBD-4CD61C16521E}"/>
              </a:ext>
            </a:extLst>
          </p:cNvPr>
          <p:cNvSpPr>
            <a:spLocks noGrp="1"/>
          </p:cNvSpPr>
          <p:nvPr userDrawn="1">
            <p:ph type="body" sz="quarter" idx="136" hasCustomPrompt="1"/>
          </p:nvPr>
        </p:nvSpPr>
        <p:spPr>
          <a:xfrm>
            <a:off x="585797" y="6259444"/>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0" name="Text Placeholder 4">
            <a:extLst>
              <a:ext uri="{FF2B5EF4-FFF2-40B4-BE49-F238E27FC236}">
                <a16:creationId xmlns:a16="http://schemas.microsoft.com/office/drawing/2014/main" id="{B21475E8-ABAE-30D9-D31C-F99238D5F17C}"/>
              </a:ext>
            </a:extLst>
          </p:cNvPr>
          <p:cNvSpPr>
            <a:spLocks noGrp="1"/>
          </p:cNvSpPr>
          <p:nvPr userDrawn="1">
            <p:ph type="body" sz="quarter" idx="137" hasCustomPrompt="1"/>
          </p:nvPr>
        </p:nvSpPr>
        <p:spPr>
          <a:xfrm>
            <a:off x="2202819" y="6260738"/>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1" name="Text Placeholder 4">
            <a:extLst>
              <a:ext uri="{FF2B5EF4-FFF2-40B4-BE49-F238E27FC236}">
                <a16:creationId xmlns:a16="http://schemas.microsoft.com/office/drawing/2014/main" id="{F455EB1E-81D6-48CF-A63C-9EA90E9F0EBD}"/>
              </a:ext>
            </a:extLst>
          </p:cNvPr>
          <p:cNvSpPr>
            <a:spLocks noGrp="1"/>
          </p:cNvSpPr>
          <p:nvPr userDrawn="1">
            <p:ph type="body" sz="quarter" idx="138" hasCustomPrompt="1"/>
          </p:nvPr>
        </p:nvSpPr>
        <p:spPr>
          <a:xfrm>
            <a:off x="3817831" y="6266000"/>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2" name="Text Placeholder 4">
            <a:extLst>
              <a:ext uri="{FF2B5EF4-FFF2-40B4-BE49-F238E27FC236}">
                <a16:creationId xmlns:a16="http://schemas.microsoft.com/office/drawing/2014/main" id="{EDCD2F5B-5929-122C-D496-1EF0132E5973}"/>
              </a:ext>
            </a:extLst>
          </p:cNvPr>
          <p:cNvSpPr>
            <a:spLocks noGrp="1"/>
          </p:cNvSpPr>
          <p:nvPr userDrawn="1">
            <p:ph type="body" sz="quarter" idx="139" hasCustomPrompt="1"/>
          </p:nvPr>
        </p:nvSpPr>
        <p:spPr>
          <a:xfrm>
            <a:off x="5431981" y="6268168"/>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3" name="Text Placeholder 4">
            <a:extLst>
              <a:ext uri="{FF2B5EF4-FFF2-40B4-BE49-F238E27FC236}">
                <a16:creationId xmlns:a16="http://schemas.microsoft.com/office/drawing/2014/main" id="{0D1E0DAF-3763-55FB-46EC-774520DFEAEB}"/>
              </a:ext>
            </a:extLst>
          </p:cNvPr>
          <p:cNvSpPr>
            <a:spLocks noGrp="1"/>
          </p:cNvSpPr>
          <p:nvPr userDrawn="1">
            <p:ph type="body" sz="quarter" idx="140" hasCustomPrompt="1"/>
          </p:nvPr>
        </p:nvSpPr>
        <p:spPr>
          <a:xfrm>
            <a:off x="7046139" y="6270851"/>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4" name="Text Placeholder 4">
            <a:extLst>
              <a:ext uri="{FF2B5EF4-FFF2-40B4-BE49-F238E27FC236}">
                <a16:creationId xmlns:a16="http://schemas.microsoft.com/office/drawing/2014/main" id="{DB8544CC-6052-1ABF-2419-14EC8647CD04}"/>
              </a:ext>
            </a:extLst>
          </p:cNvPr>
          <p:cNvSpPr>
            <a:spLocks noGrp="1"/>
          </p:cNvSpPr>
          <p:nvPr userDrawn="1">
            <p:ph type="body" sz="quarter" idx="141" hasCustomPrompt="1"/>
          </p:nvPr>
        </p:nvSpPr>
        <p:spPr>
          <a:xfrm>
            <a:off x="8659422" y="6266000"/>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
        <p:nvSpPr>
          <p:cNvPr id="155" name="Text Placeholder 4">
            <a:extLst>
              <a:ext uri="{FF2B5EF4-FFF2-40B4-BE49-F238E27FC236}">
                <a16:creationId xmlns:a16="http://schemas.microsoft.com/office/drawing/2014/main" id="{5D5181FD-C8EA-FD91-DA14-C2681307922C}"/>
              </a:ext>
            </a:extLst>
          </p:cNvPr>
          <p:cNvSpPr>
            <a:spLocks noGrp="1"/>
          </p:cNvSpPr>
          <p:nvPr userDrawn="1">
            <p:ph type="body" sz="quarter" idx="142" hasCustomPrompt="1"/>
          </p:nvPr>
        </p:nvSpPr>
        <p:spPr>
          <a:xfrm>
            <a:off x="10276443" y="6272556"/>
            <a:ext cx="1202573" cy="107402"/>
          </a:xfrm>
          <a:prstGeom prst="rect">
            <a:avLst/>
          </a:prstGeom>
        </p:spPr>
        <p:txBody>
          <a:bodyPr lIns="0" tIns="0" rIns="0" bIns="0" anchor="t" anchorCtr="0">
            <a:spAutoFit/>
          </a:bodyPr>
          <a:lstStyle>
            <a:lvl1pPr marL="0" indent="0" algn="ctr">
              <a:lnSpc>
                <a:spcPts val="800"/>
              </a:lnSpc>
              <a:spcBef>
                <a:spcPts val="300"/>
              </a:spcBef>
              <a:buNone/>
              <a:defRPr sz="900" b="0" spc="40" baseline="0">
                <a:solidFill>
                  <a:schemeClr val="tx1">
                    <a:lumMod val="75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 Designation</a:t>
            </a:r>
            <a:endParaRPr lang="en-ZA" dirty="0"/>
          </a:p>
        </p:txBody>
      </p:sp>
    </p:spTree>
    <p:extLst>
      <p:ext uri="{BB962C8B-B14F-4D97-AF65-F5344CB8AC3E}">
        <p14:creationId xmlns:p14="http://schemas.microsoft.com/office/powerpoint/2010/main" val="375243901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P07 | 14_BESPOKE: ONE HEAD + Org Chart">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id="{AAA8308A-A290-8DCD-375E-8D5ECB804064}"/>
              </a:ext>
            </a:extLst>
          </p:cNvPr>
          <p:cNvSpPr>
            <a:spLocks noGrp="1" noRot="1" noMove="1" noResize="1" noEditPoints="1" noAdjustHandles="1" noChangeArrowheads="1" noChangeShapeType="1"/>
          </p:cNvSpPr>
          <p:nvPr userDrawn="1"/>
        </p:nvSpPr>
        <p:spPr>
          <a:xfrm>
            <a:off x="7035463" y="3053363"/>
            <a:ext cx="1898992" cy="474258"/>
          </a:xfrm>
          <a:prstGeom prst="rect">
            <a:avLst/>
          </a:prstGeom>
          <a:solidFill>
            <a:schemeClr val="accent4"/>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1" name="Rectangle 100">
            <a:extLst>
              <a:ext uri="{FF2B5EF4-FFF2-40B4-BE49-F238E27FC236}">
                <a16:creationId xmlns:a16="http://schemas.microsoft.com/office/drawing/2014/main" id="{A52313CA-AC84-26E5-B848-CC69564987B5}"/>
              </a:ext>
            </a:extLst>
          </p:cNvPr>
          <p:cNvSpPr>
            <a:spLocks noGrp="1" noRot="1" noMove="1" noResize="1" noEditPoints="1" noAdjustHandles="1" noChangeArrowheads="1" noChangeShapeType="1"/>
          </p:cNvSpPr>
          <p:nvPr userDrawn="1"/>
        </p:nvSpPr>
        <p:spPr>
          <a:xfrm>
            <a:off x="7035463" y="2484273"/>
            <a:ext cx="1898992" cy="474258"/>
          </a:xfrm>
          <a:prstGeom prst="rect">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5" name="Rectangle 104">
            <a:extLst>
              <a:ext uri="{FF2B5EF4-FFF2-40B4-BE49-F238E27FC236}">
                <a16:creationId xmlns:a16="http://schemas.microsoft.com/office/drawing/2014/main" id="{F384D200-A917-37E7-54B6-7D5229ECE5DF}"/>
              </a:ext>
            </a:extLst>
          </p:cNvPr>
          <p:cNvSpPr>
            <a:spLocks noGrp="1" noRot="1" noMove="1" noResize="1" noEditPoints="1" noAdjustHandles="1" noChangeArrowheads="1" noChangeShapeType="1"/>
          </p:cNvSpPr>
          <p:nvPr userDrawn="1"/>
        </p:nvSpPr>
        <p:spPr>
          <a:xfrm>
            <a:off x="9027367" y="2484273"/>
            <a:ext cx="1898992" cy="474258"/>
          </a:xfrm>
          <a:prstGeom prst="rect">
            <a:avLst/>
          </a:prstGeom>
          <a:solidFill>
            <a:schemeClr val="accent4"/>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8" name="Rectangle 107">
            <a:extLst>
              <a:ext uri="{FF2B5EF4-FFF2-40B4-BE49-F238E27FC236}">
                <a16:creationId xmlns:a16="http://schemas.microsoft.com/office/drawing/2014/main" id="{5F880570-E6E0-BDF8-AAF0-D3ECDEB71A00}"/>
              </a:ext>
            </a:extLst>
          </p:cNvPr>
          <p:cNvSpPr>
            <a:spLocks noGrp="1" noRot="1" noMove="1" noResize="1" noEditPoints="1" noAdjustHandles="1" noChangeArrowheads="1" noChangeShapeType="1"/>
          </p:cNvSpPr>
          <p:nvPr userDrawn="1"/>
        </p:nvSpPr>
        <p:spPr>
          <a:xfrm>
            <a:off x="9027367" y="3053363"/>
            <a:ext cx="1898992" cy="474258"/>
          </a:xfrm>
          <a:prstGeom prst="rect">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7" name="Group 36">
            <a:extLst>
              <a:ext uri="{FF2B5EF4-FFF2-40B4-BE49-F238E27FC236}">
                <a16:creationId xmlns:a16="http://schemas.microsoft.com/office/drawing/2014/main" id="{D3767F2D-8319-A616-3E9F-4E170A57A45A}"/>
              </a:ext>
            </a:extLst>
          </p:cNvPr>
          <p:cNvGrpSpPr>
            <a:grpSpLocks noGrp="1" noUngrp="1" noRot="1" noMove="1" noResize="1"/>
          </p:cNvGrpSpPr>
          <p:nvPr userDrawn="1"/>
        </p:nvGrpSpPr>
        <p:grpSpPr>
          <a:xfrm>
            <a:off x="8040350" y="4904842"/>
            <a:ext cx="2232000" cy="708076"/>
            <a:chOff x="1864470" y="5504172"/>
            <a:chExt cx="2232000" cy="813449"/>
          </a:xfrm>
        </p:grpSpPr>
        <p:sp>
          <p:nvSpPr>
            <p:cNvPr id="38" name="Rectangle 37">
              <a:extLst>
                <a:ext uri="{FF2B5EF4-FFF2-40B4-BE49-F238E27FC236}">
                  <a16:creationId xmlns:a16="http://schemas.microsoft.com/office/drawing/2014/main" id="{E532B98C-88D4-A51A-AC4D-AB4EAC24BBD3}"/>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9" name="Straight Connector 38">
              <a:extLst>
                <a:ext uri="{FF2B5EF4-FFF2-40B4-BE49-F238E27FC236}">
                  <a16:creationId xmlns:a16="http://schemas.microsoft.com/office/drawing/2014/main" id="{6742B7B3-2776-C1ED-5D5D-D64935A9B416}"/>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C14FFEE2-B036-007D-C564-2187F1153ABF}"/>
              </a:ext>
            </a:extLst>
          </p:cNvPr>
          <p:cNvGrpSpPr>
            <a:grpSpLocks noGrp="1" noUngrp="1" noRot="1" noMove="1" noResize="1"/>
          </p:cNvGrpSpPr>
          <p:nvPr userDrawn="1"/>
        </p:nvGrpSpPr>
        <p:grpSpPr>
          <a:xfrm>
            <a:off x="5556288" y="5609545"/>
            <a:ext cx="2232000" cy="708076"/>
            <a:chOff x="1864470" y="5504172"/>
            <a:chExt cx="2232000" cy="813449"/>
          </a:xfrm>
        </p:grpSpPr>
        <p:sp>
          <p:nvSpPr>
            <p:cNvPr id="16" name="Rectangle 15">
              <a:extLst>
                <a:ext uri="{FF2B5EF4-FFF2-40B4-BE49-F238E27FC236}">
                  <a16:creationId xmlns:a16="http://schemas.microsoft.com/office/drawing/2014/main" id="{5635AFFA-16C7-88F2-85E4-A9CAE1522002}"/>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7" name="Straight Connector 16">
              <a:extLst>
                <a:ext uri="{FF2B5EF4-FFF2-40B4-BE49-F238E27FC236}">
                  <a16:creationId xmlns:a16="http://schemas.microsoft.com/office/drawing/2014/main" id="{EF527DD9-BEEE-8665-7AAC-B63AB0267A74}"/>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EBB37017-EB77-8B8A-8556-C8857D62E045}"/>
              </a:ext>
            </a:extLst>
          </p:cNvPr>
          <p:cNvGrpSpPr>
            <a:grpSpLocks noGrp="1" noUngrp="1" noRot="1" noMove="1" noResize="1"/>
          </p:cNvGrpSpPr>
          <p:nvPr userDrawn="1"/>
        </p:nvGrpSpPr>
        <p:grpSpPr>
          <a:xfrm>
            <a:off x="5556288" y="4904842"/>
            <a:ext cx="2232000" cy="708076"/>
            <a:chOff x="1864470" y="5504172"/>
            <a:chExt cx="2232000" cy="813449"/>
          </a:xfrm>
        </p:grpSpPr>
        <p:sp>
          <p:nvSpPr>
            <p:cNvPr id="34" name="Rectangle 33">
              <a:extLst>
                <a:ext uri="{FF2B5EF4-FFF2-40B4-BE49-F238E27FC236}">
                  <a16:creationId xmlns:a16="http://schemas.microsoft.com/office/drawing/2014/main" id="{E68F996B-1E56-0988-7837-3DA17A87407B}"/>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5" name="Straight Connector 34">
              <a:extLst>
                <a:ext uri="{FF2B5EF4-FFF2-40B4-BE49-F238E27FC236}">
                  <a16:creationId xmlns:a16="http://schemas.microsoft.com/office/drawing/2014/main" id="{DAF6E776-4886-7AA1-514A-E50485DA6294}"/>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9" name="Group 48">
            <a:extLst>
              <a:ext uri="{FF2B5EF4-FFF2-40B4-BE49-F238E27FC236}">
                <a16:creationId xmlns:a16="http://schemas.microsoft.com/office/drawing/2014/main" id="{384D59A6-CA15-29EF-9951-5B2F2CBD6232}"/>
              </a:ext>
            </a:extLst>
          </p:cNvPr>
          <p:cNvGrpSpPr>
            <a:grpSpLocks noGrp="1" noUngrp="1" noRot="1" noMove="1" noResize="1"/>
          </p:cNvGrpSpPr>
          <p:nvPr userDrawn="1"/>
        </p:nvGrpSpPr>
        <p:grpSpPr>
          <a:xfrm>
            <a:off x="5556288" y="4197015"/>
            <a:ext cx="2232000" cy="711525"/>
            <a:chOff x="1864470" y="5504172"/>
            <a:chExt cx="2232000" cy="813449"/>
          </a:xfrm>
        </p:grpSpPr>
        <p:sp>
          <p:nvSpPr>
            <p:cNvPr id="50" name="Rectangle 49">
              <a:extLst>
                <a:ext uri="{FF2B5EF4-FFF2-40B4-BE49-F238E27FC236}">
                  <a16:creationId xmlns:a16="http://schemas.microsoft.com/office/drawing/2014/main" id="{7F31F3AE-1F6B-ADF0-503D-D05D3D5FB9DF}"/>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1" name="Straight Connector 50">
              <a:extLst>
                <a:ext uri="{FF2B5EF4-FFF2-40B4-BE49-F238E27FC236}">
                  <a16:creationId xmlns:a16="http://schemas.microsoft.com/office/drawing/2014/main" id="{9D5ECFE4-79EE-796A-4B40-87F6AC94648F}"/>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30FB0C9E-9A9E-C513-9861-CA52173F974F}"/>
              </a:ext>
            </a:extLst>
          </p:cNvPr>
          <p:cNvGrpSpPr>
            <a:grpSpLocks noGrp="1" noUngrp="1" noRot="1" noMove="1" noResize="1"/>
          </p:cNvGrpSpPr>
          <p:nvPr userDrawn="1"/>
        </p:nvGrpSpPr>
        <p:grpSpPr>
          <a:xfrm>
            <a:off x="3072227" y="5604673"/>
            <a:ext cx="2232000" cy="712948"/>
            <a:chOff x="1864470" y="5504172"/>
            <a:chExt cx="2232000" cy="813449"/>
          </a:xfrm>
        </p:grpSpPr>
        <p:sp>
          <p:nvSpPr>
            <p:cNvPr id="8" name="Rectangle 7">
              <a:extLst>
                <a:ext uri="{FF2B5EF4-FFF2-40B4-BE49-F238E27FC236}">
                  <a16:creationId xmlns:a16="http://schemas.microsoft.com/office/drawing/2014/main" id="{5B948A77-502C-B141-9BAF-F7837EFF90E9}"/>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9" name="Straight Connector 8">
              <a:extLst>
                <a:ext uri="{FF2B5EF4-FFF2-40B4-BE49-F238E27FC236}">
                  <a16:creationId xmlns:a16="http://schemas.microsoft.com/office/drawing/2014/main" id="{E3639437-7595-6448-AB46-735FDBFDE096}"/>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3A52A6FD-E54E-3F89-12EC-6479D15006CA}"/>
              </a:ext>
            </a:extLst>
          </p:cNvPr>
          <p:cNvGrpSpPr>
            <a:grpSpLocks noGrp="1" noUngrp="1" noRot="1" noMove="1" noResize="1"/>
          </p:cNvGrpSpPr>
          <p:nvPr userDrawn="1"/>
        </p:nvGrpSpPr>
        <p:grpSpPr>
          <a:xfrm>
            <a:off x="3072227" y="4904842"/>
            <a:ext cx="2232000" cy="708076"/>
            <a:chOff x="1864470" y="5504172"/>
            <a:chExt cx="2232000" cy="813449"/>
          </a:xfrm>
        </p:grpSpPr>
        <p:sp>
          <p:nvSpPr>
            <p:cNvPr id="30" name="Rectangle 29">
              <a:extLst>
                <a:ext uri="{FF2B5EF4-FFF2-40B4-BE49-F238E27FC236}">
                  <a16:creationId xmlns:a16="http://schemas.microsoft.com/office/drawing/2014/main" id="{4045C8B2-2BB3-271C-32F0-02D261FBA3A8}"/>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31" name="Straight Connector 30">
              <a:extLst>
                <a:ext uri="{FF2B5EF4-FFF2-40B4-BE49-F238E27FC236}">
                  <a16:creationId xmlns:a16="http://schemas.microsoft.com/office/drawing/2014/main" id="{6A5F7EEF-D425-E0BF-5990-2A8A176D2D10}"/>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33C957B2-C3C1-1A21-D702-87E2D20E0199}"/>
              </a:ext>
            </a:extLst>
          </p:cNvPr>
          <p:cNvGrpSpPr>
            <a:grpSpLocks noGrp="1" noUngrp="1" noRot="1" noMove="1" noResize="1"/>
          </p:cNvGrpSpPr>
          <p:nvPr userDrawn="1"/>
        </p:nvGrpSpPr>
        <p:grpSpPr>
          <a:xfrm>
            <a:off x="3072227" y="4200464"/>
            <a:ext cx="2232000" cy="708076"/>
            <a:chOff x="1864470" y="5504172"/>
            <a:chExt cx="2232000" cy="813449"/>
          </a:xfrm>
        </p:grpSpPr>
        <p:sp>
          <p:nvSpPr>
            <p:cNvPr id="46" name="Rectangle 45">
              <a:extLst>
                <a:ext uri="{FF2B5EF4-FFF2-40B4-BE49-F238E27FC236}">
                  <a16:creationId xmlns:a16="http://schemas.microsoft.com/office/drawing/2014/main" id="{C1D8E304-B489-720E-14F9-27FA83D86DAE}"/>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7" name="Straight Connector 46">
              <a:extLst>
                <a:ext uri="{FF2B5EF4-FFF2-40B4-BE49-F238E27FC236}">
                  <a16:creationId xmlns:a16="http://schemas.microsoft.com/office/drawing/2014/main" id="{29323450-F5D8-440F-0902-A17F273C47AA}"/>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6F699433-90AA-3F12-E91D-8957D6208B83}"/>
              </a:ext>
            </a:extLst>
          </p:cNvPr>
          <p:cNvGrpSpPr>
            <a:grpSpLocks noGrp="1" noUngrp="1" noRot="1" noMove="1" noResize="1"/>
          </p:cNvGrpSpPr>
          <p:nvPr userDrawn="1"/>
        </p:nvGrpSpPr>
        <p:grpSpPr>
          <a:xfrm>
            <a:off x="588166" y="5609545"/>
            <a:ext cx="2232000" cy="708076"/>
            <a:chOff x="1864470" y="5504172"/>
            <a:chExt cx="2232000" cy="813449"/>
          </a:xfrm>
        </p:grpSpPr>
        <p:sp>
          <p:nvSpPr>
            <p:cNvPr id="4" name="Rectangle 3">
              <a:extLst>
                <a:ext uri="{FF2B5EF4-FFF2-40B4-BE49-F238E27FC236}">
                  <a16:creationId xmlns:a16="http://schemas.microsoft.com/office/drawing/2014/main" id="{C890CBBF-980E-B6CA-A288-672CE7FA5E2B}"/>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5" name="Straight Connector 4">
              <a:extLst>
                <a:ext uri="{FF2B5EF4-FFF2-40B4-BE49-F238E27FC236}">
                  <a16:creationId xmlns:a16="http://schemas.microsoft.com/office/drawing/2014/main" id="{36C9E1C9-12F6-382F-6E44-49B2D885B1FF}"/>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04123C42-87BE-6DF0-F79B-8678D4FFDC86}"/>
              </a:ext>
            </a:extLst>
          </p:cNvPr>
          <p:cNvGrpSpPr>
            <a:grpSpLocks noGrp="1" noUngrp="1" noRot="1" noMove="1" noResize="1"/>
          </p:cNvGrpSpPr>
          <p:nvPr userDrawn="1"/>
        </p:nvGrpSpPr>
        <p:grpSpPr>
          <a:xfrm>
            <a:off x="588166" y="4904842"/>
            <a:ext cx="2232000" cy="708076"/>
            <a:chOff x="1864470" y="5504172"/>
            <a:chExt cx="2232000" cy="813449"/>
          </a:xfrm>
        </p:grpSpPr>
        <p:sp>
          <p:nvSpPr>
            <p:cNvPr id="25" name="Rectangle 24">
              <a:extLst>
                <a:ext uri="{FF2B5EF4-FFF2-40B4-BE49-F238E27FC236}">
                  <a16:creationId xmlns:a16="http://schemas.microsoft.com/office/drawing/2014/main" id="{B9A4A8AE-A1AE-238C-1722-38F41DDB7BBB}"/>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6" name="Straight Connector 25">
              <a:extLst>
                <a:ext uri="{FF2B5EF4-FFF2-40B4-BE49-F238E27FC236}">
                  <a16:creationId xmlns:a16="http://schemas.microsoft.com/office/drawing/2014/main" id="{C36772F6-626A-C4F6-310D-2C627543F5F6}"/>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9D3AF14B-9648-EF12-3693-2153B8D38668}"/>
              </a:ext>
            </a:extLst>
          </p:cNvPr>
          <p:cNvGrpSpPr>
            <a:grpSpLocks noGrp="1" noUngrp="1" noRot="1" noMove="1" noResize="1"/>
          </p:cNvGrpSpPr>
          <p:nvPr userDrawn="1"/>
        </p:nvGrpSpPr>
        <p:grpSpPr>
          <a:xfrm>
            <a:off x="588166" y="4200464"/>
            <a:ext cx="2232000" cy="708076"/>
            <a:chOff x="1864470" y="5504172"/>
            <a:chExt cx="2232000" cy="813449"/>
          </a:xfrm>
        </p:grpSpPr>
        <p:sp>
          <p:nvSpPr>
            <p:cNvPr id="42" name="Rectangle 41">
              <a:extLst>
                <a:ext uri="{FF2B5EF4-FFF2-40B4-BE49-F238E27FC236}">
                  <a16:creationId xmlns:a16="http://schemas.microsoft.com/office/drawing/2014/main" id="{F56B5914-FBC0-F03D-4518-3B742D6766B1}"/>
                </a:ext>
              </a:extLst>
            </p:cNvPr>
            <p:cNvSpPr>
              <a:spLocks noGrp="1" noRot="1" noMove="1" noResize="1" noEditPoints="1" noAdjustHandles="1" noChangeArrowheads="1" noChangeShapeType="1"/>
            </p:cNvSpPr>
            <p:nvPr userDrawn="1"/>
          </p:nvSpPr>
          <p:spPr>
            <a:xfrm>
              <a:off x="1864470" y="5777621"/>
              <a:ext cx="2232000" cy="540000"/>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43" name="Straight Connector 42">
              <a:extLst>
                <a:ext uri="{FF2B5EF4-FFF2-40B4-BE49-F238E27FC236}">
                  <a16:creationId xmlns:a16="http://schemas.microsoft.com/office/drawing/2014/main" id="{196B67D3-D56B-55ED-04E2-FE2E6AA55574}"/>
                </a:ext>
              </a:extLst>
            </p:cNvPr>
            <p:cNvCxnSpPr>
              <a:cxnSpLocks noGrp="1" noRot="1" noMove="1" noResize="1" noEditPoints="1" noAdjustHandles="1" noChangeArrowheads="1" noChangeShapeType="1"/>
            </p:cNvCxnSpPr>
            <p:nvPr userDrawn="1"/>
          </p:nvCxnSpPr>
          <p:spPr>
            <a:xfrm>
              <a:off x="2977525" y="5504172"/>
              <a:ext cx="0" cy="229434"/>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0" name="Freeform: Shape 119">
            <a:extLst>
              <a:ext uri="{FF2B5EF4-FFF2-40B4-BE49-F238E27FC236}">
                <a16:creationId xmlns:a16="http://schemas.microsoft.com/office/drawing/2014/main" id="{1657FFEC-77ED-01FA-E3BD-999511E3C929}"/>
              </a:ext>
            </a:extLst>
          </p:cNvPr>
          <p:cNvSpPr>
            <a:spLocks noGrp="1" noRot="1" noMove="1" noResize="1" noEditPoints="1" noAdjustHandles="1" noChangeArrowheads="1" noChangeShapeType="1"/>
          </p:cNvSpPr>
          <p:nvPr userDrawn="1"/>
        </p:nvSpPr>
        <p:spPr>
          <a:xfrm flipH="1">
            <a:off x="1701203" y="2733676"/>
            <a:ext cx="2601936" cy="963685"/>
          </a:xfrm>
          <a:custGeom>
            <a:avLst/>
            <a:gdLst>
              <a:gd name="connsiteX0" fmla="*/ 0 w 1381125"/>
              <a:gd name="connsiteY0" fmla="*/ 0 h 400050"/>
              <a:gd name="connsiteX1" fmla="*/ 1381125 w 1381125"/>
              <a:gd name="connsiteY1" fmla="*/ 0 h 400050"/>
              <a:gd name="connsiteX2" fmla="*/ 1381125 w 1381125"/>
              <a:gd name="connsiteY2" fmla="*/ 400050 h 400050"/>
            </a:gdLst>
            <a:ahLst/>
            <a:cxnLst>
              <a:cxn ang="0">
                <a:pos x="connsiteX0" y="connsiteY0"/>
              </a:cxn>
              <a:cxn ang="0">
                <a:pos x="connsiteX1" y="connsiteY1"/>
              </a:cxn>
              <a:cxn ang="0">
                <a:pos x="connsiteX2" y="connsiteY2"/>
              </a:cxn>
            </a:cxnLst>
            <a:rect l="l" t="t" r="r" b="b"/>
            <a:pathLst>
              <a:path w="1381125" h="400050">
                <a:moveTo>
                  <a:pt x="0" y="0"/>
                </a:moveTo>
                <a:lnTo>
                  <a:pt x="1381125" y="0"/>
                </a:lnTo>
                <a:lnTo>
                  <a:pt x="1381125" y="400050"/>
                </a:lnTo>
              </a:path>
            </a:pathLst>
          </a:custGeom>
          <a:noFill/>
          <a:ln>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8" name="Rectangle 57">
            <a:extLst>
              <a:ext uri="{FF2B5EF4-FFF2-40B4-BE49-F238E27FC236}">
                <a16:creationId xmlns:a16="http://schemas.microsoft.com/office/drawing/2014/main" id="{FC7A07BF-873C-7D39-E821-F4F25847DA22}"/>
              </a:ext>
            </a:extLst>
          </p:cNvPr>
          <p:cNvSpPr>
            <a:spLocks noGrp="1" noRot="1" noMove="1" noResize="1" noEditPoints="1" noAdjustHandles="1" noChangeArrowheads="1" noChangeShapeType="1"/>
          </p:cNvSpPr>
          <p:nvPr userDrawn="1"/>
        </p:nvSpPr>
        <p:spPr>
          <a:xfrm>
            <a:off x="588166" y="3737087"/>
            <a:ext cx="2232000" cy="470049"/>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2" name="Rectangle 61">
            <a:extLst>
              <a:ext uri="{FF2B5EF4-FFF2-40B4-BE49-F238E27FC236}">
                <a16:creationId xmlns:a16="http://schemas.microsoft.com/office/drawing/2014/main" id="{831B72D3-16D8-49B0-EE5B-45BE52F8FDB2}"/>
              </a:ext>
            </a:extLst>
          </p:cNvPr>
          <p:cNvSpPr>
            <a:spLocks noGrp="1" noRot="1" noMove="1" noResize="1" noEditPoints="1" noAdjustHandles="1" noChangeArrowheads="1" noChangeShapeType="1"/>
          </p:cNvSpPr>
          <p:nvPr userDrawn="1"/>
        </p:nvSpPr>
        <p:spPr>
          <a:xfrm>
            <a:off x="3072227" y="3737087"/>
            <a:ext cx="2232000" cy="470049"/>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6" name="Rectangle 65">
            <a:extLst>
              <a:ext uri="{FF2B5EF4-FFF2-40B4-BE49-F238E27FC236}">
                <a16:creationId xmlns:a16="http://schemas.microsoft.com/office/drawing/2014/main" id="{F2ED9C02-8265-75E4-6A67-13D66B762840}"/>
              </a:ext>
            </a:extLst>
          </p:cNvPr>
          <p:cNvSpPr>
            <a:spLocks noGrp="1" noRot="1" noMove="1" noResize="1" noEditPoints="1" noAdjustHandles="1" noChangeArrowheads="1" noChangeShapeType="1"/>
          </p:cNvSpPr>
          <p:nvPr userDrawn="1"/>
        </p:nvSpPr>
        <p:spPr>
          <a:xfrm>
            <a:off x="5556288" y="3737087"/>
            <a:ext cx="2232000" cy="470049"/>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4" name="Rectangle 73">
            <a:extLst>
              <a:ext uri="{FF2B5EF4-FFF2-40B4-BE49-F238E27FC236}">
                <a16:creationId xmlns:a16="http://schemas.microsoft.com/office/drawing/2014/main" id="{D939AE5F-F331-EDB0-6B87-005E3909033F}"/>
              </a:ext>
            </a:extLst>
          </p:cNvPr>
          <p:cNvSpPr>
            <a:spLocks noGrp="1" noRot="1" noMove="1" noResize="1" noEditPoints="1" noAdjustHandles="1" noChangeArrowheads="1" noChangeShapeType="1"/>
          </p:cNvSpPr>
          <p:nvPr userDrawn="1"/>
        </p:nvSpPr>
        <p:spPr>
          <a:xfrm>
            <a:off x="4311313" y="2484273"/>
            <a:ext cx="2232000" cy="474258"/>
          </a:xfrm>
          <a:prstGeom prst="rect">
            <a:avLst/>
          </a:prstGeom>
          <a:solidFill>
            <a:schemeClr val="bg1"/>
          </a:solid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 name="Text Placeholder 4">
            <a:extLst>
              <a:ext uri="{FF2B5EF4-FFF2-40B4-BE49-F238E27FC236}">
                <a16:creationId xmlns:a16="http://schemas.microsoft.com/office/drawing/2014/main" id="{FC036B06-FBA7-F121-E4EC-E98EF3285F94}"/>
              </a:ext>
            </a:extLst>
          </p:cNvPr>
          <p:cNvSpPr>
            <a:spLocks noGrp="1"/>
          </p:cNvSpPr>
          <p:nvPr userDrawn="1">
            <p:ph type="body" sz="quarter" idx="78" hasCustomPrompt="1"/>
          </p:nvPr>
        </p:nvSpPr>
        <p:spPr>
          <a:xfrm>
            <a:off x="588165" y="5851021"/>
            <a:ext cx="2231995" cy="466600"/>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10" name="Text Placeholder 4">
            <a:extLst>
              <a:ext uri="{FF2B5EF4-FFF2-40B4-BE49-F238E27FC236}">
                <a16:creationId xmlns:a16="http://schemas.microsoft.com/office/drawing/2014/main" id="{FAF20062-7261-89B2-C76B-1B7610241A6D}"/>
              </a:ext>
            </a:extLst>
          </p:cNvPr>
          <p:cNvSpPr>
            <a:spLocks noGrp="1"/>
          </p:cNvSpPr>
          <p:nvPr userDrawn="1">
            <p:ph type="body" sz="quarter" idx="79" hasCustomPrompt="1"/>
          </p:nvPr>
        </p:nvSpPr>
        <p:spPr>
          <a:xfrm>
            <a:off x="3074190" y="5847571"/>
            <a:ext cx="2231995" cy="470049"/>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19" name="Text Placeholder 4">
            <a:extLst>
              <a:ext uri="{FF2B5EF4-FFF2-40B4-BE49-F238E27FC236}">
                <a16:creationId xmlns:a16="http://schemas.microsoft.com/office/drawing/2014/main" id="{92D8F373-9A80-C0F0-F8D8-2949F0C70CAC}"/>
              </a:ext>
            </a:extLst>
          </p:cNvPr>
          <p:cNvSpPr>
            <a:spLocks noGrp="1"/>
          </p:cNvSpPr>
          <p:nvPr userDrawn="1">
            <p:ph type="body" sz="quarter" idx="80" hasCustomPrompt="1"/>
          </p:nvPr>
        </p:nvSpPr>
        <p:spPr>
          <a:xfrm>
            <a:off x="5557270" y="5851021"/>
            <a:ext cx="2231995" cy="466600"/>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28" name="Text Placeholder 4">
            <a:extLst>
              <a:ext uri="{FF2B5EF4-FFF2-40B4-BE49-F238E27FC236}">
                <a16:creationId xmlns:a16="http://schemas.microsoft.com/office/drawing/2014/main" id="{5A98595C-4C4D-D615-BAA1-5D1F18C20C71}"/>
              </a:ext>
            </a:extLst>
          </p:cNvPr>
          <p:cNvSpPr>
            <a:spLocks noGrp="1"/>
          </p:cNvSpPr>
          <p:nvPr userDrawn="1">
            <p:ph type="body" sz="quarter" idx="82" hasCustomPrompt="1"/>
          </p:nvPr>
        </p:nvSpPr>
        <p:spPr>
          <a:xfrm>
            <a:off x="588165" y="5139420"/>
            <a:ext cx="2231995" cy="47349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32" name="Text Placeholder 4">
            <a:extLst>
              <a:ext uri="{FF2B5EF4-FFF2-40B4-BE49-F238E27FC236}">
                <a16:creationId xmlns:a16="http://schemas.microsoft.com/office/drawing/2014/main" id="{60AA439F-BAA0-0848-F7C8-EF18E48354F9}"/>
              </a:ext>
            </a:extLst>
          </p:cNvPr>
          <p:cNvSpPr>
            <a:spLocks noGrp="1"/>
          </p:cNvSpPr>
          <p:nvPr userDrawn="1">
            <p:ph type="body" sz="quarter" idx="83" hasCustomPrompt="1"/>
          </p:nvPr>
        </p:nvSpPr>
        <p:spPr>
          <a:xfrm>
            <a:off x="3074190" y="5142868"/>
            <a:ext cx="2231995" cy="470049"/>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36" name="Text Placeholder 4">
            <a:extLst>
              <a:ext uri="{FF2B5EF4-FFF2-40B4-BE49-F238E27FC236}">
                <a16:creationId xmlns:a16="http://schemas.microsoft.com/office/drawing/2014/main" id="{937C93FA-AF6B-4BBF-6FBD-4BC8996A550E}"/>
              </a:ext>
            </a:extLst>
          </p:cNvPr>
          <p:cNvSpPr>
            <a:spLocks noGrp="1"/>
          </p:cNvSpPr>
          <p:nvPr userDrawn="1">
            <p:ph type="body" sz="quarter" idx="84" hasCustomPrompt="1"/>
          </p:nvPr>
        </p:nvSpPr>
        <p:spPr>
          <a:xfrm>
            <a:off x="5557270" y="5146316"/>
            <a:ext cx="2231995" cy="466601"/>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40" name="Text Placeholder 4">
            <a:extLst>
              <a:ext uri="{FF2B5EF4-FFF2-40B4-BE49-F238E27FC236}">
                <a16:creationId xmlns:a16="http://schemas.microsoft.com/office/drawing/2014/main" id="{C3C33CD5-708D-471B-5F51-4CC2B28CE17D}"/>
              </a:ext>
            </a:extLst>
          </p:cNvPr>
          <p:cNvSpPr>
            <a:spLocks noGrp="1"/>
          </p:cNvSpPr>
          <p:nvPr userDrawn="1">
            <p:ph type="body" sz="quarter" idx="85" hasCustomPrompt="1"/>
          </p:nvPr>
        </p:nvSpPr>
        <p:spPr>
          <a:xfrm>
            <a:off x="8040349" y="5142868"/>
            <a:ext cx="2231995" cy="470049"/>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44" name="Text Placeholder 4">
            <a:extLst>
              <a:ext uri="{FF2B5EF4-FFF2-40B4-BE49-F238E27FC236}">
                <a16:creationId xmlns:a16="http://schemas.microsoft.com/office/drawing/2014/main" id="{C74DA331-58D7-252F-FC07-84B9897D7FD3}"/>
              </a:ext>
            </a:extLst>
          </p:cNvPr>
          <p:cNvSpPr>
            <a:spLocks noGrp="1"/>
          </p:cNvSpPr>
          <p:nvPr userDrawn="1">
            <p:ph type="body" sz="quarter" idx="86" hasCustomPrompt="1"/>
          </p:nvPr>
        </p:nvSpPr>
        <p:spPr>
          <a:xfrm>
            <a:off x="588165" y="4444192"/>
            <a:ext cx="2231995" cy="46434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48" name="Text Placeholder 4">
            <a:extLst>
              <a:ext uri="{FF2B5EF4-FFF2-40B4-BE49-F238E27FC236}">
                <a16:creationId xmlns:a16="http://schemas.microsoft.com/office/drawing/2014/main" id="{8573CCA7-E88A-CC52-B18C-D1E1588A5E9C}"/>
              </a:ext>
            </a:extLst>
          </p:cNvPr>
          <p:cNvSpPr>
            <a:spLocks noGrp="1"/>
          </p:cNvSpPr>
          <p:nvPr userDrawn="1">
            <p:ph type="body" sz="quarter" idx="87" hasCustomPrompt="1"/>
          </p:nvPr>
        </p:nvSpPr>
        <p:spPr>
          <a:xfrm>
            <a:off x="3074190" y="4444192"/>
            <a:ext cx="2231995" cy="46434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52" name="Text Placeholder 4">
            <a:extLst>
              <a:ext uri="{FF2B5EF4-FFF2-40B4-BE49-F238E27FC236}">
                <a16:creationId xmlns:a16="http://schemas.microsoft.com/office/drawing/2014/main" id="{AD6A8446-10B1-534C-DFC2-0E57CA92C794}"/>
              </a:ext>
            </a:extLst>
          </p:cNvPr>
          <p:cNvSpPr>
            <a:spLocks noGrp="1"/>
          </p:cNvSpPr>
          <p:nvPr userDrawn="1">
            <p:ph type="body" sz="quarter" idx="88" hasCustomPrompt="1"/>
          </p:nvPr>
        </p:nvSpPr>
        <p:spPr>
          <a:xfrm>
            <a:off x="5557270" y="4438490"/>
            <a:ext cx="2231995" cy="470049"/>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54" name="Rectangle 53">
            <a:extLst>
              <a:ext uri="{FF2B5EF4-FFF2-40B4-BE49-F238E27FC236}">
                <a16:creationId xmlns:a16="http://schemas.microsoft.com/office/drawing/2014/main" id="{72774287-6EBA-0A35-924E-59D7EFEF2821}"/>
              </a:ext>
            </a:extLst>
          </p:cNvPr>
          <p:cNvSpPr/>
          <p:nvPr userDrawn="1"/>
        </p:nvSpPr>
        <p:spPr>
          <a:xfrm>
            <a:off x="8040350" y="4438491"/>
            <a:ext cx="2232000" cy="470049"/>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6" name="Text Placeholder 4">
            <a:extLst>
              <a:ext uri="{FF2B5EF4-FFF2-40B4-BE49-F238E27FC236}">
                <a16:creationId xmlns:a16="http://schemas.microsoft.com/office/drawing/2014/main" id="{5F229874-9C21-FD1B-D88C-0DCC7D845E62}"/>
              </a:ext>
            </a:extLst>
          </p:cNvPr>
          <p:cNvSpPr>
            <a:spLocks noGrp="1"/>
          </p:cNvSpPr>
          <p:nvPr userDrawn="1">
            <p:ph type="body" sz="quarter" idx="89" hasCustomPrompt="1"/>
          </p:nvPr>
        </p:nvSpPr>
        <p:spPr>
          <a:xfrm>
            <a:off x="8040349" y="4444192"/>
            <a:ext cx="2231991" cy="46434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60" name="Text Placeholder 4">
            <a:extLst>
              <a:ext uri="{FF2B5EF4-FFF2-40B4-BE49-F238E27FC236}">
                <a16:creationId xmlns:a16="http://schemas.microsoft.com/office/drawing/2014/main" id="{544A8780-3946-EC0A-98E8-A74297AC44A0}"/>
              </a:ext>
            </a:extLst>
          </p:cNvPr>
          <p:cNvSpPr>
            <a:spLocks noGrp="1"/>
          </p:cNvSpPr>
          <p:nvPr userDrawn="1">
            <p:ph type="body" sz="quarter" idx="90" hasCustomPrompt="1"/>
          </p:nvPr>
        </p:nvSpPr>
        <p:spPr>
          <a:xfrm>
            <a:off x="586208" y="3737086"/>
            <a:ext cx="2233952" cy="470050"/>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64" name="Text Placeholder 4">
            <a:extLst>
              <a:ext uri="{FF2B5EF4-FFF2-40B4-BE49-F238E27FC236}">
                <a16:creationId xmlns:a16="http://schemas.microsoft.com/office/drawing/2014/main" id="{CDF4CBFB-04AD-8CD8-0CB5-93ECA3E178D9}"/>
              </a:ext>
            </a:extLst>
          </p:cNvPr>
          <p:cNvSpPr>
            <a:spLocks noGrp="1"/>
          </p:cNvSpPr>
          <p:nvPr userDrawn="1">
            <p:ph type="body" sz="quarter" idx="91" hasCustomPrompt="1"/>
          </p:nvPr>
        </p:nvSpPr>
        <p:spPr>
          <a:xfrm>
            <a:off x="3073204" y="3746010"/>
            <a:ext cx="2354088" cy="470050"/>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68" name="Text Placeholder 4">
            <a:extLst>
              <a:ext uri="{FF2B5EF4-FFF2-40B4-BE49-F238E27FC236}">
                <a16:creationId xmlns:a16="http://schemas.microsoft.com/office/drawing/2014/main" id="{45FA2D65-562A-F5A6-AE55-341802AA1A17}"/>
              </a:ext>
            </a:extLst>
          </p:cNvPr>
          <p:cNvSpPr>
            <a:spLocks noGrp="1"/>
          </p:cNvSpPr>
          <p:nvPr userDrawn="1">
            <p:ph type="body" sz="quarter" idx="92" hasCustomPrompt="1"/>
          </p:nvPr>
        </p:nvSpPr>
        <p:spPr>
          <a:xfrm>
            <a:off x="5555313" y="3737086"/>
            <a:ext cx="2233952" cy="470050"/>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p>
        </p:txBody>
      </p:sp>
      <p:sp>
        <p:nvSpPr>
          <p:cNvPr id="80" name="Text Placeholder 4">
            <a:extLst>
              <a:ext uri="{FF2B5EF4-FFF2-40B4-BE49-F238E27FC236}">
                <a16:creationId xmlns:a16="http://schemas.microsoft.com/office/drawing/2014/main" id="{8CDB75E3-A6C8-D5A9-458A-620AF2ED868F}"/>
              </a:ext>
            </a:extLst>
          </p:cNvPr>
          <p:cNvSpPr>
            <a:spLocks noGrp="1"/>
          </p:cNvSpPr>
          <p:nvPr userDrawn="1">
            <p:ph type="body" sz="quarter" idx="93" hasCustomPrompt="1"/>
          </p:nvPr>
        </p:nvSpPr>
        <p:spPr>
          <a:xfrm>
            <a:off x="4311300" y="2484273"/>
            <a:ext cx="2231995" cy="474258"/>
          </a:xfrm>
          <a:prstGeom prst="rect">
            <a:avLst/>
          </a:prstGeom>
        </p:spPr>
        <p:txBody>
          <a:bodyPr lIns="108000" tIns="108000" rIns="108000" bIns="108000" anchor="ctr" anchorCtr="0">
            <a:noAutofit/>
          </a:bodyPr>
          <a:lstStyle>
            <a:lvl1pPr marL="0" indent="0" algn="ctr">
              <a:lnSpc>
                <a:spcPts val="1100"/>
              </a:lnSpc>
              <a:spcBef>
                <a:spcPts val="300"/>
              </a:spcBef>
              <a:buNone/>
              <a:defRPr sz="110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 over two lines if necessary</a:t>
            </a:r>
            <a:endParaRPr lang="en-ZA" dirty="0"/>
          </a:p>
        </p:txBody>
      </p:sp>
      <p:sp>
        <p:nvSpPr>
          <p:cNvPr id="81" name="Rectangle 80">
            <a:extLst>
              <a:ext uri="{FF2B5EF4-FFF2-40B4-BE49-F238E27FC236}">
                <a16:creationId xmlns:a16="http://schemas.microsoft.com/office/drawing/2014/main" id="{EF539D6F-6A40-55F6-CDD6-148FEC7D29EB}"/>
              </a:ext>
            </a:extLst>
          </p:cNvPr>
          <p:cNvSpPr>
            <a:spLocks noGrp="1" noRot="1" noMove="1" noResize="1" noEditPoints="1" noAdjustHandles="1" noChangeArrowheads="1" noChangeShapeType="1"/>
          </p:cNvSpPr>
          <p:nvPr userDrawn="1"/>
        </p:nvSpPr>
        <p:spPr>
          <a:xfrm>
            <a:off x="4311307" y="1866034"/>
            <a:ext cx="2232000" cy="474258"/>
          </a:xfrm>
          <a:prstGeom prst="rect">
            <a:avLst/>
          </a:prstGeom>
          <a:solidFill>
            <a:schemeClr val="accent3"/>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2" name="Text Placeholder 4">
            <a:extLst>
              <a:ext uri="{FF2B5EF4-FFF2-40B4-BE49-F238E27FC236}">
                <a16:creationId xmlns:a16="http://schemas.microsoft.com/office/drawing/2014/main" id="{5197A649-D6B7-3421-5AA0-9C2F00A596E3}"/>
              </a:ext>
            </a:extLst>
          </p:cNvPr>
          <p:cNvSpPr>
            <a:spLocks noGrp="1"/>
          </p:cNvSpPr>
          <p:nvPr userDrawn="1">
            <p:ph type="body" sz="quarter" idx="94" hasCustomPrompt="1"/>
          </p:nvPr>
        </p:nvSpPr>
        <p:spPr>
          <a:xfrm>
            <a:off x="4311295" y="1866034"/>
            <a:ext cx="2232000" cy="474258"/>
          </a:xfrm>
          <a:prstGeom prst="rect">
            <a:avLst/>
          </a:prstGeom>
        </p:spPr>
        <p:txBody>
          <a:bodyPr lIns="108000" tIns="108000" rIns="108000" bIns="108000" anchor="ctr" anchorCtr="0">
            <a:noAutofit/>
          </a:bodyPr>
          <a:lstStyle>
            <a:lvl1pPr marL="0" indent="0" algn="ctr">
              <a:lnSpc>
                <a:spcPts val="1100"/>
              </a:lnSpc>
              <a:spcBef>
                <a:spcPts val="300"/>
              </a:spcBef>
              <a:buNone/>
              <a:defRPr sz="110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 over two lines if necessary</a:t>
            </a:r>
            <a:endParaRPr lang="en-ZA" dirty="0"/>
          </a:p>
        </p:txBody>
      </p:sp>
      <p:sp>
        <p:nvSpPr>
          <p:cNvPr id="93" name="Rectangle 92">
            <a:extLst>
              <a:ext uri="{FF2B5EF4-FFF2-40B4-BE49-F238E27FC236}">
                <a16:creationId xmlns:a16="http://schemas.microsoft.com/office/drawing/2014/main" id="{F7246A0D-B2F7-D632-3D9B-25018DC68A04}"/>
              </a:ext>
            </a:extLst>
          </p:cNvPr>
          <p:cNvSpPr>
            <a:spLocks noGrp="1" noRot="1" noMove="1" noResize="1" noEditPoints="1" noAdjustHandles="1" noChangeArrowheads="1" noChangeShapeType="1"/>
          </p:cNvSpPr>
          <p:nvPr userDrawn="1"/>
        </p:nvSpPr>
        <p:spPr>
          <a:xfrm>
            <a:off x="4311307" y="1253327"/>
            <a:ext cx="2232000" cy="474258"/>
          </a:xfrm>
          <a:prstGeom prst="rect">
            <a:avLst/>
          </a:prstGeom>
          <a:solidFill>
            <a:schemeClr val="accent1"/>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4" name="Text Placeholder 4">
            <a:extLst>
              <a:ext uri="{FF2B5EF4-FFF2-40B4-BE49-F238E27FC236}">
                <a16:creationId xmlns:a16="http://schemas.microsoft.com/office/drawing/2014/main" id="{37F5E6DD-9FAA-3A6B-E7B8-A9B1434E4DA6}"/>
              </a:ext>
            </a:extLst>
          </p:cNvPr>
          <p:cNvSpPr>
            <a:spLocks noGrp="1"/>
          </p:cNvSpPr>
          <p:nvPr userDrawn="1">
            <p:ph type="body" sz="quarter" idx="95" hasCustomPrompt="1"/>
          </p:nvPr>
        </p:nvSpPr>
        <p:spPr>
          <a:xfrm>
            <a:off x="4311294" y="1253327"/>
            <a:ext cx="2232001" cy="474258"/>
          </a:xfrm>
          <a:prstGeom prst="rect">
            <a:avLst/>
          </a:prstGeom>
        </p:spPr>
        <p:txBody>
          <a:bodyPr lIns="108000" tIns="108000" rIns="108000" bIns="108000" anchor="ctr" anchorCtr="0">
            <a:noAutofit/>
          </a:bodyPr>
          <a:lstStyle>
            <a:lvl1pPr marL="0" indent="0" algn="ctr">
              <a:lnSpc>
                <a:spcPts val="1100"/>
              </a:lnSpc>
              <a:spcBef>
                <a:spcPts val="300"/>
              </a:spcBef>
              <a:buNone/>
              <a:defRPr sz="110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 over two lines if necessary</a:t>
            </a:r>
            <a:endParaRPr lang="en-ZA" dirty="0"/>
          </a:p>
        </p:txBody>
      </p:sp>
      <p:sp>
        <p:nvSpPr>
          <p:cNvPr id="102" name="Text Placeholder 4">
            <a:extLst>
              <a:ext uri="{FF2B5EF4-FFF2-40B4-BE49-F238E27FC236}">
                <a16:creationId xmlns:a16="http://schemas.microsoft.com/office/drawing/2014/main" id="{9B5481D8-1BB7-695C-574F-EFFCB8B1718E}"/>
              </a:ext>
            </a:extLst>
          </p:cNvPr>
          <p:cNvSpPr>
            <a:spLocks noGrp="1"/>
          </p:cNvSpPr>
          <p:nvPr userDrawn="1">
            <p:ph type="body" sz="quarter" idx="96" hasCustomPrompt="1"/>
          </p:nvPr>
        </p:nvSpPr>
        <p:spPr>
          <a:xfrm>
            <a:off x="7035463" y="2484273"/>
            <a:ext cx="1898992" cy="47425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endParaRPr lang="en-ZA" dirty="0"/>
          </a:p>
        </p:txBody>
      </p:sp>
      <p:sp>
        <p:nvSpPr>
          <p:cNvPr id="104" name="Text Placeholder 4">
            <a:extLst>
              <a:ext uri="{FF2B5EF4-FFF2-40B4-BE49-F238E27FC236}">
                <a16:creationId xmlns:a16="http://schemas.microsoft.com/office/drawing/2014/main" id="{96EC1B1B-A83C-0DB0-5083-EDE8F87023C3}"/>
              </a:ext>
            </a:extLst>
          </p:cNvPr>
          <p:cNvSpPr>
            <a:spLocks noGrp="1"/>
          </p:cNvSpPr>
          <p:nvPr userDrawn="1">
            <p:ph type="body" sz="quarter" idx="97" hasCustomPrompt="1"/>
          </p:nvPr>
        </p:nvSpPr>
        <p:spPr>
          <a:xfrm>
            <a:off x="7035463" y="3053363"/>
            <a:ext cx="1898992" cy="47425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endParaRPr lang="en-ZA" dirty="0"/>
          </a:p>
        </p:txBody>
      </p:sp>
      <p:sp>
        <p:nvSpPr>
          <p:cNvPr id="106" name="Text Placeholder 4">
            <a:extLst>
              <a:ext uri="{FF2B5EF4-FFF2-40B4-BE49-F238E27FC236}">
                <a16:creationId xmlns:a16="http://schemas.microsoft.com/office/drawing/2014/main" id="{A79C90AA-4EA5-9087-7080-CBA8F5913FB8}"/>
              </a:ext>
            </a:extLst>
          </p:cNvPr>
          <p:cNvSpPr>
            <a:spLocks noGrp="1"/>
          </p:cNvSpPr>
          <p:nvPr userDrawn="1">
            <p:ph type="body" sz="quarter" idx="98" hasCustomPrompt="1"/>
          </p:nvPr>
        </p:nvSpPr>
        <p:spPr>
          <a:xfrm>
            <a:off x="9027366" y="2484273"/>
            <a:ext cx="1898991" cy="47425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endParaRPr lang="en-ZA" dirty="0"/>
          </a:p>
        </p:txBody>
      </p:sp>
      <p:sp>
        <p:nvSpPr>
          <p:cNvPr id="109" name="Text Placeholder 4">
            <a:extLst>
              <a:ext uri="{FF2B5EF4-FFF2-40B4-BE49-F238E27FC236}">
                <a16:creationId xmlns:a16="http://schemas.microsoft.com/office/drawing/2014/main" id="{17D768EC-EF5D-A772-CBDA-7837F0CABB4D}"/>
              </a:ext>
            </a:extLst>
          </p:cNvPr>
          <p:cNvSpPr>
            <a:spLocks noGrp="1"/>
          </p:cNvSpPr>
          <p:nvPr userDrawn="1">
            <p:ph type="body" sz="quarter" idx="99" hasCustomPrompt="1"/>
          </p:nvPr>
        </p:nvSpPr>
        <p:spPr>
          <a:xfrm>
            <a:off x="9027366" y="3053363"/>
            <a:ext cx="1898991" cy="474258"/>
          </a:xfrm>
          <a:prstGeom prst="rect">
            <a:avLst/>
          </a:prstGeom>
        </p:spPr>
        <p:txBody>
          <a:bodyPr lIns="108000" tIns="108000" rIns="108000" bIns="108000" anchor="ctr" anchorCtr="0">
            <a:noAutofit/>
          </a:bodyPr>
          <a:lstStyle>
            <a:lvl1pPr marL="0" indent="0" algn="ctr">
              <a:lnSpc>
                <a:spcPts val="1100"/>
              </a:lnSpc>
              <a:spcBef>
                <a:spcPts val="300"/>
              </a:spcBef>
              <a:buNone/>
              <a:defRPr sz="105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Role Description Here</a:t>
            </a:r>
            <a:endParaRPr lang="en-ZA" dirty="0"/>
          </a:p>
        </p:txBody>
      </p:sp>
      <p:sp>
        <p:nvSpPr>
          <p:cNvPr id="110" name="Freeform: Shape 109">
            <a:extLst>
              <a:ext uri="{FF2B5EF4-FFF2-40B4-BE49-F238E27FC236}">
                <a16:creationId xmlns:a16="http://schemas.microsoft.com/office/drawing/2014/main" id="{C202E8D3-F162-C53D-A2B8-E06A7072D8D6}"/>
              </a:ext>
            </a:extLst>
          </p:cNvPr>
          <p:cNvSpPr>
            <a:spLocks noGrp="1" noRot="1" noMove="1" noResize="1" noEditPoints="1" noAdjustHandles="1" noChangeArrowheads="1" noChangeShapeType="1"/>
          </p:cNvSpPr>
          <p:nvPr userDrawn="1"/>
        </p:nvSpPr>
        <p:spPr>
          <a:xfrm>
            <a:off x="7788287" y="3971925"/>
            <a:ext cx="1381125" cy="400050"/>
          </a:xfrm>
          <a:custGeom>
            <a:avLst/>
            <a:gdLst>
              <a:gd name="connsiteX0" fmla="*/ 0 w 1381125"/>
              <a:gd name="connsiteY0" fmla="*/ 0 h 400050"/>
              <a:gd name="connsiteX1" fmla="*/ 1381125 w 1381125"/>
              <a:gd name="connsiteY1" fmla="*/ 0 h 400050"/>
              <a:gd name="connsiteX2" fmla="*/ 1381125 w 1381125"/>
              <a:gd name="connsiteY2" fmla="*/ 400050 h 400050"/>
            </a:gdLst>
            <a:ahLst/>
            <a:cxnLst>
              <a:cxn ang="0">
                <a:pos x="connsiteX0" y="connsiteY0"/>
              </a:cxn>
              <a:cxn ang="0">
                <a:pos x="connsiteX1" y="connsiteY1"/>
              </a:cxn>
              <a:cxn ang="0">
                <a:pos x="connsiteX2" y="connsiteY2"/>
              </a:cxn>
            </a:cxnLst>
            <a:rect l="l" t="t" r="r" b="b"/>
            <a:pathLst>
              <a:path w="1381125" h="400050">
                <a:moveTo>
                  <a:pt x="0" y="0"/>
                </a:moveTo>
                <a:lnTo>
                  <a:pt x="1381125" y="0"/>
                </a:lnTo>
                <a:lnTo>
                  <a:pt x="1381125" y="400050"/>
                </a:lnTo>
              </a:path>
            </a:pathLst>
          </a:custGeom>
          <a:noFill/>
          <a:ln>
            <a:solidFill>
              <a:schemeClr val="tx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1" name="Rectangle 110">
            <a:extLst>
              <a:ext uri="{FF2B5EF4-FFF2-40B4-BE49-F238E27FC236}">
                <a16:creationId xmlns:a16="http://schemas.microsoft.com/office/drawing/2014/main" id="{4E7613D0-8FFF-A6F3-3B50-741EB5BF12F7}"/>
              </a:ext>
            </a:extLst>
          </p:cNvPr>
          <p:cNvSpPr/>
          <p:nvPr userDrawn="1"/>
        </p:nvSpPr>
        <p:spPr>
          <a:xfrm>
            <a:off x="10662033" y="5581034"/>
            <a:ext cx="975434" cy="336186"/>
          </a:xfrm>
          <a:prstGeom prst="rect">
            <a:avLst/>
          </a:prstGeom>
          <a:solidFill>
            <a:schemeClr val="accent4"/>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000"/>
          </a:p>
        </p:txBody>
      </p:sp>
      <p:sp>
        <p:nvSpPr>
          <p:cNvPr id="112" name="Text Placeholder 4">
            <a:extLst>
              <a:ext uri="{FF2B5EF4-FFF2-40B4-BE49-F238E27FC236}">
                <a16:creationId xmlns:a16="http://schemas.microsoft.com/office/drawing/2014/main" id="{6F74F469-745B-22C8-DC89-ADFFB592E883}"/>
              </a:ext>
            </a:extLst>
          </p:cNvPr>
          <p:cNvSpPr>
            <a:spLocks noGrp="1"/>
          </p:cNvSpPr>
          <p:nvPr userDrawn="1">
            <p:ph type="body" sz="quarter" idx="100" hasCustomPrompt="1"/>
          </p:nvPr>
        </p:nvSpPr>
        <p:spPr>
          <a:xfrm>
            <a:off x="10662032" y="5581034"/>
            <a:ext cx="975433" cy="336186"/>
          </a:xfrm>
          <a:prstGeom prst="rect">
            <a:avLst/>
          </a:prstGeom>
        </p:spPr>
        <p:txBody>
          <a:bodyPr lIns="108000" tIns="108000" rIns="108000" bIns="108000" anchor="ctr" anchorCtr="0">
            <a:noAutofit/>
          </a:bodyPr>
          <a:lstStyle>
            <a:lvl1pPr marL="0" indent="0" algn="ctr">
              <a:lnSpc>
                <a:spcPts val="900"/>
              </a:lnSpc>
              <a:spcBef>
                <a:spcPts val="0"/>
              </a:spcBef>
              <a:buNone/>
              <a:defRPr sz="90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Key</a:t>
            </a:r>
            <a:endParaRPr lang="en-ZA" dirty="0"/>
          </a:p>
        </p:txBody>
      </p:sp>
      <p:sp>
        <p:nvSpPr>
          <p:cNvPr id="113" name="Rectangle 112">
            <a:extLst>
              <a:ext uri="{FF2B5EF4-FFF2-40B4-BE49-F238E27FC236}">
                <a16:creationId xmlns:a16="http://schemas.microsoft.com/office/drawing/2014/main" id="{95DA3935-04BA-47C5-7BEB-14861D32D7EE}"/>
              </a:ext>
            </a:extLst>
          </p:cNvPr>
          <p:cNvSpPr/>
          <p:nvPr userDrawn="1"/>
        </p:nvSpPr>
        <p:spPr>
          <a:xfrm>
            <a:off x="10662033" y="5988815"/>
            <a:ext cx="975434" cy="336186"/>
          </a:xfrm>
          <a:prstGeom prst="rect">
            <a:avLst/>
          </a:prstGeom>
          <a:solidFill>
            <a:schemeClr val="accent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000"/>
          </a:p>
        </p:txBody>
      </p:sp>
      <p:sp>
        <p:nvSpPr>
          <p:cNvPr id="114" name="Text Placeholder 4">
            <a:extLst>
              <a:ext uri="{FF2B5EF4-FFF2-40B4-BE49-F238E27FC236}">
                <a16:creationId xmlns:a16="http://schemas.microsoft.com/office/drawing/2014/main" id="{0F1CB9A4-DAA5-8740-2210-37B1B60FCFE6}"/>
              </a:ext>
            </a:extLst>
          </p:cNvPr>
          <p:cNvSpPr>
            <a:spLocks noGrp="1"/>
          </p:cNvSpPr>
          <p:nvPr userDrawn="1">
            <p:ph type="body" sz="quarter" idx="101" hasCustomPrompt="1"/>
          </p:nvPr>
        </p:nvSpPr>
        <p:spPr>
          <a:xfrm>
            <a:off x="10662032" y="5988815"/>
            <a:ext cx="975433" cy="336186"/>
          </a:xfrm>
          <a:prstGeom prst="rect">
            <a:avLst/>
          </a:prstGeom>
        </p:spPr>
        <p:txBody>
          <a:bodyPr lIns="108000" tIns="108000" rIns="108000" bIns="108000" anchor="ctr" anchorCtr="0">
            <a:noAutofit/>
          </a:bodyPr>
          <a:lstStyle>
            <a:lvl1pPr marL="0" indent="0" algn="ctr">
              <a:lnSpc>
                <a:spcPts val="900"/>
              </a:lnSpc>
              <a:spcBef>
                <a:spcPts val="0"/>
              </a:spcBef>
              <a:buNone/>
              <a:defRPr sz="900" b="0" spc="40" baseline="0">
                <a:solidFill>
                  <a:schemeClr val="bg1"/>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Key</a:t>
            </a:r>
            <a:endParaRPr lang="en-ZA" dirty="0"/>
          </a:p>
        </p:txBody>
      </p:sp>
      <p:sp>
        <p:nvSpPr>
          <p:cNvPr id="115" name="Rectangle 114">
            <a:extLst>
              <a:ext uri="{FF2B5EF4-FFF2-40B4-BE49-F238E27FC236}">
                <a16:creationId xmlns:a16="http://schemas.microsoft.com/office/drawing/2014/main" id="{1F25FEF6-40AC-B5C8-17D1-500D81FDE3B2}"/>
              </a:ext>
            </a:extLst>
          </p:cNvPr>
          <p:cNvSpPr/>
          <p:nvPr userDrawn="1"/>
        </p:nvSpPr>
        <p:spPr>
          <a:xfrm>
            <a:off x="10662033" y="5172102"/>
            <a:ext cx="975434" cy="336186"/>
          </a:xfrm>
          <a:prstGeom prst="rect">
            <a:avLst/>
          </a:prstGeom>
          <a:noFill/>
          <a:ln w="15875">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ZA"/>
          </a:p>
        </p:txBody>
      </p:sp>
      <p:sp>
        <p:nvSpPr>
          <p:cNvPr id="117" name="Text Placeholder 4">
            <a:extLst>
              <a:ext uri="{FF2B5EF4-FFF2-40B4-BE49-F238E27FC236}">
                <a16:creationId xmlns:a16="http://schemas.microsoft.com/office/drawing/2014/main" id="{D4C2DAA8-1BDF-BD51-D540-59A3797852C1}"/>
              </a:ext>
            </a:extLst>
          </p:cNvPr>
          <p:cNvSpPr>
            <a:spLocks noGrp="1"/>
          </p:cNvSpPr>
          <p:nvPr userDrawn="1">
            <p:ph type="body" sz="quarter" idx="102" hasCustomPrompt="1"/>
          </p:nvPr>
        </p:nvSpPr>
        <p:spPr>
          <a:xfrm>
            <a:off x="10662032" y="5172102"/>
            <a:ext cx="975433" cy="336186"/>
          </a:xfrm>
          <a:prstGeom prst="rect">
            <a:avLst/>
          </a:prstGeom>
        </p:spPr>
        <p:txBody>
          <a:bodyPr lIns="108000" tIns="108000" rIns="108000" bIns="108000" anchor="ctr" anchorCtr="0">
            <a:noAutofit/>
          </a:bodyPr>
          <a:lstStyle>
            <a:lvl1pPr marL="0" indent="0" algn="ctr">
              <a:lnSpc>
                <a:spcPts val="900"/>
              </a:lnSpc>
              <a:spcBef>
                <a:spcPts val="0"/>
              </a:spcBef>
              <a:buNone/>
              <a:defRPr sz="900" b="0" spc="40" baseline="0">
                <a:solidFill>
                  <a:schemeClr val="bg2">
                    <a:lumMod val="50000"/>
                  </a:schemeClr>
                </a:solidFill>
                <a:latin typeface="+mn-lt"/>
              </a:defRPr>
            </a:lvl1pPr>
            <a:lvl2pPr marL="457200" indent="0" algn="ctr">
              <a:buNone/>
              <a:defRPr sz="1100"/>
            </a:lvl2pPr>
            <a:lvl3pPr marL="914400" indent="0" algn="ctr">
              <a:buNone/>
              <a:defRPr sz="1100"/>
            </a:lvl3pPr>
            <a:lvl4pPr marL="1371600" indent="0" algn="ctr">
              <a:buNone/>
              <a:defRPr sz="1100"/>
            </a:lvl4pPr>
            <a:lvl5pPr marL="1828800" indent="0" algn="ctr">
              <a:buNone/>
              <a:defRPr sz="1100"/>
            </a:lvl5pPr>
          </a:lstStyle>
          <a:p>
            <a:pPr lvl="0"/>
            <a:r>
              <a:rPr lang="en-US" dirty="0"/>
              <a:t>Key</a:t>
            </a:r>
            <a:endParaRPr lang="en-ZA" dirty="0"/>
          </a:p>
        </p:txBody>
      </p:sp>
      <p:cxnSp>
        <p:nvCxnSpPr>
          <p:cNvPr id="123" name="Straight Connector 122">
            <a:extLst>
              <a:ext uri="{FF2B5EF4-FFF2-40B4-BE49-F238E27FC236}">
                <a16:creationId xmlns:a16="http://schemas.microsoft.com/office/drawing/2014/main" id="{7B3371F9-9C44-6197-C42D-0E3CA753EBDA}"/>
              </a:ext>
            </a:extLst>
          </p:cNvPr>
          <p:cNvCxnSpPr>
            <a:cxnSpLocks noGrp="1" noRot="1" noMove="1" noResize="1" noEditPoints="1" noAdjustHandles="1" noChangeArrowheads="1" noChangeShapeType="1"/>
          </p:cNvCxnSpPr>
          <p:nvPr userDrawn="1"/>
        </p:nvCxnSpPr>
        <p:spPr>
          <a:xfrm>
            <a:off x="4827225" y="2958531"/>
            <a:ext cx="0" cy="73883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EA627934-A974-FD70-FCD2-74D439572B16}"/>
              </a:ext>
            </a:extLst>
          </p:cNvPr>
          <p:cNvCxnSpPr>
            <a:cxnSpLocks noGrp="1" noRot="1" noMove="1" noResize="1" noEditPoints="1" noAdjustHandles="1" noChangeArrowheads="1" noChangeShapeType="1"/>
          </p:cNvCxnSpPr>
          <p:nvPr userDrawn="1"/>
        </p:nvCxnSpPr>
        <p:spPr>
          <a:xfrm>
            <a:off x="6027375" y="2962898"/>
            <a:ext cx="0" cy="738830"/>
          </a:xfrm>
          <a:prstGeom prst="line">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1166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P07 | ONE HEAD + Org Chart">
    <p:spTree>
      <p:nvGrpSpPr>
        <p:cNvPr id="1" name=""/>
        <p:cNvGrpSpPr/>
        <p:nvPr/>
      </p:nvGrpSpPr>
      <p:grpSpPr>
        <a:xfrm>
          <a:off x="0" y="0"/>
          <a:ext cx="0" cy="0"/>
          <a:chOff x="0" y="0"/>
          <a:chExt cx="0" cy="0"/>
        </a:xfrm>
      </p:grpSpPr>
      <p:sp>
        <p:nvSpPr>
          <p:cNvPr id="6" name="SmartArt Placeholder 5">
            <a:extLst>
              <a:ext uri="{FF2B5EF4-FFF2-40B4-BE49-F238E27FC236}">
                <a16:creationId xmlns:a16="http://schemas.microsoft.com/office/drawing/2014/main" id="{12617E2C-F4E2-E8B4-0305-E761EA908D23}"/>
              </a:ext>
            </a:extLst>
          </p:cNvPr>
          <p:cNvSpPr>
            <a:spLocks noGrp="1"/>
          </p:cNvSpPr>
          <p:nvPr>
            <p:ph type="dgm" sz="quarter" idx="40" hasCustomPrompt="1"/>
          </p:nvPr>
        </p:nvSpPr>
        <p:spPr>
          <a:xfrm>
            <a:off x="587375" y="1291430"/>
            <a:ext cx="11050588" cy="5038725"/>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93874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P07 |  ONE HEAD + Sub-Head+ Org Chart">
    <p:spTree>
      <p:nvGrpSpPr>
        <p:cNvPr id="1" name=""/>
        <p:cNvGrpSpPr/>
        <p:nvPr/>
      </p:nvGrpSpPr>
      <p:grpSpPr>
        <a:xfrm>
          <a:off x="0" y="0"/>
          <a:ext cx="0" cy="0"/>
          <a:chOff x="0" y="0"/>
          <a:chExt cx="0" cy="0"/>
        </a:xfrm>
      </p:grpSpPr>
      <p:sp>
        <p:nvSpPr>
          <p:cNvPr id="4" name="SmartArt Placeholder 5">
            <a:extLst>
              <a:ext uri="{FF2B5EF4-FFF2-40B4-BE49-F238E27FC236}">
                <a16:creationId xmlns:a16="http://schemas.microsoft.com/office/drawing/2014/main" id="{585653B8-D94A-5A6B-0EC8-C792E4E40D5E}"/>
              </a:ext>
            </a:extLst>
          </p:cNvPr>
          <p:cNvSpPr>
            <a:spLocks noGrp="1"/>
          </p:cNvSpPr>
          <p:nvPr>
            <p:ph type="dgm" sz="quarter" idx="41" hasCustomPrompt="1"/>
          </p:nvPr>
        </p:nvSpPr>
        <p:spPr>
          <a:xfrm>
            <a:off x="587375" y="1770564"/>
            <a:ext cx="11050588" cy="4676274"/>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22F1F8B6-8D40-EEBE-E52B-8EC239E9E815}"/>
              </a:ext>
            </a:extLst>
          </p:cNvPr>
          <p:cNvSpPr>
            <a:spLocks noGrp="1"/>
          </p:cNvSpPr>
          <p:nvPr>
            <p:ph type="body" sz="quarter" idx="39" hasCustomPrompt="1"/>
          </p:nvPr>
        </p:nvSpPr>
        <p:spPr>
          <a:xfrm>
            <a:off x="588166" y="140872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89726719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07 | ONE + Sub-Heading + Org Chart">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98A107BF-CDB2-B23D-E0E3-CE56C28C2D6B}"/>
              </a:ext>
            </a:extLst>
          </p:cNvPr>
          <p:cNvSpPr>
            <a:spLocks noGrp="1"/>
          </p:cNvSpPr>
          <p:nvPr>
            <p:ph type="dgm" sz="quarter" idx="41" hasCustomPrompt="1"/>
          </p:nvPr>
        </p:nvSpPr>
        <p:spPr>
          <a:xfrm>
            <a:off x="587375" y="1741827"/>
            <a:ext cx="11050588" cy="4705011"/>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90195169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P07 | ONE HEAD + SUB-HEAD Org Chart">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CAEBAD4A-98AE-4AFA-92A0-9C21F6870570}"/>
              </a:ext>
            </a:extLst>
          </p:cNvPr>
          <p:cNvSpPr>
            <a:spLocks noGrp="1"/>
          </p:cNvSpPr>
          <p:nvPr>
            <p:ph type="dgm" sz="quarter" idx="41" hasCustomPrompt="1"/>
          </p:nvPr>
        </p:nvSpPr>
        <p:spPr>
          <a:xfrm>
            <a:off x="587375" y="1750770"/>
            <a:ext cx="11050588" cy="4696068"/>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1230454607"/>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P07 | DOUBLE HEAD + Org Chart">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23349ABE-E3EB-51B8-8960-8BA1B3A4D517}"/>
              </a:ext>
            </a:extLst>
          </p:cNvPr>
          <p:cNvSpPr>
            <a:spLocks noGrp="1"/>
          </p:cNvSpPr>
          <p:nvPr>
            <p:ph type="dgm" sz="quarter" idx="40" hasCustomPrompt="1"/>
          </p:nvPr>
        </p:nvSpPr>
        <p:spPr>
          <a:xfrm>
            <a:off x="587375" y="1750770"/>
            <a:ext cx="11050588" cy="4696068"/>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586743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P07 | DOUBLE HEAD + Sub-Head + Org Chart">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A357ADC7-97C8-D4D6-7DFB-4229EDA7DE61}"/>
              </a:ext>
            </a:extLst>
          </p:cNvPr>
          <p:cNvSpPr>
            <a:spLocks noGrp="1"/>
          </p:cNvSpPr>
          <p:nvPr>
            <p:ph type="dgm" sz="quarter" idx="40" hasCustomPrompt="1"/>
          </p:nvPr>
        </p:nvSpPr>
        <p:spPr>
          <a:xfrm>
            <a:off x="587375" y="2118226"/>
            <a:ext cx="11050588" cy="432861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494A9DE9-BC03-7B70-18CD-E3C0B299DA37}"/>
              </a:ext>
            </a:extLst>
          </p:cNvPr>
          <p:cNvSpPr>
            <a:spLocks noGrp="1"/>
          </p:cNvSpPr>
          <p:nvPr>
            <p:ph type="body" sz="quarter" idx="41" hasCustomPrompt="1"/>
          </p:nvPr>
        </p:nvSpPr>
        <p:spPr>
          <a:xfrm>
            <a:off x="588166" y="175638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123922793"/>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P07 | DOUBLE HEAD + Sub-Head + Org Chart 2">
    <p:spTree>
      <p:nvGrpSpPr>
        <p:cNvPr id="1" name=""/>
        <p:cNvGrpSpPr/>
        <p:nvPr/>
      </p:nvGrpSpPr>
      <p:grpSpPr>
        <a:xfrm>
          <a:off x="0" y="0"/>
          <a:ext cx="0" cy="0"/>
          <a:chOff x="0" y="0"/>
          <a:chExt cx="0" cy="0"/>
        </a:xfrm>
      </p:grpSpPr>
      <p:sp>
        <p:nvSpPr>
          <p:cNvPr id="4" name="SmartArt Placeholder 5">
            <a:extLst>
              <a:ext uri="{FF2B5EF4-FFF2-40B4-BE49-F238E27FC236}">
                <a16:creationId xmlns:a16="http://schemas.microsoft.com/office/drawing/2014/main" id="{F696F3D0-FA46-D2D7-B915-CD862474F51F}"/>
              </a:ext>
            </a:extLst>
          </p:cNvPr>
          <p:cNvSpPr>
            <a:spLocks noGrp="1"/>
          </p:cNvSpPr>
          <p:nvPr>
            <p:ph type="dgm" sz="quarter" idx="40" hasCustomPrompt="1"/>
          </p:nvPr>
        </p:nvSpPr>
        <p:spPr>
          <a:xfrm>
            <a:off x="587375" y="2097479"/>
            <a:ext cx="11050588" cy="4349359"/>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3" name="Text Placeholder 4">
            <a:extLst>
              <a:ext uri="{FF2B5EF4-FFF2-40B4-BE49-F238E27FC236}">
                <a16:creationId xmlns:a16="http://schemas.microsoft.com/office/drawing/2014/main" id="{ED4123F9-C5CB-EE3F-7554-0B079BDDB78C}"/>
              </a:ext>
            </a:extLst>
          </p:cNvPr>
          <p:cNvSpPr>
            <a:spLocks noGrp="1"/>
          </p:cNvSpPr>
          <p:nvPr>
            <p:ph type="body" sz="quarter" idx="41" hasCustomPrompt="1"/>
          </p:nvPr>
        </p:nvSpPr>
        <p:spPr>
          <a:xfrm>
            <a:off x="588166" y="1345882"/>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664797"/>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TWO LINE HEADING</a:t>
            </a:r>
            <a:br>
              <a:rPr lang="en-GB" noProof="0" dirty="0"/>
            </a:br>
            <a:r>
              <a:rPr lang="en-GB" noProof="0" dirty="0"/>
              <a:t>OVER TWO LINES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720261"/>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335954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P07 | ONE HEAD + Intro Text + Org Chart">
    <p:spTree>
      <p:nvGrpSpPr>
        <p:cNvPr id="1" name=""/>
        <p:cNvGrpSpPr/>
        <p:nvPr/>
      </p:nvGrpSpPr>
      <p:grpSpPr>
        <a:xfrm>
          <a:off x="0" y="0"/>
          <a:ext cx="0" cy="0"/>
          <a:chOff x="0" y="0"/>
          <a:chExt cx="0" cy="0"/>
        </a:xfrm>
      </p:grpSpPr>
      <p:sp>
        <p:nvSpPr>
          <p:cNvPr id="4" name="SmartArt Placeholder 5">
            <a:extLst>
              <a:ext uri="{FF2B5EF4-FFF2-40B4-BE49-F238E27FC236}">
                <a16:creationId xmlns:a16="http://schemas.microsoft.com/office/drawing/2014/main" id="{DC85F425-08DA-14D2-1980-E6174D34C09E}"/>
              </a:ext>
            </a:extLst>
          </p:cNvPr>
          <p:cNvSpPr>
            <a:spLocks noGrp="1"/>
          </p:cNvSpPr>
          <p:nvPr>
            <p:ph type="dgm" sz="quarter" idx="40" hasCustomPrompt="1"/>
          </p:nvPr>
        </p:nvSpPr>
        <p:spPr>
          <a:xfrm>
            <a:off x="587375" y="1528517"/>
            <a:ext cx="11050588" cy="491832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 name="Text Placeholder 15">
            <a:extLst>
              <a:ext uri="{FF2B5EF4-FFF2-40B4-BE49-F238E27FC236}">
                <a16:creationId xmlns:a16="http://schemas.microsoft.com/office/drawing/2014/main" id="{B344E32D-2457-EF2E-E316-6DB234314878}"/>
              </a:ext>
            </a:extLst>
          </p:cNvPr>
          <p:cNvSpPr>
            <a:spLocks noGrp="1"/>
          </p:cNvSpPr>
          <p:nvPr>
            <p:ph type="body" sz="quarter" idx="44" hasCustomPrompt="1"/>
          </p:nvPr>
        </p:nvSpPr>
        <p:spPr>
          <a:xfrm>
            <a:off x="587375" y="1003472"/>
            <a:ext cx="11052175" cy="185500"/>
          </a:xfrm>
          <a:prstGeom prst="rect">
            <a:avLst/>
          </a:prstGeom>
        </p:spPr>
        <p:txBody>
          <a:bodyPr lIns="0" tIns="0" rIns="0" bIns="0">
            <a:spAutoFit/>
          </a:bodyPr>
          <a:lstStyle>
            <a:lvl1pPr marL="0" indent="0" algn="ctr">
              <a:lnSpc>
                <a:spcPts val="1600"/>
              </a:lnSpc>
              <a:spcBef>
                <a:spcPts val="0"/>
              </a:spcBef>
              <a:buNone/>
              <a:defRPr sz="1050" spc="2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spTree>
    <p:extLst>
      <p:ext uri="{BB962C8B-B14F-4D97-AF65-F5344CB8AC3E}">
        <p14:creationId xmlns:p14="http://schemas.microsoft.com/office/powerpoint/2010/main" val="12287263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07 | DOUBLE HEAD + Org Chart 2">
    <p:spTree>
      <p:nvGrpSpPr>
        <p:cNvPr id="1" name=""/>
        <p:cNvGrpSpPr/>
        <p:nvPr/>
      </p:nvGrpSpPr>
      <p:grpSpPr>
        <a:xfrm>
          <a:off x="0" y="0"/>
          <a:ext cx="0" cy="0"/>
          <a:chOff x="0" y="0"/>
          <a:chExt cx="0" cy="0"/>
        </a:xfrm>
      </p:grpSpPr>
      <p:sp>
        <p:nvSpPr>
          <p:cNvPr id="4" name="SmartArt Placeholder 5">
            <a:extLst>
              <a:ext uri="{FF2B5EF4-FFF2-40B4-BE49-F238E27FC236}">
                <a16:creationId xmlns:a16="http://schemas.microsoft.com/office/drawing/2014/main" id="{04C17EF9-1EE3-D0F5-CEC3-4F8A97AF06B1}"/>
              </a:ext>
            </a:extLst>
          </p:cNvPr>
          <p:cNvSpPr>
            <a:spLocks noGrp="1"/>
          </p:cNvSpPr>
          <p:nvPr>
            <p:ph type="dgm" sz="quarter" idx="48" hasCustomPrompt="1"/>
          </p:nvPr>
        </p:nvSpPr>
        <p:spPr>
          <a:xfrm>
            <a:off x="587375" y="1654569"/>
            <a:ext cx="11050588" cy="4792269"/>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Tree>
    <p:extLst>
      <p:ext uri="{BB962C8B-B14F-4D97-AF65-F5344CB8AC3E}">
        <p14:creationId xmlns:p14="http://schemas.microsoft.com/office/powerpoint/2010/main" val="9799395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07 | ONE HEAD + 2 x Org Chart + 1 x Descriptor">
    <p:spTree>
      <p:nvGrpSpPr>
        <p:cNvPr id="1" name=""/>
        <p:cNvGrpSpPr/>
        <p:nvPr/>
      </p:nvGrpSpPr>
      <p:grpSpPr>
        <a:xfrm>
          <a:off x="0" y="0"/>
          <a:ext cx="0" cy="0"/>
          <a:chOff x="0" y="0"/>
          <a:chExt cx="0" cy="0"/>
        </a:xfrm>
      </p:grpSpPr>
      <p:sp>
        <p:nvSpPr>
          <p:cNvPr id="3" name="SmartArt Placeholder 5">
            <a:extLst>
              <a:ext uri="{FF2B5EF4-FFF2-40B4-BE49-F238E27FC236}">
                <a16:creationId xmlns:a16="http://schemas.microsoft.com/office/drawing/2014/main" id="{D6E42EE5-9C1F-8277-1369-3A9015A87C03}"/>
              </a:ext>
            </a:extLst>
          </p:cNvPr>
          <p:cNvSpPr>
            <a:spLocks noGrp="1"/>
          </p:cNvSpPr>
          <p:nvPr>
            <p:ph type="dgm" sz="quarter" idx="40" hasCustomPrompt="1"/>
          </p:nvPr>
        </p:nvSpPr>
        <p:spPr>
          <a:xfrm>
            <a:off x="593131" y="1349832"/>
            <a:ext cx="5341583" cy="411044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22" name="Rectangle 21">
            <a:extLst>
              <a:ext uri="{FF2B5EF4-FFF2-40B4-BE49-F238E27FC236}">
                <a16:creationId xmlns:a16="http://schemas.microsoft.com/office/drawing/2014/main" id="{C339FE57-36C5-60EC-4DA1-E53BD5EAE3C6}"/>
              </a:ext>
            </a:extLst>
          </p:cNvPr>
          <p:cNvSpPr>
            <a:spLocks noGrp="1" noRot="1" noMove="1" noResize="1" noEditPoints="1" noAdjustHandles="1" noChangeArrowheads="1" noChangeShapeType="1"/>
          </p:cNvSpPr>
          <p:nvPr userDrawn="1"/>
        </p:nvSpPr>
        <p:spPr>
          <a:xfrm>
            <a:off x="585789" y="5650538"/>
            <a:ext cx="11051366" cy="795594"/>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740998" y="5727495"/>
            <a:ext cx="10754855"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00" b="0"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Heading here – 1 line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6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1BD96D8F-65EF-B834-C3E6-242C45E89136}"/>
              </a:ext>
            </a:extLst>
          </p:cNvPr>
          <p:cNvSpPr>
            <a:spLocks noGrp="1"/>
          </p:cNvSpPr>
          <p:nvPr>
            <p:ph type="body" sz="quarter" idx="43" hasCustomPrompt="1"/>
          </p:nvPr>
        </p:nvSpPr>
        <p:spPr>
          <a:xfrm>
            <a:off x="740229" y="5989077"/>
            <a:ext cx="10756446" cy="307777"/>
          </a:xfrm>
          <a:prstGeom prst="rect">
            <a:avLst/>
          </a:prstGeom>
        </p:spPr>
        <p:txBody>
          <a:bodyPr wrap="square" lIns="0" tIns="0" rIns="0" bIns="0">
            <a:sp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Text goes here, over two lines maximum… Text goes here, over two lines maximum…</a:t>
            </a:r>
            <a:r>
              <a:rPr lang="en-ZA" dirty="0"/>
              <a:t> </a:t>
            </a:r>
            <a:r>
              <a:rPr lang="en-US" dirty="0"/>
              <a:t>Text goes here, over two lines maximum… Text goes here, over two lines maximum… Text goes here, over two lines maximum…</a:t>
            </a:r>
            <a:r>
              <a:rPr lang="en-ZA" dirty="0"/>
              <a:t> </a:t>
            </a:r>
            <a:r>
              <a:rPr lang="en-US" dirty="0"/>
              <a:t>Text goes here, over two lines maximum…</a:t>
            </a:r>
            <a:r>
              <a:rPr lang="en-ZA" dirty="0"/>
              <a:t> </a:t>
            </a:r>
            <a:r>
              <a:rPr lang="en-US" dirty="0"/>
              <a:t>Text goes here, over two lines maximum… Text goes here, over two lines maximum…</a:t>
            </a:r>
            <a:r>
              <a:rPr lang="en-ZA" dirty="0"/>
              <a:t> </a:t>
            </a:r>
            <a:r>
              <a:rPr lang="en-US" dirty="0"/>
              <a:t>Text goes here, over two lines maximum…</a:t>
            </a:r>
            <a:endParaRPr lang="en-ZA" dirty="0"/>
          </a:p>
        </p:txBody>
      </p:sp>
      <p:sp>
        <p:nvSpPr>
          <p:cNvPr id="4" name="SmartArt Placeholder 5">
            <a:extLst>
              <a:ext uri="{FF2B5EF4-FFF2-40B4-BE49-F238E27FC236}">
                <a16:creationId xmlns:a16="http://schemas.microsoft.com/office/drawing/2014/main" id="{C212035A-3100-566B-9DE6-E64615D0A3FC}"/>
              </a:ext>
            </a:extLst>
          </p:cNvPr>
          <p:cNvSpPr>
            <a:spLocks noGrp="1"/>
          </p:cNvSpPr>
          <p:nvPr>
            <p:ph type="dgm" sz="quarter" idx="44" hasCustomPrompt="1"/>
          </p:nvPr>
        </p:nvSpPr>
        <p:spPr>
          <a:xfrm>
            <a:off x="6257288" y="1349832"/>
            <a:ext cx="5341583" cy="411044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Tree>
    <p:extLst>
      <p:ext uri="{BB962C8B-B14F-4D97-AF65-F5344CB8AC3E}">
        <p14:creationId xmlns:p14="http://schemas.microsoft.com/office/powerpoint/2010/main" val="23491003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07 | ONE HEAD + 2 x Org Chart + 2 x Descriptor">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89DE668-33C3-57C8-6F04-364D2624C820}"/>
              </a:ext>
            </a:extLst>
          </p:cNvPr>
          <p:cNvSpPr>
            <a:spLocks noGrp="1" noRot="1" noMove="1" noResize="1" noEditPoints="1" noAdjustHandles="1" noChangeArrowheads="1" noChangeShapeType="1"/>
          </p:cNvSpPr>
          <p:nvPr userDrawn="1"/>
        </p:nvSpPr>
        <p:spPr>
          <a:xfrm>
            <a:off x="6297957" y="5650538"/>
            <a:ext cx="5341583" cy="795594"/>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Text Placeholder 4">
            <a:extLst>
              <a:ext uri="{FF2B5EF4-FFF2-40B4-BE49-F238E27FC236}">
                <a16:creationId xmlns:a16="http://schemas.microsoft.com/office/drawing/2014/main" id="{32CD8148-3FC7-33B9-EF22-8581DAD3F31F}"/>
              </a:ext>
            </a:extLst>
          </p:cNvPr>
          <p:cNvSpPr>
            <a:spLocks noGrp="1"/>
          </p:cNvSpPr>
          <p:nvPr>
            <p:ph type="body" sz="quarter" idx="48" hasCustomPrompt="1"/>
          </p:nvPr>
        </p:nvSpPr>
        <p:spPr>
          <a:xfrm>
            <a:off x="6453166" y="5727495"/>
            <a:ext cx="502410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00" b="0"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Heading here – 1 line</a:t>
            </a:r>
          </a:p>
        </p:txBody>
      </p:sp>
      <p:sp>
        <p:nvSpPr>
          <p:cNvPr id="30" name="Text Placeholder 22">
            <a:extLst>
              <a:ext uri="{FF2B5EF4-FFF2-40B4-BE49-F238E27FC236}">
                <a16:creationId xmlns:a16="http://schemas.microsoft.com/office/drawing/2014/main" id="{A76778BB-7E9F-7562-C370-BA57B7A47A98}"/>
              </a:ext>
            </a:extLst>
          </p:cNvPr>
          <p:cNvSpPr>
            <a:spLocks noGrp="1"/>
          </p:cNvSpPr>
          <p:nvPr>
            <p:ph type="body" sz="quarter" idx="49" hasCustomPrompt="1"/>
          </p:nvPr>
        </p:nvSpPr>
        <p:spPr>
          <a:xfrm>
            <a:off x="6452397" y="5989077"/>
            <a:ext cx="5024846" cy="307777"/>
          </a:xfrm>
          <a:prstGeom prst="rect">
            <a:avLst/>
          </a:prstGeom>
        </p:spPr>
        <p:txBody>
          <a:bodyPr wrap="square" lIns="0" tIns="0" rIns="0" bIns="0">
            <a:norm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Text goes here, over two lines maximum… Text goes here, over two lines maximum…</a:t>
            </a:r>
            <a:r>
              <a:rPr lang="en-ZA" dirty="0"/>
              <a:t> </a:t>
            </a:r>
            <a:r>
              <a:rPr lang="en-US" dirty="0"/>
              <a:t>Text goes here, over two lines maximum…</a:t>
            </a:r>
            <a:endParaRPr lang="en-ZA" dirty="0"/>
          </a:p>
        </p:txBody>
      </p:sp>
      <p:sp>
        <p:nvSpPr>
          <p:cNvPr id="22" name="Rectangle 21">
            <a:extLst>
              <a:ext uri="{FF2B5EF4-FFF2-40B4-BE49-F238E27FC236}">
                <a16:creationId xmlns:a16="http://schemas.microsoft.com/office/drawing/2014/main" id="{C339FE57-36C5-60EC-4DA1-E53BD5EAE3C6}"/>
              </a:ext>
            </a:extLst>
          </p:cNvPr>
          <p:cNvSpPr>
            <a:spLocks noGrp="1" noRot="1" noMove="1" noResize="1" noEditPoints="1" noAdjustHandles="1" noChangeArrowheads="1" noChangeShapeType="1"/>
          </p:cNvSpPr>
          <p:nvPr userDrawn="1"/>
        </p:nvSpPr>
        <p:spPr>
          <a:xfrm>
            <a:off x="585789" y="5650538"/>
            <a:ext cx="5341583" cy="795594"/>
          </a:xfrm>
          <a:prstGeom prst="rect">
            <a:avLst/>
          </a:prstGeom>
          <a:solidFill>
            <a:srgbClr val="EFF1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Text Placeholder 4">
            <a:extLst>
              <a:ext uri="{FF2B5EF4-FFF2-40B4-BE49-F238E27FC236}">
                <a16:creationId xmlns:a16="http://schemas.microsoft.com/office/drawing/2014/main" id="{17362419-E6A1-A75C-EBB1-9FE32DB1D658}"/>
              </a:ext>
            </a:extLst>
          </p:cNvPr>
          <p:cNvSpPr>
            <a:spLocks noGrp="1"/>
          </p:cNvSpPr>
          <p:nvPr>
            <p:ph type="body" sz="quarter" idx="39" hasCustomPrompt="1"/>
          </p:nvPr>
        </p:nvSpPr>
        <p:spPr>
          <a:xfrm>
            <a:off x="740998" y="5727495"/>
            <a:ext cx="5024103"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00" b="0" spc="40" baseline="0">
                <a:solidFill>
                  <a:schemeClr val="accent3"/>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Heading here – 1 line</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6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1BD96D8F-65EF-B834-C3E6-242C45E89136}"/>
              </a:ext>
            </a:extLst>
          </p:cNvPr>
          <p:cNvSpPr>
            <a:spLocks noGrp="1"/>
          </p:cNvSpPr>
          <p:nvPr>
            <p:ph type="body" sz="quarter" idx="43" hasCustomPrompt="1"/>
          </p:nvPr>
        </p:nvSpPr>
        <p:spPr>
          <a:xfrm>
            <a:off x="740229" y="5989077"/>
            <a:ext cx="5024846" cy="307777"/>
          </a:xfrm>
          <a:prstGeom prst="rect">
            <a:avLst/>
          </a:prstGeom>
        </p:spPr>
        <p:txBody>
          <a:bodyPr wrap="square" lIns="0" tIns="0" rIns="0" bIns="0">
            <a:spAutoFit/>
          </a:bodyPr>
          <a:lstStyle>
            <a:lvl1pPr marL="0" indent="0">
              <a:lnSpc>
                <a:spcPts val="1200"/>
              </a:lnSpc>
              <a:buNone/>
              <a:defRPr sz="1000">
                <a:solidFill>
                  <a:schemeClr val="accent5">
                    <a:lumMod val="50000"/>
                  </a:schemeClr>
                </a:solidFill>
              </a:defRPr>
            </a:lvl1pPr>
            <a:lvl2pPr marL="457200" indent="0">
              <a:lnSpc>
                <a:spcPts val="1200"/>
              </a:lnSpc>
              <a:buNone/>
              <a:defRPr sz="1050"/>
            </a:lvl2pPr>
            <a:lvl3pPr marL="914400" indent="0">
              <a:lnSpc>
                <a:spcPts val="1200"/>
              </a:lnSpc>
              <a:buNone/>
              <a:defRPr sz="1050"/>
            </a:lvl3pPr>
            <a:lvl4pPr marL="1371600" indent="0">
              <a:lnSpc>
                <a:spcPts val="1200"/>
              </a:lnSpc>
              <a:buNone/>
              <a:defRPr sz="1050"/>
            </a:lvl4pPr>
            <a:lvl5pPr marL="1828800" indent="0">
              <a:lnSpc>
                <a:spcPts val="1200"/>
              </a:lnSpc>
              <a:buNone/>
              <a:defRPr sz="1050"/>
            </a:lvl5pPr>
          </a:lstStyle>
          <a:p>
            <a:pPr marL="0" marR="0" lvl="0" indent="0" algn="l" defTabSz="914400" rtl="0" eaLnBrk="1" fontAlgn="auto" latinLnBrk="0" hangingPunct="1">
              <a:lnSpc>
                <a:spcPts val="1200"/>
              </a:lnSpc>
              <a:spcBef>
                <a:spcPts val="1000"/>
              </a:spcBef>
              <a:spcAft>
                <a:spcPts val="0"/>
              </a:spcAft>
              <a:buClrTx/>
              <a:buSzTx/>
              <a:buFont typeface="Arial" panose="020B0604020202020204" pitchFamily="34" charset="0"/>
              <a:buNone/>
              <a:tabLst/>
              <a:defRPr/>
            </a:pPr>
            <a:r>
              <a:rPr lang="en-US" dirty="0"/>
              <a:t>Text goes here, over two lines maximum… Text goes here, over two lines maximum…</a:t>
            </a:r>
            <a:r>
              <a:rPr lang="en-ZA" dirty="0"/>
              <a:t> </a:t>
            </a:r>
            <a:r>
              <a:rPr lang="en-US" dirty="0"/>
              <a:t>Text goes here, over two lines maximum…</a:t>
            </a:r>
            <a:endParaRPr lang="en-ZA" dirty="0"/>
          </a:p>
        </p:txBody>
      </p:sp>
      <p:sp>
        <p:nvSpPr>
          <p:cNvPr id="3" name="SmartArt Placeholder 5">
            <a:extLst>
              <a:ext uri="{FF2B5EF4-FFF2-40B4-BE49-F238E27FC236}">
                <a16:creationId xmlns:a16="http://schemas.microsoft.com/office/drawing/2014/main" id="{EBF9D330-AD4D-7653-9709-AF1E36311526}"/>
              </a:ext>
            </a:extLst>
          </p:cNvPr>
          <p:cNvSpPr>
            <a:spLocks noGrp="1"/>
          </p:cNvSpPr>
          <p:nvPr>
            <p:ph type="dgm" sz="quarter" idx="40" hasCustomPrompt="1"/>
          </p:nvPr>
        </p:nvSpPr>
        <p:spPr>
          <a:xfrm>
            <a:off x="593131" y="1349832"/>
            <a:ext cx="5341583" cy="411044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
        <p:nvSpPr>
          <p:cNvPr id="4" name="SmartArt Placeholder 5">
            <a:extLst>
              <a:ext uri="{FF2B5EF4-FFF2-40B4-BE49-F238E27FC236}">
                <a16:creationId xmlns:a16="http://schemas.microsoft.com/office/drawing/2014/main" id="{9A561AD9-C9FC-E1F4-5DB5-F4F1CD94A8CF}"/>
              </a:ext>
            </a:extLst>
          </p:cNvPr>
          <p:cNvSpPr>
            <a:spLocks noGrp="1"/>
          </p:cNvSpPr>
          <p:nvPr>
            <p:ph type="dgm" sz="quarter" idx="44" hasCustomPrompt="1"/>
          </p:nvPr>
        </p:nvSpPr>
        <p:spPr>
          <a:xfrm>
            <a:off x="6257288" y="1349832"/>
            <a:ext cx="5341583" cy="4110442"/>
          </a:xfrm>
          <a:prstGeom prst="rect">
            <a:avLst/>
          </a:prstGeom>
        </p:spPr>
        <p:txBody>
          <a:bodyPr/>
          <a:lstStyle>
            <a:lvl1pPr marL="0" indent="0" algn="ctr">
              <a:buNone/>
              <a:defRPr sz="1050">
                <a:solidFill>
                  <a:schemeClr val="tx1"/>
                </a:solidFill>
              </a:defRPr>
            </a:lvl1pPr>
          </a:lstStyle>
          <a:p>
            <a:r>
              <a:rPr lang="en-US" dirty="0"/>
              <a:t>Insert ‘Hierarchy’ SmartArt</a:t>
            </a:r>
            <a:endParaRPr lang="en-ZA" dirty="0"/>
          </a:p>
        </p:txBody>
      </p:sp>
    </p:spTree>
    <p:extLst>
      <p:ext uri="{BB962C8B-B14F-4D97-AF65-F5344CB8AC3E}">
        <p14:creationId xmlns:p14="http://schemas.microsoft.com/office/powerpoint/2010/main" val="21513054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08 | CLIENT FEEDBAC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4A7EF3-60B7-9125-1327-B9C1B0D7C2E3}"/>
              </a:ext>
            </a:extLst>
          </p:cNvPr>
          <p:cNvSpPr>
            <a:spLocks noGrp="1" noRot="1" noMove="1" noResize="1" noEditPoints="1" noAdjustHandles="1" noChangeArrowheads="1" noChangeShapeType="1"/>
          </p:cNvSpPr>
          <p:nvPr userDrawn="1"/>
        </p:nvSpPr>
        <p:spPr>
          <a:xfrm>
            <a:off x="-1" y="-793"/>
            <a:ext cx="4484915" cy="6859587"/>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9170" rtl="0" eaLnBrk="1" latinLnBrk="1" hangingPunct="1"/>
            <a:endParaRPr lang="en-US" sz="2400" kern="1200" dirty="0">
              <a:solidFill>
                <a:schemeClr val="lt1"/>
              </a:solidFill>
              <a:latin typeface="+mn-lt"/>
              <a:ea typeface="+mn-ea"/>
              <a:cs typeface="+mn-cs"/>
            </a:endParaRP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19" name="Text Placeholder 4">
            <a:extLst>
              <a:ext uri="{FF2B5EF4-FFF2-40B4-BE49-F238E27FC236}">
                <a16:creationId xmlns:a16="http://schemas.microsoft.com/office/drawing/2014/main" id="{FCE2E642-BBD4-61D7-69DC-70BD5D68B4AD}"/>
              </a:ext>
            </a:extLst>
          </p:cNvPr>
          <p:cNvSpPr>
            <a:spLocks noGrp="1"/>
          </p:cNvSpPr>
          <p:nvPr userDrawn="1">
            <p:ph type="body" sz="quarter" idx="38" hasCustomPrompt="1"/>
          </p:nvPr>
        </p:nvSpPr>
        <p:spPr>
          <a:xfrm>
            <a:off x="5037727" y="774135"/>
            <a:ext cx="4585244" cy="1381599"/>
          </a:xfrm>
          <a:prstGeom prst="rect">
            <a:avLst/>
          </a:prstGeom>
        </p:spPr>
        <p:txBody>
          <a:bodyPr lIns="0" tIns="0" rIns="0" bIns="0"/>
          <a:lstStyle>
            <a:lvl1pPr marL="0" indent="0">
              <a:lnSpc>
                <a:spcPts val="1400"/>
              </a:lnSpc>
              <a:spcBef>
                <a:spcPts val="1200"/>
              </a:spcBef>
              <a:buFont typeface="Calibri" panose="020F0502020204030204" pitchFamily="34" charset="0"/>
              <a:buNone/>
              <a:defRPr sz="1100">
                <a:solidFill>
                  <a:schemeClr val="tx2">
                    <a:lumMod val="50000"/>
                  </a:schemeClr>
                </a:solidFill>
              </a:defRPr>
            </a:lvl1pPr>
            <a:lvl2pPr marL="628650" indent="-171450">
              <a:lnSpc>
                <a:spcPts val="1400"/>
              </a:lnSpc>
              <a:spcBef>
                <a:spcPts val="300"/>
              </a:spcBef>
              <a:buFont typeface="Calibri" panose="020F0502020204030204" pitchFamily="34" charset="0"/>
              <a:buChar char="+"/>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Click to edit Master text styles Click to edit Master text styles Click to edit Master text styles Click to edit Master text styles Click to edit Master text styles…</a:t>
            </a:r>
          </a:p>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Click to edit Master text styles Click to edit Master text styles Click to edit Master text styles Click to edit Master text styles Click to edit Master text styles…</a:t>
            </a:r>
          </a:p>
        </p:txBody>
      </p:sp>
      <p:sp>
        <p:nvSpPr>
          <p:cNvPr id="9" name="Freeform 6">
            <a:extLst>
              <a:ext uri="{FF2B5EF4-FFF2-40B4-BE49-F238E27FC236}">
                <a16:creationId xmlns:a16="http://schemas.microsoft.com/office/drawing/2014/main" id="{DAEC95B3-5F7B-4C39-B559-7B93124C9DF3}"/>
              </a:ext>
            </a:extLst>
          </p:cNvPr>
          <p:cNvSpPr>
            <a:spLocks/>
          </p:cNvSpPr>
          <p:nvPr userDrawn="1"/>
        </p:nvSpPr>
        <p:spPr bwMode="auto">
          <a:xfrm rot="5400000" flipH="1" flipV="1">
            <a:off x="410948" y="309185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7" name="Freeform 10">
            <a:extLst>
              <a:ext uri="{FF2B5EF4-FFF2-40B4-BE49-F238E27FC236}">
                <a16:creationId xmlns:a16="http://schemas.microsoft.com/office/drawing/2014/main" id="{8C6A8D84-0CAE-2136-48DE-C721034BC3BF}"/>
              </a:ext>
            </a:extLst>
          </p:cNvPr>
          <p:cNvSpPr>
            <a:spLocks/>
          </p:cNvSpPr>
          <p:nvPr userDrawn="1"/>
        </p:nvSpPr>
        <p:spPr bwMode="auto">
          <a:xfrm rot="5400000" flipH="1" flipV="1">
            <a:off x="525004" y="5200460"/>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nvGrpSpPr>
          <p:cNvPr id="59" name="Group 58">
            <a:extLst>
              <a:ext uri="{FF2B5EF4-FFF2-40B4-BE49-F238E27FC236}">
                <a16:creationId xmlns:a16="http://schemas.microsoft.com/office/drawing/2014/main" id="{4600F8E5-C718-7E8C-A434-2E7BD4308C2A}"/>
              </a:ext>
            </a:extLst>
          </p:cNvPr>
          <p:cNvGrpSpPr>
            <a:grpSpLocks noGrp="1" noUngrp="1" noRot="1" noMove="1" noResize="1"/>
          </p:cNvGrpSpPr>
          <p:nvPr userDrawn="1"/>
        </p:nvGrpSpPr>
        <p:grpSpPr>
          <a:xfrm>
            <a:off x="1037270" y="5201606"/>
            <a:ext cx="1658688" cy="1656395"/>
            <a:chOff x="523857" y="5201606"/>
            <a:chExt cx="1658688" cy="1656395"/>
          </a:xfrm>
        </p:grpSpPr>
        <p:sp>
          <p:nvSpPr>
            <p:cNvPr id="16" name="Freeform 9">
              <a:extLst>
                <a:ext uri="{FF2B5EF4-FFF2-40B4-BE49-F238E27FC236}">
                  <a16:creationId xmlns:a16="http://schemas.microsoft.com/office/drawing/2014/main" id="{0145C933-B2F3-ACE2-0FC7-CFA973E76028}"/>
                </a:ext>
              </a:extLst>
            </p:cNvPr>
            <p:cNvSpPr>
              <a:spLocks noGrp="1" noRot="1" noMove="1" noResize="1" noEditPoints="1" noAdjustHandles="1" noChangeArrowheads="1" noChangeShapeType="1"/>
            </p:cNvSpPr>
            <p:nvPr userDrawn="1"/>
          </p:nvSpPr>
          <p:spPr bwMode="auto">
            <a:xfrm rot="5400000" flipH="1" flipV="1">
              <a:off x="525004" y="5200460"/>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11">
              <a:extLst>
                <a:ext uri="{FF2B5EF4-FFF2-40B4-BE49-F238E27FC236}">
                  <a16:creationId xmlns:a16="http://schemas.microsoft.com/office/drawing/2014/main" id="{56E1EFF2-59FE-4CFE-2CE9-5254B00A49EA}"/>
                </a:ext>
              </a:extLst>
            </p:cNvPr>
            <p:cNvSpPr>
              <a:spLocks noGrp="1" noRot="1" noMove="1" noResize="1" noEditPoints="1" noAdjustHandles="1" noChangeArrowheads="1" noChangeShapeType="1"/>
            </p:cNvSpPr>
            <p:nvPr userDrawn="1"/>
          </p:nvSpPr>
          <p:spPr bwMode="auto">
            <a:xfrm rot="5400000" flipH="1" flipV="1">
              <a:off x="1567558" y="6243014"/>
              <a:ext cx="614413" cy="615560"/>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1" name="Freeform 12">
              <a:extLst>
                <a:ext uri="{FF2B5EF4-FFF2-40B4-BE49-F238E27FC236}">
                  <a16:creationId xmlns:a16="http://schemas.microsoft.com/office/drawing/2014/main" id="{63CA6E9B-4AFF-0AE8-F6BB-D946157C0054}"/>
                </a:ext>
              </a:extLst>
            </p:cNvPr>
            <p:cNvSpPr>
              <a:spLocks noGrp="1" noRot="1" noMove="1" noResize="1" noEditPoints="1" noAdjustHandles="1" noChangeArrowheads="1" noChangeShapeType="1"/>
            </p:cNvSpPr>
            <p:nvPr userDrawn="1"/>
          </p:nvSpPr>
          <p:spPr bwMode="auto">
            <a:xfrm rot="5400000" flipH="1" flipV="1">
              <a:off x="524431" y="5201033"/>
              <a:ext cx="612121" cy="613267"/>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58" name="Group 57">
            <a:extLst>
              <a:ext uri="{FF2B5EF4-FFF2-40B4-BE49-F238E27FC236}">
                <a16:creationId xmlns:a16="http://schemas.microsoft.com/office/drawing/2014/main" id="{24538642-E755-68F3-3207-F8E9B07DC0E6}"/>
              </a:ext>
            </a:extLst>
          </p:cNvPr>
          <p:cNvGrpSpPr>
            <a:grpSpLocks noGrp="1" noUngrp="1" noRot="1" noMove="1" noResize="1"/>
          </p:cNvGrpSpPr>
          <p:nvPr userDrawn="1"/>
        </p:nvGrpSpPr>
        <p:grpSpPr>
          <a:xfrm flipH="1" flipV="1">
            <a:off x="1872618" y="4593101"/>
            <a:ext cx="989252" cy="1419112"/>
            <a:chOff x="2" y="4091994"/>
            <a:chExt cx="989252" cy="1419112"/>
          </a:xfrm>
        </p:grpSpPr>
        <p:sp>
          <p:nvSpPr>
            <p:cNvPr id="22" name="Freeform 13">
              <a:extLst>
                <a:ext uri="{FF2B5EF4-FFF2-40B4-BE49-F238E27FC236}">
                  <a16:creationId xmlns:a16="http://schemas.microsoft.com/office/drawing/2014/main" id="{E7274811-A1D1-C778-B7C6-EC12B3FA5930}"/>
                </a:ext>
              </a:extLst>
            </p:cNvPr>
            <p:cNvSpPr>
              <a:spLocks noGrp="1" noRot="1" noMove="1" noResize="1" noEditPoints="1" noAdjustHandles="1" noChangeArrowheads="1" noChangeShapeType="1"/>
            </p:cNvSpPr>
            <p:nvPr userDrawn="1"/>
          </p:nvSpPr>
          <p:spPr bwMode="auto">
            <a:xfrm rot="5400000" flipH="1" flipV="1">
              <a:off x="-212062" y="4403786"/>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3" name="Freeform 14">
              <a:extLst>
                <a:ext uri="{FF2B5EF4-FFF2-40B4-BE49-F238E27FC236}">
                  <a16:creationId xmlns:a16="http://schemas.microsoft.com/office/drawing/2014/main" id="{4B202044-AE1B-9630-C2B1-6D0967EB548E}"/>
                </a:ext>
              </a:extLst>
            </p:cNvPr>
            <p:cNvSpPr>
              <a:spLocks noGrp="1" noRot="1" noMove="1" noResize="1" noEditPoints="1" noAdjustHandles="1" noChangeArrowheads="1" noChangeShapeType="1"/>
            </p:cNvSpPr>
            <p:nvPr userDrawn="1"/>
          </p:nvSpPr>
          <p:spPr bwMode="auto">
            <a:xfrm rot="5400000" flipH="1" flipV="1">
              <a:off x="376560" y="4091421"/>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cxnSp>
        <p:nvCxnSpPr>
          <p:cNvPr id="40" name="Straight Connector 15">
            <a:extLst>
              <a:ext uri="{FF2B5EF4-FFF2-40B4-BE49-F238E27FC236}">
                <a16:creationId xmlns:a16="http://schemas.microsoft.com/office/drawing/2014/main" id="{B3F3B799-F526-4182-9392-5DF2AE6B0EEA}"/>
              </a:ext>
            </a:extLst>
          </p:cNvPr>
          <p:cNvCxnSpPr>
            <a:cxnSpLocks noGrp="1" noRot="1" noMove="1" noResize="1" noEditPoints="1" noAdjustHandles="1" noChangeArrowheads="1" noChangeShapeType="1"/>
          </p:cNvCxnSpPr>
          <p:nvPr userDrawn="1"/>
        </p:nvCxnSpPr>
        <p:spPr>
          <a:xfrm>
            <a:off x="596028" y="1379506"/>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BD1694-42C7-8D2C-4986-ACFF72B82D5D}"/>
              </a:ext>
            </a:extLst>
          </p:cNvPr>
          <p:cNvCxnSpPr>
            <a:cxnSpLocks noGrp="1" noRot="1" noMove="1" noResize="1" noEditPoints="1" noAdjustHandles="1" noChangeArrowheads="1" noChangeShapeType="1"/>
          </p:cNvCxnSpPr>
          <p:nvPr userDrawn="1"/>
        </p:nvCxnSpPr>
        <p:spPr>
          <a:xfrm>
            <a:off x="588165" y="2795451"/>
            <a:ext cx="2269548" cy="0"/>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 Placeholder 4">
            <a:extLst>
              <a:ext uri="{FF2B5EF4-FFF2-40B4-BE49-F238E27FC236}">
                <a16:creationId xmlns:a16="http://schemas.microsoft.com/office/drawing/2014/main" id="{FD0B65B8-6FD0-1750-FD5A-BD8A88FFC557}"/>
              </a:ext>
            </a:extLst>
          </p:cNvPr>
          <p:cNvSpPr>
            <a:spLocks noGrp="1"/>
          </p:cNvSpPr>
          <p:nvPr userDrawn="1">
            <p:ph type="body" sz="quarter" idx="41" hasCustomPrompt="1"/>
          </p:nvPr>
        </p:nvSpPr>
        <p:spPr>
          <a:xfrm>
            <a:off x="596028" y="2842509"/>
            <a:ext cx="207306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5">
                    <a:lumMod val="40000"/>
                    <a:lumOff val="6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2024</a:t>
            </a:r>
          </a:p>
        </p:txBody>
      </p:sp>
      <p:sp>
        <p:nvSpPr>
          <p:cNvPr id="50" name="Rectangle 49">
            <a:extLst>
              <a:ext uri="{FF2B5EF4-FFF2-40B4-BE49-F238E27FC236}">
                <a16:creationId xmlns:a16="http://schemas.microsoft.com/office/drawing/2014/main" id="{A987BD2D-30E5-7F72-DC6C-C1BC27BA45F2}"/>
              </a:ext>
            </a:extLst>
          </p:cNvPr>
          <p:cNvSpPr>
            <a:spLocks noGrp="1" noRot="1" noMove="1" noResize="1" noEditPoints="1" noAdjustHandles="1" noChangeArrowheads="1" noChangeShapeType="1"/>
          </p:cNvSpPr>
          <p:nvPr userDrawn="1"/>
        </p:nvSpPr>
        <p:spPr>
          <a:xfrm>
            <a:off x="2857713" y="2595154"/>
            <a:ext cx="8781837" cy="38516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6" name="Chart Placeholder 45">
            <a:extLst>
              <a:ext uri="{FF2B5EF4-FFF2-40B4-BE49-F238E27FC236}">
                <a16:creationId xmlns:a16="http://schemas.microsoft.com/office/drawing/2014/main" id="{84C306DE-2F2D-EF2C-211E-DBE6BCC6776E}"/>
              </a:ext>
            </a:extLst>
          </p:cNvPr>
          <p:cNvSpPr>
            <a:spLocks noGrp="1"/>
          </p:cNvSpPr>
          <p:nvPr userDrawn="1">
            <p:ph type="chart" sz="quarter" idx="39" hasCustomPrompt="1"/>
          </p:nvPr>
        </p:nvSpPr>
        <p:spPr>
          <a:xfrm>
            <a:off x="3059808" y="2805637"/>
            <a:ext cx="8377646" cy="3430718"/>
          </a:xfrm>
          <a:prstGeom prst="rect">
            <a:avLst/>
          </a:prstGeom>
        </p:spPr>
        <p:txBody>
          <a:bodyPr/>
          <a:lstStyle>
            <a:lvl1pPr marL="0" indent="0" algn="ctr">
              <a:buNone/>
              <a:defRPr sz="1100"/>
            </a:lvl1pPr>
          </a:lstStyle>
          <a:p>
            <a:r>
              <a:rPr lang="en-ZA" dirty="0"/>
              <a:t>Insert Chart</a:t>
            </a:r>
          </a:p>
        </p:txBody>
      </p:sp>
      <p:sp>
        <p:nvSpPr>
          <p:cNvPr id="61" name="Freeform: Shape 60">
            <a:extLst>
              <a:ext uri="{FF2B5EF4-FFF2-40B4-BE49-F238E27FC236}">
                <a16:creationId xmlns:a16="http://schemas.microsoft.com/office/drawing/2014/main" id="{B7C80D38-2F78-EF93-4593-8D524E592D9C}"/>
              </a:ext>
            </a:extLst>
          </p:cNvPr>
          <p:cNvSpPr>
            <a:spLocks noGrp="1" noRot="1" noMove="1" noResize="1" noEditPoints="1" noAdjustHandles="1" noChangeArrowheads="1" noChangeShapeType="1"/>
          </p:cNvSpPr>
          <p:nvPr userDrawn="1"/>
        </p:nvSpPr>
        <p:spPr>
          <a:xfrm rot="10800000">
            <a:off x="3283229" y="6551147"/>
            <a:ext cx="614413" cy="306853"/>
          </a:xfrm>
          <a:custGeom>
            <a:avLst/>
            <a:gdLst>
              <a:gd name="connsiteX0" fmla="*/ 0 w 614413"/>
              <a:gd name="connsiteY0" fmla="*/ 0 h 306853"/>
              <a:gd name="connsiteX1" fmla="*/ 168505 w 614413"/>
              <a:gd name="connsiteY1" fmla="*/ 0 h 306853"/>
              <a:gd name="connsiteX2" fmla="*/ 168505 w 614413"/>
              <a:gd name="connsiteY2" fmla="*/ 138348 h 306853"/>
              <a:gd name="connsiteX3" fmla="*/ 445908 w 614413"/>
              <a:gd name="connsiteY3" fmla="*/ 138348 h 306853"/>
              <a:gd name="connsiteX4" fmla="*/ 445908 w 614413"/>
              <a:gd name="connsiteY4" fmla="*/ 0 h 306853"/>
              <a:gd name="connsiteX5" fmla="*/ 614413 w 614413"/>
              <a:gd name="connsiteY5" fmla="*/ 0 h 306853"/>
              <a:gd name="connsiteX6" fmla="*/ 614413 w 614413"/>
              <a:gd name="connsiteY6" fmla="*/ 306853 h 306853"/>
              <a:gd name="connsiteX7" fmla="*/ 0 w 614413"/>
              <a:gd name="connsiteY7" fmla="*/ 306853 h 30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13" h="306853">
                <a:moveTo>
                  <a:pt x="0" y="0"/>
                </a:moveTo>
                <a:lnTo>
                  <a:pt x="168505" y="0"/>
                </a:lnTo>
                <a:lnTo>
                  <a:pt x="168505" y="138348"/>
                </a:lnTo>
                <a:lnTo>
                  <a:pt x="445908" y="138348"/>
                </a:lnTo>
                <a:lnTo>
                  <a:pt x="445908" y="0"/>
                </a:lnTo>
                <a:lnTo>
                  <a:pt x="614413" y="0"/>
                </a:lnTo>
                <a:lnTo>
                  <a:pt x="614413" y="306853"/>
                </a:lnTo>
                <a:lnTo>
                  <a:pt x="0" y="30685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64" name="Rectangle 63">
            <a:extLst>
              <a:ext uri="{FF2B5EF4-FFF2-40B4-BE49-F238E27FC236}">
                <a16:creationId xmlns:a16="http://schemas.microsoft.com/office/drawing/2014/main" id="{E8C8E281-1737-1457-B491-E0AD3FD164AE}"/>
              </a:ext>
            </a:extLst>
          </p:cNvPr>
          <p:cNvSpPr/>
          <p:nvPr userDrawn="1"/>
        </p:nvSpPr>
        <p:spPr>
          <a:xfrm>
            <a:off x="9901647" y="833955"/>
            <a:ext cx="1737904" cy="1321779"/>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5" name="Rectangle 64">
            <a:extLst>
              <a:ext uri="{FF2B5EF4-FFF2-40B4-BE49-F238E27FC236}">
                <a16:creationId xmlns:a16="http://schemas.microsoft.com/office/drawing/2014/main" id="{69E8B766-D3BB-21B3-7CD2-AFA5AE34728C}"/>
              </a:ext>
            </a:extLst>
          </p:cNvPr>
          <p:cNvSpPr>
            <a:spLocks noGrp="1" noRot="1" noMove="1" noResize="1" noEditPoints="1" noAdjustHandles="1" noChangeArrowheads="1" noChangeShapeType="1"/>
          </p:cNvSpPr>
          <p:nvPr userDrawn="1"/>
        </p:nvSpPr>
        <p:spPr>
          <a:xfrm>
            <a:off x="9901647" y="1724297"/>
            <a:ext cx="1737904" cy="431437"/>
          </a:xfrm>
          <a:prstGeom prst="rect">
            <a:avLst/>
          </a:prstGeom>
          <a:solidFill>
            <a:schemeClr val="accent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6" name="Text Placeholder 4">
            <a:extLst>
              <a:ext uri="{FF2B5EF4-FFF2-40B4-BE49-F238E27FC236}">
                <a16:creationId xmlns:a16="http://schemas.microsoft.com/office/drawing/2014/main" id="{39BE5762-174C-96F9-8C42-47C99D032996}"/>
              </a:ext>
            </a:extLst>
          </p:cNvPr>
          <p:cNvSpPr>
            <a:spLocks noGrp="1"/>
          </p:cNvSpPr>
          <p:nvPr>
            <p:ph type="body" sz="quarter" idx="42" hasCustomPrompt="1"/>
          </p:nvPr>
        </p:nvSpPr>
        <p:spPr>
          <a:xfrm>
            <a:off x="9901646" y="1843004"/>
            <a:ext cx="1737904" cy="187039"/>
          </a:xfrm>
          <a:prstGeom prst="rect">
            <a:avLst/>
          </a:prstGeom>
        </p:spPr>
        <p:txBody>
          <a:bodyPr wrap="square" lIns="0" tIns="0" rIns="0" bIns="0" anchor="ctr" anchorCtr="0">
            <a:spAutoFit/>
          </a:bodyPr>
          <a:lstStyle>
            <a:lvl1pPr marL="0" indent="0" algn="ctr">
              <a:lnSpc>
                <a:spcPts val="1600"/>
              </a:lnSpc>
              <a:buFont typeface="Calibri" panose="020F0502020204030204" pitchFamily="34" charset="0"/>
              <a:buNone/>
              <a:defRPr sz="11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XX September 2024</a:t>
            </a:r>
          </a:p>
        </p:txBody>
      </p:sp>
      <p:grpSp>
        <p:nvGrpSpPr>
          <p:cNvPr id="8" name="Group 7">
            <a:extLst>
              <a:ext uri="{FF2B5EF4-FFF2-40B4-BE49-F238E27FC236}">
                <a16:creationId xmlns:a16="http://schemas.microsoft.com/office/drawing/2014/main" id="{CC2331D7-BB7D-CED8-2634-D28D4CCC2233}"/>
              </a:ext>
            </a:extLst>
          </p:cNvPr>
          <p:cNvGrpSpPr>
            <a:grpSpLocks noGrp="1" noUngrp="1" noRot="1" noMove="1" noResize="1"/>
          </p:cNvGrpSpPr>
          <p:nvPr userDrawn="1"/>
        </p:nvGrpSpPr>
        <p:grpSpPr>
          <a:xfrm>
            <a:off x="4151408" y="515994"/>
            <a:ext cx="667012" cy="667012"/>
            <a:chOff x="596028" y="1806736"/>
            <a:chExt cx="667012" cy="667012"/>
          </a:xfrm>
        </p:grpSpPr>
        <p:sp>
          <p:nvSpPr>
            <p:cNvPr id="10" name="Oval 9">
              <a:extLst>
                <a:ext uri="{FF2B5EF4-FFF2-40B4-BE49-F238E27FC236}">
                  <a16:creationId xmlns:a16="http://schemas.microsoft.com/office/drawing/2014/main" id="{B0E86375-CE63-FC04-7275-8F593B8392E2}"/>
                </a:ext>
              </a:extLst>
            </p:cNvPr>
            <p:cNvSpPr>
              <a:spLocks noGrp="1" noRot="1" noMove="1" noResize="1" noEditPoints="1" noAdjustHandles="1" noChangeArrowheads="1" noChangeShapeType="1"/>
            </p:cNvSpPr>
            <p:nvPr userDrawn="1"/>
          </p:nvSpPr>
          <p:spPr>
            <a:xfrm>
              <a:off x="596028" y="1806736"/>
              <a:ext cx="667012" cy="667012"/>
            </a:xfrm>
            <a:prstGeom prst="ellipse">
              <a:avLst/>
            </a:prstGeom>
            <a:solidFill>
              <a:schemeClr val="bg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5" name="Graphic 14">
              <a:extLst>
                <a:ext uri="{FF2B5EF4-FFF2-40B4-BE49-F238E27FC236}">
                  <a16:creationId xmlns:a16="http://schemas.microsoft.com/office/drawing/2014/main" id="{193D6A4B-8775-972C-E12D-114CE5B7302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72588" y="2011745"/>
              <a:ext cx="279058" cy="225904"/>
            </a:xfrm>
            <a:prstGeom prst="rect">
              <a:avLst/>
            </a:prstGeom>
          </p:spPr>
        </p:pic>
      </p:grpSp>
    </p:spTree>
    <p:extLst>
      <p:ext uri="{BB962C8B-B14F-4D97-AF65-F5344CB8AC3E}">
        <p14:creationId xmlns:p14="http://schemas.microsoft.com/office/powerpoint/2010/main" val="259593874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08 | 1_CLIENT FEEDBAC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34A7EF3-60B7-9125-1327-B9C1B0D7C2E3}"/>
              </a:ext>
            </a:extLst>
          </p:cNvPr>
          <p:cNvSpPr>
            <a:spLocks noGrp="1" noRot="1" noMove="1" noResize="1" noEditPoints="1" noAdjustHandles="1" noChangeArrowheads="1" noChangeShapeType="1"/>
          </p:cNvSpPr>
          <p:nvPr userDrawn="1"/>
        </p:nvSpPr>
        <p:spPr>
          <a:xfrm flipH="1">
            <a:off x="4484914" y="-793"/>
            <a:ext cx="7707086" cy="6859587"/>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219170" rtl="0" eaLnBrk="1" latinLnBrk="1" hangingPunct="1"/>
            <a:endParaRPr lang="en-US" sz="2400" kern="1200" dirty="0">
              <a:solidFill>
                <a:schemeClr val="lt1"/>
              </a:solidFill>
              <a:latin typeface="+mn-lt"/>
              <a:ea typeface="+mn-ea"/>
              <a:cs typeface="+mn-cs"/>
            </a:endParaRPr>
          </a:p>
        </p:txBody>
      </p:sp>
      <p:grpSp>
        <p:nvGrpSpPr>
          <p:cNvPr id="7" name="Group 6">
            <a:extLst>
              <a:ext uri="{FF2B5EF4-FFF2-40B4-BE49-F238E27FC236}">
                <a16:creationId xmlns:a16="http://schemas.microsoft.com/office/drawing/2014/main" id="{A99CB448-3C9F-8DC9-0F14-64C657CA9F1F}"/>
              </a:ext>
            </a:extLst>
          </p:cNvPr>
          <p:cNvGrpSpPr>
            <a:grpSpLocks noGrp="1" noUngrp="1" noRot="1" noMove="1" noResize="1"/>
          </p:cNvGrpSpPr>
          <p:nvPr userDrawn="1"/>
        </p:nvGrpSpPr>
        <p:grpSpPr>
          <a:xfrm>
            <a:off x="4151408" y="515994"/>
            <a:ext cx="667012" cy="667012"/>
            <a:chOff x="596028" y="1806736"/>
            <a:chExt cx="667012" cy="667012"/>
          </a:xfrm>
        </p:grpSpPr>
        <p:sp>
          <p:nvSpPr>
            <p:cNvPr id="8" name="Oval 7">
              <a:extLst>
                <a:ext uri="{FF2B5EF4-FFF2-40B4-BE49-F238E27FC236}">
                  <a16:creationId xmlns:a16="http://schemas.microsoft.com/office/drawing/2014/main" id="{ECEC5866-02B3-FBEE-B45A-50D8DBDEDA2F}"/>
                </a:ext>
              </a:extLst>
            </p:cNvPr>
            <p:cNvSpPr>
              <a:spLocks noGrp="1" noRot="1" noMove="1" noResize="1" noEditPoints="1" noAdjustHandles="1" noChangeArrowheads="1" noChangeShapeType="1"/>
            </p:cNvSpPr>
            <p:nvPr userDrawn="1"/>
          </p:nvSpPr>
          <p:spPr>
            <a:xfrm>
              <a:off x="596028" y="1806736"/>
              <a:ext cx="667012" cy="667012"/>
            </a:xfrm>
            <a:prstGeom prst="ellipse">
              <a:avLst/>
            </a:prstGeom>
            <a:solidFill>
              <a:schemeClr val="bg1"/>
            </a:soli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 name="Graphic 9">
              <a:extLst>
                <a:ext uri="{FF2B5EF4-FFF2-40B4-BE49-F238E27FC236}">
                  <a16:creationId xmlns:a16="http://schemas.microsoft.com/office/drawing/2014/main" id="{CD1FAD53-0DDA-536E-3DF5-F8FA7B88169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72588" y="2011745"/>
              <a:ext cx="279058" cy="225904"/>
            </a:xfrm>
            <a:prstGeom prst="rect">
              <a:avLst/>
            </a:prstGeom>
          </p:spPr>
        </p:pic>
      </p:grpSp>
      <p:sp>
        <p:nvSpPr>
          <p:cNvPr id="64" name="Rectangle 63">
            <a:extLst>
              <a:ext uri="{FF2B5EF4-FFF2-40B4-BE49-F238E27FC236}">
                <a16:creationId xmlns:a16="http://schemas.microsoft.com/office/drawing/2014/main" id="{E8C8E281-1737-1457-B491-E0AD3FD164AE}"/>
              </a:ext>
            </a:extLst>
          </p:cNvPr>
          <p:cNvSpPr>
            <a:spLocks noGrp="1" noRot="1" noMove="1" noResize="1" noEditPoints="1" noAdjustHandles="1" noChangeArrowheads="1" noChangeShapeType="1"/>
          </p:cNvSpPr>
          <p:nvPr userDrawn="1"/>
        </p:nvSpPr>
        <p:spPr>
          <a:xfrm>
            <a:off x="591819" y="5125703"/>
            <a:ext cx="1737904" cy="1313197"/>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Freeform 6">
            <a:extLst>
              <a:ext uri="{FF2B5EF4-FFF2-40B4-BE49-F238E27FC236}">
                <a16:creationId xmlns:a16="http://schemas.microsoft.com/office/drawing/2014/main" id="{DAEC95B3-5F7B-4C39-B559-7B93124C9DF3}"/>
              </a:ext>
            </a:extLst>
          </p:cNvPr>
          <p:cNvSpPr>
            <a:spLocks/>
          </p:cNvSpPr>
          <p:nvPr userDrawn="1"/>
        </p:nvSpPr>
        <p:spPr bwMode="auto">
          <a:xfrm rot="5400000" flipH="1" flipV="1">
            <a:off x="410948" y="309185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cxnSp>
        <p:nvCxnSpPr>
          <p:cNvPr id="40" name="Straight Connector 15">
            <a:extLst>
              <a:ext uri="{FF2B5EF4-FFF2-40B4-BE49-F238E27FC236}">
                <a16:creationId xmlns:a16="http://schemas.microsoft.com/office/drawing/2014/main" id="{B3F3B799-F526-4182-9392-5DF2AE6B0EEA}"/>
              </a:ext>
            </a:extLst>
          </p:cNvPr>
          <p:cNvCxnSpPr>
            <a:cxnSpLocks noGrp="1" noRot="1" noMove="1" noResize="1" noEditPoints="1" noAdjustHandles="1" noChangeArrowheads="1" noChangeShapeType="1"/>
          </p:cNvCxnSpPr>
          <p:nvPr userDrawn="1"/>
        </p:nvCxnSpPr>
        <p:spPr>
          <a:xfrm>
            <a:off x="596028" y="1379506"/>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BD1694-42C7-8D2C-4986-ACFF72B82D5D}"/>
              </a:ext>
            </a:extLst>
          </p:cNvPr>
          <p:cNvCxnSpPr>
            <a:cxnSpLocks noGrp="1" noRot="1" noMove="1" noResize="1" noEditPoints="1" noAdjustHandles="1" noChangeArrowheads="1" noChangeShapeType="1"/>
          </p:cNvCxnSpPr>
          <p:nvPr userDrawn="1"/>
        </p:nvCxnSpPr>
        <p:spPr>
          <a:xfrm>
            <a:off x="588165" y="2795451"/>
            <a:ext cx="2269548" cy="0"/>
          </a:xfrm>
          <a:prstGeom prst="line">
            <a:avLst/>
          </a:prstGeom>
          <a:ln>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 Placeholder 4">
            <a:extLst>
              <a:ext uri="{FF2B5EF4-FFF2-40B4-BE49-F238E27FC236}">
                <a16:creationId xmlns:a16="http://schemas.microsoft.com/office/drawing/2014/main" id="{FD0B65B8-6FD0-1750-FD5A-BD8A88FFC557}"/>
              </a:ext>
            </a:extLst>
          </p:cNvPr>
          <p:cNvSpPr>
            <a:spLocks noGrp="1"/>
          </p:cNvSpPr>
          <p:nvPr userDrawn="1">
            <p:ph type="body" sz="quarter" idx="41" hasCustomPrompt="1"/>
          </p:nvPr>
        </p:nvSpPr>
        <p:spPr>
          <a:xfrm>
            <a:off x="596028" y="2842509"/>
            <a:ext cx="2073061"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5">
                    <a:lumMod val="40000"/>
                    <a:lumOff val="6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2024</a:t>
            </a:r>
          </a:p>
        </p:txBody>
      </p:sp>
      <p:sp>
        <p:nvSpPr>
          <p:cNvPr id="50" name="Rectangle 49">
            <a:extLst>
              <a:ext uri="{FF2B5EF4-FFF2-40B4-BE49-F238E27FC236}">
                <a16:creationId xmlns:a16="http://schemas.microsoft.com/office/drawing/2014/main" id="{A987BD2D-30E5-7F72-DC6C-C1BC27BA45F2}"/>
              </a:ext>
            </a:extLst>
          </p:cNvPr>
          <p:cNvSpPr/>
          <p:nvPr userDrawn="1"/>
        </p:nvSpPr>
        <p:spPr>
          <a:xfrm>
            <a:off x="2857713" y="2595154"/>
            <a:ext cx="8781837" cy="38516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6" name="Chart Placeholder 45">
            <a:extLst>
              <a:ext uri="{FF2B5EF4-FFF2-40B4-BE49-F238E27FC236}">
                <a16:creationId xmlns:a16="http://schemas.microsoft.com/office/drawing/2014/main" id="{84C306DE-2F2D-EF2C-211E-DBE6BCC6776E}"/>
              </a:ext>
            </a:extLst>
          </p:cNvPr>
          <p:cNvSpPr>
            <a:spLocks noGrp="1"/>
          </p:cNvSpPr>
          <p:nvPr userDrawn="1">
            <p:ph type="chart" sz="quarter" idx="39" hasCustomPrompt="1"/>
          </p:nvPr>
        </p:nvSpPr>
        <p:spPr>
          <a:xfrm>
            <a:off x="3059808" y="2805637"/>
            <a:ext cx="8377646" cy="3430718"/>
          </a:xfrm>
          <a:prstGeom prst="rect">
            <a:avLst/>
          </a:prstGeom>
        </p:spPr>
        <p:txBody>
          <a:bodyPr/>
          <a:lstStyle>
            <a:lvl1pPr marL="0" indent="0" algn="ctr">
              <a:buNone/>
              <a:defRPr sz="1100"/>
            </a:lvl1pPr>
          </a:lstStyle>
          <a:p>
            <a:r>
              <a:rPr lang="en-ZA" dirty="0"/>
              <a:t>Insert Chart</a:t>
            </a:r>
          </a:p>
        </p:txBody>
      </p:sp>
      <p:sp>
        <p:nvSpPr>
          <p:cNvPr id="65" name="Rectangle 64">
            <a:extLst>
              <a:ext uri="{FF2B5EF4-FFF2-40B4-BE49-F238E27FC236}">
                <a16:creationId xmlns:a16="http://schemas.microsoft.com/office/drawing/2014/main" id="{69E8B766-D3BB-21B3-7CD2-AFA5AE34728C}"/>
              </a:ext>
            </a:extLst>
          </p:cNvPr>
          <p:cNvSpPr>
            <a:spLocks noGrp="1" noRot="1" noMove="1" noResize="1" noEditPoints="1" noAdjustHandles="1" noChangeArrowheads="1" noChangeShapeType="1"/>
          </p:cNvSpPr>
          <p:nvPr userDrawn="1"/>
        </p:nvSpPr>
        <p:spPr>
          <a:xfrm>
            <a:off x="591819" y="6016045"/>
            <a:ext cx="1737904" cy="431437"/>
          </a:xfrm>
          <a:prstGeom prst="rect">
            <a:avLst/>
          </a:prstGeom>
          <a:solidFill>
            <a:schemeClr val="accent3"/>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6" name="Text Placeholder 4">
            <a:extLst>
              <a:ext uri="{FF2B5EF4-FFF2-40B4-BE49-F238E27FC236}">
                <a16:creationId xmlns:a16="http://schemas.microsoft.com/office/drawing/2014/main" id="{39BE5762-174C-96F9-8C42-47C99D032996}"/>
              </a:ext>
            </a:extLst>
          </p:cNvPr>
          <p:cNvSpPr>
            <a:spLocks noGrp="1"/>
          </p:cNvSpPr>
          <p:nvPr>
            <p:ph type="body" sz="quarter" idx="42" hasCustomPrompt="1"/>
          </p:nvPr>
        </p:nvSpPr>
        <p:spPr>
          <a:xfrm>
            <a:off x="591818" y="6134752"/>
            <a:ext cx="1737904" cy="187039"/>
          </a:xfrm>
          <a:prstGeom prst="rect">
            <a:avLst/>
          </a:prstGeom>
        </p:spPr>
        <p:txBody>
          <a:bodyPr wrap="square" lIns="0" tIns="0" rIns="0" bIns="0" anchor="ctr" anchorCtr="0">
            <a:spAutoFit/>
          </a:bodyPr>
          <a:lstStyle>
            <a:lvl1pPr marL="0" indent="0" algn="ctr">
              <a:lnSpc>
                <a:spcPts val="1600"/>
              </a:lnSpc>
              <a:buFont typeface="Calibri" panose="020F0502020204030204" pitchFamily="34" charset="0"/>
              <a:buNone/>
              <a:defRPr sz="11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XX September 2024</a:t>
            </a:r>
          </a:p>
        </p:txBody>
      </p:sp>
      <p:sp>
        <p:nvSpPr>
          <p:cNvPr id="4" name="Freeform 9">
            <a:extLst>
              <a:ext uri="{FF2B5EF4-FFF2-40B4-BE49-F238E27FC236}">
                <a16:creationId xmlns:a16="http://schemas.microsoft.com/office/drawing/2014/main" id="{9C8E22DC-F255-1B1E-F0F9-998E71CB463E}"/>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6" name="Text Placeholder 4">
            <a:extLst>
              <a:ext uri="{FF2B5EF4-FFF2-40B4-BE49-F238E27FC236}">
                <a16:creationId xmlns:a16="http://schemas.microsoft.com/office/drawing/2014/main" id="{8A2C954B-11DD-8BF2-F799-B76ECF5EA90B}"/>
              </a:ext>
            </a:extLst>
          </p:cNvPr>
          <p:cNvSpPr>
            <a:spLocks noGrp="1"/>
          </p:cNvSpPr>
          <p:nvPr>
            <p:ph type="body" sz="quarter" idx="38" hasCustomPrompt="1"/>
          </p:nvPr>
        </p:nvSpPr>
        <p:spPr>
          <a:xfrm>
            <a:off x="5081270" y="774135"/>
            <a:ext cx="6558280" cy="1321779"/>
          </a:xfrm>
          <a:prstGeom prst="rect">
            <a:avLst/>
          </a:prstGeom>
        </p:spPr>
        <p:txBody>
          <a:bodyPr lIns="0" tIns="0" rIns="0" bIns="0"/>
          <a:lstStyle>
            <a:lvl1pPr marL="228600" indent="-228600">
              <a:lnSpc>
                <a:spcPts val="1400"/>
              </a:lnSpc>
              <a:spcBef>
                <a:spcPts val="1200"/>
              </a:spcBef>
              <a:buFont typeface="+mj-lt"/>
              <a:buAutoNum type="arabicPeriod"/>
              <a:defRPr sz="1100">
                <a:solidFill>
                  <a:schemeClr val="tx2">
                    <a:lumMod val="50000"/>
                  </a:schemeClr>
                </a:solidFill>
              </a:defRPr>
            </a:lvl1pPr>
            <a:lvl2pPr marL="628650" indent="-171450">
              <a:lnSpc>
                <a:spcPts val="1400"/>
              </a:lnSpc>
              <a:spcBef>
                <a:spcPts val="300"/>
              </a:spcBef>
              <a:buFont typeface="Calibri" panose="020F0502020204030204" pitchFamily="34" charset="0"/>
              <a:buChar char="+"/>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p:txBody>
      </p:sp>
    </p:spTree>
    <p:extLst>
      <p:ext uri="{BB962C8B-B14F-4D97-AF65-F5344CB8AC3E}">
        <p14:creationId xmlns:p14="http://schemas.microsoft.com/office/powerpoint/2010/main" val="416059356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P08 | 2_CLIENT FEEDBA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F8319A-F5A5-63D1-2314-04CBF6EA944F}"/>
              </a:ext>
            </a:extLst>
          </p:cNvPr>
          <p:cNvSpPr>
            <a:spLocks noGrp="1" noRot="1" noMove="1" noResize="1" noEditPoints="1" noAdjustHandles="1" noChangeArrowheads="1" noChangeShapeType="1"/>
          </p:cNvSpPr>
          <p:nvPr userDrawn="1"/>
        </p:nvSpPr>
        <p:spPr>
          <a:xfrm>
            <a:off x="8557356" y="0"/>
            <a:ext cx="3634643"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ZA" sz="2400"/>
          </a:p>
        </p:txBody>
      </p:sp>
      <p:sp>
        <p:nvSpPr>
          <p:cNvPr id="24" name="Rectangle 23">
            <a:extLst>
              <a:ext uri="{FF2B5EF4-FFF2-40B4-BE49-F238E27FC236}">
                <a16:creationId xmlns:a16="http://schemas.microsoft.com/office/drawing/2014/main" id="{10AD2976-25BD-4ECE-1520-2C2A462F1DBA}"/>
              </a:ext>
            </a:extLst>
          </p:cNvPr>
          <p:cNvSpPr>
            <a:spLocks noGrp="1" noRot="1" noMove="1" noResize="1" noEditPoints="1" noAdjustHandles="1" noChangeArrowheads="1" noChangeShapeType="1"/>
          </p:cNvSpPr>
          <p:nvPr userDrawn="1"/>
        </p:nvSpPr>
        <p:spPr>
          <a:xfrm>
            <a:off x="8139113" y="570796"/>
            <a:ext cx="3500426" cy="508472"/>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그림 개체 틀 3">
            <a:extLst>
              <a:ext uri="{FF2B5EF4-FFF2-40B4-BE49-F238E27FC236}">
                <a16:creationId xmlns:a16="http://schemas.microsoft.com/office/drawing/2014/main" id="{B52A5F24-F2D1-D713-72F6-F15CEAA35A3F}"/>
              </a:ext>
            </a:extLst>
          </p:cNvPr>
          <p:cNvSpPr>
            <a:spLocks noGrp="1"/>
          </p:cNvSpPr>
          <p:nvPr>
            <p:ph type="pic" sz="quarter" idx="31" hasCustomPrompt="1"/>
          </p:nvPr>
        </p:nvSpPr>
        <p:spPr>
          <a:xfrm>
            <a:off x="8130601" y="1204958"/>
            <a:ext cx="3508939" cy="524110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30000"/>
                  </a:schemeClr>
                </a:solidFill>
                <a:latin typeface="+mj-lt"/>
              </a:rPr>
              <a:pPr algn="r" eaLnBrk="1" hangingPunct="1">
                <a:defRPr/>
              </a:pPr>
              <a:t>‹#›</a:t>
            </a:fld>
            <a:endParaRPr lang="en-GB" sz="650" dirty="0">
              <a:solidFill>
                <a:schemeClr val="accent5">
                  <a:lumMod val="20000"/>
                  <a:lumOff val="80000"/>
                  <a:alpha val="3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3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3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9" name="Straight Connector 15">
            <a:extLst>
              <a:ext uri="{FF2B5EF4-FFF2-40B4-BE49-F238E27FC236}">
                <a16:creationId xmlns:a16="http://schemas.microsoft.com/office/drawing/2014/main" id="{8EF8B5C3-184A-C452-5D0C-35DCF73C04C5}"/>
              </a:ext>
            </a:extLst>
          </p:cNvPr>
          <p:cNvCxnSpPr>
            <a:cxnSpLocks noGrp="1" noRot="1" noMove="1" noResize="1" noEditPoints="1" noAdjustHandles="1" noChangeArrowheads="1" noChangeShapeType="1"/>
          </p:cNvCxnSpPr>
          <p:nvPr userDrawn="1"/>
        </p:nvCxnSpPr>
        <p:spPr>
          <a:xfrm>
            <a:off x="596028" y="1464964"/>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D558D6C1-6604-5078-2F9A-ED1E4E4B16B6}"/>
              </a:ext>
            </a:extLst>
          </p:cNvPr>
          <p:cNvGrpSpPr>
            <a:grpSpLocks noGrp="1" noUngrp="1" noRot="1" noMove="1" noResize="1"/>
          </p:cNvGrpSpPr>
          <p:nvPr userDrawn="1"/>
        </p:nvGrpSpPr>
        <p:grpSpPr>
          <a:xfrm>
            <a:off x="596028" y="1806736"/>
            <a:ext cx="667012" cy="667012"/>
            <a:chOff x="596028" y="1806736"/>
            <a:chExt cx="667012" cy="667012"/>
          </a:xfrm>
        </p:grpSpPr>
        <p:sp>
          <p:nvSpPr>
            <p:cNvPr id="20" name="Oval 19">
              <a:extLst>
                <a:ext uri="{FF2B5EF4-FFF2-40B4-BE49-F238E27FC236}">
                  <a16:creationId xmlns:a16="http://schemas.microsoft.com/office/drawing/2014/main" id="{F0002F2A-0359-CE69-64E3-DEEF0EF57A63}"/>
                </a:ext>
              </a:extLst>
            </p:cNvPr>
            <p:cNvSpPr>
              <a:spLocks noGrp="1" noRot="1" noMove="1" noResize="1" noEditPoints="1" noAdjustHandles="1" noChangeArrowheads="1" noChangeShapeType="1"/>
            </p:cNvSpPr>
            <p:nvPr userDrawn="1"/>
          </p:nvSpPr>
          <p:spPr>
            <a:xfrm>
              <a:off x="596028" y="1806736"/>
              <a:ext cx="667012" cy="667012"/>
            </a:xfrm>
            <a:prstGeom prst="ellipse">
              <a:avLst/>
            </a:prstGeom>
            <a:solidFill>
              <a:schemeClr val="bg1"/>
            </a:solidFill>
            <a:ln w="50800">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1" name="Graphic 20">
              <a:extLst>
                <a:ext uri="{FF2B5EF4-FFF2-40B4-BE49-F238E27FC236}">
                  <a16:creationId xmlns:a16="http://schemas.microsoft.com/office/drawing/2014/main" id="{F71416A0-E9AD-80FF-4157-F1BB768D1DA3}"/>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72588" y="2011745"/>
              <a:ext cx="279058" cy="225904"/>
            </a:xfrm>
            <a:prstGeom prst="rect">
              <a:avLst/>
            </a:prstGeom>
          </p:spPr>
        </p:pic>
      </p:grpSp>
      <p:sp>
        <p:nvSpPr>
          <p:cNvPr id="22" name="Text Placeholder 4">
            <a:extLst>
              <a:ext uri="{FF2B5EF4-FFF2-40B4-BE49-F238E27FC236}">
                <a16:creationId xmlns:a16="http://schemas.microsoft.com/office/drawing/2014/main" id="{3BCC227D-9E68-D3F7-97F3-ED32E4D01959}"/>
              </a:ext>
            </a:extLst>
          </p:cNvPr>
          <p:cNvSpPr>
            <a:spLocks noGrp="1"/>
          </p:cNvSpPr>
          <p:nvPr userDrawn="1">
            <p:ph type="body" sz="quarter" idx="38" hasCustomPrompt="1"/>
          </p:nvPr>
        </p:nvSpPr>
        <p:spPr>
          <a:xfrm>
            <a:off x="1571403" y="1945236"/>
            <a:ext cx="6083432" cy="1321779"/>
          </a:xfrm>
          <a:prstGeom prst="rect">
            <a:avLst/>
          </a:prstGeom>
        </p:spPr>
        <p:txBody>
          <a:bodyPr lIns="0" tIns="0" rIns="0" bIns="0"/>
          <a:lstStyle>
            <a:lvl1pPr marL="228600" indent="-228600">
              <a:lnSpc>
                <a:spcPts val="1400"/>
              </a:lnSpc>
              <a:spcBef>
                <a:spcPts val="1200"/>
              </a:spcBef>
              <a:buFont typeface="+mj-lt"/>
              <a:buAutoNum type="arabicPeriod"/>
              <a:defRPr sz="1100">
                <a:solidFill>
                  <a:schemeClr val="tx2">
                    <a:lumMod val="50000"/>
                  </a:schemeClr>
                </a:solidFill>
              </a:defRPr>
            </a:lvl1pPr>
            <a:lvl2pPr marL="628650" indent="-171450">
              <a:lnSpc>
                <a:spcPts val="1400"/>
              </a:lnSpc>
              <a:spcBef>
                <a:spcPts val="300"/>
              </a:spcBef>
              <a:buFont typeface="Calibri" panose="020F0502020204030204" pitchFamily="34" charset="0"/>
              <a:buChar char="+"/>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p:txBody>
      </p:sp>
      <p:sp>
        <p:nvSpPr>
          <p:cNvPr id="23" name="Chart Placeholder 45">
            <a:extLst>
              <a:ext uri="{FF2B5EF4-FFF2-40B4-BE49-F238E27FC236}">
                <a16:creationId xmlns:a16="http://schemas.microsoft.com/office/drawing/2014/main" id="{E8F8429E-3B4E-A257-DC50-CA7B95CB8D33}"/>
              </a:ext>
            </a:extLst>
          </p:cNvPr>
          <p:cNvSpPr>
            <a:spLocks noGrp="1"/>
          </p:cNvSpPr>
          <p:nvPr userDrawn="1">
            <p:ph type="chart" sz="quarter" idx="39" hasCustomPrompt="1"/>
          </p:nvPr>
        </p:nvSpPr>
        <p:spPr>
          <a:xfrm>
            <a:off x="588171" y="3559064"/>
            <a:ext cx="7066664" cy="2886999"/>
          </a:xfrm>
          <a:prstGeom prst="rect">
            <a:avLst/>
          </a:prstGeom>
        </p:spPr>
        <p:txBody>
          <a:bodyPr/>
          <a:lstStyle>
            <a:lvl1pPr marL="0" indent="0" algn="ctr">
              <a:buNone/>
              <a:defRPr sz="1100"/>
            </a:lvl1pPr>
          </a:lstStyle>
          <a:p>
            <a:r>
              <a:rPr lang="en-ZA" dirty="0"/>
              <a:t>Insert Chart</a:t>
            </a:r>
          </a:p>
        </p:txBody>
      </p:sp>
      <p:sp>
        <p:nvSpPr>
          <p:cNvPr id="26" name="Text Placeholder 4">
            <a:extLst>
              <a:ext uri="{FF2B5EF4-FFF2-40B4-BE49-F238E27FC236}">
                <a16:creationId xmlns:a16="http://schemas.microsoft.com/office/drawing/2014/main" id="{F47FDAD5-F9BC-0EFC-12C5-DA0CD099EF00}"/>
              </a:ext>
            </a:extLst>
          </p:cNvPr>
          <p:cNvSpPr>
            <a:spLocks noGrp="1"/>
          </p:cNvSpPr>
          <p:nvPr userDrawn="1">
            <p:ph type="body" sz="quarter" idx="42" hasCustomPrompt="1"/>
          </p:nvPr>
        </p:nvSpPr>
        <p:spPr>
          <a:xfrm>
            <a:off x="9440091" y="721484"/>
            <a:ext cx="2199448" cy="187039"/>
          </a:xfrm>
          <a:prstGeom prst="rect">
            <a:avLst/>
          </a:prstGeom>
        </p:spPr>
        <p:txBody>
          <a:bodyPr wrap="square" lIns="72000" tIns="0" rIns="72000" bIns="0">
            <a:noAutofit/>
          </a:bodyPr>
          <a:lstStyle>
            <a:lvl1pPr marL="0" indent="0" algn="ctr">
              <a:lnSpc>
                <a:spcPts val="1600"/>
              </a:lnSpc>
              <a:buFont typeface="Calibri" panose="020F0502020204030204" pitchFamily="34" charset="0"/>
              <a:buNone/>
              <a:defRPr sz="11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XX September 2024</a:t>
            </a:r>
          </a:p>
        </p:txBody>
      </p:sp>
    </p:spTree>
    <p:extLst>
      <p:ext uri="{BB962C8B-B14F-4D97-AF65-F5344CB8AC3E}">
        <p14:creationId xmlns:p14="http://schemas.microsoft.com/office/powerpoint/2010/main" val="89726719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08 | 3_CLIENT FEEDBACK">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8065307-858F-D17D-60C0-33CD8A8F741C}"/>
              </a:ext>
            </a:extLst>
          </p:cNvPr>
          <p:cNvSpPr>
            <a:spLocks noGrp="1" noRot="1" noMove="1" noResize="1" noEditPoints="1" noAdjustHandles="1" noChangeArrowheads="1" noChangeShapeType="1"/>
          </p:cNvSpPr>
          <p:nvPr userDrawn="1"/>
        </p:nvSpPr>
        <p:spPr>
          <a:xfrm>
            <a:off x="8130601" y="1204959"/>
            <a:ext cx="3508938" cy="5231562"/>
          </a:xfrm>
          <a:prstGeom prst="rect">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5FF8319A-F5A5-63D1-2314-04CBF6EA944F}"/>
              </a:ext>
            </a:extLst>
          </p:cNvPr>
          <p:cNvSpPr>
            <a:spLocks noGrp="1" noRot="1" noMove="1" noResize="1" noEditPoints="1" noAdjustHandles="1" noChangeArrowheads="1" noChangeShapeType="1"/>
          </p:cNvSpPr>
          <p:nvPr userDrawn="1"/>
        </p:nvSpPr>
        <p:spPr>
          <a:xfrm flipV="1">
            <a:off x="0" y="0"/>
            <a:ext cx="12191999" cy="18067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ZA" sz="2400"/>
          </a:p>
        </p:txBody>
      </p: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9" name="Straight Connector 15">
            <a:extLst>
              <a:ext uri="{FF2B5EF4-FFF2-40B4-BE49-F238E27FC236}">
                <a16:creationId xmlns:a16="http://schemas.microsoft.com/office/drawing/2014/main" id="{8EF8B5C3-184A-C452-5D0C-35DCF73C04C5}"/>
              </a:ext>
            </a:extLst>
          </p:cNvPr>
          <p:cNvCxnSpPr>
            <a:cxnSpLocks noGrp="1" noRot="1" noMove="1" noResize="1" noEditPoints="1" noAdjustHandles="1" noChangeArrowheads="1" noChangeShapeType="1"/>
          </p:cNvCxnSpPr>
          <p:nvPr userDrawn="1"/>
        </p:nvCxnSpPr>
        <p:spPr>
          <a:xfrm>
            <a:off x="596028" y="1464964"/>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3BCC227D-9E68-D3F7-97F3-ED32E4D01959}"/>
              </a:ext>
            </a:extLst>
          </p:cNvPr>
          <p:cNvSpPr>
            <a:spLocks noGrp="1"/>
          </p:cNvSpPr>
          <p:nvPr>
            <p:ph type="body" sz="quarter" idx="38" hasCustomPrompt="1"/>
          </p:nvPr>
        </p:nvSpPr>
        <p:spPr>
          <a:xfrm>
            <a:off x="8474281" y="2435153"/>
            <a:ext cx="2821578" cy="3694503"/>
          </a:xfrm>
          <a:prstGeom prst="rect">
            <a:avLst/>
          </a:prstGeom>
        </p:spPr>
        <p:txBody>
          <a:bodyPr lIns="0" tIns="0" rIns="0" bIns="0"/>
          <a:lstStyle>
            <a:lvl1pPr marL="228600" indent="-228600">
              <a:lnSpc>
                <a:spcPts val="1400"/>
              </a:lnSpc>
              <a:spcBef>
                <a:spcPts val="1200"/>
              </a:spcBef>
              <a:buFont typeface="+mj-lt"/>
              <a:buAutoNum type="arabicPeriod"/>
              <a:defRPr sz="1100">
                <a:solidFill>
                  <a:schemeClr val="tx2">
                    <a:lumMod val="50000"/>
                  </a:schemeClr>
                </a:solidFill>
              </a:defRPr>
            </a:lvl1pPr>
            <a:lvl2pPr marL="628650" indent="-171450">
              <a:lnSpc>
                <a:spcPts val="1400"/>
              </a:lnSpc>
              <a:spcBef>
                <a:spcPts val="300"/>
              </a:spcBef>
              <a:buFont typeface="Calibri" panose="020F0502020204030204" pitchFamily="34" charset="0"/>
              <a:buChar char="+"/>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a:p>
            <a:pPr marL="228600" marR="0" lvl="0" indent="-228600" algn="l" defTabSz="914400" rtl="0" eaLnBrk="1" fontAlgn="auto" latinLnBrk="0" hangingPunct="1">
              <a:lnSpc>
                <a:spcPts val="1600"/>
              </a:lnSpc>
              <a:spcBef>
                <a:spcPts val="1000"/>
              </a:spcBef>
              <a:spcAft>
                <a:spcPts val="0"/>
              </a:spcAft>
              <a:buClrTx/>
              <a:buSzTx/>
              <a:tabLst/>
              <a:defRPr/>
            </a:pPr>
            <a:r>
              <a:rPr lang="en-GB" noProof="0" dirty="0"/>
              <a:t>Click to edit Master text styles Click to edit Master text styles Click to edit Master text styles Click to edit Master text styles Click to edit Master text styles…</a:t>
            </a:r>
          </a:p>
        </p:txBody>
      </p:sp>
      <p:sp>
        <p:nvSpPr>
          <p:cNvPr id="24" name="Rectangle 23">
            <a:extLst>
              <a:ext uri="{FF2B5EF4-FFF2-40B4-BE49-F238E27FC236}">
                <a16:creationId xmlns:a16="http://schemas.microsoft.com/office/drawing/2014/main" id="{10AD2976-25BD-4ECE-1520-2C2A462F1DBA}"/>
              </a:ext>
            </a:extLst>
          </p:cNvPr>
          <p:cNvSpPr>
            <a:spLocks noGrp="1" noRot="1" noMove="1" noResize="1" noEditPoints="1" noAdjustHandles="1" noChangeArrowheads="1" noChangeShapeType="1"/>
          </p:cNvSpPr>
          <p:nvPr userDrawn="1"/>
        </p:nvSpPr>
        <p:spPr>
          <a:xfrm>
            <a:off x="8139113" y="570795"/>
            <a:ext cx="3500426" cy="634161"/>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6" name="Text Placeholder 4">
            <a:extLst>
              <a:ext uri="{FF2B5EF4-FFF2-40B4-BE49-F238E27FC236}">
                <a16:creationId xmlns:a16="http://schemas.microsoft.com/office/drawing/2014/main" id="{F47FDAD5-F9BC-0EFC-12C5-DA0CD099EF00}"/>
              </a:ext>
            </a:extLst>
          </p:cNvPr>
          <p:cNvSpPr>
            <a:spLocks noGrp="1"/>
          </p:cNvSpPr>
          <p:nvPr>
            <p:ph type="body" sz="quarter" idx="42" hasCustomPrompt="1"/>
          </p:nvPr>
        </p:nvSpPr>
        <p:spPr>
          <a:xfrm>
            <a:off x="9440091" y="778634"/>
            <a:ext cx="2199448" cy="233273"/>
          </a:xfrm>
          <a:prstGeom prst="rect">
            <a:avLst/>
          </a:prstGeom>
        </p:spPr>
        <p:txBody>
          <a:bodyPr wrap="square" lIns="72000" tIns="0" rIns="72000" bIns="0">
            <a:noAutofit/>
          </a:bodyPr>
          <a:lstStyle>
            <a:lvl1pPr marL="0" indent="0" algn="ctr">
              <a:lnSpc>
                <a:spcPts val="1600"/>
              </a:lnSpc>
              <a:buFont typeface="Calibri" panose="020F0502020204030204" pitchFamily="34" charset="0"/>
              <a:buNone/>
              <a:defRPr sz="12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XX September 2024</a:t>
            </a:r>
          </a:p>
        </p:txBody>
      </p:sp>
      <p:sp>
        <p:nvSpPr>
          <p:cNvPr id="23" name="Chart Placeholder 45">
            <a:extLst>
              <a:ext uri="{FF2B5EF4-FFF2-40B4-BE49-F238E27FC236}">
                <a16:creationId xmlns:a16="http://schemas.microsoft.com/office/drawing/2014/main" id="{E8F8429E-3B4E-A257-DC50-CA7B95CB8D33}"/>
              </a:ext>
            </a:extLst>
          </p:cNvPr>
          <p:cNvSpPr>
            <a:spLocks noGrp="1"/>
          </p:cNvSpPr>
          <p:nvPr>
            <p:ph type="chart" sz="quarter" idx="39" hasCustomPrompt="1"/>
          </p:nvPr>
        </p:nvSpPr>
        <p:spPr>
          <a:xfrm>
            <a:off x="588171" y="2201201"/>
            <a:ext cx="7066664" cy="4244863"/>
          </a:xfrm>
          <a:prstGeom prst="rect">
            <a:avLst/>
          </a:prstGeom>
        </p:spPr>
        <p:txBody>
          <a:bodyPr/>
          <a:lstStyle>
            <a:lvl1pPr marL="0" indent="0" algn="ctr">
              <a:buNone/>
              <a:defRPr sz="1100"/>
            </a:lvl1pPr>
          </a:lstStyle>
          <a:p>
            <a:r>
              <a:rPr lang="en-ZA" dirty="0"/>
              <a:t>Insert Chart</a:t>
            </a:r>
          </a:p>
        </p:txBody>
      </p:sp>
      <p:grpSp>
        <p:nvGrpSpPr>
          <p:cNvPr id="18" name="Group 17">
            <a:extLst>
              <a:ext uri="{FF2B5EF4-FFF2-40B4-BE49-F238E27FC236}">
                <a16:creationId xmlns:a16="http://schemas.microsoft.com/office/drawing/2014/main" id="{11ACA811-00D7-B5B9-F982-375A0A5B62AA}"/>
              </a:ext>
            </a:extLst>
          </p:cNvPr>
          <p:cNvGrpSpPr/>
          <p:nvPr userDrawn="1"/>
        </p:nvGrpSpPr>
        <p:grpSpPr>
          <a:xfrm>
            <a:off x="9551564" y="1473232"/>
            <a:ext cx="667012" cy="667012"/>
            <a:chOff x="596028" y="1806736"/>
            <a:chExt cx="667012" cy="667012"/>
          </a:xfrm>
        </p:grpSpPr>
        <p:sp>
          <p:nvSpPr>
            <p:cNvPr id="19" name="Oval 18">
              <a:extLst>
                <a:ext uri="{FF2B5EF4-FFF2-40B4-BE49-F238E27FC236}">
                  <a16:creationId xmlns:a16="http://schemas.microsoft.com/office/drawing/2014/main" id="{C3026838-4DBE-04D1-0322-D0B50D55AEEC}"/>
                </a:ext>
              </a:extLst>
            </p:cNvPr>
            <p:cNvSpPr/>
            <p:nvPr userDrawn="1"/>
          </p:nvSpPr>
          <p:spPr>
            <a:xfrm>
              <a:off x="596028" y="1806736"/>
              <a:ext cx="667012" cy="667012"/>
            </a:xfrm>
            <a:prstGeom prst="ellipse">
              <a:avLst/>
            </a:prstGeom>
            <a:solidFill>
              <a:schemeClr val="bg1"/>
            </a:solidFill>
            <a:ln w="50800">
              <a:solidFill>
                <a:schemeClr val="tx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5" name="Graphic 24">
              <a:extLst>
                <a:ext uri="{FF2B5EF4-FFF2-40B4-BE49-F238E27FC236}">
                  <a16:creationId xmlns:a16="http://schemas.microsoft.com/office/drawing/2014/main" id="{177DE76B-86CE-E913-6C4C-AB141AD901D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772588" y="2011745"/>
              <a:ext cx="279058" cy="225904"/>
            </a:xfrm>
            <a:prstGeom prst="rect">
              <a:avLst/>
            </a:prstGeom>
          </p:spPr>
        </p:pic>
      </p:grpSp>
      <p:sp>
        <p:nvSpPr>
          <p:cNvPr id="30" name="Rectangle 7">
            <a:extLst>
              <a:ext uri="{FF2B5EF4-FFF2-40B4-BE49-F238E27FC236}">
                <a16:creationId xmlns:a16="http://schemas.microsoft.com/office/drawing/2014/main" id="{B05B4874-A97E-6CF5-A127-9AE8F762EAE1}"/>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32" name="Rectangle 31">
            <a:extLst>
              <a:ext uri="{FF2B5EF4-FFF2-40B4-BE49-F238E27FC236}">
                <a16:creationId xmlns:a16="http://schemas.microsoft.com/office/drawing/2014/main" id="{5B41D19E-ED0F-5BFD-638F-760045DEBCD8}"/>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33" name="Straight Connector 32">
            <a:extLst>
              <a:ext uri="{FF2B5EF4-FFF2-40B4-BE49-F238E27FC236}">
                <a16:creationId xmlns:a16="http://schemas.microsoft.com/office/drawing/2014/main" id="{5D088188-5919-007C-B8D1-7642AB809032}"/>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826236E-EA9E-BBE8-4F4A-EB2B800940C6}"/>
              </a:ext>
            </a:extLst>
          </p:cNvPr>
          <p:cNvCxnSpPr>
            <a:cxnSpLocks noGrp="1" noRot="1" noMove="1" noResize="1" noEditPoints="1" noAdjustHandles="1" noChangeArrowheads="1" noChangeShapeType="1"/>
          </p:cNvCxnSpPr>
          <p:nvPr userDrawn="1"/>
        </p:nvCxnSpPr>
        <p:spPr>
          <a:xfrm>
            <a:off x="8130601" y="6436520"/>
            <a:ext cx="3508938" cy="0"/>
          </a:xfrm>
          <a:prstGeom prst="line">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62454561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09 | HEAD + Sub-Head + 6 x KPI">
    <p:bg>
      <p:bgPr>
        <a:solidFill>
          <a:schemeClr val="tx2"/>
        </a:solidFill>
        <a:effectLst/>
      </p:bgPr>
    </p:bg>
    <p:spTree>
      <p:nvGrpSpPr>
        <p:cNvPr id="1" name=""/>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81D1530D-DB39-1A6A-066B-21F20A44BDBB}"/>
              </a:ext>
            </a:extLst>
          </p:cNvPr>
          <p:cNvCxnSpPr>
            <a:cxnSpLocks noGrp="1" noRot="1" noMove="1" noResize="1" noEditPoints="1" noAdjustHandles="1" noChangeArrowheads="1" noChangeShapeType="1"/>
          </p:cNvCxnSpPr>
          <p:nvPr userDrawn="1"/>
        </p:nvCxnSpPr>
        <p:spPr>
          <a:xfrm flipH="1">
            <a:off x="588166" y="2024233"/>
            <a:ext cx="11046485"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OUR COMMITMENT TO [CLIENT] KPIs</a:t>
            </a:r>
          </a:p>
        </p:txBody>
      </p:sp>
      <p:sp>
        <p:nvSpPr>
          <p:cNvPr id="29" name="Text Placeholder 4">
            <a:extLst>
              <a:ext uri="{FF2B5EF4-FFF2-40B4-BE49-F238E27FC236}">
                <a16:creationId xmlns:a16="http://schemas.microsoft.com/office/drawing/2014/main" id="{7AF2B5C2-FFFC-83AC-B69F-97C69D5C027B}"/>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rgbClr val="A1B3CA"/>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US" noProof="0" dirty="0"/>
              <a:t>Y</a:t>
            </a:r>
            <a:r>
              <a:rPr lang="en-GB" noProof="0" dirty="0"/>
              <a:t>OUR KPI MEASURES HEADING</a:t>
            </a:r>
          </a:p>
        </p:txBody>
      </p:sp>
      <p:sp>
        <p:nvSpPr>
          <p:cNvPr id="28" name="Rectangle 7">
            <a:extLst>
              <a:ext uri="{FF2B5EF4-FFF2-40B4-BE49-F238E27FC236}">
                <a16:creationId xmlns:a16="http://schemas.microsoft.com/office/drawing/2014/main" id="{D7FF395B-F2A5-B48A-E8F5-47297AA0015C}"/>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32" name="Rectangle 31">
            <a:extLst>
              <a:ext uri="{FF2B5EF4-FFF2-40B4-BE49-F238E27FC236}">
                <a16:creationId xmlns:a16="http://schemas.microsoft.com/office/drawing/2014/main" id="{5731C16B-CB0F-B1E8-7A2F-18BF53C9F3A1}"/>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33" name="Straight Connector 32">
            <a:extLst>
              <a:ext uri="{FF2B5EF4-FFF2-40B4-BE49-F238E27FC236}">
                <a16:creationId xmlns:a16="http://schemas.microsoft.com/office/drawing/2014/main" id="{1E6DA001-B269-F567-6D44-86D07235CBBC}"/>
              </a:ext>
            </a:extLst>
          </p:cNvPr>
          <p:cNvCxnSpPr>
            <a:cxnSpLocks/>
          </p:cNvCxnSpPr>
          <p:nvPr userDrawn="1"/>
        </p:nvCxnSpPr>
        <p:spPr>
          <a:xfrm flipV="1">
            <a:off x="11351790" y="6677025"/>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5">
            <a:extLst>
              <a:ext uri="{FF2B5EF4-FFF2-40B4-BE49-F238E27FC236}">
                <a16:creationId xmlns:a16="http://schemas.microsoft.com/office/drawing/2014/main" id="{46FDB500-08E4-7E3E-71BD-99D026433C97}"/>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Freeform 9">
            <a:extLst>
              <a:ext uri="{FF2B5EF4-FFF2-40B4-BE49-F238E27FC236}">
                <a16:creationId xmlns:a16="http://schemas.microsoft.com/office/drawing/2014/main" id="{868AA273-52D3-B6FE-3C18-EA20960D5533}"/>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Freeform 5">
            <a:extLst>
              <a:ext uri="{FF2B5EF4-FFF2-40B4-BE49-F238E27FC236}">
                <a16:creationId xmlns:a16="http://schemas.microsoft.com/office/drawing/2014/main" id="{8E4FE20E-402F-90E3-6A72-C62F4175064C}"/>
              </a:ext>
            </a:extLst>
          </p:cNvPr>
          <p:cNvSpPr>
            <a:spLocks noGrp="1" noRot="1" noMove="1" noResize="1" noEditPoints="1" noAdjustHandles="1" noChangeArrowheads="1" noChangeShapeType="1"/>
          </p:cNvSpPr>
          <p:nvPr userDrawn="1"/>
        </p:nvSpPr>
        <p:spPr bwMode="auto">
          <a:xfrm>
            <a:off x="2924552" y="2595789"/>
            <a:ext cx="769969" cy="765462"/>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6" name="Freeform 18">
            <a:extLst>
              <a:ext uri="{FF2B5EF4-FFF2-40B4-BE49-F238E27FC236}">
                <a16:creationId xmlns:a16="http://schemas.microsoft.com/office/drawing/2014/main" id="{4A4D8446-F28B-8AF9-9869-41B384DF1341}"/>
              </a:ext>
            </a:extLst>
          </p:cNvPr>
          <p:cNvSpPr>
            <a:spLocks noGrp="1" noRot="1" noMove="1" noResize="1" noEditPoints="1" noAdjustHandles="1" noChangeArrowheads="1" noChangeShapeType="1"/>
          </p:cNvSpPr>
          <p:nvPr userDrawn="1"/>
        </p:nvSpPr>
        <p:spPr bwMode="auto">
          <a:xfrm>
            <a:off x="4809730" y="2625195"/>
            <a:ext cx="735441" cy="748414"/>
          </a:xfrm>
          <a:custGeom>
            <a:avLst/>
            <a:gdLst>
              <a:gd name="T0" fmla="*/ 0 w 170"/>
              <a:gd name="T1" fmla="*/ 64 h 173"/>
              <a:gd name="T2" fmla="*/ 61 w 170"/>
              <a:gd name="T3" fmla="*/ 64 h 173"/>
              <a:gd name="T4" fmla="*/ 61 w 170"/>
              <a:gd name="T5" fmla="*/ 0 h 173"/>
              <a:gd name="T6" fmla="*/ 109 w 170"/>
              <a:gd name="T7" fmla="*/ 0 h 173"/>
              <a:gd name="T8" fmla="*/ 109 w 170"/>
              <a:gd name="T9" fmla="*/ 64 h 173"/>
              <a:gd name="T10" fmla="*/ 170 w 170"/>
              <a:gd name="T11" fmla="*/ 64 h 173"/>
              <a:gd name="T12" fmla="*/ 170 w 170"/>
              <a:gd name="T13" fmla="*/ 112 h 173"/>
              <a:gd name="T14" fmla="*/ 109 w 170"/>
              <a:gd name="T15" fmla="*/ 112 h 173"/>
              <a:gd name="T16" fmla="*/ 109 w 170"/>
              <a:gd name="T17" fmla="*/ 173 h 173"/>
              <a:gd name="T18" fmla="*/ 61 w 170"/>
              <a:gd name="T19" fmla="*/ 173 h 173"/>
              <a:gd name="T20" fmla="*/ 61 w 170"/>
              <a:gd name="T21" fmla="*/ 112 h 173"/>
              <a:gd name="T22" fmla="*/ 0 w 170"/>
              <a:gd name="T23" fmla="*/ 112 h 173"/>
              <a:gd name="T24" fmla="*/ 0 w 170"/>
              <a:gd name="T25" fmla="*/ 64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3">
                <a:moveTo>
                  <a:pt x="0" y="64"/>
                </a:moveTo>
                <a:lnTo>
                  <a:pt x="61" y="64"/>
                </a:lnTo>
                <a:lnTo>
                  <a:pt x="61" y="0"/>
                </a:lnTo>
                <a:lnTo>
                  <a:pt x="109" y="0"/>
                </a:lnTo>
                <a:lnTo>
                  <a:pt x="109" y="64"/>
                </a:lnTo>
                <a:lnTo>
                  <a:pt x="170" y="64"/>
                </a:lnTo>
                <a:lnTo>
                  <a:pt x="170" y="112"/>
                </a:lnTo>
                <a:lnTo>
                  <a:pt x="109" y="112"/>
                </a:lnTo>
                <a:lnTo>
                  <a:pt x="109" y="173"/>
                </a:lnTo>
                <a:lnTo>
                  <a:pt x="61" y="173"/>
                </a:lnTo>
                <a:lnTo>
                  <a:pt x="61" y="112"/>
                </a:lnTo>
                <a:lnTo>
                  <a:pt x="0" y="112"/>
                </a:lnTo>
                <a:lnTo>
                  <a:pt x="0" y="6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ZA"/>
          </a:p>
        </p:txBody>
      </p:sp>
      <p:sp>
        <p:nvSpPr>
          <p:cNvPr id="7" name="Freeform 5">
            <a:extLst>
              <a:ext uri="{FF2B5EF4-FFF2-40B4-BE49-F238E27FC236}">
                <a16:creationId xmlns:a16="http://schemas.microsoft.com/office/drawing/2014/main" id="{35974B0D-446A-D4F5-7A3C-2E5621BEF899}"/>
              </a:ext>
            </a:extLst>
          </p:cNvPr>
          <p:cNvSpPr>
            <a:spLocks noGrp="1" noRot="1" noMove="1" noResize="1" noEditPoints="1" noAdjustHandles="1" noChangeArrowheads="1" noChangeShapeType="1"/>
          </p:cNvSpPr>
          <p:nvPr userDrawn="1"/>
        </p:nvSpPr>
        <p:spPr bwMode="auto">
          <a:xfrm>
            <a:off x="6665284" y="2677499"/>
            <a:ext cx="760162" cy="759415"/>
          </a:xfrm>
          <a:custGeom>
            <a:avLst/>
            <a:gdLst>
              <a:gd name="T0" fmla="*/ 559 w 2037"/>
              <a:gd name="T1" fmla="*/ 559 h 2035"/>
              <a:gd name="T2" fmla="*/ 1478 w 2037"/>
              <a:gd name="T3" fmla="*/ 559 h 2035"/>
              <a:gd name="T4" fmla="*/ 1478 w 2037"/>
              <a:gd name="T5" fmla="*/ 1477 h 2035"/>
              <a:gd name="T6" fmla="*/ 559 w 2037"/>
              <a:gd name="T7" fmla="*/ 1477 h 2035"/>
              <a:gd name="T8" fmla="*/ 559 w 2037"/>
              <a:gd name="T9" fmla="*/ 559 h 2035"/>
              <a:gd name="T10" fmla="*/ 0 w 2037"/>
              <a:gd name="T11" fmla="*/ 2035 h 2035"/>
              <a:gd name="T12" fmla="*/ 2037 w 2037"/>
              <a:gd name="T13" fmla="*/ 2035 h 2035"/>
              <a:gd name="T14" fmla="*/ 2037 w 2037"/>
              <a:gd name="T15" fmla="*/ 0 h 2035"/>
              <a:gd name="T16" fmla="*/ 0 w 2037"/>
              <a:gd name="T17" fmla="*/ 0 h 2035"/>
              <a:gd name="T18" fmla="*/ 0 w 2037"/>
              <a:gd name="T19" fmla="*/ 203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2035">
                <a:moveTo>
                  <a:pt x="559" y="559"/>
                </a:moveTo>
                <a:lnTo>
                  <a:pt x="1478" y="559"/>
                </a:lnTo>
                <a:lnTo>
                  <a:pt x="1478" y="1477"/>
                </a:lnTo>
                <a:lnTo>
                  <a:pt x="559" y="1477"/>
                </a:lnTo>
                <a:lnTo>
                  <a:pt x="559" y="559"/>
                </a:lnTo>
                <a:close/>
                <a:moveTo>
                  <a:pt x="0" y="2035"/>
                </a:moveTo>
                <a:lnTo>
                  <a:pt x="2037" y="2035"/>
                </a:lnTo>
                <a:lnTo>
                  <a:pt x="2037" y="0"/>
                </a:lnTo>
                <a:lnTo>
                  <a:pt x="0" y="0"/>
                </a:lnTo>
                <a:lnTo>
                  <a:pt x="0" y="2035"/>
                </a:lnTo>
                <a:close/>
              </a:path>
            </a:pathLst>
          </a:custGeom>
          <a:solidFill>
            <a:srgbClr val="0E8081"/>
          </a:solidFill>
          <a:ln>
            <a:noFill/>
          </a:ln>
        </p:spPr>
        <p:txBody>
          <a:bodyPr vert="horz" wrap="square" lIns="91440" tIns="45720" rIns="91440" bIns="45720" numCol="1" anchor="t" anchorCtr="0" compatLnSpc="1">
            <a:prstTxWarp prst="textNoShape">
              <a:avLst/>
            </a:prstTxWarp>
          </a:bodyPr>
          <a:lstStyle/>
          <a:p>
            <a:endParaRPr lang="en-ZA"/>
          </a:p>
        </p:txBody>
      </p:sp>
      <p:sp>
        <p:nvSpPr>
          <p:cNvPr id="8" name="Oval 7">
            <a:extLst>
              <a:ext uri="{FF2B5EF4-FFF2-40B4-BE49-F238E27FC236}">
                <a16:creationId xmlns:a16="http://schemas.microsoft.com/office/drawing/2014/main" id="{5CF97921-E71D-6766-486A-65854245A093}"/>
              </a:ext>
            </a:extLst>
          </p:cNvPr>
          <p:cNvSpPr>
            <a:spLocks noGrp="1" noRot="1" noMove="1" noResize="1" noEditPoints="1" noAdjustHandles="1" noChangeArrowheads="1" noChangeShapeType="1"/>
          </p:cNvSpPr>
          <p:nvPr userDrawn="1"/>
        </p:nvSpPr>
        <p:spPr bwMode="auto">
          <a:xfrm>
            <a:off x="1058997" y="2613399"/>
            <a:ext cx="765248" cy="765248"/>
          </a:xfrm>
          <a:prstGeom prst="ellipse">
            <a:avLst/>
          </a:prstGeom>
          <a:solidFill>
            <a:srgbClr val="006AAC"/>
          </a:solidFill>
          <a:ln>
            <a:noFill/>
          </a:ln>
        </p:spPr>
        <p:txBody>
          <a:bodyPr vert="horz" wrap="square" lIns="91440" tIns="45720" rIns="91440" bIns="45720" numCol="1" anchor="t" anchorCtr="0" compatLnSpc="1">
            <a:prstTxWarp prst="textNoShape">
              <a:avLst/>
            </a:prstTxWarp>
          </a:bodyPr>
          <a:lstStyle/>
          <a:p>
            <a:endParaRPr lang="en-ZA"/>
          </a:p>
        </p:txBody>
      </p:sp>
      <p:sp>
        <p:nvSpPr>
          <p:cNvPr id="9" name="Rectangle 9">
            <a:extLst>
              <a:ext uri="{FF2B5EF4-FFF2-40B4-BE49-F238E27FC236}">
                <a16:creationId xmlns:a16="http://schemas.microsoft.com/office/drawing/2014/main" id="{80235BDE-97F7-5A48-0C05-9966E799DDD5}"/>
              </a:ext>
            </a:extLst>
          </p:cNvPr>
          <p:cNvSpPr>
            <a:spLocks noGrp="1" noRot="1" noMove="1" noResize="1" noEditPoints="1" noAdjustHandles="1" noChangeArrowheads="1" noChangeShapeType="1"/>
          </p:cNvSpPr>
          <p:nvPr userDrawn="1"/>
        </p:nvSpPr>
        <p:spPr bwMode="auto">
          <a:xfrm>
            <a:off x="8538338" y="2694547"/>
            <a:ext cx="749884" cy="748414"/>
          </a:xfrm>
          <a:prstGeom prst="rect">
            <a:avLst/>
          </a:prstGeom>
          <a:solidFill>
            <a:srgbClr val="005D96"/>
          </a:solidFill>
          <a:ln>
            <a:noFill/>
          </a:ln>
        </p:spPr>
        <p:txBody>
          <a:bodyPr vert="horz" wrap="square" lIns="91440" tIns="45720" rIns="91440" bIns="45720" numCol="1" anchor="t" anchorCtr="0" compatLnSpc="1">
            <a:prstTxWarp prst="textNoShape">
              <a:avLst/>
            </a:prstTxWarp>
          </a:bodyPr>
          <a:lstStyle/>
          <a:p>
            <a:endParaRPr lang="en-ZA"/>
          </a:p>
        </p:txBody>
      </p:sp>
      <p:sp>
        <p:nvSpPr>
          <p:cNvPr id="2" name="Oval 1">
            <a:extLst>
              <a:ext uri="{FF2B5EF4-FFF2-40B4-BE49-F238E27FC236}">
                <a16:creationId xmlns:a16="http://schemas.microsoft.com/office/drawing/2014/main" id="{2309181B-FE81-1330-28EC-4141D0AEA980}"/>
              </a:ext>
            </a:extLst>
          </p:cNvPr>
          <p:cNvSpPr>
            <a:spLocks noGrp="1" noRot="1" noMove="1" noResize="1" noEditPoints="1" noAdjustHandles="1" noChangeArrowheads="1" noChangeShapeType="1"/>
          </p:cNvSpPr>
          <p:nvPr userDrawn="1"/>
        </p:nvSpPr>
        <p:spPr>
          <a:xfrm>
            <a:off x="1261621"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18" name="Freeform 5">
            <a:extLst>
              <a:ext uri="{FF2B5EF4-FFF2-40B4-BE49-F238E27FC236}">
                <a16:creationId xmlns:a16="http://schemas.microsoft.com/office/drawing/2014/main" id="{9B4BB20C-BF5B-3071-EB77-80CB9562883A}"/>
              </a:ext>
            </a:extLst>
          </p:cNvPr>
          <p:cNvSpPr>
            <a:spLocks noGrp="1" noRot="1" noMove="1" noResize="1" noEditPoints="1" noAdjustHandles="1" noChangeArrowheads="1" noChangeShapeType="1"/>
          </p:cNvSpPr>
          <p:nvPr userDrawn="1"/>
        </p:nvSpPr>
        <p:spPr bwMode="auto">
          <a:xfrm>
            <a:off x="10396211" y="2677499"/>
            <a:ext cx="769969" cy="765462"/>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en-ZA"/>
          </a:p>
        </p:txBody>
      </p:sp>
      <p:sp>
        <p:nvSpPr>
          <p:cNvPr id="19" name="Oval 18">
            <a:extLst>
              <a:ext uri="{FF2B5EF4-FFF2-40B4-BE49-F238E27FC236}">
                <a16:creationId xmlns:a16="http://schemas.microsoft.com/office/drawing/2014/main" id="{2B1D2E1D-2313-17B8-8AEF-0365D5972197}"/>
              </a:ext>
            </a:extLst>
          </p:cNvPr>
          <p:cNvSpPr>
            <a:spLocks noGrp="1" noRot="1" noMove="1" noResize="1" noEditPoints="1" noAdjustHandles="1" noChangeArrowheads="1" noChangeShapeType="1"/>
          </p:cNvSpPr>
          <p:nvPr userDrawn="1"/>
        </p:nvSpPr>
        <p:spPr>
          <a:xfrm>
            <a:off x="3129536"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20" name="Oval 19">
            <a:extLst>
              <a:ext uri="{FF2B5EF4-FFF2-40B4-BE49-F238E27FC236}">
                <a16:creationId xmlns:a16="http://schemas.microsoft.com/office/drawing/2014/main" id="{7123C23D-2981-204A-2C4F-717CC32D43BA}"/>
              </a:ext>
            </a:extLst>
          </p:cNvPr>
          <p:cNvSpPr>
            <a:spLocks noGrp="1" noRot="1" noMove="1" noResize="1" noEditPoints="1" noAdjustHandles="1" noChangeArrowheads="1" noChangeShapeType="1"/>
          </p:cNvSpPr>
          <p:nvPr userDrawn="1"/>
        </p:nvSpPr>
        <p:spPr>
          <a:xfrm>
            <a:off x="4997450"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21" name="Oval 20">
            <a:extLst>
              <a:ext uri="{FF2B5EF4-FFF2-40B4-BE49-F238E27FC236}">
                <a16:creationId xmlns:a16="http://schemas.microsoft.com/office/drawing/2014/main" id="{70139D1D-50AD-EC2A-0BC9-E01241521D20}"/>
              </a:ext>
            </a:extLst>
          </p:cNvPr>
          <p:cNvSpPr>
            <a:spLocks noGrp="1" noRot="1" noMove="1" noResize="1" noEditPoints="1" noAdjustHandles="1" noChangeArrowheads="1" noChangeShapeType="1"/>
          </p:cNvSpPr>
          <p:nvPr userDrawn="1"/>
        </p:nvSpPr>
        <p:spPr>
          <a:xfrm>
            <a:off x="6865365"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22" name="Oval 21">
            <a:extLst>
              <a:ext uri="{FF2B5EF4-FFF2-40B4-BE49-F238E27FC236}">
                <a16:creationId xmlns:a16="http://schemas.microsoft.com/office/drawing/2014/main" id="{BE0DFB54-D916-F338-C7CC-6AD4EA420232}"/>
              </a:ext>
            </a:extLst>
          </p:cNvPr>
          <p:cNvSpPr>
            <a:spLocks noGrp="1" noRot="1" noMove="1" noResize="1" noEditPoints="1" noAdjustHandles="1" noChangeArrowheads="1" noChangeShapeType="1"/>
          </p:cNvSpPr>
          <p:nvPr userDrawn="1"/>
        </p:nvSpPr>
        <p:spPr>
          <a:xfrm>
            <a:off x="8733280"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05</a:t>
            </a:r>
          </a:p>
        </p:txBody>
      </p:sp>
      <p:sp>
        <p:nvSpPr>
          <p:cNvPr id="23" name="Oval 22">
            <a:extLst>
              <a:ext uri="{FF2B5EF4-FFF2-40B4-BE49-F238E27FC236}">
                <a16:creationId xmlns:a16="http://schemas.microsoft.com/office/drawing/2014/main" id="{9787C546-D73E-DD99-2F02-CC5558DC40ED}"/>
              </a:ext>
            </a:extLst>
          </p:cNvPr>
          <p:cNvSpPr>
            <a:spLocks noGrp="1" noRot="1" noMove="1" noResize="1" noEditPoints="1" noAdjustHandles="1" noChangeArrowheads="1" noChangeShapeType="1"/>
          </p:cNvSpPr>
          <p:nvPr userDrawn="1"/>
        </p:nvSpPr>
        <p:spPr>
          <a:xfrm>
            <a:off x="10601195" y="184423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06</a:t>
            </a:r>
          </a:p>
        </p:txBody>
      </p:sp>
      <p:sp>
        <p:nvSpPr>
          <p:cNvPr id="34" name="Text Placeholder 4">
            <a:extLst>
              <a:ext uri="{FF2B5EF4-FFF2-40B4-BE49-F238E27FC236}">
                <a16:creationId xmlns:a16="http://schemas.microsoft.com/office/drawing/2014/main" id="{25C49CC6-A3AC-C52A-428D-9015F3278947}"/>
              </a:ext>
            </a:extLst>
          </p:cNvPr>
          <p:cNvSpPr>
            <a:spLocks noGrp="1"/>
          </p:cNvSpPr>
          <p:nvPr>
            <p:ph type="body" sz="quarter" idx="41" hasCustomPrompt="1"/>
          </p:nvPr>
        </p:nvSpPr>
        <p:spPr>
          <a:xfrm>
            <a:off x="9989194"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sp>
        <p:nvSpPr>
          <p:cNvPr id="35" name="Text Placeholder 4">
            <a:extLst>
              <a:ext uri="{FF2B5EF4-FFF2-40B4-BE49-F238E27FC236}">
                <a16:creationId xmlns:a16="http://schemas.microsoft.com/office/drawing/2014/main" id="{DB41693A-6FE3-46AB-2A0C-3A48A12531F4}"/>
              </a:ext>
            </a:extLst>
          </p:cNvPr>
          <p:cNvSpPr>
            <a:spLocks noGrp="1"/>
          </p:cNvSpPr>
          <p:nvPr>
            <p:ph type="body" sz="quarter" idx="42" hasCustomPrompt="1"/>
          </p:nvPr>
        </p:nvSpPr>
        <p:spPr>
          <a:xfrm>
            <a:off x="8121280"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sp>
        <p:nvSpPr>
          <p:cNvPr id="41" name="Text Placeholder 4">
            <a:extLst>
              <a:ext uri="{FF2B5EF4-FFF2-40B4-BE49-F238E27FC236}">
                <a16:creationId xmlns:a16="http://schemas.microsoft.com/office/drawing/2014/main" id="{F638A90C-C739-38C3-A016-097B820C3AEF}"/>
              </a:ext>
            </a:extLst>
          </p:cNvPr>
          <p:cNvSpPr>
            <a:spLocks noGrp="1"/>
          </p:cNvSpPr>
          <p:nvPr>
            <p:ph type="body" sz="quarter" idx="43" hasCustomPrompt="1"/>
          </p:nvPr>
        </p:nvSpPr>
        <p:spPr>
          <a:xfrm>
            <a:off x="6253365"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sp>
        <p:nvSpPr>
          <p:cNvPr id="42" name="Text Placeholder 4">
            <a:extLst>
              <a:ext uri="{FF2B5EF4-FFF2-40B4-BE49-F238E27FC236}">
                <a16:creationId xmlns:a16="http://schemas.microsoft.com/office/drawing/2014/main" id="{5E64197D-9423-242D-F31F-437E96595213}"/>
              </a:ext>
            </a:extLst>
          </p:cNvPr>
          <p:cNvSpPr>
            <a:spLocks noGrp="1"/>
          </p:cNvSpPr>
          <p:nvPr>
            <p:ph type="body" sz="quarter" idx="44" hasCustomPrompt="1"/>
          </p:nvPr>
        </p:nvSpPr>
        <p:spPr>
          <a:xfrm>
            <a:off x="4385450"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sp>
        <p:nvSpPr>
          <p:cNvPr id="43" name="Text Placeholder 4">
            <a:extLst>
              <a:ext uri="{FF2B5EF4-FFF2-40B4-BE49-F238E27FC236}">
                <a16:creationId xmlns:a16="http://schemas.microsoft.com/office/drawing/2014/main" id="{507EA915-6313-491B-DB1F-FDC95D04E744}"/>
              </a:ext>
            </a:extLst>
          </p:cNvPr>
          <p:cNvSpPr>
            <a:spLocks noGrp="1"/>
          </p:cNvSpPr>
          <p:nvPr>
            <p:ph type="body" sz="quarter" idx="45" hasCustomPrompt="1"/>
          </p:nvPr>
        </p:nvSpPr>
        <p:spPr>
          <a:xfrm>
            <a:off x="2517536"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sp>
        <p:nvSpPr>
          <p:cNvPr id="44" name="Text Placeholder 4">
            <a:extLst>
              <a:ext uri="{FF2B5EF4-FFF2-40B4-BE49-F238E27FC236}">
                <a16:creationId xmlns:a16="http://schemas.microsoft.com/office/drawing/2014/main" id="{1C35578D-FB02-DA88-9239-C0F2061E7FCC}"/>
              </a:ext>
            </a:extLst>
          </p:cNvPr>
          <p:cNvSpPr>
            <a:spLocks noGrp="1"/>
          </p:cNvSpPr>
          <p:nvPr>
            <p:ph type="body" sz="quarter" idx="46" hasCustomPrompt="1"/>
          </p:nvPr>
        </p:nvSpPr>
        <p:spPr>
          <a:xfrm>
            <a:off x="649622" y="4291107"/>
            <a:ext cx="1440000" cy="395236"/>
          </a:xfrm>
          <a:prstGeom prst="rect">
            <a:avLst/>
          </a:prstGeom>
        </p:spPr>
        <p:txBody>
          <a:bodyPr wrap="square" lIns="0" tIns="0" rIns="0" bIns="0">
            <a:spAutoFit/>
          </a:bodyPr>
          <a:lstStyle>
            <a:lvl1pPr marL="171450" indent="-171450">
              <a:lnSpc>
                <a:spcPts val="1600"/>
              </a:lnSpc>
              <a:buFont typeface="Arial" panose="020B0604020202020204" pitchFamily="34" charset="0"/>
              <a:buChar char="•"/>
              <a:defRPr sz="120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TEXT HERE</a:t>
            </a:r>
          </a:p>
        </p:txBody>
      </p:sp>
      <p:cxnSp>
        <p:nvCxnSpPr>
          <p:cNvPr id="3" name="Straight Connector 2">
            <a:extLst>
              <a:ext uri="{FF2B5EF4-FFF2-40B4-BE49-F238E27FC236}">
                <a16:creationId xmlns:a16="http://schemas.microsoft.com/office/drawing/2014/main" id="{F06685F5-D494-6037-3394-48EDEA0D3170}"/>
              </a:ext>
            </a:extLst>
          </p:cNvPr>
          <p:cNvCxnSpPr>
            <a:cxnSpLocks noGrp="1" noRot="1" noMove="1" noResize="1" noEditPoints="1" noAdjustHandles="1" noChangeArrowheads="1" noChangeShapeType="1"/>
          </p:cNvCxnSpPr>
          <p:nvPr userDrawn="1"/>
        </p:nvCxnSpPr>
        <p:spPr>
          <a:xfrm flipH="1">
            <a:off x="588166" y="3951330"/>
            <a:ext cx="1706911" cy="0"/>
          </a:xfrm>
          <a:prstGeom prst="line">
            <a:avLst/>
          </a:prstGeom>
          <a:ln w="25400">
            <a:solidFill>
              <a:srgbClr val="006AAC"/>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43C2635-A478-4ABA-B33E-75E831F03F17}"/>
              </a:ext>
            </a:extLst>
          </p:cNvPr>
          <p:cNvCxnSpPr>
            <a:cxnSpLocks noGrp="1" noRot="1" noMove="1" noResize="1" noEditPoints="1" noAdjustHandles="1" noChangeArrowheads="1" noChangeShapeType="1"/>
          </p:cNvCxnSpPr>
          <p:nvPr userDrawn="1"/>
        </p:nvCxnSpPr>
        <p:spPr>
          <a:xfrm flipH="1">
            <a:off x="2456081" y="3951330"/>
            <a:ext cx="1706911"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2469BA6-9316-9588-F516-00F9CA633C98}"/>
              </a:ext>
            </a:extLst>
          </p:cNvPr>
          <p:cNvCxnSpPr>
            <a:cxnSpLocks noGrp="1" noRot="1" noMove="1" noResize="1" noEditPoints="1" noAdjustHandles="1" noChangeArrowheads="1" noChangeShapeType="1"/>
          </p:cNvCxnSpPr>
          <p:nvPr userDrawn="1"/>
        </p:nvCxnSpPr>
        <p:spPr>
          <a:xfrm flipH="1">
            <a:off x="4323995" y="3951330"/>
            <a:ext cx="1706911"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0A90E5-47E9-02B7-02EA-7C45BE35129C}"/>
              </a:ext>
            </a:extLst>
          </p:cNvPr>
          <p:cNvCxnSpPr>
            <a:cxnSpLocks noGrp="1" noRot="1" noMove="1" noResize="1" noEditPoints="1" noAdjustHandles="1" noChangeArrowheads="1" noChangeShapeType="1"/>
          </p:cNvCxnSpPr>
          <p:nvPr userDrawn="1"/>
        </p:nvCxnSpPr>
        <p:spPr>
          <a:xfrm flipH="1">
            <a:off x="6191910" y="3951330"/>
            <a:ext cx="1706911" cy="0"/>
          </a:xfrm>
          <a:prstGeom prst="line">
            <a:avLst/>
          </a:prstGeom>
          <a:ln w="25400">
            <a:solidFill>
              <a:srgbClr val="0E808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3A9439D-E21E-B295-05BA-8F578B654882}"/>
              </a:ext>
            </a:extLst>
          </p:cNvPr>
          <p:cNvCxnSpPr>
            <a:cxnSpLocks noGrp="1" noRot="1" noMove="1" noResize="1" noEditPoints="1" noAdjustHandles="1" noChangeArrowheads="1" noChangeShapeType="1"/>
          </p:cNvCxnSpPr>
          <p:nvPr userDrawn="1"/>
        </p:nvCxnSpPr>
        <p:spPr>
          <a:xfrm flipH="1">
            <a:off x="8059825" y="3951330"/>
            <a:ext cx="1706911" cy="0"/>
          </a:xfrm>
          <a:prstGeom prst="line">
            <a:avLst/>
          </a:prstGeom>
          <a:ln w="25400">
            <a:solidFill>
              <a:srgbClr val="005D9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A68135-F49F-237D-2D90-C654992D1E1D}"/>
              </a:ext>
            </a:extLst>
          </p:cNvPr>
          <p:cNvCxnSpPr>
            <a:cxnSpLocks noGrp="1" noRot="1" noMove="1" noResize="1" noEditPoints="1" noAdjustHandles="1" noChangeArrowheads="1" noChangeShapeType="1"/>
          </p:cNvCxnSpPr>
          <p:nvPr userDrawn="1"/>
        </p:nvCxnSpPr>
        <p:spPr>
          <a:xfrm flipH="1">
            <a:off x="9927740" y="3951330"/>
            <a:ext cx="1706911"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31" name="Graphic 30">
            <a:extLst>
              <a:ext uri="{FF2B5EF4-FFF2-40B4-BE49-F238E27FC236}">
                <a16:creationId xmlns:a16="http://schemas.microsoft.com/office/drawing/2014/main" id="{7CB43728-4320-BF81-6812-09E4D06320C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346371" y="3884655"/>
            <a:ext cx="190500" cy="133350"/>
          </a:xfrm>
          <a:prstGeom prst="rect">
            <a:avLst/>
          </a:prstGeom>
        </p:spPr>
      </p:pic>
      <p:pic>
        <p:nvPicPr>
          <p:cNvPr id="45" name="Graphic 44">
            <a:extLst>
              <a:ext uri="{FF2B5EF4-FFF2-40B4-BE49-F238E27FC236}">
                <a16:creationId xmlns:a16="http://schemas.microsoft.com/office/drawing/2014/main" id="{BA9A083A-10E7-2CEF-3CEB-283BFA1F83A1}"/>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3214286" y="3884655"/>
            <a:ext cx="190500" cy="133350"/>
          </a:xfrm>
          <a:prstGeom prst="rect">
            <a:avLst/>
          </a:prstGeom>
        </p:spPr>
      </p:pic>
      <p:pic>
        <p:nvPicPr>
          <p:cNvPr id="46" name="Graphic 45">
            <a:extLst>
              <a:ext uri="{FF2B5EF4-FFF2-40B4-BE49-F238E27FC236}">
                <a16:creationId xmlns:a16="http://schemas.microsoft.com/office/drawing/2014/main" id="{FCE47A87-07C9-CF4F-211F-4E56A50A34B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082200" y="3884655"/>
            <a:ext cx="190500" cy="133350"/>
          </a:xfrm>
          <a:prstGeom prst="rect">
            <a:avLst/>
          </a:prstGeom>
        </p:spPr>
      </p:pic>
      <p:pic>
        <p:nvPicPr>
          <p:cNvPr id="47" name="Graphic 46">
            <a:extLst>
              <a:ext uri="{FF2B5EF4-FFF2-40B4-BE49-F238E27FC236}">
                <a16:creationId xmlns:a16="http://schemas.microsoft.com/office/drawing/2014/main" id="{9CFBD56A-45B7-F8BE-D848-CF38B5228C7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6950115" y="3884655"/>
            <a:ext cx="190500" cy="133350"/>
          </a:xfrm>
          <a:prstGeom prst="rect">
            <a:avLst/>
          </a:prstGeom>
        </p:spPr>
      </p:pic>
      <p:pic>
        <p:nvPicPr>
          <p:cNvPr id="48" name="Graphic 47">
            <a:extLst>
              <a:ext uri="{FF2B5EF4-FFF2-40B4-BE49-F238E27FC236}">
                <a16:creationId xmlns:a16="http://schemas.microsoft.com/office/drawing/2014/main" id="{86E665FC-8687-CCD3-D1E9-D2EAFF47150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8818030" y="3884655"/>
            <a:ext cx="190500" cy="133350"/>
          </a:xfrm>
          <a:prstGeom prst="rect">
            <a:avLst/>
          </a:prstGeom>
        </p:spPr>
      </p:pic>
      <p:pic>
        <p:nvPicPr>
          <p:cNvPr id="50" name="Graphic 49">
            <a:extLst>
              <a:ext uri="{FF2B5EF4-FFF2-40B4-BE49-F238E27FC236}">
                <a16:creationId xmlns:a16="http://schemas.microsoft.com/office/drawing/2014/main" id="{01961B08-DC62-057B-5724-6C8D1EEC1CD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0685944" y="3884655"/>
            <a:ext cx="190500" cy="133350"/>
          </a:xfrm>
          <a:prstGeom prst="rect">
            <a:avLst/>
          </a:prstGeom>
        </p:spPr>
      </p:pic>
    </p:spTree>
    <p:extLst>
      <p:ext uri="{BB962C8B-B14F-4D97-AF65-F5344CB8AC3E}">
        <p14:creationId xmlns:p14="http://schemas.microsoft.com/office/powerpoint/2010/main" val="58898440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P09 | HEAD + Intro + 5 x KPI">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DEC9FA84-4769-EE88-EF4D-4E54AB37D4D3}"/>
              </a:ext>
            </a:extLst>
          </p:cNvPr>
          <p:cNvGrpSpPr>
            <a:grpSpLocks noGrp="1" noUngrp="1" noRot="1" noMove="1" noResize="1"/>
          </p:cNvGrpSpPr>
          <p:nvPr userDrawn="1"/>
        </p:nvGrpSpPr>
        <p:grpSpPr>
          <a:xfrm>
            <a:off x="4607720" y="886367"/>
            <a:ext cx="7031828" cy="810660"/>
            <a:chOff x="4607720" y="886367"/>
            <a:chExt cx="7031828" cy="810660"/>
          </a:xfrm>
        </p:grpSpPr>
        <p:sp>
          <p:nvSpPr>
            <p:cNvPr id="4" name="Rectangle 3">
              <a:extLst>
                <a:ext uri="{FF2B5EF4-FFF2-40B4-BE49-F238E27FC236}">
                  <a16:creationId xmlns:a16="http://schemas.microsoft.com/office/drawing/2014/main" id="{88ACD640-1C70-F98B-0FDD-545E4C6636C8}"/>
                </a:ext>
              </a:extLst>
            </p:cNvPr>
            <p:cNvSpPr>
              <a:spLocks noGrp="1" noRot="1" noMove="1" noResize="1" noEditPoints="1" noAdjustHandles="1" noChangeArrowheads="1" noChangeShapeType="1"/>
            </p:cNvSpPr>
            <p:nvPr userDrawn="1"/>
          </p:nvSpPr>
          <p:spPr>
            <a:xfrm>
              <a:off x="4607720" y="886367"/>
              <a:ext cx="1720641" cy="810660"/>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8" name="Group 57">
              <a:extLst>
                <a:ext uri="{FF2B5EF4-FFF2-40B4-BE49-F238E27FC236}">
                  <a16:creationId xmlns:a16="http://schemas.microsoft.com/office/drawing/2014/main" id="{7D4F6EFC-596F-2339-385B-2808BDA95D54}"/>
                </a:ext>
              </a:extLst>
            </p:cNvPr>
            <p:cNvGrpSpPr>
              <a:grpSpLocks noGrp="1" noUngrp="1" noRot="1" noMove="1" noResize="1"/>
            </p:cNvGrpSpPr>
            <p:nvPr userDrawn="1"/>
          </p:nvGrpSpPr>
          <p:grpSpPr>
            <a:xfrm>
              <a:off x="6246490" y="886367"/>
              <a:ext cx="5393058" cy="810660"/>
              <a:chOff x="6246490" y="886367"/>
              <a:chExt cx="5393058" cy="810660"/>
            </a:xfrm>
          </p:grpSpPr>
          <p:sp>
            <p:nvSpPr>
              <p:cNvPr id="6" name="Rectangle 5">
                <a:extLst>
                  <a:ext uri="{FF2B5EF4-FFF2-40B4-BE49-F238E27FC236}">
                    <a16:creationId xmlns:a16="http://schemas.microsoft.com/office/drawing/2014/main" id="{3D1545AB-FE9F-9E3A-A272-D8CDCAE035B4}"/>
                  </a:ext>
                </a:extLst>
              </p:cNvPr>
              <p:cNvSpPr>
                <a:spLocks noGrp="1" noRot="1" noMove="1" noResize="1" noEditPoints="1" noAdjustHandles="1" noChangeArrowheads="1" noChangeShapeType="1"/>
              </p:cNvSpPr>
              <p:nvPr userDrawn="1"/>
            </p:nvSpPr>
            <p:spPr>
              <a:xfrm>
                <a:off x="6776036" y="886367"/>
                <a:ext cx="4863512" cy="81066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7403452A-E68A-6E1A-4950-1185BB1A6977}"/>
                  </a:ext>
                </a:extLst>
              </p:cNvPr>
              <p:cNvCxnSpPr>
                <a:cxnSpLocks noGrp="1" noRot="1" noMove="1" noResize="1" noEditPoints="1" noAdjustHandles="1" noChangeArrowheads="1" noChangeShapeType="1"/>
              </p:cNvCxnSpPr>
              <p:nvPr userDrawn="1"/>
            </p:nvCxnSpPr>
            <p:spPr>
              <a:xfrm flipV="1">
                <a:off x="6327467" y="1291697"/>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28" name="Group 27">
                <a:extLst>
                  <a:ext uri="{FF2B5EF4-FFF2-40B4-BE49-F238E27FC236}">
                    <a16:creationId xmlns:a16="http://schemas.microsoft.com/office/drawing/2014/main" id="{70CCE20C-FFF6-6B99-36CC-83DDBFF73A14}"/>
                  </a:ext>
                </a:extLst>
              </p:cNvPr>
              <p:cNvGrpSpPr>
                <a:grpSpLocks noGrp="1" noUngrp="1" noRot="1" noChangeAspect="1" noMove="1" noResize="1"/>
              </p:cNvGrpSpPr>
              <p:nvPr userDrawn="1"/>
            </p:nvGrpSpPr>
            <p:grpSpPr>
              <a:xfrm>
                <a:off x="6246490" y="1200256"/>
                <a:ext cx="182876" cy="182876"/>
                <a:chOff x="4773922" y="1600369"/>
                <a:chExt cx="192760" cy="192760"/>
              </a:xfrm>
            </p:grpSpPr>
            <p:sp>
              <p:nvSpPr>
                <p:cNvPr id="29" name="Oval 28">
                  <a:extLst>
                    <a:ext uri="{FF2B5EF4-FFF2-40B4-BE49-F238E27FC236}">
                      <a16:creationId xmlns:a16="http://schemas.microsoft.com/office/drawing/2014/main" id="{2C0868EB-A855-0E36-A7C1-9F11206D3391}"/>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Graphic 29">
                  <a:extLst>
                    <a:ext uri="{FF2B5EF4-FFF2-40B4-BE49-F238E27FC236}">
                      <a16:creationId xmlns:a16="http://schemas.microsoft.com/office/drawing/2014/main" id="{E181BBAC-7A9E-0722-BA0B-CF8180CC2BF2}"/>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1" y="0"/>
            <a:ext cx="4057650"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1973133"/>
            <a:ext cx="2831304" cy="332399"/>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SUGGESTED KPIs</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22" name="Straight Connector 15">
            <a:extLst>
              <a:ext uri="{FF2B5EF4-FFF2-40B4-BE49-F238E27FC236}">
                <a16:creationId xmlns:a16="http://schemas.microsoft.com/office/drawing/2014/main" id="{39610FE5-AEB0-13DA-3778-DECF2E63E16B}"/>
              </a:ext>
            </a:extLst>
          </p:cNvPr>
          <p:cNvCxnSpPr>
            <a:cxnSpLocks noGrp="1" noRot="1" noMove="1" noResize="1" noEditPoints="1" noAdjustHandles="1" noChangeArrowheads="1" noChangeShapeType="1"/>
          </p:cNvCxnSpPr>
          <p:nvPr userDrawn="1"/>
        </p:nvCxnSpPr>
        <p:spPr>
          <a:xfrm>
            <a:off x="588170" y="246983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9" name="Text Placeholder 26">
            <a:extLst>
              <a:ext uri="{FF2B5EF4-FFF2-40B4-BE49-F238E27FC236}">
                <a16:creationId xmlns:a16="http://schemas.microsoft.com/office/drawing/2014/main" id="{6C35935A-FFF9-FBFC-AF97-37C746C02DF1}"/>
              </a:ext>
            </a:extLst>
          </p:cNvPr>
          <p:cNvSpPr>
            <a:spLocks noGrp="1"/>
          </p:cNvSpPr>
          <p:nvPr userDrawn="1">
            <p:ph type="body" sz="quarter" idx="81" hasCustomPrompt="1"/>
          </p:nvPr>
        </p:nvSpPr>
        <p:spPr>
          <a:xfrm>
            <a:off x="4784948" y="1112161"/>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8" name="Text Placeholder 4">
            <a:extLst>
              <a:ext uri="{FF2B5EF4-FFF2-40B4-BE49-F238E27FC236}">
                <a16:creationId xmlns:a16="http://schemas.microsoft.com/office/drawing/2014/main" id="{DE2FF3FD-35B5-5002-375E-C84FAD7E277F}"/>
              </a:ext>
            </a:extLst>
          </p:cNvPr>
          <p:cNvSpPr>
            <a:spLocks noGrp="1"/>
          </p:cNvSpPr>
          <p:nvPr>
            <p:ph type="body" sz="quarter" idx="82" hasCustomPrompt="1"/>
          </p:nvPr>
        </p:nvSpPr>
        <p:spPr>
          <a:xfrm>
            <a:off x="7077075" y="1196671"/>
            <a:ext cx="4383823" cy="190052"/>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20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These KPIs can be co-created with [Client X]</a:t>
            </a:r>
          </a:p>
        </p:txBody>
      </p:sp>
      <p:grpSp>
        <p:nvGrpSpPr>
          <p:cNvPr id="9" name="Group 8">
            <a:extLst>
              <a:ext uri="{FF2B5EF4-FFF2-40B4-BE49-F238E27FC236}">
                <a16:creationId xmlns:a16="http://schemas.microsoft.com/office/drawing/2014/main" id="{5EDAFB36-6B9C-6273-ED11-BD029B0C24CB}"/>
              </a:ext>
            </a:extLst>
          </p:cNvPr>
          <p:cNvGrpSpPr>
            <a:grpSpLocks noGrp="1" noUngrp="1" noRot="1" noMove="1" noResize="1"/>
          </p:cNvGrpSpPr>
          <p:nvPr userDrawn="1"/>
        </p:nvGrpSpPr>
        <p:grpSpPr>
          <a:xfrm>
            <a:off x="2233051" y="5201606"/>
            <a:ext cx="1658688" cy="1656395"/>
            <a:chOff x="523857" y="5201606"/>
            <a:chExt cx="1658688" cy="1656395"/>
          </a:xfrm>
        </p:grpSpPr>
        <p:sp>
          <p:nvSpPr>
            <p:cNvPr id="10" name="Freeform 9">
              <a:extLst>
                <a:ext uri="{FF2B5EF4-FFF2-40B4-BE49-F238E27FC236}">
                  <a16:creationId xmlns:a16="http://schemas.microsoft.com/office/drawing/2014/main" id="{B8333F74-A9A0-BAEA-52D6-37EE57A4041F}"/>
                </a:ext>
              </a:extLst>
            </p:cNvPr>
            <p:cNvSpPr>
              <a:spLocks noGrp="1" noRot="1" noMove="1" noResize="1" noEditPoints="1" noAdjustHandles="1" noChangeArrowheads="1" noChangeShapeType="1"/>
            </p:cNvSpPr>
            <p:nvPr userDrawn="1"/>
          </p:nvSpPr>
          <p:spPr bwMode="auto">
            <a:xfrm rot="5400000" flipH="1" flipV="1">
              <a:off x="525004" y="5200460"/>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E93BFAB7-6346-212C-3F75-BC1131182D95}"/>
                </a:ext>
              </a:extLst>
            </p:cNvPr>
            <p:cNvSpPr>
              <a:spLocks noGrp="1" noRot="1" noMove="1" noResize="1" noEditPoints="1" noAdjustHandles="1" noChangeArrowheads="1" noChangeShapeType="1"/>
            </p:cNvSpPr>
            <p:nvPr userDrawn="1"/>
          </p:nvSpPr>
          <p:spPr bwMode="auto">
            <a:xfrm rot="5400000" flipH="1" flipV="1">
              <a:off x="1567558" y="6243014"/>
              <a:ext cx="614413" cy="615560"/>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2">
              <a:extLst>
                <a:ext uri="{FF2B5EF4-FFF2-40B4-BE49-F238E27FC236}">
                  <a16:creationId xmlns:a16="http://schemas.microsoft.com/office/drawing/2014/main" id="{1D1E1DB2-E1B0-18A7-3DD2-E11903462C3A}"/>
                </a:ext>
              </a:extLst>
            </p:cNvPr>
            <p:cNvSpPr>
              <a:spLocks noGrp="1" noRot="1" noMove="1" noResize="1" noEditPoints="1" noAdjustHandles="1" noChangeArrowheads="1" noChangeShapeType="1"/>
            </p:cNvSpPr>
            <p:nvPr userDrawn="1"/>
          </p:nvSpPr>
          <p:spPr bwMode="auto">
            <a:xfrm rot="5400000" flipH="1" flipV="1">
              <a:off x="524431" y="5201033"/>
              <a:ext cx="612121" cy="613267"/>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17" name="Group 16">
            <a:extLst>
              <a:ext uri="{FF2B5EF4-FFF2-40B4-BE49-F238E27FC236}">
                <a16:creationId xmlns:a16="http://schemas.microsoft.com/office/drawing/2014/main" id="{FEF5598A-F4FC-9FDF-6E33-FAA56CD379C3}"/>
              </a:ext>
            </a:extLst>
          </p:cNvPr>
          <p:cNvGrpSpPr>
            <a:grpSpLocks noGrp="1" noUngrp="1" noRot="1" noMove="1" noResize="1"/>
          </p:cNvGrpSpPr>
          <p:nvPr userDrawn="1"/>
        </p:nvGrpSpPr>
        <p:grpSpPr>
          <a:xfrm flipH="1" flipV="1">
            <a:off x="3068399" y="4593101"/>
            <a:ext cx="989252" cy="1419112"/>
            <a:chOff x="2" y="4091994"/>
            <a:chExt cx="989252" cy="1419112"/>
          </a:xfrm>
        </p:grpSpPr>
        <p:sp>
          <p:nvSpPr>
            <p:cNvPr id="18" name="Freeform 13">
              <a:extLst>
                <a:ext uri="{FF2B5EF4-FFF2-40B4-BE49-F238E27FC236}">
                  <a16:creationId xmlns:a16="http://schemas.microsoft.com/office/drawing/2014/main" id="{A664A150-986B-8F4F-4B75-F50741655229}"/>
                </a:ext>
              </a:extLst>
            </p:cNvPr>
            <p:cNvSpPr>
              <a:spLocks noGrp="1" noRot="1" noMove="1" noResize="1" noEditPoints="1" noAdjustHandles="1" noChangeArrowheads="1" noChangeShapeType="1"/>
            </p:cNvSpPr>
            <p:nvPr userDrawn="1"/>
          </p:nvSpPr>
          <p:spPr bwMode="auto">
            <a:xfrm rot="5400000" flipH="1" flipV="1">
              <a:off x="-212062" y="4403786"/>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9" name="Freeform 14">
              <a:extLst>
                <a:ext uri="{FF2B5EF4-FFF2-40B4-BE49-F238E27FC236}">
                  <a16:creationId xmlns:a16="http://schemas.microsoft.com/office/drawing/2014/main" id="{C6108278-2E69-F1E1-42D9-5231470DBB67}"/>
                </a:ext>
              </a:extLst>
            </p:cNvPr>
            <p:cNvSpPr>
              <a:spLocks noGrp="1" noRot="1" noMove="1" noResize="1" noEditPoints="1" noAdjustHandles="1" noChangeArrowheads="1" noChangeShapeType="1"/>
            </p:cNvSpPr>
            <p:nvPr userDrawn="1"/>
          </p:nvSpPr>
          <p:spPr bwMode="auto">
            <a:xfrm rot="5400000" flipH="1" flipV="1">
              <a:off x="376560" y="4091421"/>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20" name="Freeform: Shape 19">
            <a:extLst>
              <a:ext uri="{FF2B5EF4-FFF2-40B4-BE49-F238E27FC236}">
                <a16:creationId xmlns:a16="http://schemas.microsoft.com/office/drawing/2014/main" id="{6F5DB76A-B4CD-7D89-EA7A-7680877EF9BB}"/>
              </a:ext>
            </a:extLst>
          </p:cNvPr>
          <p:cNvSpPr>
            <a:spLocks noGrp="1" noRot="1" noMove="1" noResize="1" noEditPoints="1" noAdjustHandles="1" noChangeArrowheads="1" noChangeShapeType="1"/>
          </p:cNvSpPr>
          <p:nvPr userDrawn="1"/>
        </p:nvSpPr>
        <p:spPr>
          <a:xfrm rot="10800000">
            <a:off x="1546630" y="6551147"/>
            <a:ext cx="614413" cy="306853"/>
          </a:xfrm>
          <a:custGeom>
            <a:avLst/>
            <a:gdLst>
              <a:gd name="connsiteX0" fmla="*/ 0 w 614413"/>
              <a:gd name="connsiteY0" fmla="*/ 0 h 306853"/>
              <a:gd name="connsiteX1" fmla="*/ 168505 w 614413"/>
              <a:gd name="connsiteY1" fmla="*/ 0 h 306853"/>
              <a:gd name="connsiteX2" fmla="*/ 168505 w 614413"/>
              <a:gd name="connsiteY2" fmla="*/ 138348 h 306853"/>
              <a:gd name="connsiteX3" fmla="*/ 445908 w 614413"/>
              <a:gd name="connsiteY3" fmla="*/ 138348 h 306853"/>
              <a:gd name="connsiteX4" fmla="*/ 445908 w 614413"/>
              <a:gd name="connsiteY4" fmla="*/ 0 h 306853"/>
              <a:gd name="connsiteX5" fmla="*/ 614413 w 614413"/>
              <a:gd name="connsiteY5" fmla="*/ 0 h 306853"/>
              <a:gd name="connsiteX6" fmla="*/ 614413 w 614413"/>
              <a:gd name="connsiteY6" fmla="*/ 306853 h 306853"/>
              <a:gd name="connsiteX7" fmla="*/ 0 w 614413"/>
              <a:gd name="connsiteY7" fmla="*/ 306853 h 30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13" h="306853">
                <a:moveTo>
                  <a:pt x="0" y="0"/>
                </a:moveTo>
                <a:lnTo>
                  <a:pt x="168505" y="0"/>
                </a:lnTo>
                <a:lnTo>
                  <a:pt x="168505" y="138348"/>
                </a:lnTo>
                <a:lnTo>
                  <a:pt x="445908" y="138348"/>
                </a:lnTo>
                <a:lnTo>
                  <a:pt x="445908" y="0"/>
                </a:lnTo>
                <a:lnTo>
                  <a:pt x="614413" y="0"/>
                </a:lnTo>
                <a:lnTo>
                  <a:pt x="614413" y="306853"/>
                </a:lnTo>
                <a:lnTo>
                  <a:pt x="0" y="30685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
        <p:nvSpPr>
          <p:cNvPr id="26" name="Text Placeholder 25">
            <a:extLst>
              <a:ext uri="{FF2B5EF4-FFF2-40B4-BE49-F238E27FC236}">
                <a16:creationId xmlns:a16="http://schemas.microsoft.com/office/drawing/2014/main" id="{C29909A6-5C0E-3C4C-80F0-73A25C024A27}"/>
              </a:ext>
            </a:extLst>
          </p:cNvPr>
          <p:cNvSpPr>
            <a:spLocks noGrp="1"/>
          </p:cNvSpPr>
          <p:nvPr>
            <p:ph type="body" sz="quarter" idx="83" hasCustomPrompt="1"/>
          </p:nvPr>
        </p:nvSpPr>
        <p:spPr>
          <a:xfrm>
            <a:off x="588961" y="2952972"/>
            <a:ext cx="2830513" cy="487313"/>
          </a:xfrm>
          <a:prstGeom prst="rect">
            <a:avLst/>
          </a:prstGeom>
        </p:spPr>
        <p:txBody>
          <a:bodyPr wrap="square" lIns="0" tIns="0" rIns="0" bIns="0">
            <a:spAutoFit/>
          </a:bodyPr>
          <a:lstStyle>
            <a:lvl1pPr marL="0" indent="0">
              <a:lnSpc>
                <a:spcPts val="1900"/>
              </a:lnSpc>
              <a:spcBef>
                <a:spcPts val="600"/>
              </a:spcBef>
              <a:buNone/>
              <a:defRPr sz="1600" spc="30" baseline="0">
                <a:solidFill>
                  <a:schemeClr val="accent5">
                    <a:lumMod val="50000"/>
                  </a:schemeClr>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These KPIs can be co-created with [Client]</a:t>
            </a:r>
            <a:endParaRPr lang="en-GB" dirty="0"/>
          </a:p>
        </p:txBody>
      </p:sp>
      <p:grpSp>
        <p:nvGrpSpPr>
          <p:cNvPr id="86" name="Group 85">
            <a:extLst>
              <a:ext uri="{FF2B5EF4-FFF2-40B4-BE49-F238E27FC236}">
                <a16:creationId xmlns:a16="http://schemas.microsoft.com/office/drawing/2014/main" id="{8E0B8B3D-C22C-7D53-8B82-EEC39BC7D7AC}"/>
              </a:ext>
            </a:extLst>
          </p:cNvPr>
          <p:cNvGrpSpPr>
            <a:grpSpLocks noGrp="1" noUngrp="1" noRot="1" noMove="1" noResize="1"/>
          </p:cNvGrpSpPr>
          <p:nvPr userDrawn="1"/>
        </p:nvGrpSpPr>
        <p:grpSpPr>
          <a:xfrm>
            <a:off x="4606826" y="1998045"/>
            <a:ext cx="7032722" cy="810660"/>
            <a:chOff x="4606826" y="1998045"/>
            <a:chExt cx="7032722" cy="810660"/>
          </a:xfrm>
        </p:grpSpPr>
        <p:sp>
          <p:nvSpPr>
            <p:cNvPr id="33" name="Rectangle 32">
              <a:extLst>
                <a:ext uri="{FF2B5EF4-FFF2-40B4-BE49-F238E27FC236}">
                  <a16:creationId xmlns:a16="http://schemas.microsoft.com/office/drawing/2014/main" id="{3678FA3E-CCBE-6A35-02FD-A9AF1ABBBAF1}"/>
                </a:ext>
              </a:extLst>
            </p:cNvPr>
            <p:cNvSpPr>
              <a:spLocks noGrp="1" noRot="1" noMove="1" noResize="1" noEditPoints="1" noAdjustHandles="1" noChangeArrowheads="1" noChangeShapeType="1"/>
            </p:cNvSpPr>
            <p:nvPr userDrawn="1"/>
          </p:nvSpPr>
          <p:spPr>
            <a:xfrm>
              <a:off x="4606826" y="1998045"/>
              <a:ext cx="1720641" cy="81066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9" name="Group 58">
              <a:extLst>
                <a:ext uri="{FF2B5EF4-FFF2-40B4-BE49-F238E27FC236}">
                  <a16:creationId xmlns:a16="http://schemas.microsoft.com/office/drawing/2014/main" id="{DAE79B40-765F-ED81-630C-02287C8E0778}"/>
                </a:ext>
              </a:extLst>
            </p:cNvPr>
            <p:cNvGrpSpPr>
              <a:grpSpLocks noGrp="1" noUngrp="1" noRot="1" noMove="1" noResize="1"/>
            </p:cNvGrpSpPr>
            <p:nvPr userDrawn="1"/>
          </p:nvGrpSpPr>
          <p:grpSpPr>
            <a:xfrm>
              <a:off x="6246490" y="1998045"/>
              <a:ext cx="5393058" cy="810660"/>
              <a:chOff x="6246490" y="886367"/>
              <a:chExt cx="5393058" cy="810660"/>
            </a:xfrm>
          </p:grpSpPr>
          <p:sp>
            <p:nvSpPr>
              <p:cNvPr id="60" name="Rectangle 59">
                <a:extLst>
                  <a:ext uri="{FF2B5EF4-FFF2-40B4-BE49-F238E27FC236}">
                    <a16:creationId xmlns:a16="http://schemas.microsoft.com/office/drawing/2014/main" id="{416A1DA7-BCCF-D176-1CAC-775E1897D9C0}"/>
                  </a:ext>
                </a:extLst>
              </p:cNvPr>
              <p:cNvSpPr>
                <a:spLocks noGrp="1" noRot="1" noMove="1" noResize="1" noEditPoints="1" noAdjustHandles="1" noChangeArrowheads="1" noChangeShapeType="1"/>
              </p:cNvSpPr>
              <p:nvPr userDrawn="1"/>
            </p:nvSpPr>
            <p:spPr>
              <a:xfrm>
                <a:off x="6776036" y="886367"/>
                <a:ext cx="4863512" cy="81066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1" name="Straight Connector 60">
                <a:extLst>
                  <a:ext uri="{FF2B5EF4-FFF2-40B4-BE49-F238E27FC236}">
                    <a16:creationId xmlns:a16="http://schemas.microsoft.com/office/drawing/2014/main" id="{F40C73F1-63DD-E6A8-8947-DE7E3A933E1C}"/>
                  </a:ext>
                </a:extLst>
              </p:cNvPr>
              <p:cNvCxnSpPr>
                <a:cxnSpLocks noGrp="1" noRot="1" noMove="1" noResize="1" noEditPoints="1" noAdjustHandles="1" noChangeArrowheads="1" noChangeShapeType="1"/>
              </p:cNvCxnSpPr>
              <p:nvPr userDrawn="1"/>
            </p:nvCxnSpPr>
            <p:spPr>
              <a:xfrm flipV="1">
                <a:off x="6327467" y="1291697"/>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62" name="Group 61">
                <a:extLst>
                  <a:ext uri="{FF2B5EF4-FFF2-40B4-BE49-F238E27FC236}">
                    <a16:creationId xmlns:a16="http://schemas.microsoft.com/office/drawing/2014/main" id="{51914F98-6028-18F1-0F9B-D381C3A64303}"/>
                  </a:ext>
                </a:extLst>
              </p:cNvPr>
              <p:cNvGrpSpPr>
                <a:grpSpLocks noGrp="1" noUngrp="1" noRot="1" noChangeAspect="1" noMove="1" noResize="1"/>
              </p:cNvGrpSpPr>
              <p:nvPr userDrawn="1"/>
            </p:nvGrpSpPr>
            <p:grpSpPr>
              <a:xfrm>
                <a:off x="6246490" y="1200256"/>
                <a:ext cx="182876" cy="182876"/>
                <a:chOff x="4773922" y="1600369"/>
                <a:chExt cx="192760" cy="192760"/>
              </a:xfrm>
            </p:grpSpPr>
            <p:sp>
              <p:nvSpPr>
                <p:cNvPr id="63" name="Oval 62">
                  <a:extLst>
                    <a:ext uri="{FF2B5EF4-FFF2-40B4-BE49-F238E27FC236}">
                      <a16:creationId xmlns:a16="http://schemas.microsoft.com/office/drawing/2014/main" id="{26585C2A-87DE-3026-63C9-C07FA1469AA6}"/>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4" name="Graphic 63">
                  <a:extLst>
                    <a:ext uri="{FF2B5EF4-FFF2-40B4-BE49-F238E27FC236}">
                      <a16:creationId xmlns:a16="http://schemas.microsoft.com/office/drawing/2014/main" id="{CC13BA29-3064-B81F-BD69-5FA11B9F86CE}"/>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grpSp>
        <p:nvGrpSpPr>
          <p:cNvPr id="85" name="Group 84">
            <a:extLst>
              <a:ext uri="{FF2B5EF4-FFF2-40B4-BE49-F238E27FC236}">
                <a16:creationId xmlns:a16="http://schemas.microsoft.com/office/drawing/2014/main" id="{D8B95499-0EA3-BCF5-513C-479A2EEAC4F2}"/>
              </a:ext>
            </a:extLst>
          </p:cNvPr>
          <p:cNvGrpSpPr>
            <a:grpSpLocks noGrp="1" noUngrp="1" noRot="1" noMove="1" noResize="1"/>
          </p:cNvGrpSpPr>
          <p:nvPr userDrawn="1"/>
        </p:nvGrpSpPr>
        <p:grpSpPr>
          <a:xfrm>
            <a:off x="4606825" y="3109723"/>
            <a:ext cx="7032723" cy="810660"/>
            <a:chOff x="4606825" y="3109723"/>
            <a:chExt cx="7032723" cy="810660"/>
          </a:xfrm>
        </p:grpSpPr>
        <p:sp>
          <p:nvSpPr>
            <p:cNvPr id="34" name="Rectangle 33">
              <a:extLst>
                <a:ext uri="{FF2B5EF4-FFF2-40B4-BE49-F238E27FC236}">
                  <a16:creationId xmlns:a16="http://schemas.microsoft.com/office/drawing/2014/main" id="{F84AD654-F911-5F2B-09CD-5F0CC93C9253}"/>
                </a:ext>
              </a:extLst>
            </p:cNvPr>
            <p:cNvSpPr>
              <a:spLocks noGrp="1" noRot="1" noMove="1" noResize="1" noEditPoints="1" noAdjustHandles="1" noChangeArrowheads="1" noChangeShapeType="1"/>
            </p:cNvSpPr>
            <p:nvPr userDrawn="1"/>
          </p:nvSpPr>
          <p:spPr>
            <a:xfrm>
              <a:off x="4606825" y="3109723"/>
              <a:ext cx="1720641" cy="810660"/>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5" name="Group 64">
              <a:extLst>
                <a:ext uri="{FF2B5EF4-FFF2-40B4-BE49-F238E27FC236}">
                  <a16:creationId xmlns:a16="http://schemas.microsoft.com/office/drawing/2014/main" id="{715EA624-6502-A8BE-6086-6AB735F54827}"/>
                </a:ext>
              </a:extLst>
            </p:cNvPr>
            <p:cNvGrpSpPr>
              <a:grpSpLocks noGrp="1" noUngrp="1" noRot="1" noMove="1" noResize="1"/>
            </p:cNvGrpSpPr>
            <p:nvPr userDrawn="1"/>
          </p:nvGrpSpPr>
          <p:grpSpPr>
            <a:xfrm>
              <a:off x="6246490" y="3109723"/>
              <a:ext cx="5393058" cy="810660"/>
              <a:chOff x="6246490" y="886367"/>
              <a:chExt cx="5393058" cy="810660"/>
            </a:xfrm>
          </p:grpSpPr>
          <p:sp>
            <p:nvSpPr>
              <p:cNvPr id="66" name="Rectangle 65">
                <a:extLst>
                  <a:ext uri="{FF2B5EF4-FFF2-40B4-BE49-F238E27FC236}">
                    <a16:creationId xmlns:a16="http://schemas.microsoft.com/office/drawing/2014/main" id="{E9411A9F-A0A7-DFF2-375C-0108D336C797}"/>
                  </a:ext>
                </a:extLst>
              </p:cNvPr>
              <p:cNvSpPr>
                <a:spLocks noGrp="1" noRot="1" noMove="1" noResize="1" noEditPoints="1" noAdjustHandles="1" noChangeArrowheads="1" noChangeShapeType="1"/>
              </p:cNvSpPr>
              <p:nvPr userDrawn="1"/>
            </p:nvSpPr>
            <p:spPr>
              <a:xfrm>
                <a:off x="6776036" y="886367"/>
                <a:ext cx="4863512" cy="81066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7" name="Straight Connector 66">
                <a:extLst>
                  <a:ext uri="{FF2B5EF4-FFF2-40B4-BE49-F238E27FC236}">
                    <a16:creationId xmlns:a16="http://schemas.microsoft.com/office/drawing/2014/main" id="{2D1EB0FA-ED60-3668-5717-BAE4548EAAC2}"/>
                  </a:ext>
                </a:extLst>
              </p:cNvPr>
              <p:cNvCxnSpPr>
                <a:cxnSpLocks noGrp="1" noRot="1" noMove="1" noResize="1" noEditPoints="1" noAdjustHandles="1" noChangeArrowheads="1" noChangeShapeType="1"/>
              </p:cNvCxnSpPr>
              <p:nvPr userDrawn="1"/>
            </p:nvCxnSpPr>
            <p:spPr>
              <a:xfrm flipV="1">
                <a:off x="6327467" y="1291697"/>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68" name="Group 67">
                <a:extLst>
                  <a:ext uri="{FF2B5EF4-FFF2-40B4-BE49-F238E27FC236}">
                    <a16:creationId xmlns:a16="http://schemas.microsoft.com/office/drawing/2014/main" id="{63BED1EF-BD93-E1B6-EB6A-E8C71BA079D9}"/>
                  </a:ext>
                </a:extLst>
              </p:cNvPr>
              <p:cNvGrpSpPr>
                <a:grpSpLocks noGrp="1" noUngrp="1" noRot="1" noChangeAspect="1" noMove="1" noResize="1"/>
              </p:cNvGrpSpPr>
              <p:nvPr userDrawn="1"/>
            </p:nvGrpSpPr>
            <p:grpSpPr>
              <a:xfrm>
                <a:off x="6246490" y="1200256"/>
                <a:ext cx="182876" cy="182876"/>
                <a:chOff x="4773922" y="1600369"/>
                <a:chExt cx="192760" cy="192760"/>
              </a:xfrm>
            </p:grpSpPr>
            <p:sp>
              <p:nvSpPr>
                <p:cNvPr id="69" name="Oval 68">
                  <a:extLst>
                    <a:ext uri="{FF2B5EF4-FFF2-40B4-BE49-F238E27FC236}">
                      <a16:creationId xmlns:a16="http://schemas.microsoft.com/office/drawing/2014/main" id="{86C27BDB-928D-3712-9CD7-058A118A5DA2}"/>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0" name="Graphic 69">
                  <a:extLst>
                    <a:ext uri="{FF2B5EF4-FFF2-40B4-BE49-F238E27FC236}">
                      <a16:creationId xmlns:a16="http://schemas.microsoft.com/office/drawing/2014/main" id="{085BC6DA-E5F7-E27E-167C-62B06C21A3A4}"/>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grpSp>
        <p:nvGrpSpPr>
          <p:cNvPr id="84" name="Group 83">
            <a:extLst>
              <a:ext uri="{FF2B5EF4-FFF2-40B4-BE49-F238E27FC236}">
                <a16:creationId xmlns:a16="http://schemas.microsoft.com/office/drawing/2014/main" id="{F3B9F022-B93C-2857-7A5D-DC4A290CFDEC}"/>
              </a:ext>
            </a:extLst>
          </p:cNvPr>
          <p:cNvGrpSpPr>
            <a:grpSpLocks noGrp="1" noUngrp="1" noRot="1" noMove="1" noResize="1"/>
          </p:cNvGrpSpPr>
          <p:nvPr userDrawn="1"/>
        </p:nvGrpSpPr>
        <p:grpSpPr>
          <a:xfrm>
            <a:off x="4606824" y="4221401"/>
            <a:ext cx="7032724" cy="810660"/>
            <a:chOff x="4606824" y="4221401"/>
            <a:chExt cx="7032724" cy="810660"/>
          </a:xfrm>
        </p:grpSpPr>
        <p:sp>
          <p:nvSpPr>
            <p:cNvPr id="35" name="Rectangle 34">
              <a:extLst>
                <a:ext uri="{FF2B5EF4-FFF2-40B4-BE49-F238E27FC236}">
                  <a16:creationId xmlns:a16="http://schemas.microsoft.com/office/drawing/2014/main" id="{C0BCE24A-D9D5-3029-5294-624F2AB24A9A}"/>
                </a:ext>
              </a:extLst>
            </p:cNvPr>
            <p:cNvSpPr>
              <a:spLocks noGrp="1" noRot="1" noMove="1" noResize="1" noEditPoints="1" noAdjustHandles="1" noChangeArrowheads="1" noChangeShapeType="1"/>
            </p:cNvSpPr>
            <p:nvPr userDrawn="1"/>
          </p:nvSpPr>
          <p:spPr>
            <a:xfrm>
              <a:off x="4606824" y="4221401"/>
              <a:ext cx="1720641" cy="810660"/>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1" name="Group 70">
              <a:extLst>
                <a:ext uri="{FF2B5EF4-FFF2-40B4-BE49-F238E27FC236}">
                  <a16:creationId xmlns:a16="http://schemas.microsoft.com/office/drawing/2014/main" id="{7E804D23-7924-74FB-8248-DFE618A9BEF7}"/>
                </a:ext>
              </a:extLst>
            </p:cNvPr>
            <p:cNvGrpSpPr>
              <a:grpSpLocks noGrp="1" noUngrp="1" noRot="1" noMove="1" noResize="1"/>
            </p:cNvGrpSpPr>
            <p:nvPr userDrawn="1"/>
          </p:nvGrpSpPr>
          <p:grpSpPr>
            <a:xfrm>
              <a:off x="6246490" y="4221401"/>
              <a:ext cx="5393058" cy="810660"/>
              <a:chOff x="6246490" y="886367"/>
              <a:chExt cx="5393058" cy="810660"/>
            </a:xfrm>
          </p:grpSpPr>
          <p:sp>
            <p:nvSpPr>
              <p:cNvPr id="72" name="Rectangle 71">
                <a:extLst>
                  <a:ext uri="{FF2B5EF4-FFF2-40B4-BE49-F238E27FC236}">
                    <a16:creationId xmlns:a16="http://schemas.microsoft.com/office/drawing/2014/main" id="{A680FF70-713F-8006-0653-9A0C691FA00A}"/>
                  </a:ext>
                </a:extLst>
              </p:cNvPr>
              <p:cNvSpPr>
                <a:spLocks noGrp="1" noRot="1" noMove="1" noResize="1" noEditPoints="1" noAdjustHandles="1" noChangeArrowheads="1" noChangeShapeType="1"/>
              </p:cNvSpPr>
              <p:nvPr userDrawn="1"/>
            </p:nvSpPr>
            <p:spPr>
              <a:xfrm>
                <a:off x="6776036" y="886367"/>
                <a:ext cx="4863512" cy="81066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3" name="Straight Connector 72">
                <a:extLst>
                  <a:ext uri="{FF2B5EF4-FFF2-40B4-BE49-F238E27FC236}">
                    <a16:creationId xmlns:a16="http://schemas.microsoft.com/office/drawing/2014/main" id="{3490F3A6-55E0-90A6-00CA-37DF2B5C9475}"/>
                  </a:ext>
                </a:extLst>
              </p:cNvPr>
              <p:cNvCxnSpPr>
                <a:cxnSpLocks noGrp="1" noRot="1" noMove="1" noResize="1" noEditPoints="1" noAdjustHandles="1" noChangeArrowheads="1" noChangeShapeType="1"/>
              </p:cNvCxnSpPr>
              <p:nvPr userDrawn="1"/>
            </p:nvCxnSpPr>
            <p:spPr>
              <a:xfrm flipV="1">
                <a:off x="6327467" y="1291697"/>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74" name="Group 73">
                <a:extLst>
                  <a:ext uri="{FF2B5EF4-FFF2-40B4-BE49-F238E27FC236}">
                    <a16:creationId xmlns:a16="http://schemas.microsoft.com/office/drawing/2014/main" id="{45A9BBE3-F2E3-1C7A-949E-CE5B624B0F0A}"/>
                  </a:ext>
                </a:extLst>
              </p:cNvPr>
              <p:cNvGrpSpPr>
                <a:grpSpLocks noGrp="1" noUngrp="1" noRot="1" noChangeAspect="1" noMove="1" noResize="1"/>
              </p:cNvGrpSpPr>
              <p:nvPr userDrawn="1"/>
            </p:nvGrpSpPr>
            <p:grpSpPr>
              <a:xfrm>
                <a:off x="6246490" y="1200256"/>
                <a:ext cx="182876" cy="182876"/>
                <a:chOff x="4773922" y="1600369"/>
                <a:chExt cx="192760" cy="192760"/>
              </a:xfrm>
            </p:grpSpPr>
            <p:sp>
              <p:nvSpPr>
                <p:cNvPr id="75" name="Oval 74">
                  <a:extLst>
                    <a:ext uri="{FF2B5EF4-FFF2-40B4-BE49-F238E27FC236}">
                      <a16:creationId xmlns:a16="http://schemas.microsoft.com/office/drawing/2014/main" id="{CC00024E-EEFC-A0AF-CE05-2265BCAB5E2A}"/>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6" name="Graphic 75">
                  <a:extLst>
                    <a:ext uri="{FF2B5EF4-FFF2-40B4-BE49-F238E27FC236}">
                      <a16:creationId xmlns:a16="http://schemas.microsoft.com/office/drawing/2014/main" id="{E8AF89DD-A076-DC1B-AB9C-4B679485BAF9}"/>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grpSp>
        <p:nvGrpSpPr>
          <p:cNvPr id="83" name="Group 82">
            <a:extLst>
              <a:ext uri="{FF2B5EF4-FFF2-40B4-BE49-F238E27FC236}">
                <a16:creationId xmlns:a16="http://schemas.microsoft.com/office/drawing/2014/main" id="{D78B2FE1-5095-F562-3BCE-4A35C1EA89F3}"/>
              </a:ext>
            </a:extLst>
          </p:cNvPr>
          <p:cNvGrpSpPr>
            <a:grpSpLocks noGrp="1" noUngrp="1" noRot="1" noMove="1" noResize="1"/>
          </p:cNvGrpSpPr>
          <p:nvPr userDrawn="1"/>
        </p:nvGrpSpPr>
        <p:grpSpPr>
          <a:xfrm>
            <a:off x="4606823" y="5333079"/>
            <a:ext cx="7032725" cy="810660"/>
            <a:chOff x="4606823" y="5333079"/>
            <a:chExt cx="7032725" cy="810660"/>
          </a:xfrm>
        </p:grpSpPr>
        <p:sp>
          <p:nvSpPr>
            <p:cNvPr id="36" name="Rectangle 35">
              <a:extLst>
                <a:ext uri="{FF2B5EF4-FFF2-40B4-BE49-F238E27FC236}">
                  <a16:creationId xmlns:a16="http://schemas.microsoft.com/office/drawing/2014/main" id="{5691D00B-FD2B-F4DC-DDEC-1ECC3F03F46A}"/>
                </a:ext>
              </a:extLst>
            </p:cNvPr>
            <p:cNvSpPr>
              <a:spLocks noGrp="1" noRot="1" noMove="1" noResize="1" noEditPoints="1" noAdjustHandles="1" noChangeArrowheads="1" noChangeShapeType="1"/>
            </p:cNvSpPr>
            <p:nvPr userDrawn="1"/>
          </p:nvSpPr>
          <p:spPr>
            <a:xfrm>
              <a:off x="4606823" y="5333079"/>
              <a:ext cx="1720641" cy="810660"/>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7" name="Group 76">
              <a:extLst>
                <a:ext uri="{FF2B5EF4-FFF2-40B4-BE49-F238E27FC236}">
                  <a16:creationId xmlns:a16="http://schemas.microsoft.com/office/drawing/2014/main" id="{475184F4-7D01-0B44-A3D1-4CA6DDA2C353}"/>
                </a:ext>
              </a:extLst>
            </p:cNvPr>
            <p:cNvGrpSpPr>
              <a:grpSpLocks noGrp="1" noUngrp="1" noRot="1" noMove="1" noResize="1"/>
            </p:cNvGrpSpPr>
            <p:nvPr userDrawn="1"/>
          </p:nvGrpSpPr>
          <p:grpSpPr>
            <a:xfrm>
              <a:off x="6246490" y="5333079"/>
              <a:ext cx="5393058" cy="810660"/>
              <a:chOff x="6246490" y="886367"/>
              <a:chExt cx="5393058" cy="810660"/>
            </a:xfrm>
          </p:grpSpPr>
          <p:sp>
            <p:nvSpPr>
              <p:cNvPr id="78" name="Rectangle 77">
                <a:extLst>
                  <a:ext uri="{FF2B5EF4-FFF2-40B4-BE49-F238E27FC236}">
                    <a16:creationId xmlns:a16="http://schemas.microsoft.com/office/drawing/2014/main" id="{E18712EF-F6C3-DA71-ED39-482D4952FA2B}"/>
                  </a:ext>
                </a:extLst>
              </p:cNvPr>
              <p:cNvSpPr>
                <a:spLocks noGrp="1" noRot="1" noMove="1" noResize="1" noEditPoints="1" noAdjustHandles="1" noChangeArrowheads="1" noChangeShapeType="1"/>
              </p:cNvSpPr>
              <p:nvPr userDrawn="1"/>
            </p:nvSpPr>
            <p:spPr>
              <a:xfrm>
                <a:off x="6776036" y="886367"/>
                <a:ext cx="4863512" cy="81066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9" name="Straight Connector 78">
                <a:extLst>
                  <a:ext uri="{FF2B5EF4-FFF2-40B4-BE49-F238E27FC236}">
                    <a16:creationId xmlns:a16="http://schemas.microsoft.com/office/drawing/2014/main" id="{B15897C0-3AF5-B93D-B4B8-5672A51F35E8}"/>
                  </a:ext>
                </a:extLst>
              </p:cNvPr>
              <p:cNvCxnSpPr>
                <a:cxnSpLocks noGrp="1" noRot="1" noMove="1" noResize="1" noEditPoints="1" noAdjustHandles="1" noChangeArrowheads="1" noChangeShapeType="1"/>
              </p:cNvCxnSpPr>
              <p:nvPr userDrawn="1"/>
            </p:nvCxnSpPr>
            <p:spPr>
              <a:xfrm flipV="1">
                <a:off x="6327467" y="1291697"/>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80" name="Group 79">
                <a:extLst>
                  <a:ext uri="{FF2B5EF4-FFF2-40B4-BE49-F238E27FC236}">
                    <a16:creationId xmlns:a16="http://schemas.microsoft.com/office/drawing/2014/main" id="{6BFCD364-49D4-D27D-AFCF-893FECA01E98}"/>
                  </a:ext>
                </a:extLst>
              </p:cNvPr>
              <p:cNvGrpSpPr>
                <a:grpSpLocks noGrp="1" noUngrp="1" noRot="1" noChangeAspect="1" noMove="1" noResize="1"/>
              </p:cNvGrpSpPr>
              <p:nvPr userDrawn="1"/>
            </p:nvGrpSpPr>
            <p:grpSpPr>
              <a:xfrm>
                <a:off x="6246490" y="1200256"/>
                <a:ext cx="182876" cy="182876"/>
                <a:chOff x="4773922" y="1600369"/>
                <a:chExt cx="192760" cy="192760"/>
              </a:xfrm>
            </p:grpSpPr>
            <p:sp>
              <p:nvSpPr>
                <p:cNvPr id="81" name="Oval 80">
                  <a:extLst>
                    <a:ext uri="{FF2B5EF4-FFF2-40B4-BE49-F238E27FC236}">
                      <a16:creationId xmlns:a16="http://schemas.microsoft.com/office/drawing/2014/main" id="{B278F160-A8A3-F31B-7F09-92E012E533D3}"/>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2" name="Graphic 81">
                  <a:extLst>
                    <a:ext uri="{FF2B5EF4-FFF2-40B4-BE49-F238E27FC236}">
                      <a16:creationId xmlns:a16="http://schemas.microsoft.com/office/drawing/2014/main" id="{302CC53D-1D24-C1BE-6A24-459E47696269}"/>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sp>
        <p:nvSpPr>
          <p:cNvPr id="88" name="Text Placeholder 26">
            <a:extLst>
              <a:ext uri="{FF2B5EF4-FFF2-40B4-BE49-F238E27FC236}">
                <a16:creationId xmlns:a16="http://schemas.microsoft.com/office/drawing/2014/main" id="{F4E4B27E-2FB9-8988-81FF-33780808575B}"/>
              </a:ext>
            </a:extLst>
          </p:cNvPr>
          <p:cNvSpPr>
            <a:spLocks noGrp="1"/>
          </p:cNvSpPr>
          <p:nvPr>
            <p:ph type="body" sz="quarter" idx="84" hasCustomPrompt="1"/>
          </p:nvPr>
        </p:nvSpPr>
        <p:spPr>
          <a:xfrm>
            <a:off x="4784948" y="2223839"/>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89" name="Text Placeholder 4">
            <a:extLst>
              <a:ext uri="{FF2B5EF4-FFF2-40B4-BE49-F238E27FC236}">
                <a16:creationId xmlns:a16="http://schemas.microsoft.com/office/drawing/2014/main" id="{3866DB5E-1D2F-71CF-C721-340115ED4667}"/>
              </a:ext>
            </a:extLst>
          </p:cNvPr>
          <p:cNvSpPr>
            <a:spLocks noGrp="1"/>
          </p:cNvSpPr>
          <p:nvPr>
            <p:ph type="body" sz="quarter" idx="85" hasCustomPrompt="1"/>
          </p:nvPr>
        </p:nvSpPr>
        <p:spPr>
          <a:xfrm>
            <a:off x="7077075" y="2308349"/>
            <a:ext cx="4383823" cy="190052"/>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20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These KPIs can be co-created with [Client X]</a:t>
            </a:r>
          </a:p>
        </p:txBody>
      </p:sp>
      <p:sp>
        <p:nvSpPr>
          <p:cNvPr id="90" name="Text Placeholder 26">
            <a:extLst>
              <a:ext uri="{FF2B5EF4-FFF2-40B4-BE49-F238E27FC236}">
                <a16:creationId xmlns:a16="http://schemas.microsoft.com/office/drawing/2014/main" id="{721A8526-6505-C7FE-B209-D3BF9469B637}"/>
              </a:ext>
            </a:extLst>
          </p:cNvPr>
          <p:cNvSpPr>
            <a:spLocks noGrp="1"/>
          </p:cNvSpPr>
          <p:nvPr>
            <p:ph type="body" sz="quarter" idx="86" hasCustomPrompt="1"/>
          </p:nvPr>
        </p:nvSpPr>
        <p:spPr>
          <a:xfrm>
            <a:off x="4784948" y="3335517"/>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91" name="Text Placeholder 4">
            <a:extLst>
              <a:ext uri="{FF2B5EF4-FFF2-40B4-BE49-F238E27FC236}">
                <a16:creationId xmlns:a16="http://schemas.microsoft.com/office/drawing/2014/main" id="{33ACEAA1-2280-FF40-BD86-CC6D0A93A406}"/>
              </a:ext>
            </a:extLst>
          </p:cNvPr>
          <p:cNvSpPr>
            <a:spLocks noGrp="1"/>
          </p:cNvSpPr>
          <p:nvPr>
            <p:ph type="body" sz="quarter" idx="87" hasCustomPrompt="1"/>
          </p:nvPr>
        </p:nvSpPr>
        <p:spPr>
          <a:xfrm>
            <a:off x="7077075" y="3420027"/>
            <a:ext cx="4383823" cy="190052"/>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20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These KPIs can be co-created with [Client X]</a:t>
            </a:r>
          </a:p>
        </p:txBody>
      </p:sp>
      <p:sp>
        <p:nvSpPr>
          <p:cNvPr id="92" name="Text Placeholder 26">
            <a:extLst>
              <a:ext uri="{FF2B5EF4-FFF2-40B4-BE49-F238E27FC236}">
                <a16:creationId xmlns:a16="http://schemas.microsoft.com/office/drawing/2014/main" id="{07AA2A91-4695-36F5-D2F8-AFEDC152B72C}"/>
              </a:ext>
            </a:extLst>
          </p:cNvPr>
          <p:cNvSpPr>
            <a:spLocks noGrp="1"/>
          </p:cNvSpPr>
          <p:nvPr>
            <p:ph type="body" sz="quarter" idx="88" hasCustomPrompt="1"/>
          </p:nvPr>
        </p:nvSpPr>
        <p:spPr>
          <a:xfrm>
            <a:off x="4784948" y="4447195"/>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93" name="Text Placeholder 4">
            <a:extLst>
              <a:ext uri="{FF2B5EF4-FFF2-40B4-BE49-F238E27FC236}">
                <a16:creationId xmlns:a16="http://schemas.microsoft.com/office/drawing/2014/main" id="{99512403-3113-2587-9A88-30E61FFBD348}"/>
              </a:ext>
            </a:extLst>
          </p:cNvPr>
          <p:cNvSpPr>
            <a:spLocks noGrp="1"/>
          </p:cNvSpPr>
          <p:nvPr>
            <p:ph type="body" sz="quarter" idx="89" hasCustomPrompt="1"/>
          </p:nvPr>
        </p:nvSpPr>
        <p:spPr>
          <a:xfrm>
            <a:off x="7077075" y="4531705"/>
            <a:ext cx="4383823" cy="190052"/>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20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These KPIs can be co-created with [Client X]</a:t>
            </a:r>
          </a:p>
        </p:txBody>
      </p:sp>
      <p:sp>
        <p:nvSpPr>
          <p:cNvPr id="94" name="Text Placeholder 26">
            <a:extLst>
              <a:ext uri="{FF2B5EF4-FFF2-40B4-BE49-F238E27FC236}">
                <a16:creationId xmlns:a16="http://schemas.microsoft.com/office/drawing/2014/main" id="{E17E6681-9065-80C3-B24D-94886ABBD165}"/>
              </a:ext>
            </a:extLst>
          </p:cNvPr>
          <p:cNvSpPr>
            <a:spLocks noGrp="1"/>
          </p:cNvSpPr>
          <p:nvPr>
            <p:ph type="body" sz="quarter" idx="90" hasCustomPrompt="1"/>
          </p:nvPr>
        </p:nvSpPr>
        <p:spPr>
          <a:xfrm>
            <a:off x="4784948" y="5558873"/>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95" name="Text Placeholder 4">
            <a:extLst>
              <a:ext uri="{FF2B5EF4-FFF2-40B4-BE49-F238E27FC236}">
                <a16:creationId xmlns:a16="http://schemas.microsoft.com/office/drawing/2014/main" id="{BD5D7A6E-1DE3-8CE1-A59A-3532DD0066CD}"/>
              </a:ext>
            </a:extLst>
          </p:cNvPr>
          <p:cNvSpPr>
            <a:spLocks noGrp="1"/>
          </p:cNvSpPr>
          <p:nvPr>
            <p:ph type="body" sz="quarter" idx="91" hasCustomPrompt="1"/>
          </p:nvPr>
        </p:nvSpPr>
        <p:spPr>
          <a:xfrm>
            <a:off x="7077075" y="5643383"/>
            <a:ext cx="4383823" cy="190052"/>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20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These KPIs can be co-created with [Client X]</a:t>
            </a:r>
          </a:p>
        </p:txBody>
      </p:sp>
    </p:spTree>
    <p:extLst>
      <p:ext uri="{BB962C8B-B14F-4D97-AF65-F5344CB8AC3E}">
        <p14:creationId xmlns:p14="http://schemas.microsoft.com/office/powerpoint/2010/main" val="418487690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09 | HEAD + Intro + 4 x 4 KPI">
    <p:spTree>
      <p:nvGrpSpPr>
        <p:cNvPr id="1" name=""/>
        <p:cNvGrpSpPr/>
        <p:nvPr/>
      </p:nvGrpSpPr>
      <p:grpSpPr>
        <a:xfrm>
          <a:off x="0" y="0"/>
          <a:ext cx="0" cy="0"/>
          <a:chOff x="0" y="0"/>
          <a:chExt cx="0" cy="0"/>
        </a:xfrm>
      </p:grpSpPr>
      <p:sp>
        <p:nvSpPr>
          <p:cNvPr id="101" name="Text Placeholder 100">
            <a:extLst>
              <a:ext uri="{FF2B5EF4-FFF2-40B4-BE49-F238E27FC236}">
                <a16:creationId xmlns:a16="http://schemas.microsoft.com/office/drawing/2014/main" id="{DBAE3118-5E8F-6815-5AF3-99D6AE90B5DB}"/>
              </a:ext>
            </a:extLst>
          </p:cNvPr>
          <p:cNvSpPr>
            <a:spLocks noGrp="1"/>
          </p:cNvSpPr>
          <p:nvPr>
            <p:ph type="body" sz="quarter" idx="96" hasCustomPrompt="1"/>
          </p:nvPr>
        </p:nvSpPr>
        <p:spPr>
          <a:xfrm>
            <a:off x="5293490" y="2576893"/>
            <a:ext cx="6342063" cy="526876"/>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sp>
        <p:nvSpPr>
          <p:cNvPr id="57" name="Rectangle 56">
            <a:extLst>
              <a:ext uri="{FF2B5EF4-FFF2-40B4-BE49-F238E27FC236}">
                <a16:creationId xmlns:a16="http://schemas.microsoft.com/office/drawing/2014/main" id="{F175B487-AF90-BCF2-37A1-5445B99EBA40}"/>
              </a:ext>
            </a:extLst>
          </p:cNvPr>
          <p:cNvSpPr/>
          <p:nvPr userDrawn="1"/>
        </p:nvSpPr>
        <p:spPr>
          <a:xfrm>
            <a:off x="10015553" y="1102408"/>
            <a:ext cx="1620000" cy="752532"/>
          </a:xfrm>
          <a:prstGeom prst="rect">
            <a:avLst/>
          </a:prstGeom>
          <a:noFill/>
          <a:ln w="19050">
            <a:solidFill>
              <a:srgbClr val="B3E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a:extLst>
              <a:ext uri="{FF2B5EF4-FFF2-40B4-BE49-F238E27FC236}">
                <a16:creationId xmlns:a16="http://schemas.microsoft.com/office/drawing/2014/main" id="{1D5AFE91-407F-21A1-9F99-3E466D734E64}"/>
              </a:ext>
            </a:extLst>
          </p:cNvPr>
          <p:cNvSpPr/>
          <p:nvPr userDrawn="1"/>
        </p:nvSpPr>
        <p:spPr>
          <a:xfrm>
            <a:off x="8219302" y="1102408"/>
            <a:ext cx="1620000" cy="752532"/>
          </a:xfrm>
          <a:prstGeom prst="rect">
            <a:avLst/>
          </a:prstGeom>
          <a:noFill/>
          <a:ln w="19050">
            <a:solidFill>
              <a:srgbClr val="B0D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03F7F39-F222-8C51-FBB5-6E08204EFD7F}"/>
              </a:ext>
            </a:extLst>
          </p:cNvPr>
          <p:cNvSpPr/>
          <p:nvPr userDrawn="1"/>
        </p:nvSpPr>
        <p:spPr>
          <a:xfrm>
            <a:off x="6411065" y="1102408"/>
            <a:ext cx="1620000" cy="752532"/>
          </a:xfrm>
          <a:prstGeom prst="rect">
            <a:avLst/>
          </a:prstGeom>
          <a:noFill/>
          <a:ln w="19050">
            <a:solidFill>
              <a:srgbClr val="B3E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1" y="0"/>
            <a:ext cx="4057650"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2572866"/>
            <a:ext cx="2831304"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PERFORMANCE DRIVEN TEAM</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22" name="Straight Connector 15">
            <a:extLst>
              <a:ext uri="{FF2B5EF4-FFF2-40B4-BE49-F238E27FC236}">
                <a16:creationId xmlns:a16="http://schemas.microsoft.com/office/drawing/2014/main" id="{39610FE5-AEB0-13DA-3778-DECF2E63E16B}"/>
              </a:ext>
            </a:extLst>
          </p:cNvPr>
          <p:cNvCxnSpPr>
            <a:cxnSpLocks/>
          </p:cNvCxnSpPr>
          <p:nvPr userDrawn="1"/>
        </p:nvCxnSpPr>
        <p:spPr>
          <a:xfrm>
            <a:off x="588170" y="3401964"/>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C29909A6-5C0E-3C4C-80F0-73A25C024A27}"/>
              </a:ext>
            </a:extLst>
          </p:cNvPr>
          <p:cNvSpPr>
            <a:spLocks noGrp="1"/>
          </p:cNvSpPr>
          <p:nvPr>
            <p:ph type="body" sz="quarter" idx="83" hasCustomPrompt="1"/>
          </p:nvPr>
        </p:nvSpPr>
        <p:spPr>
          <a:xfrm>
            <a:off x="588961" y="3885103"/>
            <a:ext cx="2837903" cy="712246"/>
          </a:xfrm>
          <a:prstGeom prst="rect">
            <a:avLst/>
          </a:prstGeom>
        </p:spPr>
        <p:txBody>
          <a:bodyPr wrap="square" lIns="0" tIns="0" rIns="0" bIns="0">
            <a:spAutoFit/>
          </a:bodyPr>
          <a:lstStyle>
            <a:lvl1pPr marL="0" indent="0">
              <a:lnSpc>
                <a:spcPts val="1900"/>
              </a:lnSpc>
              <a:spcBef>
                <a:spcPts val="600"/>
              </a:spcBef>
              <a:buNone/>
              <a:defRPr sz="1400" spc="30" baseline="0">
                <a:solidFill>
                  <a:schemeClr val="accent5">
                    <a:lumMod val="50000"/>
                  </a:schemeClr>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The following principles underpin holistic Performance Management within Smollan</a:t>
            </a:r>
            <a:endParaRPr lang="en-GB" dirty="0"/>
          </a:p>
        </p:txBody>
      </p:sp>
      <p:pic>
        <p:nvPicPr>
          <p:cNvPr id="24" name="Graphic 23">
            <a:extLst>
              <a:ext uri="{FF2B5EF4-FFF2-40B4-BE49-F238E27FC236}">
                <a16:creationId xmlns:a16="http://schemas.microsoft.com/office/drawing/2014/main" id="{DEC4E761-668C-46D7-4FB5-A327E2F49C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2603910"/>
            <a:ext cx="338615" cy="483736"/>
          </a:xfrm>
          <a:prstGeom prst="rect">
            <a:avLst/>
          </a:prstGeom>
        </p:spPr>
      </p:pic>
      <p:sp>
        <p:nvSpPr>
          <p:cNvPr id="25" name="Rectangle 24">
            <a:extLst>
              <a:ext uri="{FF2B5EF4-FFF2-40B4-BE49-F238E27FC236}">
                <a16:creationId xmlns:a16="http://schemas.microsoft.com/office/drawing/2014/main" id="{73FC031F-B1FB-FC96-DEDA-E50EF23056A2}"/>
              </a:ext>
            </a:extLst>
          </p:cNvPr>
          <p:cNvSpPr/>
          <p:nvPr userDrawn="1"/>
        </p:nvSpPr>
        <p:spPr>
          <a:xfrm>
            <a:off x="4606823" y="1102408"/>
            <a:ext cx="1620000" cy="752532"/>
          </a:xfrm>
          <a:prstGeom prst="rect">
            <a:avLst/>
          </a:prstGeom>
          <a:noFill/>
          <a:ln w="19050">
            <a:solidFill>
              <a:srgbClr val="DAED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FDBCD976-97DB-836A-22BC-024B518D0892}"/>
              </a:ext>
            </a:extLst>
          </p:cNvPr>
          <p:cNvGrpSpPr/>
          <p:nvPr userDrawn="1"/>
        </p:nvGrpSpPr>
        <p:grpSpPr>
          <a:xfrm>
            <a:off x="5075498" y="611191"/>
            <a:ext cx="682650" cy="682648"/>
            <a:chOff x="5292108" y="530481"/>
            <a:chExt cx="744367" cy="744367"/>
          </a:xfrm>
        </p:grpSpPr>
        <p:sp>
          <p:nvSpPr>
            <p:cNvPr id="38" name="Oval 37">
              <a:extLst>
                <a:ext uri="{FF2B5EF4-FFF2-40B4-BE49-F238E27FC236}">
                  <a16:creationId xmlns:a16="http://schemas.microsoft.com/office/drawing/2014/main" id="{55CC5D98-0BDC-55C5-F386-68A1EF70A619}"/>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Graphic 20">
              <a:extLst>
                <a:ext uri="{FF2B5EF4-FFF2-40B4-BE49-F238E27FC236}">
                  <a16:creationId xmlns:a16="http://schemas.microsoft.com/office/drawing/2014/main" id="{4F26F892-8194-89BF-5517-0AAC2F83DF3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54079" y="592452"/>
              <a:ext cx="620425" cy="620425"/>
            </a:xfrm>
            <a:prstGeom prst="rect">
              <a:avLst/>
            </a:prstGeom>
          </p:spPr>
        </p:pic>
      </p:grpSp>
      <p:sp>
        <p:nvSpPr>
          <p:cNvPr id="41" name="Text Placeholder 26">
            <a:extLst>
              <a:ext uri="{FF2B5EF4-FFF2-40B4-BE49-F238E27FC236}">
                <a16:creationId xmlns:a16="http://schemas.microsoft.com/office/drawing/2014/main" id="{A90BC939-15BF-474E-024A-16AF648B9788}"/>
              </a:ext>
            </a:extLst>
          </p:cNvPr>
          <p:cNvSpPr>
            <a:spLocks noGrp="1"/>
          </p:cNvSpPr>
          <p:nvPr>
            <p:ph type="body" sz="quarter" idx="81" hasCustomPrompt="1"/>
          </p:nvPr>
        </p:nvSpPr>
        <p:spPr>
          <a:xfrm>
            <a:off x="4750823"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6"/>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1</a:t>
            </a:r>
            <a:endParaRPr lang="en-ZA" dirty="0"/>
          </a:p>
        </p:txBody>
      </p:sp>
      <p:grpSp>
        <p:nvGrpSpPr>
          <p:cNvPr id="48" name="Group 47">
            <a:extLst>
              <a:ext uri="{FF2B5EF4-FFF2-40B4-BE49-F238E27FC236}">
                <a16:creationId xmlns:a16="http://schemas.microsoft.com/office/drawing/2014/main" id="{CC2425FD-CF88-3E8F-1C47-F3157A2AA975}"/>
              </a:ext>
            </a:extLst>
          </p:cNvPr>
          <p:cNvGrpSpPr/>
          <p:nvPr userDrawn="1"/>
        </p:nvGrpSpPr>
        <p:grpSpPr>
          <a:xfrm>
            <a:off x="6879740" y="611191"/>
            <a:ext cx="682650" cy="682648"/>
            <a:chOff x="5292108" y="530481"/>
            <a:chExt cx="744367" cy="744367"/>
          </a:xfrm>
        </p:grpSpPr>
        <p:sp>
          <p:nvSpPr>
            <p:cNvPr id="49" name="Oval 48">
              <a:extLst>
                <a:ext uri="{FF2B5EF4-FFF2-40B4-BE49-F238E27FC236}">
                  <a16:creationId xmlns:a16="http://schemas.microsoft.com/office/drawing/2014/main" id="{84281C6A-3AAA-6412-B1AB-9865DC75971D}"/>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0" name="Graphic 49">
              <a:extLst>
                <a:ext uri="{FF2B5EF4-FFF2-40B4-BE49-F238E27FC236}">
                  <a16:creationId xmlns:a16="http://schemas.microsoft.com/office/drawing/2014/main" id="{50F4679A-2E4A-391A-ECB5-4BC7055ECEA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54079" y="592452"/>
              <a:ext cx="620425" cy="620425"/>
            </a:xfrm>
            <a:prstGeom prst="rect">
              <a:avLst/>
            </a:prstGeom>
          </p:spPr>
        </p:pic>
      </p:grpSp>
      <p:sp>
        <p:nvSpPr>
          <p:cNvPr id="51" name="Text Placeholder 26">
            <a:extLst>
              <a:ext uri="{FF2B5EF4-FFF2-40B4-BE49-F238E27FC236}">
                <a16:creationId xmlns:a16="http://schemas.microsoft.com/office/drawing/2014/main" id="{1F7D64CC-1BCB-DF3F-2D48-197C8981F58E}"/>
              </a:ext>
            </a:extLst>
          </p:cNvPr>
          <p:cNvSpPr>
            <a:spLocks noGrp="1"/>
          </p:cNvSpPr>
          <p:nvPr>
            <p:ph type="body" sz="quarter" idx="93" hasCustomPrompt="1"/>
          </p:nvPr>
        </p:nvSpPr>
        <p:spPr>
          <a:xfrm>
            <a:off x="6555065"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3"/>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2</a:t>
            </a:r>
            <a:endParaRPr lang="en-ZA" dirty="0"/>
          </a:p>
        </p:txBody>
      </p:sp>
      <p:grpSp>
        <p:nvGrpSpPr>
          <p:cNvPr id="53" name="Group 52">
            <a:extLst>
              <a:ext uri="{FF2B5EF4-FFF2-40B4-BE49-F238E27FC236}">
                <a16:creationId xmlns:a16="http://schemas.microsoft.com/office/drawing/2014/main" id="{52DD3F41-82FC-D804-A3F3-B4C840E528E5}"/>
              </a:ext>
            </a:extLst>
          </p:cNvPr>
          <p:cNvGrpSpPr/>
          <p:nvPr userDrawn="1"/>
        </p:nvGrpSpPr>
        <p:grpSpPr>
          <a:xfrm>
            <a:off x="8687977" y="611191"/>
            <a:ext cx="682650" cy="682648"/>
            <a:chOff x="5292108" y="530481"/>
            <a:chExt cx="744367" cy="744367"/>
          </a:xfrm>
        </p:grpSpPr>
        <p:sp>
          <p:nvSpPr>
            <p:cNvPr id="54" name="Oval 53">
              <a:extLst>
                <a:ext uri="{FF2B5EF4-FFF2-40B4-BE49-F238E27FC236}">
                  <a16:creationId xmlns:a16="http://schemas.microsoft.com/office/drawing/2014/main" id="{AE733E8D-16BD-606D-5A8A-B3196371D61B}"/>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5" name="Graphic 54">
              <a:extLst>
                <a:ext uri="{FF2B5EF4-FFF2-40B4-BE49-F238E27FC236}">
                  <a16:creationId xmlns:a16="http://schemas.microsoft.com/office/drawing/2014/main" id="{58B25AF1-52D4-B5C5-7ECD-BACF742AE1A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54079" y="592452"/>
              <a:ext cx="620425" cy="620425"/>
            </a:xfrm>
            <a:prstGeom prst="rect">
              <a:avLst/>
            </a:prstGeom>
          </p:spPr>
        </p:pic>
      </p:grpSp>
      <p:sp>
        <p:nvSpPr>
          <p:cNvPr id="56" name="Text Placeholder 26">
            <a:extLst>
              <a:ext uri="{FF2B5EF4-FFF2-40B4-BE49-F238E27FC236}">
                <a16:creationId xmlns:a16="http://schemas.microsoft.com/office/drawing/2014/main" id="{2C91131C-244D-2EAC-4DD2-FF4DADBB7F54}"/>
              </a:ext>
            </a:extLst>
          </p:cNvPr>
          <p:cNvSpPr>
            <a:spLocks noGrp="1"/>
          </p:cNvSpPr>
          <p:nvPr>
            <p:ph type="body" sz="quarter" idx="94" hasCustomPrompt="1"/>
          </p:nvPr>
        </p:nvSpPr>
        <p:spPr>
          <a:xfrm>
            <a:off x="8363302"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3</a:t>
            </a:r>
            <a:endParaRPr lang="en-ZA" dirty="0"/>
          </a:p>
        </p:txBody>
      </p:sp>
      <p:grpSp>
        <p:nvGrpSpPr>
          <p:cNvPr id="96" name="Group 95">
            <a:extLst>
              <a:ext uri="{FF2B5EF4-FFF2-40B4-BE49-F238E27FC236}">
                <a16:creationId xmlns:a16="http://schemas.microsoft.com/office/drawing/2014/main" id="{258795B6-4759-FEF3-64F3-59583E54DE32}"/>
              </a:ext>
            </a:extLst>
          </p:cNvPr>
          <p:cNvGrpSpPr/>
          <p:nvPr userDrawn="1"/>
        </p:nvGrpSpPr>
        <p:grpSpPr>
          <a:xfrm>
            <a:off x="10484228" y="611191"/>
            <a:ext cx="682650" cy="682648"/>
            <a:chOff x="5292108" y="530481"/>
            <a:chExt cx="744367" cy="744367"/>
          </a:xfrm>
        </p:grpSpPr>
        <p:sp>
          <p:nvSpPr>
            <p:cNvPr id="97" name="Oval 96">
              <a:extLst>
                <a:ext uri="{FF2B5EF4-FFF2-40B4-BE49-F238E27FC236}">
                  <a16:creationId xmlns:a16="http://schemas.microsoft.com/office/drawing/2014/main" id="{0382F94B-E06A-EA3D-8ACD-D14B8324219B}"/>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8" name="Graphic 97">
              <a:extLst>
                <a:ext uri="{FF2B5EF4-FFF2-40B4-BE49-F238E27FC236}">
                  <a16:creationId xmlns:a16="http://schemas.microsoft.com/office/drawing/2014/main" id="{8CD63CB4-D40A-D96E-3A75-7837F68BB98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5354079" y="592452"/>
              <a:ext cx="620425" cy="620425"/>
            </a:xfrm>
            <a:prstGeom prst="rect">
              <a:avLst/>
            </a:prstGeom>
          </p:spPr>
        </p:pic>
      </p:grpSp>
      <p:sp>
        <p:nvSpPr>
          <p:cNvPr id="99" name="Text Placeholder 26">
            <a:extLst>
              <a:ext uri="{FF2B5EF4-FFF2-40B4-BE49-F238E27FC236}">
                <a16:creationId xmlns:a16="http://schemas.microsoft.com/office/drawing/2014/main" id="{B0A5FD0E-AD01-5EFB-4DCE-BCFE13E058C6}"/>
              </a:ext>
            </a:extLst>
          </p:cNvPr>
          <p:cNvSpPr>
            <a:spLocks noGrp="1"/>
          </p:cNvSpPr>
          <p:nvPr>
            <p:ph type="body" sz="quarter" idx="95" hasCustomPrompt="1"/>
          </p:nvPr>
        </p:nvSpPr>
        <p:spPr>
          <a:xfrm>
            <a:off x="10159553"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4"/>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4</a:t>
            </a:r>
            <a:endParaRPr lang="en-ZA" dirty="0"/>
          </a:p>
        </p:txBody>
      </p:sp>
      <p:sp>
        <p:nvSpPr>
          <p:cNvPr id="102" name="Text Placeholder 100">
            <a:extLst>
              <a:ext uri="{FF2B5EF4-FFF2-40B4-BE49-F238E27FC236}">
                <a16:creationId xmlns:a16="http://schemas.microsoft.com/office/drawing/2014/main" id="{23592AD0-8217-DE21-1922-43A8C806FEAB}"/>
              </a:ext>
            </a:extLst>
          </p:cNvPr>
          <p:cNvSpPr>
            <a:spLocks noGrp="1"/>
          </p:cNvSpPr>
          <p:nvPr>
            <p:ph type="body" sz="quarter" idx="97" hasCustomPrompt="1"/>
          </p:nvPr>
        </p:nvSpPr>
        <p:spPr>
          <a:xfrm>
            <a:off x="5293490" y="3570317"/>
            <a:ext cx="6342063" cy="526876"/>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pic>
        <p:nvPicPr>
          <p:cNvPr id="103" name="Graphic 102">
            <a:extLst>
              <a:ext uri="{FF2B5EF4-FFF2-40B4-BE49-F238E27FC236}">
                <a16:creationId xmlns:a16="http://schemas.microsoft.com/office/drawing/2014/main" id="{50DAC5BB-FB82-5149-BB51-7CF96A9491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3597334"/>
            <a:ext cx="338615" cy="483736"/>
          </a:xfrm>
          <a:prstGeom prst="rect">
            <a:avLst/>
          </a:prstGeom>
        </p:spPr>
      </p:pic>
      <p:sp>
        <p:nvSpPr>
          <p:cNvPr id="104" name="Text Placeholder 100">
            <a:extLst>
              <a:ext uri="{FF2B5EF4-FFF2-40B4-BE49-F238E27FC236}">
                <a16:creationId xmlns:a16="http://schemas.microsoft.com/office/drawing/2014/main" id="{CA289470-46BF-18B7-7114-047D5A640150}"/>
              </a:ext>
            </a:extLst>
          </p:cNvPr>
          <p:cNvSpPr>
            <a:spLocks noGrp="1"/>
          </p:cNvSpPr>
          <p:nvPr>
            <p:ph type="body" sz="quarter" idx="98" hasCustomPrompt="1"/>
          </p:nvPr>
        </p:nvSpPr>
        <p:spPr>
          <a:xfrm>
            <a:off x="5294455" y="4563741"/>
            <a:ext cx="6342063" cy="526876"/>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pic>
        <p:nvPicPr>
          <p:cNvPr id="105" name="Graphic 104">
            <a:extLst>
              <a:ext uri="{FF2B5EF4-FFF2-40B4-BE49-F238E27FC236}">
                <a16:creationId xmlns:a16="http://schemas.microsoft.com/office/drawing/2014/main" id="{E98608B9-2796-F62A-70BA-60C3C803DF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7788" y="4590758"/>
            <a:ext cx="338615" cy="483736"/>
          </a:xfrm>
          <a:prstGeom prst="rect">
            <a:avLst/>
          </a:prstGeom>
        </p:spPr>
      </p:pic>
      <p:sp>
        <p:nvSpPr>
          <p:cNvPr id="106" name="Text Placeholder 100">
            <a:extLst>
              <a:ext uri="{FF2B5EF4-FFF2-40B4-BE49-F238E27FC236}">
                <a16:creationId xmlns:a16="http://schemas.microsoft.com/office/drawing/2014/main" id="{84029076-7997-DF4D-2EB4-AC37D37B754B}"/>
              </a:ext>
            </a:extLst>
          </p:cNvPr>
          <p:cNvSpPr>
            <a:spLocks noGrp="1"/>
          </p:cNvSpPr>
          <p:nvPr>
            <p:ph type="body" sz="quarter" idx="99" hasCustomPrompt="1"/>
          </p:nvPr>
        </p:nvSpPr>
        <p:spPr>
          <a:xfrm>
            <a:off x="5293490" y="5557165"/>
            <a:ext cx="6342063" cy="526876"/>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pic>
        <p:nvPicPr>
          <p:cNvPr id="107" name="Graphic 106">
            <a:extLst>
              <a:ext uri="{FF2B5EF4-FFF2-40B4-BE49-F238E27FC236}">
                <a16:creationId xmlns:a16="http://schemas.microsoft.com/office/drawing/2014/main" id="{D944EA0A-5A68-CAA9-D544-8EED7E7503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5584182"/>
            <a:ext cx="338615" cy="483736"/>
          </a:xfrm>
          <a:prstGeom prst="rect">
            <a:avLst/>
          </a:prstGeom>
        </p:spPr>
      </p:pic>
      <p:grpSp>
        <p:nvGrpSpPr>
          <p:cNvPr id="108" name="Group 107">
            <a:extLst>
              <a:ext uri="{FF2B5EF4-FFF2-40B4-BE49-F238E27FC236}">
                <a16:creationId xmlns:a16="http://schemas.microsoft.com/office/drawing/2014/main" id="{4CC20C86-26C7-2810-A004-BCF248CBEF72}"/>
              </a:ext>
            </a:extLst>
          </p:cNvPr>
          <p:cNvGrpSpPr>
            <a:grpSpLocks noGrp="1" noUngrp="1" noRot="1" noMove="1" noResize="1"/>
          </p:cNvGrpSpPr>
          <p:nvPr userDrawn="1"/>
        </p:nvGrpSpPr>
        <p:grpSpPr>
          <a:xfrm>
            <a:off x="2233051" y="5201606"/>
            <a:ext cx="1658688" cy="1656395"/>
            <a:chOff x="523857" y="5201606"/>
            <a:chExt cx="1658688" cy="1656395"/>
          </a:xfrm>
        </p:grpSpPr>
        <p:sp>
          <p:nvSpPr>
            <p:cNvPr id="109" name="Freeform 9">
              <a:extLst>
                <a:ext uri="{FF2B5EF4-FFF2-40B4-BE49-F238E27FC236}">
                  <a16:creationId xmlns:a16="http://schemas.microsoft.com/office/drawing/2014/main" id="{EA8BF1B9-1897-B3ED-979E-7A3BF8CC0146}"/>
                </a:ext>
              </a:extLst>
            </p:cNvPr>
            <p:cNvSpPr>
              <a:spLocks noGrp="1" noRot="1" noMove="1" noResize="1" noEditPoints="1" noAdjustHandles="1" noChangeArrowheads="1" noChangeShapeType="1"/>
            </p:cNvSpPr>
            <p:nvPr userDrawn="1"/>
          </p:nvSpPr>
          <p:spPr bwMode="auto">
            <a:xfrm rot="5400000" flipH="1" flipV="1">
              <a:off x="525004" y="5200460"/>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10" name="Freeform 11">
              <a:extLst>
                <a:ext uri="{FF2B5EF4-FFF2-40B4-BE49-F238E27FC236}">
                  <a16:creationId xmlns:a16="http://schemas.microsoft.com/office/drawing/2014/main" id="{DA351E5D-0FFD-08DA-0E6E-2E4E6ADE7C1D}"/>
                </a:ext>
              </a:extLst>
            </p:cNvPr>
            <p:cNvSpPr>
              <a:spLocks noGrp="1" noRot="1" noMove="1" noResize="1" noEditPoints="1" noAdjustHandles="1" noChangeArrowheads="1" noChangeShapeType="1"/>
            </p:cNvSpPr>
            <p:nvPr userDrawn="1"/>
          </p:nvSpPr>
          <p:spPr bwMode="auto">
            <a:xfrm rot="5400000" flipH="1" flipV="1">
              <a:off x="1567558" y="6243014"/>
              <a:ext cx="614413" cy="615560"/>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11" name="Freeform 12">
              <a:extLst>
                <a:ext uri="{FF2B5EF4-FFF2-40B4-BE49-F238E27FC236}">
                  <a16:creationId xmlns:a16="http://schemas.microsoft.com/office/drawing/2014/main" id="{91FF387F-D191-86DC-B5E1-C01A9AE37114}"/>
                </a:ext>
              </a:extLst>
            </p:cNvPr>
            <p:cNvSpPr>
              <a:spLocks noGrp="1" noRot="1" noMove="1" noResize="1" noEditPoints="1" noAdjustHandles="1" noChangeArrowheads="1" noChangeShapeType="1"/>
            </p:cNvSpPr>
            <p:nvPr userDrawn="1"/>
          </p:nvSpPr>
          <p:spPr bwMode="auto">
            <a:xfrm rot="5400000" flipH="1" flipV="1">
              <a:off x="524431" y="5201033"/>
              <a:ext cx="612121" cy="613267"/>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112" name="Group 111">
            <a:extLst>
              <a:ext uri="{FF2B5EF4-FFF2-40B4-BE49-F238E27FC236}">
                <a16:creationId xmlns:a16="http://schemas.microsoft.com/office/drawing/2014/main" id="{05DF9396-F166-1CFB-7668-222CC317AF6B}"/>
              </a:ext>
            </a:extLst>
          </p:cNvPr>
          <p:cNvGrpSpPr>
            <a:grpSpLocks noGrp="1" noUngrp="1" noRot="1" noMove="1" noResize="1"/>
          </p:cNvGrpSpPr>
          <p:nvPr userDrawn="1"/>
        </p:nvGrpSpPr>
        <p:grpSpPr>
          <a:xfrm flipH="1" flipV="1">
            <a:off x="3068399" y="4593101"/>
            <a:ext cx="989252" cy="1419112"/>
            <a:chOff x="2" y="4091994"/>
            <a:chExt cx="989252" cy="1419112"/>
          </a:xfrm>
        </p:grpSpPr>
        <p:sp>
          <p:nvSpPr>
            <p:cNvPr id="113" name="Freeform 13">
              <a:extLst>
                <a:ext uri="{FF2B5EF4-FFF2-40B4-BE49-F238E27FC236}">
                  <a16:creationId xmlns:a16="http://schemas.microsoft.com/office/drawing/2014/main" id="{7FB0CC40-4B31-1AC8-F992-D886C8901B97}"/>
                </a:ext>
              </a:extLst>
            </p:cNvPr>
            <p:cNvSpPr>
              <a:spLocks noGrp="1" noRot="1" noMove="1" noResize="1" noEditPoints="1" noAdjustHandles="1" noChangeArrowheads="1" noChangeShapeType="1"/>
            </p:cNvSpPr>
            <p:nvPr userDrawn="1"/>
          </p:nvSpPr>
          <p:spPr bwMode="auto">
            <a:xfrm rot="5400000" flipH="1" flipV="1">
              <a:off x="-212062" y="4403786"/>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14" name="Freeform 14">
              <a:extLst>
                <a:ext uri="{FF2B5EF4-FFF2-40B4-BE49-F238E27FC236}">
                  <a16:creationId xmlns:a16="http://schemas.microsoft.com/office/drawing/2014/main" id="{A7CC96F2-85B4-4A4A-C2BB-2EEE56BE4649}"/>
                </a:ext>
              </a:extLst>
            </p:cNvPr>
            <p:cNvSpPr>
              <a:spLocks noGrp="1" noRot="1" noMove="1" noResize="1" noEditPoints="1" noAdjustHandles="1" noChangeArrowheads="1" noChangeShapeType="1"/>
            </p:cNvSpPr>
            <p:nvPr userDrawn="1"/>
          </p:nvSpPr>
          <p:spPr bwMode="auto">
            <a:xfrm rot="5400000" flipH="1" flipV="1">
              <a:off x="376560" y="4091421"/>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115" name="Freeform: Shape 114">
            <a:extLst>
              <a:ext uri="{FF2B5EF4-FFF2-40B4-BE49-F238E27FC236}">
                <a16:creationId xmlns:a16="http://schemas.microsoft.com/office/drawing/2014/main" id="{7EF81434-F7A1-26CD-A18A-7CEFDAC1834B}"/>
              </a:ext>
            </a:extLst>
          </p:cNvPr>
          <p:cNvSpPr>
            <a:spLocks noGrp="1" noRot="1" noMove="1" noResize="1" noEditPoints="1" noAdjustHandles="1" noChangeArrowheads="1" noChangeShapeType="1"/>
          </p:cNvSpPr>
          <p:nvPr userDrawn="1"/>
        </p:nvSpPr>
        <p:spPr>
          <a:xfrm rot="10800000">
            <a:off x="1546630" y="6551147"/>
            <a:ext cx="614413" cy="306853"/>
          </a:xfrm>
          <a:custGeom>
            <a:avLst/>
            <a:gdLst>
              <a:gd name="connsiteX0" fmla="*/ 0 w 614413"/>
              <a:gd name="connsiteY0" fmla="*/ 0 h 306853"/>
              <a:gd name="connsiteX1" fmla="*/ 168505 w 614413"/>
              <a:gd name="connsiteY1" fmla="*/ 0 h 306853"/>
              <a:gd name="connsiteX2" fmla="*/ 168505 w 614413"/>
              <a:gd name="connsiteY2" fmla="*/ 138348 h 306853"/>
              <a:gd name="connsiteX3" fmla="*/ 445908 w 614413"/>
              <a:gd name="connsiteY3" fmla="*/ 138348 h 306853"/>
              <a:gd name="connsiteX4" fmla="*/ 445908 w 614413"/>
              <a:gd name="connsiteY4" fmla="*/ 0 h 306853"/>
              <a:gd name="connsiteX5" fmla="*/ 614413 w 614413"/>
              <a:gd name="connsiteY5" fmla="*/ 0 h 306853"/>
              <a:gd name="connsiteX6" fmla="*/ 614413 w 614413"/>
              <a:gd name="connsiteY6" fmla="*/ 306853 h 306853"/>
              <a:gd name="connsiteX7" fmla="*/ 0 w 614413"/>
              <a:gd name="connsiteY7" fmla="*/ 306853 h 30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13" h="306853">
                <a:moveTo>
                  <a:pt x="0" y="0"/>
                </a:moveTo>
                <a:lnTo>
                  <a:pt x="168505" y="0"/>
                </a:lnTo>
                <a:lnTo>
                  <a:pt x="168505" y="138348"/>
                </a:lnTo>
                <a:lnTo>
                  <a:pt x="445908" y="138348"/>
                </a:lnTo>
                <a:lnTo>
                  <a:pt x="445908" y="0"/>
                </a:lnTo>
                <a:lnTo>
                  <a:pt x="614413" y="0"/>
                </a:lnTo>
                <a:lnTo>
                  <a:pt x="614413" y="306853"/>
                </a:lnTo>
                <a:lnTo>
                  <a:pt x="0" y="30685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101541799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P09 | 1_HEAD + Intro + 3 x 5 KPI">
    <p:spTree>
      <p:nvGrpSpPr>
        <p:cNvPr id="1" name=""/>
        <p:cNvGrpSpPr/>
        <p:nvPr/>
      </p:nvGrpSpPr>
      <p:grpSpPr>
        <a:xfrm>
          <a:off x="0" y="0"/>
          <a:ext cx="0" cy="0"/>
          <a:chOff x="0" y="0"/>
          <a:chExt cx="0" cy="0"/>
        </a:xfrm>
      </p:grpSpPr>
      <p:sp>
        <p:nvSpPr>
          <p:cNvPr id="101" name="Text Placeholder 100">
            <a:extLst>
              <a:ext uri="{FF2B5EF4-FFF2-40B4-BE49-F238E27FC236}">
                <a16:creationId xmlns:a16="http://schemas.microsoft.com/office/drawing/2014/main" id="{DBAE3118-5E8F-6815-5AF3-99D6AE90B5DB}"/>
              </a:ext>
            </a:extLst>
          </p:cNvPr>
          <p:cNvSpPr>
            <a:spLocks noGrp="1"/>
          </p:cNvSpPr>
          <p:nvPr>
            <p:ph type="body" sz="quarter" idx="96" hasCustomPrompt="1"/>
          </p:nvPr>
        </p:nvSpPr>
        <p:spPr>
          <a:xfrm>
            <a:off x="5293490" y="2666661"/>
            <a:ext cx="6342063" cy="347339"/>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2 lines maximum. Insert your text here. No more than 2 lines maximum. Insert your text here. No longer than 2 lines maximum. </a:t>
            </a:r>
            <a:endParaRPr lang="en-GB" dirty="0"/>
          </a:p>
        </p:txBody>
      </p:sp>
      <p:sp>
        <p:nvSpPr>
          <p:cNvPr id="52" name="Rectangle 51">
            <a:extLst>
              <a:ext uri="{FF2B5EF4-FFF2-40B4-BE49-F238E27FC236}">
                <a16:creationId xmlns:a16="http://schemas.microsoft.com/office/drawing/2014/main" id="{1D5AFE91-407F-21A1-9F99-3E466D734E64}"/>
              </a:ext>
            </a:extLst>
          </p:cNvPr>
          <p:cNvSpPr/>
          <p:nvPr userDrawn="1"/>
        </p:nvSpPr>
        <p:spPr>
          <a:xfrm>
            <a:off x="9385136" y="1102408"/>
            <a:ext cx="1620000" cy="752532"/>
          </a:xfrm>
          <a:prstGeom prst="rect">
            <a:avLst/>
          </a:prstGeom>
          <a:noFill/>
          <a:ln w="19050">
            <a:solidFill>
              <a:srgbClr val="B0DD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46">
            <a:extLst>
              <a:ext uri="{FF2B5EF4-FFF2-40B4-BE49-F238E27FC236}">
                <a16:creationId xmlns:a16="http://schemas.microsoft.com/office/drawing/2014/main" id="{903F7F39-F222-8C51-FBB5-6E08204EFD7F}"/>
              </a:ext>
            </a:extLst>
          </p:cNvPr>
          <p:cNvSpPr/>
          <p:nvPr userDrawn="1"/>
        </p:nvSpPr>
        <p:spPr>
          <a:xfrm>
            <a:off x="7339313" y="1102408"/>
            <a:ext cx="1620000" cy="752532"/>
          </a:xfrm>
          <a:prstGeom prst="rect">
            <a:avLst/>
          </a:prstGeom>
          <a:noFill/>
          <a:ln w="19050">
            <a:solidFill>
              <a:srgbClr val="B3E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1" y="0"/>
            <a:ext cx="4057650"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2572866"/>
            <a:ext cx="2831304"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PERFORMANCE DRIVEN TEAM</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22" name="Straight Connector 15">
            <a:extLst>
              <a:ext uri="{FF2B5EF4-FFF2-40B4-BE49-F238E27FC236}">
                <a16:creationId xmlns:a16="http://schemas.microsoft.com/office/drawing/2014/main" id="{39610FE5-AEB0-13DA-3778-DECF2E63E16B}"/>
              </a:ext>
            </a:extLst>
          </p:cNvPr>
          <p:cNvCxnSpPr>
            <a:cxnSpLocks/>
          </p:cNvCxnSpPr>
          <p:nvPr userDrawn="1"/>
        </p:nvCxnSpPr>
        <p:spPr>
          <a:xfrm>
            <a:off x="588170" y="3401964"/>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C29909A6-5C0E-3C4C-80F0-73A25C024A27}"/>
              </a:ext>
            </a:extLst>
          </p:cNvPr>
          <p:cNvSpPr>
            <a:spLocks noGrp="1"/>
          </p:cNvSpPr>
          <p:nvPr>
            <p:ph type="body" sz="quarter" idx="83" hasCustomPrompt="1"/>
          </p:nvPr>
        </p:nvSpPr>
        <p:spPr>
          <a:xfrm>
            <a:off x="588961" y="3885103"/>
            <a:ext cx="2837903" cy="712246"/>
          </a:xfrm>
          <a:prstGeom prst="rect">
            <a:avLst/>
          </a:prstGeom>
        </p:spPr>
        <p:txBody>
          <a:bodyPr wrap="square" lIns="0" tIns="0" rIns="0" bIns="0">
            <a:spAutoFit/>
          </a:bodyPr>
          <a:lstStyle>
            <a:lvl1pPr marL="0" indent="0">
              <a:lnSpc>
                <a:spcPts val="1900"/>
              </a:lnSpc>
              <a:spcBef>
                <a:spcPts val="600"/>
              </a:spcBef>
              <a:buNone/>
              <a:defRPr sz="1400" spc="30" baseline="0">
                <a:solidFill>
                  <a:schemeClr val="accent5">
                    <a:lumMod val="50000"/>
                  </a:schemeClr>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The following principles underpin holistic Performance Management within Smollan</a:t>
            </a:r>
            <a:endParaRPr lang="en-GB" dirty="0"/>
          </a:p>
        </p:txBody>
      </p:sp>
      <p:pic>
        <p:nvPicPr>
          <p:cNvPr id="24" name="Graphic 23">
            <a:extLst>
              <a:ext uri="{FF2B5EF4-FFF2-40B4-BE49-F238E27FC236}">
                <a16:creationId xmlns:a16="http://schemas.microsoft.com/office/drawing/2014/main" id="{DEC4E761-668C-46D7-4FB5-A327E2F49C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2610532"/>
            <a:ext cx="288000" cy="411428"/>
          </a:xfrm>
          <a:prstGeom prst="rect">
            <a:avLst/>
          </a:prstGeom>
        </p:spPr>
      </p:pic>
      <p:sp>
        <p:nvSpPr>
          <p:cNvPr id="25" name="Rectangle 24">
            <a:extLst>
              <a:ext uri="{FF2B5EF4-FFF2-40B4-BE49-F238E27FC236}">
                <a16:creationId xmlns:a16="http://schemas.microsoft.com/office/drawing/2014/main" id="{73FC031F-B1FB-FC96-DEDA-E50EF23056A2}"/>
              </a:ext>
            </a:extLst>
          </p:cNvPr>
          <p:cNvSpPr/>
          <p:nvPr userDrawn="1"/>
        </p:nvSpPr>
        <p:spPr>
          <a:xfrm>
            <a:off x="5293490" y="1102408"/>
            <a:ext cx="1620000" cy="752532"/>
          </a:xfrm>
          <a:prstGeom prst="rect">
            <a:avLst/>
          </a:prstGeom>
          <a:noFill/>
          <a:ln w="19050">
            <a:solidFill>
              <a:srgbClr val="DAED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0" name="Group 39">
            <a:extLst>
              <a:ext uri="{FF2B5EF4-FFF2-40B4-BE49-F238E27FC236}">
                <a16:creationId xmlns:a16="http://schemas.microsoft.com/office/drawing/2014/main" id="{FDBCD976-97DB-836A-22BC-024B518D0892}"/>
              </a:ext>
            </a:extLst>
          </p:cNvPr>
          <p:cNvGrpSpPr/>
          <p:nvPr userDrawn="1"/>
        </p:nvGrpSpPr>
        <p:grpSpPr>
          <a:xfrm>
            <a:off x="5762165" y="611191"/>
            <a:ext cx="682650" cy="682648"/>
            <a:chOff x="5292108" y="530481"/>
            <a:chExt cx="744367" cy="744367"/>
          </a:xfrm>
        </p:grpSpPr>
        <p:sp>
          <p:nvSpPr>
            <p:cNvPr id="38" name="Oval 37">
              <a:extLst>
                <a:ext uri="{FF2B5EF4-FFF2-40B4-BE49-F238E27FC236}">
                  <a16:creationId xmlns:a16="http://schemas.microsoft.com/office/drawing/2014/main" id="{55CC5D98-0BDC-55C5-F386-68A1EF70A619}"/>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Graphic 20">
              <a:extLst>
                <a:ext uri="{FF2B5EF4-FFF2-40B4-BE49-F238E27FC236}">
                  <a16:creationId xmlns:a16="http://schemas.microsoft.com/office/drawing/2014/main" id="{4F26F892-8194-89BF-5517-0AAC2F83DF3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54079" y="592452"/>
              <a:ext cx="620425" cy="620425"/>
            </a:xfrm>
            <a:prstGeom prst="rect">
              <a:avLst/>
            </a:prstGeom>
          </p:spPr>
        </p:pic>
      </p:grpSp>
      <p:sp>
        <p:nvSpPr>
          <p:cNvPr id="41" name="Text Placeholder 26">
            <a:extLst>
              <a:ext uri="{FF2B5EF4-FFF2-40B4-BE49-F238E27FC236}">
                <a16:creationId xmlns:a16="http://schemas.microsoft.com/office/drawing/2014/main" id="{A90BC939-15BF-474E-024A-16AF648B9788}"/>
              </a:ext>
            </a:extLst>
          </p:cNvPr>
          <p:cNvSpPr>
            <a:spLocks noGrp="1"/>
          </p:cNvSpPr>
          <p:nvPr>
            <p:ph type="body" sz="quarter" idx="81" hasCustomPrompt="1"/>
          </p:nvPr>
        </p:nvSpPr>
        <p:spPr>
          <a:xfrm>
            <a:off x="5437490"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6"/>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1</a:t>
            </a:r>
            <a:endParaRPr lang="en-ZA" dirty="0"/>
          </a:p>
        </p:txBody>
      </p:sp>
      <p:grpSp>
        <p:nvGrpSpPr>
          <p:cNvPr id="48" name="Group 47">
            <a:extLst>
              <a:ext uri="{FF2B5EF4-FFF2-40B4-BE49-F238E27FC236}">
                <a16:creationId xmlns:a16="http://schemas.microsoft.com/office/drawing/2014/main" id="{CC2425FD-CF88-3E8F-1C47-F3157A2AA975}"/>
              </a:ext>
            </a:extLst>
          </p:cNvPr>
          <p:cNvGrpSpPr/>
          <p:nvPr userDrawn="1"/>
        </p:nvGrpSpPr>
        <p:grpSpPr>
          <a:xfrm>
            <a:off x="7807988" y="611191"/>
            <a:ext cx="682650" cy="682648"/>
            <a:chOff x="5292108" y="530481"/>
            <a:chExt cx="744367" cy="744367"/>
          </a:xfrm>
        </p:grpSpPr>
        <p:sp>
          <p:nvSpPr>
            <p:cNvPr id="49" name="Oval 48">
              <a:extLst>
                <a:ext uri="{FF2B5EF4-FFF2-40B4-BE49-F238E27FC236}">
                  <a16:creationId xmlns:a16="http://schemas.microsoft.com/office/drawing/2014/main" id="{84281C6A-3AAA-6412-B1AB-9865DC75971D}"/>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0" name="Graphic 49">
              <a:extLst>
                <a:ext uri="{FF2B5EF4-FFF2-40B4-BE49-F238E27FC236}">
                  <a16:creationId xmlns:a16="http://schemas.microsoft.com/office/drawing/2014/main" id="{50F4679A-2E4A-391A-ECB5-4BC7055ECEA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354079" y="592452"/>
              <a:ext cx="620425" cy="620425"/>
            </a:xfrm>
            <a:prstGeom prst="rect">
              <a:avLst/>
            </a:prstGeom>
          </p:spPr>
        </p:pic>
      </p:grpSp>
      <p:sp>
        <p:nvSpPr>
          <p:cNvPr id="51" name="Text Placeholder 26">
            <a:extLst>
              <a:ext uri="{FF2B5EF4-FFF2-40B4-BE49-F238E27FC236}">
                <a16:creationId xmlns:a16="http://schemas.microsoft.com/office/drawing/2014/main" id="{1F7D64CC-1BCB-DF3F-2D48-197C8981F58E}"/>
              </a:ext>
            </a:extLst>
          </p:cNvPr>
          <p:cNvSpPr>
            <a:spLocks noGrp="1"/>
          </p:cNvSpPr>
          <p:nvPr>
            <p:ph type="body" sz="quarter" idx="93" hasCustomPrompt="1"/>
          </p:nvPr>
        </p:nvSpPr>
        <p:spPr>
          <a:xfrm>
            <a:off x="7483313"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3"/>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2</a:t>
            </a:r>
            <a:endParaRPr lang="en-ZA" dirty="0"/>
          </a:p>
        </p:txBody>
      </p:sp>
      <p:grpSp>
        <p:nvGrpSpPr>
          <p:cNvPr id="53" name="Group 52">
            <a:extLst>
              <a:ext uri="{FF2B5EF4-FFF2-40B4-BE49-F238E27FC236}">
                <a16:creationId xmlns:a16="http://schemas.microsoft.com/office/drawing/2014/main" id="{52DD3F41-82FC-D804-A3F3-B4C840E528E5}"/>
              </a:ext>
            </a:extLst>
          </p:cNvPr>
          <p:cNvGrpSpPr/>
          <p:nvPr userDrawn="1"/>
        </p:nvGrpSpPr>
        <p:grpSpPr>
          <a:xfrm>
            <a:off x="9853811" y="611191"/>
            <a:ext cx="682650" cy="682648"/>
            <a:chOff x="5292108" y="530481"/>
            <a:chExt cx="744367" cy="744367"/>
          </a:xfrm>
        </p:grpSpPr>
        <p:sp>
          <p:nvSpPr>
            <p:cNvPr id="54" name="Oval 53">
              <a:extLst>
                <a:ext uri="{FF2B5EF4-FFF2-40B4-BE49-F238E27FC236}">
                  <a16:creationId xmlns:a16="http://schemas.microsoft.com/office/drawing/2014/main" id="{AE733E8D-16BD-606D-5A8A-B3196371D61B}"/>
                </a:ext>
              </a:extLst>
            </p:cNvPr>
            <p:cNvSpPr/>
            <p:nvPr userDrawn="1"/>
          </p:nvSpPr>
          <p:spPr>
            <a:xfrm>
              <a:off x="5292108" y="530481"/>
              <a:ext cx="744367" cy="74436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5" name="Graphic 54">
              <a:extLst>
                <a:ext uri="{FF2B5EF4-FFF2-40B4-BE49-F238E27FC236}">
                  <a16:creationId xmlns:a16="http://schemas.microsoft.com/office/drawing/2014/main" id="{58B25AF1-52D4-B5C5-7ECD-BACF742AE1A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5354079" y="592452"/>
              <a:ext cx="620425" cy="620425"/>
            </a:xfrm>
            <a:prstGeom prst="rect">
              <a:avLst/>
            </a:prstGeom>
          </p:spPr>
        </p:pic>
      </p:grpSp>
      <p:sp>
        <p:nvSpPr>
          <p:cNvPr id="56" name="Text Placeholder 26">
            <a:extLst>
              <a:ext uri="{FF2B5EF4-FFF2-40B4-BE49-F238E27FC236}">
                <a16:creationId xmlns:a16="http://schemas.microsoft.com/office/drawing/2014/main" id="{2C91131C-244D-2EAC-4DD2-FF4DADBB7F54}"/>
              </a:ext>
            </a:extLst>
          </p:cNvPr>
          <p:cNvSpPr>
            <a:spLocks noGrp="1"/>
          </p:cNvSpPr>
          <p:nvPr>
            <p:ph type="body" sz="quarter" idx="94" hasCustomPrompt="1"/>
          </p:nvPr>
        </p:nvSpPr>
        <p:spPr>
          <a:xfrm>
            <a:off x="9529136" y="1341554"/>
            <a:ext cx="1332000" cy="359073"/>
          </a:xfrm>
          <a:prstGeom prst="rect">
            <a:avLst/>
          </a:prstGeom>
        </p:spPr>
        <p:txBody>
          <a:bodyPr wrap="square" lIns="0" tIns="0" rIns="0" bIns="0" anchor="t" anchorCtr="0">
            <a:spAutoFit/>
          </a:bodyPr>
          <a:lstStyle>
            <a:lvl1pPr marL="0" indent="0" algn="ctr">
              <a:lnSpc>
                <a:spcPts val="1400"/>
              </a:lnSpc>
              <a:spcBef>
                <a:spcPts val="0"/>
              </a:spcBef>
              <a:buNone/>
              <a:defRPr sz="1300" b="1" spc="40" baseline="0">
                <a:solidFill>
                  <a:schemeClr val="accent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HIGHLIGHT CALLOUT 3</a:t>
            </a:r>
            <a:endParaRPr lang="en-ZA" dirty="0"/>
          </a:p>
        </p:txBody>
      </p:sp>
      <p:sp>
        <p:nvSpPr>
          <p:cNvPr id="102" name="Text Placeholder 100">
            <a:extLst>
              <a:ext uri="{FF2B5EF4-FFF2-40B4-BE49-F238E27FC236}">
                <a16:creationId xmlns:a16="http://schemas.microsoft.com/office/drawing/2014/main" id="{23592AD0-8217-DE21-1922-43A8C806FEAB}"/>
              </a:ext>
            </a:extLst>
          </p:cNvPr>
          <p:cNvSpPr>
            <a:spLocks noGrp="1"/>
          </p:cNvSpPr>
          <p:nvPr>
            <p:ph type="body" sz="quarter" idx="97" hasCustomPrompt="1"/>
          </p:nvPr>
        </p:nvSpPr>
        <p:spPr>
          <a:xfrm>
            <a:off x="5293490" y="3460370"/>
            <a:ext cx="6342063" cy="347339"/>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2 lines maximum. Insert your text here. No more than 2 lines maximum. Insert your text here. No longer than 2 lines maximum. </a:t>
            </a:r>
            <a:endParaRPr lang="en-GB" dirty="0"/>
          </a:p>
        </p:txBody>
      </p:sp>
      <p:sp>
        <p:nvSpPr>
          <p:cNvPr id="104" name="Text Placeholder 100">
            <a:extLst>
              <a:ext uri="{FF2B5EF4-FFF2-40B4-BE49-F238E27FC236}">
                <a16:creationId xmlns:a16="http://schemas.microsoft.com/office/drawing/2014/main" id="{CA289470-46BF-18B7-7114-047D5A640150}"/>
              </a:ext>
            </a:extLst>
          </p:cNvPr>
          <p:cNvSpPr>
            <a:spLocks noGrp="1"/>
          </p:cNvSpPr>
          <p:nvPr>
            <p:ph type="body" sz="quarter" idx="98" hasCustomPrompt="1"/>
          </p:nvPr>
        </p:nvSpPr>
        <p:spPr>
          <a:xfrm>
            <a:off x="5293490" y="4275586"/>
            <a:ext cx="6342063" cy="347339"/>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2 lines maximum. Insert your text here. No more than 2 lines maximum. Insert your text here. No longer than 2 lines maximum. </a:t>
            </a:r>
            <a:endParaRPr lang="en-GB" dirty="0"/>
          </a:p>
        </p:txBody>
      </p:sp>
      <p:sp>
        <p:nvSpPr>
          <p:cNvPr id="106" name="Text Placeholder 100">
            <a:extLst>
              <a:ext uri="{FF2B5EF4-FFF2-40B4-BE49-F238E27FC236}">
                <a16:creationId xmlns:a16="http://schemas.microsoft.com/office/drawing/2014/main" id="{84029076-7997-DF4D-2EB4-AC37D37B754B}"/>
              </a:ext>
            </a:extLst>
          </p:cNvPr>
          <p:cNvSpPr>
            <a:spLocks noGrp="1"/>
          </p:cNvSpPr>
          <p:nvPr>
            <p:ph type="body" sz="quarter" idx="99" hasCustomPrompt="1"/>
          </p:nvPr>
        </p:nvSpPr>
        <p:spPr>
          <a:xfrm>
            <a:off x="5293490" y="5093540"/>
            <a:ext cx="6342063" cy="347339"/>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2 lines maximum. Insert your text here. No more than 2 lines maximum. Insert your text here. No longer than 2 lines maximum. </a:t>
            </a:r>
            <a:endParaRPr lang="en-GB" dirty="0"/>
          </a:p>
        </p:txBody>
      </p:sp>
      <p:pic>
        <p:nvPicPr>
          <p:cNvPr id="4" name="Graphic 3">
            <a:extLst>
              <a:ext uri="{FF2B5EF4-FFF2-40B4-BE49-F238E27FC236}">
                <a16:creationId xmlns:a16="http://schemas.microsoft.com/office/drawing/2014/main" id="{AF8EB733-4695-43F8-DC17-7FEC59D56DB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3428326"/>
            <a:ext cx="288000" cy="411428"/>
          </a:xfrm>
          <a:prstGeom prst="rect">
            <a:avLst/>
          </a:prstGeom>
        </p:spPr>
      </p:pic>
      <p:pic>
        <p:nvPicPr>
          <p:cNvPr id="6" name="Graphic 5">
            <a:extLst>
              <a:ext uri="{FF2B5EF4-FFF2-40B4-BE49-F238E27FC236}">
                <a16:creationId xmlns:a16="http://schemas.microsoft.com/office/drawing/2014/main" id="{73089570-9722-C4C9-EB9B-6CE1F53D1A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4246120"/>
            <a:ext cx="288000" cy="411428"/>
          </a:xfrm>
          <a:prstGeom prst="rect">
            <a:avLst/>
          </a:prstGeom>
        </p:spPr>
      </p:pic>
      <p:pic>
        <p:nvPicPr>
          <p:cNvPr id="7" name="Graphic 6">
            <a:extLst>
              <a:ext uri="{FF2B5EF4-FFF2-40B4-BE49-F238E27FC236}">
                <a16:creationId xmlns:a16="http://schemas.microsoft.com/office/drawing/2014/main" id="{7082FB3C-FFA5-0906-1FDF-1DA67262E1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5063914"/>
            <a:ext cx="288000" cy="411428"/>
          </a:xfrm>
          <a:prstGeom prst="rect">
            <a:avLst/>
          </a:prstGeom>
        </p:spPr>
      </p:pic>
      <p:sp>
        <p:nvSpPr>
          <p:cNvPr id="8" name="Text Placeholder 100">
            <a:extLst>
              <a:ext uri="{FF2B5EF4-FFF2-40B4-BE49-F238E27FC236}">
                <a16:creationId xmlns:a16="http://schemas.microsoft.com/office/drawing/2014/main" id="{608EB160-2F3B-3DDA-20C5-B566B7D6BCDA}"/>
              </a:ext>
            </a:extLst>
          </p:cNvPr>
          <p:cNvSpPr>
            <a:spLocks noGrp="1"/>
          </p:cNvSpPr>
          <p:nvPr>
            <p:ph type="body" sz="quarter" idx="100" hasCustomPrompt="1"/>
          </p:nvPr>
        </p:nvSpPr>
        <p:spPr>
          <a:xfrm>
            <a:off x="5293490" y="5913754"/>
            <a:ext cx="6342063" cy="347339"/>
          </a:xfrm>
          <a:prstGeom prst="rect">
            <a:avLst/>
          </a:prstGeom>
        </p:spPr>
        <p:txBody>
          <a:bodyPr lIns="0" tIns="0" rIns="0" bIns="0" anchor="ctr" anchorCtr="0">
            <a:spAutoFit/>
          </a:bodyPr>
          <a:lstStyle>
            <a:lvl1pPr marL="0" indent="0">
              <a:lnSpc>
                <a:spcPts val="1400"/>
              </a:lnSpc>
              <a:spcBef>
                <a:spcPts val="1000"/>
              </a:spcBef>
              <a:buNone/>
              <a:defRPr sz="1100" spc="30" baseline="0">
                <a:solidFill>
                  <a:schemeClr val="accent5">
                    <a:lumMod val="50000"/>
                  </a:schemeClr>
                </a:solidFill>
                <a:latin typeface="+mj-lt"/>
              </a:defRPr>
            </a:lvl1pPr>
            <a:lvl2pPr marL="457200" indent="0">
              <a:lnSpc>
                <a:spcPts val="1400"/>
              </a:lnSpc>
              <a:spcBef>
                <a:spcPts val="1000"/>
              </a:spcBef>
              <a:buNone/>
              <a:defRPr sz="1100" spc="40" baseline="0">
                <a:latin typeface="+mj-lt"/>
              </a:defRPr>
            </a:lvl2pPr>
            <a:lvl3pPr marL="914400" indent="0">
              <a:lnSpc>
                <a:spcPts val="1400"/>
              </a:lnSpc>
              <a:spcBef>
                <a:spcPts val="1000"/>
              </a:spcBef>
              <a:buNone/>
              <a:defRPr sz="1100" spc="40" baseline="0">
                <a:latin typeface="+mj-lt"/>
              </a:defRPr>
            </a:lvl3pPr>
            <a:lvl4pPr marL="1371600" indent="0">
              <a:lnSpc>
                <a:spcPts val="1400"/>
              </a:lnSpc>
              <a:spcBef>
                <a:spcPts val="1000"/>
              </a:spcBef>
              <a:buNone/>
              <a:defRPr sz="1100" spc="40" baseline="0">
                <a:latin typeface="+mj-lt"/>
              </a:defRPr>
            </a:lvl4pPr>
            <a:lvl5pPr marL="1828800" indent="0">
              <a:lnSpc>
                <a:spcPts val="1400"/>
              </a:lnSpc>
              <a:spcBef>
                <a:spcPts val="1000"/>
              </a:spcBef>
              <a:buNone/>
              <a:defRPr sz="1100" spc="40" baseline="0">
                <a:latin typeface="+mj-lt"/>
              </a:defRPr>
            </a:lvl5pPr>
          </a:lstStyle>
          <a:p>
            <a:pPr marL="0" marR="0" lvl="0" indent="0" algn="l" defTabSz="914400" rtl="0" eaLnBrk="1" fontAlgn="auto" latinLnBrk="0" hangingPunct="1">
              <a:lnSpc>
                <a:spcPts val="1400"/>
              </a:lnSpc>
              <a:spcBef>
                <a:spcPts val="1000"/>
              </a:spcBef>
              <a:spcAft>
                <a:spcPts val="0"/>
              </a:spcAft>
              <a:buClrTx/>
              <a:buSzTx/>
              <a:buFont typeface="Arial" panose="020B0604020202020204" pitchFamily="34" charset="0"/>
              <a:buNone/>
              <a:tabLst/>
              <a:defRPr/>
            </a:pPr>
            <a:r>
              <a:rPr lang="en-US" dirty="0"/>
              <a:t>Insert your text here. No longer than 2 lines maximum. Insert your text here. No more than 2 lines maximum. Insert your text here. No longer than 2 lines maximum. </a:t>
            </a:r>
            <a:endParaRPr lang="en-GB" dirty="0"/>
          </a:p>
        </p:txBody>
      </p:sp>
      <p:pic>
        <p:nvPicPr>
          <p:cNvPr id="23" name="Graphic 22">
            <a:extLst>
              <a:ext uri="{FF2B5EF4-FFF2-40B4-BE49-F238E27FC236}">
                <a16:creationId xmlns:a16="http://schemas.microsoft.com/office/drawing/2014/main" id="{94FE4761-8259-CD22-0C85-1C6525BA37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06823" y="5881710"/>
            <a:ext cx="288000" cy="411428"/>
          </a:xfrm>
          <a:prstGeom prst="rect">
            <a:avLst/>
          </a:prstGeom>
        </p:spPr>
      </p:pic>
      <p:grpSp>
        <p:nvGrpSpPr>
          <p:cNvPr id="27" name="Group 26">
            <a:extLst>
              <a:ext uri="{FF2B5EF4-FFF2-40B4-BE49-F238E27FC236}">
                <a16:creationId xmlns:a16="http://schemas.microsoft.com/office/drawing/2014/main" id="{DA5A9FD4-EE2C-6744-E309-0777AF207B2D}"/>
              </a:ext>
            </a:extLst>
          </p:cNvPr>
          <p:cNvGrpSpPr>
            <a:grpSpLocks noGrp="1" noUngrp="1" noRot="1" noMove="1" noResize="1"/>
          </p:cNvGrpSpPr>
          <p:nvPr userDrawn="1"/>
        </p:nvGrpSpPr>
        <p:grpSpPr>
          <a:xfrm>
            <a:off x="2233051" y="5201606"/>
            <a:ext cx="1658688" cy="1656395"/>
            <a:chOff x="523857" y="5201606"/>
            <a:chExt cx="1658688" cy="1656395"/>
          </a:xfrm>
        </p:grpSpPr>
        <p:sp>
          <p:nvSpPr>
            <p:cNvPr id="28" name="Freeform 9">
              <a:extLst>
                <a:ext uri="{FF2B5EF4-FFF2-40B4-BE49-F238E27FC236}">
                  <a16:creationId xmlns:a16="http://schemas.microsoft.com/office/drawing/2014/main" id="{1DC48561-DCC5-574E-493B-8FE153141819}"/>
                </a:ext>
              </a:extLst>
            </p:cNvPr>
            <p:cNvSpPr>
              <a:spLocks noGrp="1" noRot="1" noMove="1" noResize="1" noEditPoints="1" noAdjustHandles="1" noChangeArrowheads="1" noChangeShapeType="1"/>
            </p:cNvSpPr>
            <p:nvPr userDrawn="1"/>
          </p:nvSpPr>
          <p:spPr bwMode="auto">
            <a:xfrm rot="5400000" flipH="1" flipV="1">
              <a:off x="525004" y="5200460"/>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9" name="Freeform 11">
              <a:extLst>
                <a:ext uri="{FF2B5EF4-FFF2-40B4-BE49-F238E27FC236}">
                  <a16:creationId xmlns:a16="http://schemas.microsoft.com/office/drawing/2014/main" id="{D67E0CF0-0633-D420-092C-DC889630C35D}"/>
                </a:ext>
              </a:extLst>
            </p:cNvPr>
            <p:cNvSpPr>
              <a:spLocks noGrp="1" noRot="1" noMove="1" noResize="1" noEditPoints="1" noAdjustHandles="1" noChangeArrowheads="1" noChangeShapeType="1"/>
            </p:cNvSpPr>
            <p:nvPr userDrawn="1"/>
          </p:nvSpPr>
          <p:spPr bwMode="auto">
            <a:xfrm rot="5400000" flipH="1" flipV="1">
              <a:off x="1567558" y="6243014"/>
              <a:ext cx="614413" cy="615560"/>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0" name="Freeform 12">
              <a:extLst>
                <a:ext uri="{FF2B5EF4-FFF2-40B4-BE49-F238E27FC236}">
                  <a16:creationId xmlns:a16="http://schemas.microsoft.com/office/drawing/2014/main" id="{FA6D5D5C-6D38-D53B-83F5-8B6F42187AE4}"/>
                </a:ext>
              </a:extLst>
            </p:cNvPr>
            <p:cNvSpPr>
              <a:spLocks noGrp="1" noRot="1" noMove="1" noResize="1" noEditPoints="1" noAdjustHandles="1" noChangeArrowheads="1" noChangeShapeType="1"/>
            </p:cNvSpPr>
            <p:nvPr userDrawn="1"/>
          </p:nvSpPr>
          <p:spPr bwMode="auto">
            <a:xfrm rot="5400000" flipH="1" flipV="1">
              <a:off x="524431" y="5201033"/>
              <a:ext cx="612121" cy="613267"/>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rgbClr val="E1E7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31" name="Group 30">
            <a:extLst>
              <a:ext uri="{FF2B5EF4-FFF2-40B4-BE49-F238E27FC236}">
                <a16:creationId xmlns:a16="http://schemas.microsoft.com/office/drawing/2014/main" id="{F28DDFE0-314B-4AF9-D339-06849B7FF7EB}"/>
              </a:ext>
            </a:extLst>
          </p:cNvPr>
          <p:cNvGrpSpPr>
            <a:grpSpLocks noGrp="1" noUngrp="1" noRot="1" noMove="1" noResize="1"/>
          </p:cNvGrpSpPr>
          <p:nvPr userDrawn="1"/>
        </p:nvGrpSpPr>
        <p:grpSpPr>
          <a:xfrm flipH="1" flipV="1">
            <a:off x="3068399" y="4593101"/>
            <a:ext cx="989252" cy="1419112"/>
            <a:chOff x="2" y="4091994"/>
            <a:chExt cx="989252" cy="1419112"/>
          </a:xfrm>
        </p:grpSpPr>
        <p:sp>
          <p:nvSpPr>
            <p:cNvPr id="32" name="Freeform 13">
              <a:extLst>
                <a:ext uri="{FF2B5EF4-FFF2-40B4-BE49-F238E27FC236}">
                  <a16:creationId xmlns:a16="http://schemas.microsoft.com/office/drawing/2014/main" id="{A7E8745F-59A3-71AB-EA1A-B22478B1E79D}"/>
                </a:ext>
              </a:extLst>
            </p:cNvPr>
            <p:cNvSpPr>
              <a:spLocks noGrp="1" noRot="1" noMove="1" noResize="1" noEditPoints="1" noAdjustHandles="1" noChangeArrowheads="1" noChangeShapeType="1"/>
            </p:cNvSpPr>
            <p:nvPr userDrawn="1"/>
          </p:nvSpPr>
          <p:spPr bwMode="auto">
            <a:xfrm rot="5400000" flipH="1" flipV="1">
              <a:off x="-212062" y="4403786"/>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bg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14">
              <a:extLst>
                <a:ext uri="{FF2B5EF4-FFF2-40B4-BE49-F238E27FC236}">
                  <a16:creationId xmlns:a16="http://schemas.microsoft.com/office/drawing/2014/main" id="{3E2BDA50-100E-2CF6-EA6A-729D209016DC}"/>
                </a:ext>
              </a:extLst>
            </p:cNvPr>
            <p:cNvSpPr>
              <a:spLocks noGrp="1" noRot="1" noMove="1" noResize="1" noEditPoints="1" noAdjustHandles="1" noChangeArrowheads="1" noChangeShapeType="1"/>
            </p:cNvSpPr>
            <p:nvPr userDrawn="1"/>
          </p:nvSpPr>
          <p:spPr bwMode="auto">
            <a:xfrm rot="5400000" flipH="1" flipV="1">
              <a:off x="376560" y="4091421"/>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sp>
        <p:nvSpPr>
          <p:cNvPr id="34" name="Freeform: Shape 33">
            <a:extLst>
              <a:ext uri="{FF2B5EF4-FFF2-40B4-BE49-F238E27FC236}">
                <a16:creationId xmlns:a16="http://schemas.microsoft.com/office/drawing/2014/main" id="{DCE38E95-5F27-73E2-7430-8A47A7881DEA}"/>
              </a:ext>
            </a:extLst>
          </p:cNvPr>
          <p:cNvSpPr>
            <a:spLocks noGrp="1" noRot="1" noMove="1" noResize="1" noEditPoints="1" noAdjustHandles="1" noChangeArrowheads="1" noChangeShapeType="1"/>
          </p:cNvSpPr>
          <p:nvPr userDrawn="1"/>
        </p:nvSpPr>
        <p:spPr>
          <a:xfrm rot="10800000">
            <a:off x="1546630" y="6551147"/>
            <a:ext cx="614413" cy="306853"/>
          </a:xfrm>
          <a:custGeom>
            <a:avLst/>
            <a:gdLst>
              <a:gd name="connsiteX0" fmla="*/ 0 w 614413"/>
              <a:gd name="connsiteY0" fmla="*/ 0 h 306853"/>
              <a:gd name="connsiteX1" fmla="*/ 168505 w 614413"/>
              <a:gd name="connsiteY1" fmla="*/ 0 h 306853"/>
              <a:gd name="connsiteX2" fmla="*/ 168505 w 614413"/>
              <a:gd name="connsiteY2" fmla="*/ 138348 h 306853"/>
              <a:gd name="connsiteX3" fmla="*/ 445908 w 614413"/>
              <a:gd name="connsiteY3" fmla="*/ 138348 h 306853"/>
              <a:gd name="connsiteX4" fmla="*/ 445908 w 614413"/>
              <a:gd name="connsiteY4" fmla="*/ 0 h 306853"/>
              <a:gd name="connsiteX5" fmla="*/ 614413 w 614413"/>
              <a:gd name="connsiteY5" fmla="*/ 0 h 306853"/>
              <a:gd name="connsiteX6" fmla="*/ 614413 w 614413"/>
              <a:gd name="connsiteY6" fmla="*/ 306853 h 306853"/>
              <a:gd name="connsiteX7" fmla="*/ 0 w 614413"/>
              <a:gd name="connsiteY7" fmla="*/ 306853 h 30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4413" h="306853">
                <a:moveTo>
                  <a:pt x="0" y="0"/>
                </a:moveTo>
                <a:lnTo>
                  <a:pt x="168505" y="0"/>
                </a:lnTo>
                <a:lnTo>
                  <a:pt x="168505" y="138348"/>
                </a:lnTo>
                <a:lnTo>
                  <a:pt x="445908" y="138348"/>
                </a:lnTo>
                <a:lnTo>
                  <a:pt x="445908" y="0"/>
                </a:lnTo>
                <a:lnTo>
                  <a:pt x="614413" y="0"/>
                </a:lnTo>
                <a:lnTo>
                  <a:pt x="614413" y="306853"/>
                </a:lnTo>
                <a:lnTo>
                  <a:pt x="0" y="30685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175545235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09 | 1_HEAD + Intro + 7 x KPI">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1" y="0"/>
            <a:ext cx="6029810" cy="6858000"/>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27510"/>
            <a:ext cx="3259919" cy="332399"/>
          </a:xfrm>
          <a:prstGeom prst="rect">
            <a:avLst/>
          </a:prstGeom>
        </p:spPr>
        <p:txBody>
          <a:bodyPr wrap="square" lIns="0" tIns="0" rIns="0" bIns="0" anchor="b" anchorCtr="0">
            <a:spAutoFit/>
          </a:bodyPr>
          <a:lstStyle>
            <a:lvl1pPr algn="l">
              <a:defRPr sz="2400" b="1" spc="40" baseline="0">
                <a:solidFill>
                  <a:schemeClr val="bg1"/>
                </a:solidFill>
              </a:defRPr>
            </a:lvl1pPr>
          </a:lstStyle>
          <a:p>
            <a:r>
              <a:rPr lang="en-GB" noProof="0" dirty="0"/>
              <a:t>BUSINESS KPIs</a:t>
            </a:r>
          </a:p>
        </p:txBody>
      </p:sp>
      <p:cxnSp>
        <p:nvCxnSpPr>
          <p:cNvPr id="22" name="Straight Connector 15">
            <a:extLst>
              <a:ext uri="{FF2B5EF4-FFF2-40B4-BE49-F238E27FC236}">
                <a16:creationId xmlns:a16="http://schemas.microsoft.com/office/drawing/2014/main" id="{39610FE5-AEB0-13DA-3778-DECF2E63E16B}"/>
              </a:ext>
            </a:extLst>
          </p:cNvPr>
          <p:cNvCxnSpPr>
            <a:cxnSpLocks noGrp="1" noRot="1" noMove="1" noResize="1" noEditPoints="1" noAdjustHandles="1" noChangeArrowheads="1" noChangeShapeType="1"/>
          </p:cNvCxnSpPr>
          <p:nvPr userDrawn="1"/>
        </p:nvCxnSpPr>
        <p:spPr>
          <a:xfrm>
            <a:off x="588170" y="1024210"/>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ext Placeholder 25">
            <a:extLst>
              <a:ext uri="{FF2B5EF4-FFF2-40B4-BE49-F238E27FC236}">
                <a16:creationId xmlns:a16="http://schemas.microsoft.com/office/drawing/2014/main" id="{C29909A6-5C0E-3C4C-80F0-73A25C024A27}"/>
              </a:ext>
            </a:extLst>
          </p:cNvPr>
          <p:cNvSpPr>
            <a:spLocks noGrp="1"/>
          </p:cNvSpPr>
          <p:nvPr userDrawn="1">
            <p:ph type="body" sz="quarter" idx="83" hasCustomPrompt="1"/>
          </p:nvPr>
        </p:nvSpPr>
        <p:spPr>
          <a:xfrm>
            <a:off x="588961" y="1507349"/>
            <a:ext cx="3259139" cy="730969"/>
          </a:xfrm>
          <a:prstGeom prst="rect">
            <a:avLst/>
          </a:prstGeom>
        </p:spPr>
        <p:txBody>
          <a:bodyPr wrap="square" lIns="0" tIns="0" rIns="0" bIns="0">
            <a:spAutoFit/>
          </a:bodyPr>
          <a:lstStyle>
            <a:lvl1pPr marL="0" indent="0">
              <a:lnSpc>
                <a:spcPts val="1900"/>
              </a:lnSpc>
              <a:spcBef>
                <a:spcPts val="600"/>
              </a:spcBef>
              <a:buNone/>
              <a:defRPr sz="1600" spc="30" baseline="0">
                <a:solidFill>
                  <a:schemeClr val="accent4"/>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These KPIs can be co-created with [Client] to drive Business and Team Performance</a:t>
            </a:r>
            <a:endParaRPr lang="en-GB" dirty="0"/>
          </a:p>
        </p:txBody>
      </p:sp>
      <p:grpSp>
        <p:nvGrpSpPr>
          <p:cNvPr id="133" name="Group 132">
            <a:extLst>
              <a:ext uri="{FF2B5EF4-FFF2-40B4-BE49-F238E27FC236}">
                <a16:creationId xmlns:a16="http://schemas.microsoft.com/office/drawing/2014/main" id="{2C1AF535-E2F9-7781-B492-66F2ED805117}"/>
              </a:ext>
            </a:extLst>
          </p:cNvPr>
          <p:cNvGrpSpPr>
            <a:grpSpLocks noGrp="1" noUngrp="1" noRot="1" noMove="1" noResize="1"/>
          </p:cNvGrpSpPr>
          <p:nvPr userDrawn="1"/>
        </p:nvGrpSpPr>
        <p:grpSpPr>
          <a:xfrm>
            <a:off x="4607720" y="571275"/>
            <a:ext cx="7031828" cy="706349"/>
            <a:chOff x="4607720" y="571275"/>
            <a:chExt cx="7031828" cy="706349"/>
          </a:xfrm>
        </p:grpSpPr>
        <p:sp>
          <p:nvSpPr>
            <p:cNvPr id="4" name="Rectangle 3">
              <a:extLst>
                <a:ext uri="{FF2B5EF4-FFF2-40B4-BE49-F238E27FC236}">
                  <a16:creationId xmlns:a16="http://schemas.microsoft.com/office/drawing/2014/main" id="{88ACD640-1C70-F98B-0FDD-545E4C6636C8}"/>
                </a:ext>
              </a:extLst>
            </p:cNvPr>
            <p:cNvSpPr>
              <a:spLocks noGrp="1" noRot="1" noMove="1" noResize="1" noEditPoints="1" noAdjustHandles="1" noChangeArrowheads="1" noChangeShapeType="1"/>
            </p:cNvSpPr>
            <p:nvPr userDrawn="1"/>
          </p:nvSpPr>
          <p:spPr>
            <a:xfrm>
              <a:off x="4607720" y="571275"/>
              <a:ext cx="1720641" cy="706349"/>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3D1545AB-FE9F-9E3A-A272-D8CDCAE035B4}"/>
                </a:ext>
              </a:extLst>
            </p:cNvPr>
            <p:cNvSpPr>
              <a:spLocks noGrp="1" noRot="1" noMove="1" noResize="1" noEditPoints="1" noAdjustHandles="1" noChangeArrowheads="1" noChangeShapeType="1"/>
            </p:cNvSpPr>
            <p:nvPr userDrawn="1"/>
          </p:nvSpPr>
          <p:spPr>
            <a:xfrm>
              <a:off x="6776036" y="571275"/>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7" name="Straight Connector 26">
              <a:extLst>
                <a:ext uri="{FF2B5EF4-FFF2-40B4-BE49-F238E27FC236}">
                  <a16:creationId xmlns:a16="http://schemas.microsoft.com/office/drawing/2014/main" id="{7403452A-E68A-6E1A-4950-1185BB1A6977}"/>
                </a:ext>
              </a:extLst>
            </p:cNvPr>
            <p:cNvCxnSpPr>
              <a:cxnSpLocks noGrp="1" noRot="1" noMove="1" noResize="1" noEditPoints="1" noAdjustHandles="1" noChangeArrowheads="1" noChangeShapeType="1"/>
            </p:cNvCxnSpPr>
            <p:nvPr userDrawn="1"/>
          </p:nvCxnSpPr>
          <p:spPr>
            <a:xfrm flipV="1">
              <a:off x="6327467" y="924453"/>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28" name="Group 27">
              <a:extLst>
                <a:ext uri="{FF2B5EF4-FFF2-40B4-BE49-F238E27FC236}">
                  <a16:creationId xmlns:a16="http://schemas.microsoft.com/office/drawing/2014/main" id="{70CCE20C-FFF6-6B99-36CC-83DDBFF73A14}"/>
                </a:ext>
              </a:extLst>
            </p:cNvPr>
            <p:cNvGrpSpPr>
              <a:grpSpLocks noGrp="1" noUngrp="1" noRot="1" noChangeAspect="1" noMove="1" noResize="1"/>
            </p:cNvGrpSpPr>
            <p:nvPr userDrawn="1"/>
          </p:nvGrpSpPr>
          <p:grpSpPr>
            <a:xfrm>
              <a:off x="6246490" y="833012"/>
              <a:ext cx="182876" cy="182876"/>
              <a:chOff x="4773922" y="1600369"/>
              <a:chExt cx="192760" cy="192760"/>
            </a:xfrm>
          </p:grpSpPr>
          <p:sp>
            <p:nvSpPr>
              <p:cNvPr id="29" name="Oval 28">
                <a:extLst>
                  <a:ext uri="{FF2B5EF4-FFF2-40B4-BE49-F238E27FC236}">
                    <a16:creationId xmlns:a16="http://schemas.microsoft.com/office/drawing/2014/main" id="{2C0868EB-A855-0E36-A7C1-9F11206D3391}"/>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Graphic 29">
                <a:extLst>
                  <a:ext uri="{FF2B5EF4-FFF2-40B4-BE49-F238E27FC236}">
                    <a16:creationId xmlns:a16="http://schemas.microsoft.com/office/drawing/2014/main" id="{E181BBAC-7A9E-0722-BA0B-CF8180CC2BF2}"/>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grpSp>
        <p:nvGrpSpPr>
          <p:cNvPr id="134" name="Group 133">
            <a:extLst>
              <a:ext uri="{FF2B5EF4-FFF2-40B4-BE49-F238E27FC236}">
                <a16:creationId xmlns:a16="http://schemas.microsoft.com/office/drawing/2014/main" id="{29339D6F-7183-6F31-277E-FB88E1D2CF91}"/>
              </a:ext>
            </a:extLst>
          </p:cNvPr>
          <p:cNvGrpSpPr>
            <a:grpSpLocks noGrp="1" noUngrp="1" noRot="1" noMove="1" noResize="1"/>
          </p:cNvGrpSpPr>
          <p:nvPr userDrawn="1"/>
        </p:nvGrpSpPr>
        <p:grpSpPr>
          <a:xfrm>
            <a:off x="4607720" y="1436824"/>
            <a:ext cx="7031828" cy="706349"/>
            <a:chOff x="4607720" y="1436824"/>
            <a:chExt cx="7031828" cy="706349"/>
          </a:xfrm>
        </p:grpSpPr>
        <p:sp>
          <p:nvSpPr>
            <p:cNvPr id="45" name="Rectangle 44">
              <a:extLst>
                <a:ext uri="{FF2B5EF4-FFF2-40B4-BE49-F238E27FC236}">
                  <a16:creationId xmlns:a16="http://schemas.microsoft.com/office/drawing/2014/main" id="{1B3E0131-C75F-6736-803F-CEC561622914}"/>
                </a:ext>
              </a:extLst>
            </p:cNvPr>
            <p:cNvSpPr>
              <a:spLocks noGrp="1" noRot="1" noMove="1" noResize="1" noEditPoints="1" noAdjustHandles="1" noChangeArrowheads="1" noChangeShapeType="1"/>
            </p:cNvSpPr>
            <p:nvPr userDrawn="1"/>
          </p:nvSpPr>
          <p:spPr>
            <a:xfrm>
              <a:off x="4607720" y="1436824"/>
              <a:ext cx="1720641" cy="706349"/>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45">
              <a:extLst>
                <a:ext uri="{FF2B5EF4-FFF2-40B4-BE49-F238E27FC236}">
                  <a16:creationId xmlns:a16="http://schemas.microsoft.com/office/drawing/2014/main" id="{5C1FFF47-1AA1-9CD7-24C5-A4238764DCD0}"/>
                </a:ext>
              </a:extLst>
            </p:cNvPr>
            <p:cNvSpPr>
              <a:spLocks noGrp="1" noRot="1" noMove="1" noResize="1" noEditPoints="1" noAdjustHandles="1" noChangeArrowheads="1" noChangeShapeType="1"/>
            </p:cNvSpPr>
            <p:nvPr userDrawn="1"/>
          </p:nvSpPr>
          <p:spPr>
            <a:xfrm>
              <a:off x="6776036" y="1436824"/>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7" name="Straight Connector 46">
              <a:extLst>
                <a:ext uri="{FF2B5EF4-FFF2-40B4-BE49-F238E27FC236}">
                  <a16:creationId xmlns:a16="http://schemas.microsoft.com/office/drawing/2014/main" id="{C4A054F6-458F-95BF-C780-FC75C5F14F81}"/>
                </a:ext>
              </a:extLst>
            </p:cNvPr>
            <p:cNvCxnSpPr>
              <a:cxnSpLocks noGrp="1" noRot="1" noMove="1" noResize="1" noEditPoints="1" noAdjustHandles="1" noChangeArrowheads="1" noChangeShapeType="1"/>
            </p:cNvCxnSpPr>
            <p:nvPr userDrawn="1"/>
          </p:nvCxnSpPr>
          <p:spPr>
            <a:xfrm flipV="1">
              <a:off x="6327467" y="1790002"/>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48" name="Group 47">
              <a:extLst>
                <a:ext uri="{FF2B5EF4-FFF2-40B4-BE49-F238E27FC236}">
                  <a16:creationId xmlns:a16="http://schemas.microsoft.com/office/drawing/2014/main" id="{6653152E-582F-16B0-D868-2053805DB471}"/>
                </a:ext>
              </a:extLst>
            </p:cNvPr>
            <p:cNvGrpSpPr>
              <a:grpSpLocks noGrp="1" noUngrp="1" noRot="1" noChangeAspect="1" noMove="1" noResize="1"/>
            </p:cNvGrpSpPr>
            <p:nvPr userDrawn="1"/>
          </p:nvGrpSpPr>
          <p:grpSpPr>
            <a:xfrm>
              <a:off x="6246490" y="1698561"/>
              <a:ext cx="182876" cy="182876"/>
              <a:chOff x="4773922" y="1600369"/>
              <a:chExt cx="192760" cy="192760"/>
            </a:xfrm>
          </p:grpSpPr>
          <p:sp>
            <p:nvSpPr>
              <p:cNvPr id="49" name="Oval 48">
                <a:extLst>
                  <a:ext uri="{FF2B5EF4-FFF2-40B4-BE49-F238E27FC236}">
                    <a16:creationId xmlns:a16="http://schemas.microsoft.com/office/drawing/2014/main" id="{D59F4093-D4E0-7CF7-4CA9-22B5942C0990}"/>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0" name="Graphic 49">
                <a:extLst>
                  <a:ext uri="{FF2B5EF4-FFF2-40B4-BE49-F238E27FC236}">
                    <a16:creationId xmlns:a16="http://schemas.microsoft.com/office/drawing/2014/main" id="{958FA945-60A2-266C-606F-A70C152D8B6D}"/>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nvGrpSpPr>
          <p:cNvPr id="135" name="Group 134">
            <a:extLst>
              <a:ext uri="{FF2B5EF4-FFF2-40B4-BE49-F238E27FC236}">
                <a16:creationId xmlns:a16="http://schemas.microsoft.com/office/drawing/2014/main" id="{353A1274-C5CF-AE67-0198-3E3B9EE530D8}"/>
              </a:ext>
            </a:extLst>
          </p:cNvPr>
          <p:cNvGrpSpPr>
            <a:grpSpLocks noGrp="1" noUngrp="1" noRot="1" noMove="1" noResize="1"/>
          </p:cNvGrpSpPr>
          <p:nvPr userDrawn="1"/>
        </p:nvGrpSpPr>
        <p:grpSpPr>
          <a:xfrm>
            <a:off x="4607720" y="2299037"/>
            <a:ext cx="7031828" cy="706349"/>
            <a:chOff x="4607720" y="2299037"/>
            <a:chExt cx="7031828" cy="706349"/>
          </a:xfrm>
        </p:grpSpPr>
        <p:sp>
          <p:nvSpPr>
            <p:cNvPr id="53" name="Rectangle 52">
              <a:extLst>
                <a:ext uri="{FF2B5EF4-FFF2-40B4-BE49-F238E27FC236}">
                  <a16:creationId xmlns:a16="http://schemas.microsoft.com/office/drawing/2014/main" id="{231F3286-166D-C159-2858-03FBEC5DCD31}"/>
                </a:ext>
              </a:extLst>
            </p:cNvPr>
            <p:cNvSpPr>
              <a:spLocks noGrp="1" noRot="1" noMove="1" noResize="1" noEditPoints="1" noAdjustHandles="1" noChangeArrowheads="1" noChangeShapeType="1"/>
            </p:cNvSpPr>
            <p:nvPr userDrawn="1"/>
          </p:nvSpPr>
          <p:spPr>
            <a:xfrm>
              <a:off x="4607720" y="2299037"/>
              <a:ext cx="1720641" cy="706349"/>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a:extLst>
                <a:ext uri="{FF2B5EF4-FFF2-40B4-BE49-F238E27FC236}">
                  <a16:creationId xmlns:a16="http://schemas.microsoft.com/office/drawing/2014/main" id="{739A5CF6-5094-D1DD-464F-4B8687D271A7}"/>
                </a:ext>
              </a:extLst>
            </p:cNvPr>
            <p:cNvSpPr>
              <a:spLocks noGrp="1" noRot="1" noMove="1" noResize="1" noEditPoints="1" noAdjustHandles="1" noChangeArrowheads="1" noChangeShapeType="1"/>
            </p:cNvSpPr>
            <p:nvPr userDrawn="1"/>
          </p:nvSpPr>
          <p:spPr>
            <a:xfrm>
              <a:off x="6776036" y="2299037"/>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5" name="Straight Connector 54">
              <a:extLst>
                <a:ext uri="{FF2B5EF4-FFF2-40B4-BE49-F238E27FC236}">
                  <a16:creationId xmlns:a16="http://schemas.microsoft.com/office/drawing/2014/main" id="{D58F0E15-A755-9193-A059-DC1E4A4F9352}"/>
                </a:ext>
              </a:extLst>
            </p:cNvPr>
            <p:cNvCxnSpPr>
              <a:cxnSpLocks noGrp="1" noRot="1" noMove="1" noResize="1" noEditPoints="1" noAdjustHandles="1" noChangeArrowheads="1" noChangeShapeType="1"/>
            </p:cNvCxnSpPr>
            <p:nvPr userDrawn="1"/>
          </p:nvCxnSpPr>
          <p:spPr>
            <a:xfrm flipV="1">
              <a:off x="6327467" y="2652215"/>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56" name="Group 55">
              <a:extLst>
                <a:ext uri="{FF2B5EF4-FFF2-40B4-BE49-F238E27FC236}">
                  <a16:creationId xmlns:a16="http://schemas.microsoft.com/office/drawing/2014/main" id="{2D8ABF95-6BE8-7F79-E996-3712A8DEBFBE}"/>
                </a:ext>
              </a:extLst>
            </p:cNvPr>
            <p:cNvGrpSpPr>
              <a:grpSpLocks noGrp="1" noUngrp="1" noRot="1" noChangeAspect="1" noMove="1" noResize="1"/>
            </p:cNvGrpSpPr>
            <p:nvPr userDrawn="1"/>
          </p:nvGrpSpPr>
          <p:grpSpPr>
            <a:xfrm>
              <a:off x="6246490" y="2560774"/>
              <a:ext cx="182876" cy="182876"/>
              <a:chOff x="4773922" y="1600369"/>
              <a:chExt cx="192760" cy="192760"/>
            </a:xfrm>
          </p:grpSpPr>
          <p:sp>
            <p:nvSpPr>
              <p:cNvPr id="57" name="Oval 56">
                <a:extLst>
                  <a:ext uri="{FF2B5EF4-FFF2-40B4-BE49-F238E27FC236}">
                    <a16:creationId xmlns:a16="http://schemas.microsoft.com/office/drawing/2014/main" id="{1DDD1986-D035-76F6-27E7-3829F967F82D}"/>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96" name="Graphic 95">
                <a:extLst>
                  <a:ext uri="{FF2B5EF4-FFF2-40B4-BE49-F238E27FC236}">
                    <a16:creationId xmlns:a16="http://schemas.microsoft.com/office/drawing/2014/main" id="{03DDA855-55CA-E8C6-C7D6-37FC299FF43A}"/>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nvGrpSpPr>
          <p:cNvPr id="136" name="Group 135">
            <a:extLst>
              <a:ext uri="{FF2B5EF4-FFF2-40B4-BE49-F238E27FC236}">
                <a16:creationId xmlns:a16="http://schemas.microsoft.com/office/drawing/2014/main" id="{77F004E1-F9D2-B78D-21A8-6FB12EFA888E}"/>
              </a:ext>
            </a:extLst>
          </p:cNvPr>
          <p:cNvGrpSpPr>
            <a:grpSpLocks noGrp="1" noUngrp="1" noRot="1" noMove="1" noResize="1"/>
          </p:cNvGrpSpPr>
          <p:nvPr userDrawn="1"/>
        </p:nvGrpSpPr>
        <p:grpSpPr>
          <a:xfrm>
            <a:off x="4607720" y="3154841"/>
            <a:ext cx="7031828" cy="706349"/>
            <a:chOff x="4607720" y="3154841"/>
            <a:chExt cx="7031828" cy="706349"/>
          </a:xfrm>
        </p:grpSpPr>
        <p:sp>
          <p:nvSpPr>
            <p:cNvPr id="99" name="Rectangle 98">
              <a:extLst>
                <a:ext uri="{FF2B5EF4-FFF2-40B4-BE49-F238E27FC236}">
                  <a16:creationId xmlns:a16="http://schemas.microsoft.com/office/drawing/2014/main" id="{9F299AAC-1BB5-9EB4-3E01-2B57AB0686FF}"/>
                </a:ext>
              </a:extLst>
            </p:cNvPr>
            <p:cNvSpPr>
              <a:spLocks noGrp="1" noRot="1" noMove="1" noResize="1" noEditPoints="1" noAdjustHandles="1" noChangeArrowheads="1" noChangeShapeType="1"/>
            </p:cNvSpPr>
            <p:nvPr userDrawn="1"/>
          </p:nvSpPr>
          <p:spPr>
            <a:xfrm>
              <a:off x="4607720" y="3154841"/>
              <a:ext cx="1720641" cy="706349"/>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0" name="Rectangle 99">
              <a:extLst>
                <a:ext uri="{FF2B5EF4-FFF2-40B4-BE49-F238E27FC236}">
                  <a16:creationId xmlns:a16="http://schemas.microsoft.com/office/drawing/2014/main" id="{01AA7D46-913D-A43A-756B-44D44F8EE1B8}"/>
                </a:ext>
              </a:extLst>
            </p:cNvPr>
            <p:cNvSpPr>
              <a:spLocks noGrp="1" noRot="1" noMove="1" noResize="1" noEditPoints="1" noAdjustHandles="1" noChangeArrowheads="1" noChangeShapeType="1"/>
            </p:cNvSpPr>
            <p:nvPr userDrawn="1"/>
          </p:nvSpPr>
          <p:spPr>
            <a:xfrm>
              <a:off x="6776036" y="3154841"/>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1" name="Straight Connector 100">
              <a:extLst>
                <a:ext uri="{FF2B5EF4-FFF2-40B4-BE49-F238E27FC236}">
                  <a16:creationId xmlns:a16="http://schemas.microsoft.com/office/drawing/2014/main" id="{23169026-F88D-1DE9-D5FF-3F3A6F4E736C}"/>
                </a:ext>
              </a:extLst>
            </p:cNvPr>
            <p:cNvCxnSpPr>
              <a:cxnSpLocks noGrp="1" noRot="1" noMove="1" noResize="1" noEditPoints="1" noAdjustHandles="1" noChangeArrowheads="1" noChangeShapeType="1"/>
            </p:cNvCxnSpPr>
            <p:nvPr userDrawn="1"/>
          </p:nvCxnSpPr>
          <p:spPr>
            <a:xfrm flipV="1">
              <a:off x="6327467" y="3508019"/>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102" name="Group 101">
              <a:extLst>
                <a:ext uri="{FF2B5EF4-FFF2-40B4-BE49-F238E27FC236}">
                  <a16:creationId xmlns:a16="http://schemas.microsoft.com/office/drawing/2014/main" id="{E4491E9D-08A3-98EC-6241-A334E8E98C22}"/>
                </a:ext>
              </a:extLst>
            </p:cNvPr>
            <p:cNvGrpSpPr>
              <a:grpSpLocks noGrp="1" noUngrp="1" noRot="1" noChangeAspect="1" noMove="1" noResize="1"/>
            </p:cNvGrpSpPr>
            <p:nvPr userDrawn="1"/>
          </p:nvGrpSpPr>
          <p:grpSpPr>
            <a:xfrm>
              <a:off x="6246490" y="3416578"/>
              <a:ext cx="182876" cy="182876"/>
              <a:chOff x="4773922" y="1600369"/>
              <a:chExt cx="192760" cy="192760"/>
            </a:xfrm>
          </p:grpSpPr>
          <p:sp>
            <p:nvSpPr>
              <p:cNvPr id="103" name="Oval 102">
                <a:extLst>
                  <a:ext uri="{FF2B5EF4-FFF2-40B4-BE49-F238E27FC236}">
                    <a16:creationId xmlns:a16="http://schemas.microsoft.com/office/drawing/2014/main" id="{81686076-F961-D039-27F3-D2F4D78BD0E3}"/>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04" name="Graphic 103">
                <a:extLst>
                  <a:ext uri="{FF2B5EF4-FFF2-40B4-BE49-F238E27FC236}">
                    <a16:creationId xmlns:a16="http://schemas.microsoft.com/office/drawing/2014/main" id="{FEB13CF1-7C39-665B-2BF6-6326BCB28C33}"/>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nvGrpSpPr>
          <p:cNvPr id="137" name="Group 136">
            <a:extLst>
              <a:ext uri="{FF2B5EF4-FFF2-40B4-BE49-F238E27FC236}">
                <a16:creationId xmlns:a16="http://schemas.microsoft.com/office/drawing/2014/main" id="{A86A3A1A-2429-94D4-98EF-83080D37E03E}"/>
              </a:ext>
            </a:extLst>
          </p:cNvPr>
          <p:cNvGrpSpPr>
            <a:grpSpLocks noGrp="1" noUngrp="1" noRot="1" noMove="1" noResize="1"/>
          </p:cNvGrpSpPr>
          <p:nvPr userDrawn="1"/>
        </p:nvGrpSpPr>
        <p:grpSpPr>
          <a:xfrm>
            <a:off x="4607720" y="4012762"/>
            <a:ext cx="7031828" cy="706349"/>
            <a:chOff x="4607720" y="4012762"/>
            <a:chExt cx="7031828" cy="706349"/>
          </a:xfrm>
        </p:grpSpPr>
        <p:sp>
          <p:nvSpPr>
            <p:cNvPr id="107" name="Rectangle 106">
              <a:extLst>
                <a:ext uri="{FF2B5EF4-FFF2-40B4-BE49-F238E27FC236}">
                  <a16:creationId xmlns:a16="http://schemas.microsoft.com/office/drawing/2014/main" id="{8FE4F799-379B-3422-5E66-A14D76DA8D74}"/>
                </a:ext>
              </a:extLst>
            </p:cNvPr>
            <p:cNvSpPr>
              <a:spLocks noGrp="1" noRot="1" noMove="1" noResize="1" noEditPoints="1" noAdjustHandles="1" noChangeArrowheads="1" noChangeShapeType="1"/>
            </p:cNvSpPr>
            <p:nvPr userDrawn="1"/>
          </p:nvSpPr>
          <p:spPr>
            <a:xfrm>
              <a:off x="4607720" y="4012762"/>
              <a:ext cx="1720641" cy="706349"/>
            </a:xfrm>
            <a:prstGeom prst="rect">
              <a:avLst/>
            </a:prstGeom>
            <a:solidFill>
              <a:schemeClr val="tx1">
                <a:lumMod val="75000"/>
              </a:schemeClr>
            </a:solidFill>
            <a:ln>
              <a:solidFill>
                <a:schemeClr val="tx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108" name="Rectangle 107">
              <a:extLst>
                <a:ext uri="{FF2B5EF4-FFF2-40B4-BE49-F238E27FC236}">
                  <a16:creationId xmlns:a16="http://schemas.microsoft.com/office/drawing/2014/main" id="{C01FF52D-CE2C-A760-7A42-7CD0484FFE7A}"/>
                </a:ext>
              </a:extLst>
            </p:cNvPr>
            <p:cNvSpPr>
              <a:spLocks noGrp="1" noRot="1" noMove="1" noResize="1" noEditPoints="1" noAdjustHandles="1" noChangeArrowheads="1" noChangeShapeType="1"/>
            </p:cNvSpPr>
            <p:nvPr userDrawn="1"/>
          </p:nvSpPr>
          <p:spPr>
            <a:xfrm>
              <a:off x="6776036" y="4012762"/>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9" name="Straight Connector 108">
              <a:extLst>
                <a:ext uri="{FF2B5EF4-FFF2-40B4-BE49-F238E27FC236}">
                  <a16:creationId xmlns:a16="http://schemas.microsoft.com/office/drawing/2014/main" id="{C1FC91E6-F1AB-15D2-05D1-290105DC403D}"/>
                </a:ext>
              </a:extLst>
            </p:cNvPr>
            <p:cNvCxnSpPr>
              <a:cxnSpLocks noGrp="1" noRot="1" noMove="1" noResize="1" noEditPoints="1" noAdjustHandles="1" noChangeArrowheads="1" noChangeShapeType="1"/>
            </p:cNvCxnSpPr>
            <p:nvPr userDrawn="1"/>
          </p:nvCxnSpPr>
          <p:spPr>
            <a:xfrm flipV="1">
              <a:off x="6327467" y="4365940"/>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110" name="Group 109">
              <a:extLst>
                <a:ext uri="{FF2B5EF4-FFF2-40B4-BE49-F238E27FC236}">
                  <a16:creationId xmlns:a16="http://schemas.microsoft.com/office/drawing/2014/main" id="{DAC271C9-75EE-D392-1351-F1722EE88701}"/>
                </a:ext>
              </a:extLst>
            </p:cNvPr>
            <p:cNvGrpSpPr>
              <a:grpSpLocks noGrp="1" noUngrp="1" noRot="1" noChangeAspect="1" noMove="1" noResize="1"/>
            </p:cNvGrpSpPr>
            <p:nvPr userDrawn="1"/>
          </p:nvGrpSpPr>
          <p:grpSpPr>
            <a:xfrm>
              <a:off x="6246490" y="4274499"/>
              <a:ext cx="182876" cy="182876"/>
              <a:chOff x="4773922" y="1600369"/>
              <a:chExt cx="192760" cy="192760"/>
            </a:xfrm>
          </p:grpSpPr>
          <p:sp>
            <p:nvSpPr>
              <p:cNvPr id="111" name="Oval 110">
                <a:extLst>
                  <a:ext uri="{FF2B5EF4-FFF2-40B4-BE49-F238E27FC236}">
                    <a16:creationId xmlns:a16="http://schemas.microsoft.com/office/drawing/2014/main" id="{1D78436D-0FB4-BD25-A2E4-6EC08015AE1B}"/>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12" name="Graphic 111">
                <a:extLst>
                  <a:ext uri="{FF2B5EF4-FFF2-40B4-BE49-F238E27FC236}">
                    <a16:creationId xmlns:a16="http://schemas.microsoft.com/office/drawing/2014/main" id="{A8F34A96-1BFF-4633-7191-DF3B5D6F889B}"/>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nvGrpSpPr>
          <p:cNvPr id="138" name="Group 137">
            <a:extLst>
              <a:ext uri="{FF2B5EF4-FFF2-40B4-BE49-F238E27FC236}">
                <a16:creationId xmlns:a16="http://schemas.microsoft.com/office/drawing/2014/main" id="{CAB633A6-994D-E668-2880-6B011F0B88CD}"/>
              </a:ext>
            </a:extLst>
          </p:cNvPr>
          <p:cNvGrpSpPr>
            <a:grpSpLocks noGrp="1" noUngrp="1" noRot="1" noMove="1" noResize="1"/>
          </p:cNvGrpSpPr>
          <p:nvPr userDrawn="1"/>
        </p:nvGrpSpPr>
        <p:grpSpPr>
          <a:xfrm>
            <a:off x="4607720" y="4882425"/>
            <a:ext cx="7031828" cy="706349"/>
            <a:chOff x="4607720" y="4882425"/>
            <a:chExt cx="7031828" cy="706349"/>
          </a:xfrm>
        </p:grpSpPr>
        <p:sp>
          <p:nvSpPr>
            <p:cNvPr id="115" name="Rectangle 114">
              <a:extLst>
                <a:ext uri="{FF2B5EF4-FFF2-40B4-BE49-F238E27FC236}">
                  <a16:creationId xmlns:a16="http://schemas.microsoft.com/office/drawing/2014/main" id="{C07EDCF1-4472-C924-26DC-11632C53B3E4}"/>
                </a:ext>
              </a:extLst>
            </p:cNvPr>
            <p:cNvSpPr>
              <a:spLocks noGrp="1" noRot="1" noMove="1" noResize="1" noEditPoints="1" noAdjustHandles="1" noChangeArrowheads="1" noChangeShapeType="1"/>
            </p:cNvSpPr>
            <p:nvPr userDrawn="1"/>
          </p:nvSpPr>
          <p:spPr>
            <a:xfrm>
              <a:off x="4607720" y="4882425"/>
              <a:ext cx="1720641" cy="706349"/>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6" name="Rectangle 115">
              <a:extLst>
                <a:ext uri="{FF2B5EF4-FFF2-40B4-BE49-F238E27FC236}">
                  <a16:creationId xmlns:a16="http://schemas.microsoft.com/office/drawing/2014/main" id="{3DAFC723-D2DF-46A4-7DF5-E067E381B9DB}"/>
                </a:ext>
              </a:extLst>
            </p:cNvPr>
            <p:cNvSpPr>
              <a:spLocks noGrp="1" noRot="1" noMove="1" noResize="1" noEditPoints="1" noAdjustHandles="1" noChangeArrowheads="1" noChangeShapeType="1"/>
            </p:cNvSpPr>
            <p:nvPr userDrawn="1"/>
          </p:nvSpPr>
          <p:spPr>
            <a:xfrm>
              <a:off x="6776036" y="4882425"/>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7" name="Straight Connector 116">
              <a:extLst>
                <a:ext uri="{FF2B5EF4-FFF2-40B4-BE49-F238E27FC236}">
                  <a16:creationId xmlns:a16="http://schemas.microsoft.com/office/drawing/2014/main" id="{A8841747-2C00-B77C-6110-D8ED33E003AE}"/>
                </a:ext>
              </a:extLst>
            </p:cNvPr>
            <p:cNvCxnSpPr>
              <a:cxnSpLocks noGrp="1" noRot="1" noMove="1" noResize="1" noEditPoints="1" noAdjustHandles="1" noChangeArrowheads="1" noChangeShapeType="1"/>
            </p:cNvCxnSpPr>
            <p:nvPr userDrawn="1"/>
          </p:nvCxnSpPr>
          <p:spPr>
            <a:xfrm flipV="1">
              <a:off x="6327467" y="5235603"/>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118" name="Group 117">
              <a:extLst>
                <a:ext uri="{FF2B5EF4-FFF2-40B4-BE49-F238E27FC236}">
                  <a16:creationId xmlns:a16="http://schemas.microsoft.com/office/drawing/2014/main" id="{58D1ADB5-3EB0-3B91-1E53-E5EA1B11EB27}"/>
                </a:ext>
              </a:extLst>
            </p:cNvPr>
            <p:cNvGrpSpPr>
              <a:grpSpLocks noGrp="1" noUngrp="1" noRot="1" noChangeAspect="1" noMove="1" noResize="1"/>
            </p:cNvGrpSpPr>
            <p:nvPr userDrawn="1"/>
          </p:nvGrpSpPr>
          <p:grpSpPr>
            <a:xfrm>
              <a:off x="6246490" y="5144162"/>
              <a:ext cx="182876" cy="182876"/>
              <a:chOff x="4773922" y="1600369"/>
              <a:chExt cx="192760" cy="192760"/>
            </a:xfrm>
          </p:grpSpPr>
          <p:sp>
            <p:nvSpPr>
              <p:cNvPr id="119" name="Oval 118">
                <a:extLst>
                  <a:ext uri="{FF2B5EF4-FFF2-40B4-BE49-F238E27FC236}">
                    <a16:creationId xmlns:a16="http://schemas.microsoft.com/office/drawing/2014/main" id="{55C2B7DA-A545-47C4-46D0-9B630C13294A}"/>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20" name="Graphic 119">
                <a:extLst>
                  <a:ext uri="{FF2B5EF4-FFF2-40B4-BE49-F238E27FC236}">
                    <a16:creationId xmlns:a16="http://schemas.microsoft.com/office/drawing/2014/main" id="{30104B96-0EE7-3A4F-9179-9CE494F4ED15}"/>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grpSp>
        <p:nvGrpSpPr>
          <p:cNvPr id="139" name="Group 138">
            <a:extLst>
              <a:ext uri="{FF2B5EF4-FFF2-40B4-BE49-F238E27FC236}">
                <a16:creationId xmlns:a16="http://schemas.microsoft.com/office/drawing/2014/main" id="{37CDDA7E-981E-8B36-BBE7-762159D27ED5}"/>
              </a:ext>
            </a:extLst>
          </p:cNvPr>
          <p:cNvGrpSpPr>
            <a:grpSpLocks noGrp="1" noUngrp="1" noRot="1" noMove="1" noResize="1"/>
          </p:cNvGrpSpPr>
          <p:nvPr userDrawn="1"/>
        </p:nvGrpSpPr>
        <p:grpSpPr>
          <a:xfrm>
            <a:off x="4607720" y="5732258"/>
            <a:ext cx="7031828" cy="706349"/>
            <a:chOff x="4607720" y="5732258"/>
            <a:chExt cx="7031828" cy="706349"/>
          </a:xfrm>
        </p:grpSpPr>
        <p:sp>
          <p:nvSpPr>
            <p:cNvPr id="123" name="Rectangle 122">
              <a:extLst>
                <a:ext uri="{FF2B5EF4-FFF2-40B4-BE49-F238E27FC236}">
                  <a16:creationId xmlns:a16="http://schemas.microsoft.com/office/drawing/2014/main" id="{832002CC-6E4E-65BA-1040-D7C4F4DF373F}"/>
                </a:ext>
              </a:extLst>
            </p:cNvPr>
            <p:cNvSpPr>
              <a:spLocks noGrp="1" noRot="1" noMove="1" noResize="1" noEditPoints="1" noAdjustHandles="1" noChangeArrowheads="1" noChangeShapeType="1"/>
            </p:cNvSpPr>
            <p:nvPr userDrawn="1"/>
          </p:nvSpPr>
          <p:spPr>
            <a:xfrm>
              <a:off x="4607720" y="5732258"/>
              <a:ext cx="1720641" cy="706349"/>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4" name="Rectangle 123">
              <a:extLst>
                <a:ext uri="{FF2B5EF4-FFF2-40B4-BE49-F238E27FC236}">
                  <a16:creationId xmlns:a16="http://schemas.microsoft.com/office/drawing/2014/main" id="{AAF9809C-9BBC-BB1B-3BD5-705E6DFC73C6}"/>
                </a:ext>
              </a:extLst>
            </p:cNvPr>
            <p:cNvSpPr>
              <a:spLocks noGrp="1" noRot="1" noMove="1" noResize="1" noEditPoints="1" noAdjustHandles="1" noChangeArrowheads="1" noChangeShapeType="1"/>
            </p:cNvSpPr>
            <p:nvPr userDrawn="1"/>
          </p:nvSpPr>
          <p:spPr>
            <a:xfrm>
              <a:off x="6776036" y="5732258"/>
              <a:ext cx="4863512" cy="706349"/>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5" name="Straight Connector 124">
              <a:extLst>
                <a:ext uri="{FF2B5EF4-FFF2-40B4-BE49-F238E27FC236}">
                  <a16:creationId xmlns:a16="http://schemas.microsoft.com/office/drawing/2014/main" id="{AFD268AB-0B19-060E-2C2C-02B608FD485B}"/>
                </a:ext>
              </a:extLst>
            </p:cNvPr>
            <p:cNvCxnSpPr>
              <a:cxnSpLocks noGrp="1" noRot="1" noMove="1" noResize="1" noEditPoints="1" noAdjustHandles="1" noChangeArrowheads="1" noChangeShapeType="1"/>
            </p:cNvCxnSpPr>
            <p:nvPr userDrawn="1"/>
          </p:nvCxnSpPr>
          <p:spPr>
            <a:xfrm flipV="1">
              <a:off x="6327467" y="6085436"/>
              <a:ext cx="451952" cy="1"/>
            </a:xfrm>
            <a:prstGeom prst="line">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cxnSp>
        <p:grpSp>
          <p:nvGrpSpPr>
            <p:cNvPr id="126" name="Group 125">
              <a:extLst>
                <a:ext uri="{FF2B5EF4-FFF2-40B4-BE49-F238E27FC236}">
                  <a16:creationId xmlns:a16="http://schemas.microsoft.com/office/drawing/2014/main" id="{7F337716-D009-D3FC-7892-043D462E398E}"/>
                </a:ext>
              </a:extLst>
            </p:cNvPr>
            <p:cNvGrpSpPr>
              <a:grpSpLocks noGrp="1" noUngrp="1" noRot="1" noChangeAspect="1" noMove="1" noResize="1"/>
            </p:cNvGrpSpPr>
            <p:nvPr userDrawn="1"/>
          </p:nvGrpSpPr>
          <p:grpSpPr>
            <a:xfrm>
              <a:off x="6246490" y="5993995"/>
              <a:ext cx="182876" cy="182876"/>
              <a:chOff x="4773922" y="1600369"/>
              <a:chExt cx="192760" cy="192760"/>
            </a:xfrm>
          </p:grpSpPr>
          <p:sp>
            <p:nvSpPr>
              <p:cNvPr id="127" name="Oval 126">
                <a:extLst>
                  <a:ext uri="{FF2B5EF4-FFF2-40B4-BE49-F238E27FC236}">
                    <a16:creationId xmlns:a16="http://schemas.microsoft.com/office/drawing/2014/main" id="{ABD25ED9-8412-CD41-1DD6-BF2A2379401E}"/>
                  </a:ext>
                </a:extLst>
              </p:cNvPr>
              <p:cNvSpPr>
                <a:spLocks noGrp="1" noRot="1" noMove="1" noResize="1" noEditPoints="1" noAdjustHandles="1" noChangeArrowheads="1" noChangeShapeType="1"/>
              </p:cNvSpPr>
              <p:nvPr userDrawn="1"/>
            </p:nvSpPr>
            <p:spPr>
              <a:xfrm>
                <a:off x="4773922" y="1600369"/>
                <a:ext cx="192760" cy="1927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28" name="Graphic 127">
                <a:extLst>
                  <a:ext uri="{FF2B5EF4-FFF2-40B4-BE49-F238E27FC236}">
                    <a16:creationId xmlns:a16="http://schemas.microsoft.com/office/drawing/2014/main" id="{9495E7DD-9F23-912D-BE60-0333376B7E51}"/>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816584" y="1643033"/>
                <a:ext cx="107439" cy="107435"/>
              </a:xfrm>
              <a:prstGeom prst="rect">
                <a:avLst/>
              </a:prstGeom>
            </p:spPr>
          </p:pic>
        </p:grpSp>
      </p:grpSp>
      <p:sp>
        <p:nvSpPr>
          <p:cNvPr id="131" name="Text Placeholder 4">
            <a:extLst>
              <a:ext uri="{FF2B5EF4-FFF2-40B4-BE49-F238E27FC236}">
                <a16:creationId xmlns:a16="http://schemas.microsoft.com/office/drawing/2014/main" id="{D4FD897A-FB20-5513-89F3-ACEAD6FA949D}"/>
              </a:ext>
            </a:extLst>
          </p:cNvPr>
          <p:cNvSpPr>
            <a:spLocks noGrp="1"/>
          </p:cNvSpPr>
          <p:nvPr>
            <p:ph type="body" sz="quarter" idx="87"/>
          </p:nvPr>
        </p:nvSpPr>
        <p:spPr>
          <a:xfrm>
            <a:off x="588166" y="2703176"/>
            <a:ext cx="3259138" cy="3742887"/>
          </a:xfrm>
          <a:prstGeom prst="rect">
            <a:avLst/>
          </a:prstGeom>
        </p:spPr>
        <p:txBody>
          <a:bodyPr lIns="0" tIns="0" rIns="0" bIns="0"/>
          <a:lstStyle>
            <a:lvl1pPr marL="179388" indent="-179388">
              <a:lnSpc>
                <a:spcPts val="1300"/>
              </a:lnSpc>
              <a:spcBef>
                <a:spcPts val="400"/>
              </a:spcBef>
              <a:buFont typeface="Calibri" panose="020F0502020204030204" pitchFamily="34" charset="0"/>
              <a:buChar char="+"/>
              <a:defRPr sz="1100">
                <a:solidFill>
                  <a:schemeClr val="bg1"/>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sp>
        <p:nvSpPr>
          <p:cNvPr id="132" name="Freeform 9">
            <a:extLst>
              <a:ext uri="{FF2B5EF4-FFF2-40B4-BE49-F238E27FC236}">
                <a16:creationId xmlns:a16="http://schemas.microsoft.com/office/drawing/2014/main" id="{967E257A-705F-E1EE-D329-1B2B60ACED03}"/>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9" name="Text Placeholder 26">
            <a:extLst>
              <a:ext uri="{FF2B5EF4-FFF2-40B4-BE49-F238E27FC236}">
                <a16:creationId xmlns:a16="http://schemas.microsoft.com/office/drawing/2014/main" id="{6C35935A-FFF9-FBFC-AF97-37C746C02DF1}"/>
              </a:ext>
            </a:extLst>
          </p:cNvPr>
          <p:cNvSpPr>
            <a:spLocks noGrp="1"/>
          </p:cNvSpPr>
          <p:nvPr userDrawn="1">
            <p:ph type="body" sz="quarter" idx="81" hasCustomPrompt="1"/>
          </p:nvPr>
        </p:nvSpPr>
        <p:spPr>
          <a:xfrm>
            <a:off x="4784948" y="744917"/>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44" name="Text Placeholder 43">
            <a:extLst>
              <a:ext uri="{FF2B5EF4-FFF2-40B4-BE49-F238E27FC236}">
                <a16:creationId xmlns:a16="http://schemas.microsoft.com/office/drawing/2014/main" id="{CBD14B07-32A2-C4FB-49AD-D9C63B24B485}"/>
              </a:ext>
            </a:extLst>
          </p:cNvPr>
          <p:cNvSpPr>
            <a:spLocks noGrp="1"/>
          </p:cNvSpPr>
          <p:nvPr>
            <p:ph type="body" sz="quarter" idx="97" hasCustomPrompt="1"/>
          </p:nvPr>
        </p:nvSpPr>
        <p:spPr>
          <a:xfrm>
            <a:off x="6957510" y="762770"/>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51" name="Text Placeholder 26">
            <a:extLst>
              <a:ext uri="{FF2B5EF4-FFF2-40B4-BE49-F238E27FC236}">
                <a16:creationId xmlns:a16="http://schemas.microsoft.com/office/drawing/2014/main" id="{C3168F12-718B-8955-7611-E49647541E97}"/>
              </a:ext>
            </a:extLst>
          </p:cNvPr>
          <p:cNvSpPr>
            <a:spLocks noGrp="1"/>
          </p:cNvSpPr>
          <p:nvPr>
            <p:ph type="body" sz="quarter" idx="98" hasCustomPrompt="1"/>
          </p:nvPr>
        </p:nvSpPr>
        <p:spPr>
          <a:xfrm>
            <a:off x="4784948" y="1610466"/>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52" name="Text Placeholder 43">
            <a:extLst>
              <a:ext uri="{FF2B5EF4-FFF2-40B4-BE49-F238E27FC236}">
                <a16:creationId xmlns:a16="http://schemas.microsoft.com/office/drawing/2014/main" id="{634329EA-B381-E7D3-54EA-44CCD75ED637}"/>
              </a:ext>
            </a:extLst>
          </p:cNvPr>
          <p:cNvSpPr>
            <a:spLocks noGrp="1"/>
          </p:cNvSpPr>
          <p:nvPr>
            <p:ph type="body" sz="quarter" idx="99" hasCustomPrompt="1"/>
          </p:nvPr>
        </p:nvSpPr>
        <p:spPr>
          <a:xfrm>
            <a:off x="6957510" y="1628319"/>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97" name="Text Placeholder 26">
            <a:extLst>
              <a:ext uri="{FF2B5EF4-FFF2-40B4-BE49-F238E27FC236}">
                <a16:creationId xmlns:a16="http://schemas.microsoft.com/office/drawing/2014/main" id="{A7FB0CE6-1117-D439-AB30-D2B0793A86A9}"/>
              </a:ext>
            </a:extLst>
          </p:cNvPr>
          <p:cNvSpPr>
            <a:spLocks noGrp="1"/>
          </p:cNvSpPr>
          <p:nvPr>
            <p:ph type="body" sz="quarter" idx="100" hasCustomPrompt="1"/>
          </p:nvPr>
        </p:nvSpPr>
        <p:spPr>
          <a:xfrm>
            <a:off x="4784948" y="2472679"/>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98" name="Text Placeholder 43">
            <a:extLst>
              <a:ext uri="{FF2B5EF4-FFF2-40B4-BE49-F238E27FC236}">
                <a16:creationId xmlns:a16="http://schemas.microsoft.com/office/drawing/2014/main" id="{2FB73E05-A3BD-3BBE-91A5-84E2EF7FA0DA}"/>
              </a:ext>
            </a:extLst>
          </p:cNvPr>
          <p:cNvSpPr>
            <a:spLocks noGrp="1"/>
          </p:cNvSpPr>
          <p:nvPr>
            <p:ph type="body" sz="quarter" idx="101" hasCustomPrompt="1"/>
          </p:nvPr>
        </p:nvSpPr>
        <p:spPr>
          <a:xfrm>
            <a:off x="6957510" y="2490532"/>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105" name="Text Placeholder 26">
            <a:extLst>
              <a:ext uri="{FF2B5EF4-FFF2-40B4-BE49-F238E27FC236}">
                <a16:creationId xmlns:a16="http://schemas.microsoft.com/office/drawing/2014/main" id="{70A68486-C6BF-C369-A64A-69E0939E7103}"/>
              </a:ext>
            </a:extLst>
          </p:cNvPr>
          <p:cNvSpPr>
            <a:spLocks noGrp="1"/>
          </p:cNvSpPr>
          <p:nvPr>
            <p:ph type="body" sz="quarter" idx="102" hasCustomPrompt="1"/>
          </p:nvPr>
        </p:nvSpPr>
        <p:spPr>
          <a:xfrm>
            <a:off x="4784948" y="3328483"/>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106" name="Text Placeholder 43">
            <a:extLst>
              <a:ext uri="{FF2B5EF4-FFF2-40B4-BE49-F238E27FC236}">
                <a16:creationId xmlns:a16="http://schemas.microsoft.com/office/drawing/2014/main" id="{3391B2AE-F607-50AE-6B68-2200F00BDAA1}"/>
              </a:ext>
            </a:extLst>
          </p:cNvPr>
          <p:cNvSpPr>
            <a:spLocks noGrp="1"/>
          </p:cNvSpPr>
          <p:nvPr>
            <p:ph type="body" sz="quarter" idx="103" hasCustomPrompt="1"/>
          </p:nvPr>
        </p:nvSpPr>
        <p:spPr>
          <a:xfrm>
            <a:off x="6957510" y="3346336"/>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113" name="Text Placeholder 26">
            <a:extLst>
              <a:ext uri="{FF2B5EF4-FFF2-40B4-BE49-F238E27FC236}">
                <a16:creationId xmlns:a16="http://schemas.microsoft.com/office/drawing/2014/main" id="{EF0A8A82-2937-3047-2371-0F3320EA1846}"/>
              </a:ext>
            </a:extLst>
          </p:cNvPr>
          <p:cNvSpPr>
            <a:spLocks noGrp="1"/>
          </p:cNvSpPr>
          <p:nvPr>
            <p:ph type="body" sz="quarter" idx="104" hasCustomPrompt="1"/>
          </p:nvPr>
        </p:nvSpPr>
        <p:spPr>
          <a:xfrm>
            <a:off x="4784948" y="4186404"/>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114" name="Text Placeholder 43">
            <a:extLst>
              <a:ext uri="{FF2B5EF4-FFF2-40B4-BE49-F238E27FC236}">
                <a16:creationId xmlns:a16="http://schemas.microsoft.com/office/drawing/2014/main" id="{8566E256-5D6E-8A5D-1F3A-97A13F6C798E}"/>
              </a:ext>
            </a:extLst>
          </p:cNvPr>
          <p:cNvSpPr>
            <a:spLocks noGrp="1"/>
          </p:cNvSpPr>
          <p:nvPr>
            <p:ph type="body" sz="quarter" idx="105" hasCustomPrompt="1"/>
          </p:nvPr>
        </p:nvSpPr>
        <p:spPr>
          <a:xfrm>
            <a:off x="6957510" y="4204257"/>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121" name="Text Placeholder 26">
            <a:extLst>
              <a:ext uri="{FF2B5EF4-FFF2-40B4-BE49-F238E27FC236}">
                <a16:creationId xmlns:a16="http://schemas.microsoft.com/office/drawing/2014/main" id="{643D9099-83B1-9ED0-2B31-C5B64EED5B7F}"/>
              </a:ext>
            </a:extLst>
          </p:cNvPr>
          <p:cNvSpPr>
            <a:spLocks noGrp="1"/>
          </p:cNvSpPr>
          <p:nvPr>
            <p:ph type="body" sz="quarter" idx="106" hasCustomPrompt="1"/>
          </p:nvPr>
        </p:nvSpPr>
        <p:spPr>
          <a:xfrm>
            <a:off x="4784948" y="5056067"/>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122" name="Text Placeholder 43">
            <a:extLst>
              <a:ext uri="{FF2B5EF4-FFF2-40B4-BE49-F238E27FC236}">
                <a16:creationId xmlns:a16="http://schemas.microsoft.com/office/drawing/2014/main" id="{EF0588DE-B190-97E7-2460-1824FA254CA6}"/>
              </a:ext>
            </a:extLst>
          </p:cNvPr>
          <p:cNvSpPr>
            <a:spLocks noGrp="1"/>
          </p:cNvSpPr>
          <p:nvPr>
            <p:ph type="body" sz="quarter" idx="107" hasCustomPrompt="1"/>
          </p:nvPr>
        </p:nvSpPr>
        <p:spPr>
          <a:xfrm>
            <a:off x="6957510" y="5073920"/>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
        <p:nvSpPr>
          <p:cNvPr id="129" name="Text Placeholder 26">
            <a:extLst>
              <a:ext uri="{FF2B5EF4-FFF2-40B4-BE49-F238E27FC236}">
                <a16:creationId xmlns:a16="http://schemas.microsoft.com/office/drawing/2014/main" id="{8155E05C-AE84-4DA8-D8EE-106B18D9E13F}"/>
              </a:ext>
            </a:extLst>
          </p:cNvPr>
          <p:cNvSpPr>
            <a:spLocks noGrp="1"/>
          </p:cNvSpPr>
          <p:nvPr>
            <p:ph type="body" sz="quarter" idx="108" hasCustomPrompt="1"/>
          </p:nvPr>
        </p:nvSpPr>
        <p:spPr>
          <a:xfrm>
            <a:off x="4784948" y="5905900"/>
            <a:ext cx="1332000" cy="359073"/>
          </a:xfrm>
          <a:prstGeom prst="rect">
            <a:avLst/>
          </a:prstGeom>
        </p:spPr>
        <p:txBody>
          <a:bodyPr wrap="square" lIns="0" tIns="0" rIns="0" bIns="0" anchor="ctr" anchorCtr="0">
            <a:spAutoFit/>
          </a:bodyPr>
          <a:lstStyle>
            <a:lvl1pPr marL="0" indent="0" algn="ctr">
              <a:lnSpc>
                <a:spcPts val="14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TWO-LINE SPACE HERE</a:t>
            </a:r>
            <a:endParaRPr lang="en-ZA" dirty="0"/>
          </a:p>
        </p:txBody>
      </p:sp>
      <p:sp>
        <p:nvSpPr>
          <p:cNvPr id="130" name="Text Placeholder 43">
            <a:extLst>
              <a:ext uri="{FF2B5EF4-FFF2-40B4-BE49-F238E27FC236}">
                <a16:creationId xmlns:a16="http://schemas.microsoft.com/office/drawing/2014/main" id="{12C64136-5D5D-760B-289B-4B5FD77080ED}"/>
              </a:ext>
            </a:extLst>
          </p:cNvPr>
          <p:cNvSpPr>
            <a:spLocks noGrp="1"/>
          </p:cNvSpPr>
          <p:nvPr>
            <p:ph type="body" sz="quarter" idx="109" hasCustomPrompt="1"/>
          </p:nvPr>
        </p:nvSpPr>
        <p:spPr>
          <a:xfrm>
            <a:off x="6957510" y="5923753"/>
            <a:ext cx="4500563" cy="323358"/>
          </a:xfrm>
          <a:prstGeom prst="rect">
            <a:avLst/>
          </a:prstGeom>
        </p:spPr>
        <p:txBody>
          <a:bodyPr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2 lines maximum. Insert your text here. No longer than 2 lines maximum. </a:t>
            </a:r>
            <a:endParaRPr lang="en-GB" dirty="0"/>
          </a:p>
        </p:txBody>
      </p:sp>
    </p:spTree>
    <p:extLst>
      <p:ext uri="{BB962C8B-B14F-4D97-AF65-F5344CB8AC3E}">
        <p14:creationId xmlns:p14="http://schemas.microsoft.com/office/powerpoint/2010/main" val="99411115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09 | HEAD + 4 x KPI Tab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INSERT YOUR ONE LINE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DEB1146D-2BD2-48DB-F7FD-703481654CFF}"/>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806243" y="2465253"/>
            <a:ext cx="288000" cy="411428"/>
          </a:xfrm>
          <a:prstGeom prst="rect">
            <a:avLst/>
          </a:prstGeom>
        </p:spPr>
      </p:pic>
      <p:pic>
        <p:nvPicPr>
          <p:cNvPr id="23" name="Graphic 22">
            <a:extLst>
              <a:ext uri="{FF2B5EF4-FFF2-40B4-BE49-F238E27FC236}">
                <a16:creationId xmlns:a16="http://schemas.microsoft.com/office/drawing/2014/main" id="{622D4380-095B-EDE8-64D9-A5300A78E0D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806243" y="3540599"/>
            <a:ext cx="288000" cy="411428"/>
          </a:xfrm>
          <a:prstGeom prst="rect">
            <a:avLst/>
          </a:prstGeom>
        </p:spPr>
      </p:pic>
      <p:pic>
        <p:nvPicPr>
          <p:cNvPr id="24" name="Graphic 23">
            <a:extLst>
              <a:ext uri="{FF2B5EF4-FFF2-40B4-BE49-F238E27FC236}">
                <a16:creationId xmlns:a16="http://schemas.microsoft.com/office/drawing/2014/main" id="{D914D470-7CBB-12AE-437C-30EE48B68B32}"/>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806243" y="4633037"/>
            <a:ext cx="288000" cy="411428"/>
          </a:xfrm>
          <a:prstGeom prst="rect">
            <a:avLst/>
          </a:prstGeom>
        </p:spPr>
      </p:pic>
      <p:pic>
        <p:nvPicPr>
          <p:cNvPr id="25" name="Graphic 24">
            <a:extLst>
              <a:ext uri="{FF2B5EF4-FFF2-40B4-BE49-F238E27FC236}">
                <a16:creationId xmlns:a16="http://schemas.microsoft.com/office/drawing/2014/main" id="{CBA72476-2283-C57B-1464-B4F83E5B5DD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806243" y="5725474"/>
            <a:ext cx="288000" cy="411428"/>
          </a:xfrm>
          <a:prstGeom prst="rect">
            <a:avLst/>
          </a:prstGeom>
        </p:spPr>
      </p:pic>
      <p:sp>
        <p:nvSpPr>
          <p:cNvPr id="26" name="Text Placeholder 43">
            <a:extLst>
              <a:ext uri="{FF2B5EF4-FFF2-40B4-BE49-F238E27FC236}">
                <a16:creationId xmlns:a16="http://schemas.microsoft.com/office/drawing/2014/main" id="{A033091B-D17C-A8E6-E9BD-C4F382CDF4C9}"/>
              </a:ext>
            </a:extLst>
          </p:cNvPr>
          <p:cNvSpPr>
            <a:spLocks noGrp="1"/>
          </p:cNvSpPr>
          <p:nvPr>
            <p:ph type="body" sz="quarter" idx="103" hasCustomPrompt="1"/>
          </p:nvPr>
        </p:nvSpPr>
        <p:spPr>
          <a:xfrm>
            <a:off x="8332149" y="2250600"/>
            <a:ext cx="3307395" cy="823495"/>
          </a:xfrm>
          <a:prstGeom prst="rect">
            <a:avLst/>
          </a:prstGeom>
        </p:spPr>
        <p:txBody>
          <a:bodyPr wrap="square"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28" name="Text Placeholder 43">
            <a:extLst>
              <a:ext uri="{FF2B5EF4-FFF2-40B4-BE49-F238E27FC236}">
                <a16:creationId xmlns:a16="http://schemas.microsoft.com/office/drawing/2014/main" id="{92238E84-B790-FC24-5BCE-71FAB099E6BD}"/>
              </a:ext>
            </a:extLst>
          </p:cNvPr>
          <p:cNvSpPr>
            <a:spLocks noGrp="1"/>
          </p:cNvSpPr>
          <p:nvPr>
            <p:ph type="body" sz="quarter" idx="104" hasCustomPrompt="1"/>
          </p:nvPr>
        </p:nvSpPr>
        <p:spPr>
          <a:xfrm>
            <a:off x="8332149" y="3317400"/>
            <a:ext cx="3307395" cy="823495"/>
          </a:xfrm>
          <a:prstGeom prst="rect">
            <a:avLst/>
          </a:prstGeom>
        </p:spPr>
        <p:txBody>
          <a:bodyPr wrap="square"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29" name="Text Placeholder 43">
            <a:extLst>
              <a:ext uri="{FF2B5EF4-FFF2-40B4-BE49-F238E27FC236}">
                <a16:creationId xmlns:a16="http://schemas.microsoft.com/office/drawing/2014/main" id="{4749039C-4749-47DF-C1BC-3F04406E00D8}"/>
              </a:ext>
            </a:extLst>
          </p:cNvPr>
          <p:cNvSpPr>
            <a:spLocks noGrp="1"/>
          </p:cNvSpPr>
          <p:nvPr>
            <p:ph type="body" sz="quarter" idx="105" hasCustomPrompt="1"/>
          </p:nvPr>
        </p:nvSpPr>
        <p:spPr>
          <a:xfrm>
            <a:off x="8332149" y="4426929"/>
            <a:ext cx="3307395" cy="823495"/>
          </a:xfrm>
          <a:prstGeom prst="rect">
            <a:avLst/>
          </a:prstGeom>
        </p:spPr>
        <p:txBody>
          <a:bodyPr wrap="square"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30" name="Text Placeholder 43">
            <a:extLst>
              <a:ext uri="{FF2B5EF4-FFF2-40B4-BE49-F238E27FC236}">
                <a16:creationId xmlns:a16="http://schemas.microsoft.com/office/drawing/2014/main" id="{DDBD9595-EA95-FD46-9516-C181F9C79CC5}"/>
              </a:ext>
            </a:extLst>
          </p:cNvPr>
          <p:cNvSpPr>
            <a:spLocks noGrp="1"/>
          </p:cNvSpPr>
          <p:nvPr>
            <p:ph type="body" sz="quarter" idx="106" hasCustomPrompt="1"/>
          </p:nvPr>
        </p:nvSpPr>
        <p:spPr>
          <a:xfrm>
            <a:off x="8332149" y="5527912"/>
            <a:ext cx="3307395" cy="823495"/>
          </a:xfrm>
          <a:prstGeom prst="rect">
            <a:avLst/>
          </a:prstGeom>
        </p:spPr>
        <p:txBody>
          <a:bodyPr wrap="square" lIns="0" tIns="0" rIns="0" bIns="0" anchor="ctr" anchorCtr="0">
            <a:spAutoFit/>
          </a:bodyPr>
          <a:lstStyle>
            <a:lvl1pPr marL="0" indent="0">
              <a:lnSpc>
                <a:spcPts val="1400"/>
              </a:lnSpc>
              <a:spcBef>
                <a:spcPts val="600"/>
              </a:spcBef>
              <a:buNone/>
              <a:defRPr sz="1050" spc="40" baseline="0">
                <a:solidFill>
                  <a:schemeClr val="accent5">
                    <a:lumMod val="50000"/>
                  </a:schemeClr>
                </a:solidFill>
                <a:latin typeface="+mj-lt"/>
              </a:defRPr>
            </a:lvl1pPr>
            <a:lvl2pPr marL="457200" indent="0">
              <a:lnSpc>
                <a:spcPts val="1300"/>
              </a:lnSpc>
              <a:spcBef>
                <a:spcPts val="600"/>
              </a:spcBef>
              <a:buNone/>
              <a:defRPr sz="1050">
                <a:latin typeface="+mj-lt"/>
              </a:defRPr>
            </a:lvl2pPr>
            <a:lvl3pPr marL="914400" indent="0">
              <a:lnSpc>
                <a:spcPts val="1300"/>
              </a:lnSpc>
              <a:spcBef>
                <a:spcPts val="600"/>
              </a:spcBef>
              <a:buNone/>
              <a:defRPr sz="1050">
                <a:latin typeface="+mj-lt"/>
              </a:defRPr>
            </a:lvl3pPr>
            <a:lvl4pPr marL="1371600" indent="0">
              <a:lnSpc>
                <a:spcPts val="1300"/>
              </a:lnSpc>
              <a:spcBef>
                <a:spcPts val="600"/>
              </a:spcBef>
              <a:buNone/>
              <a:defRPr sz="1050">
                <a:latin typeface="+mj-lt"/>
              </a:defRPr>
            </a:lvl4pPr>
            <a:lvl5pPr marL="1828800" indent="0">
              <a:lnSpc>
                <a:spcPts val="1300"/>
              </a:lnSpc>
              <a:spcBef>
                <a:spcPts val="600"/>
              </a:spcBef>
              <a:buNone/>
              <a:defRPr sz="1050">
                <a:latin typeface="+mj-lt"/>
              </a:defRPr>
            </a:lvl5pPr>
          </a:lstStyle>
          <a:p>
            <a:pPr marL="0" marR="0" lvl="0" indent="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Tree>
    <p:extLst>
      <p:ext uri="{BB962C8B-B14F-4D97-AF65-F5344CB8AC3E}">
        <p14:creationId xmlns:p14="http://schemas.microsoft.com/office/powerpoint/2010/main" val="270967969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P09 | HEAD + 4 Strategic KPI Tab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INSERT YOUR ONE LINE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83949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P09 | HEAD + KPI Scorecard Exam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flipV="1">
            <a:off x="0" y="1381125"/>
            <a:ext cx="12192000" cy="547687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grpSp>
        <p:nvGrpSpPr>
          <p:cNvPr id="36" name="Group 35">
            <a:extLst>
              <a:ext uri="{FF2B5EF4-FFF2-40B4-BE49-F238E27FC236}">
                <a16:creationId xmlns:a16="http://schemas.microsoft.com/office/drawing/2014/main" id="{C8C001A2-1ACF-4F86-A19E-E4D2B03164F7}"/>
              </a:ext>
            </a:extLst>
          </p:cNvPr>
          <p:cNvGrpSpPr>
            <a:grpSpLocks noGrp="1" noUngrp="1" noRot="1" noMove="1" noResize="1"/>
          </p:cNvGrpSpPr>
          <p:nvPr userDrawn="1"/>
        </p:nvGrpSpPr>
        <p:grpSpPr>
          <a:xfrm>
            <a:off x="7840522" y="2739864"/>
            <a:ext cx="1105021" cy="307388"/>
            <a:chOff x="8139625" y="2859505"/>
            <a:chExt cx="1105021" cy="307388"/>
          </a:xfrm>
        </p:grpSpPr>
        <p:cxnSp>
          <p:nvCxnSpPr>
            <p:cNvPr id="35" name="Straight Connector 34">
              <a:extLst>
                <a:ext uri="{FF2B5EF4-FFF2-40B4-BE49-F238E27FC236}">
                  <a16:creationId xmlns:a16="http://schemas.microsoft.com/office/drawing/2014/main" id="{82E68108-EB5F-1A20-11D5-4442E29C24E6}"/>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D29162C-DE57-6275-99F1-AAE70198F4A1}"/>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29" name="Oval 28">
                <a:extLst>
                  <a:ext uri="{FF2B5EF4-FFF2-40B4-BE49-F238E27FC236}">
                    <a16:creationId xmlns:a16="http://schemas.microsoft.com/office/drawing/2014/main" id="{36B84D6B-AFDD-F547-F86C-0CF921F4A3E3}"/>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Graphic 29">
                <a:extLst>
                  <a:ext uri="{FF2B5EF4-FFF2-40B4-BE49-F238E27FC236}">
                    <a16:creationId xmlns:a16="http://schemas.microsoft.com/office/drawing/2014/main" id="{F5180E89-61AF-2642-D765-D1ECF7D67F12}"/>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INSERT YOUR ONE LINE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5" name="Text Placeholder 25">
            <a:extLst>
              <a:ext uri="{FF2B5EF4-FFF2-40B4-BE49-F238E27FC236}">
                <a16:creationId xmlns:a16="http://schemas.microsoft.com/office/drawing/2014/main" id="{671344F2-6386-CDAA-39F9-0B222550E903}"/>
              </a:ext>
            </a:extLst>
          </p:cNvPr>
          <p:cNvSpPr>
            <a:spLocks noGrp="1"/>
          </p:cNvSpPr>
          <p:nvPr>
            <p:ph type="body" sz="quarter" idx="83" hasCustomPrompt="1"/>
          </p:nvPr>
        </p:nvSpPr>
        <p:spPr>
          <a:xfrm>
            <a:off x="588166" y="1784061"/>
            <a:ext cx="7346757" cy="224933"/>
          </a:xfrm>
          <a:prstGeom prst="rect">
            <a:avLst/>
          </a:prstGeom>
        </p:spPr>
        <p:txBody>
          <a:bodyPr wrap="square" lIns="0" tIns="0" rIns="0" bIns="0">
            <a:spAutoFit/>
          </a:bodyPr>
          <a:lstStyle>
            <a:lvl1pPr marL="0" indent="0">
              <a:lnSpc>
                <a:spcPts val="1900"/>
              </a:lnSpc>
              <a:spcBef>
                <a:spcPts val="600"/>
              </a:spcBef>
              <a:buNone/>
              <a:defRPr sz="1400" b="1" spc="40" baseline="0">
                <a:solidFill>
                  <a:schemeClr val="accent3"/>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INSERT YOUR HEADING FOR THE IMAGE YOU ADD BELOW:</a:t>
            </a:r>
            <a:endParaRPr lang="en-GB" dirty="0"/>
          </a:p>
        </p:txBody>
      </p:sp>
      <p:sp>
        <p:nvSpPr>
          <p:cNvPr id="37" name="Text Placeholder 25">
            <a:extLst>
              <a:ext uri="{FF2B5EF4-FFF2-40B4-BE49-F238E27FC236}">
                <a16:creationId xmlns:a16="http://schemas.microsoft.com/office/drawing/2014/main" id="{E521AF7A-1E77-53E9-B718-D69003DD0763}"/>
              </a:ext>
            </a:extLst>
          </p:cNvPr>
          <p:cNvSpPr>
            <a:spLocks noGrp="1"/>
          </p:cNvSpPr>
          <p:nvPr>
            <p:ph type="body" sz="quarter" idx="84" hasCustomPrompt="1"/>
          </p:nvPr>
        </p:nvSpPr>
        <p:spPr>
          <a:xfrm>
            <a:off x="9083482" y="2774150"/>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sp>
        <p:nvSpPr>
          <p:cNvPr id="38" name="Text Placeholder 4">
            <a:extLst>
              <a:ext uri="{FF2B5EF4-FFF2-40B4-BE49-F238E27FC236}">
                <a16:creationId xmlns:a16="http://schemas.microsoft.com/office/drawing/2014/main" id="{55FCAFA1-C136-E184-CB94-34E42F821BB7}"/>
              </a:ext>
            </a:extLst>
          </p:cNvPr>
          <p:cNvSpPr>
            <a:spLocks noGrp="1"/>
          </p:cNvSpPr>
          <p:nvPr>
            <p:ph type="body" sz="quarter" idx="40" hasCustomPrompt="1"/>
          </p:nvPr>
        </p:nvSpPr>
        <p:spPr>
          <a:xfrm>
            <a:off x="8638156" y="1801822"/>
            <a:ext cx="3001390" cy="410369"/>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Metrics are co-created with our Clients, examples below:</a:t>
            </a:r>
          </a:p>
        </p:txBody>
      </p:sp>
      <p:grpSp>
        <p:nvGrpSpPr>
          <p:cNvPr id="40" name="Group 39">
            <a:extLst>
              <a:ext uri="{FF2B5EF4-FFF2-40B4-BE49-F238E27FC236}">
                <a16:creationId xmlns:a16="http://schemas.microsoft.com/office/drawing/2014/main" id="{B411A386-BDD6-6A1C-94ED-8F4583F089FD}"/>
              </a:ext>
            </a:extLst>
          </p:cNvPr>
          <p:cNvGrpSpPr>
            <a:grpSpLocks noGrp="1" noUngrp="1" noRot="1" noMove="1" noResize="1"/>
          </p:cNvGrpSpPr>
          <p:nvPr userDrawn="1"/>
        </p:nvGrpSpPr>
        <p:grpSpPr>
          <a:xfrm>
            <a:off x="7840522" y="3375829"/>
            <a:ext cx="1105021" cy="307388"/>
            <a:chOff x="8139625" y="2859505"/>
            <a:chExt cx="1105021" cy="307388"/>
          </a:xfrm>
        </p:grpSpPr>
        <p:cxnSp>
          <p:nvCxnSpPr>
            <p:cNvPr id="41" name="Straight Connector 40">
              <a:extLst>
                <a:ext uri="{FF2B5EF4-FFF2-40B4-BE49-F238E27FC236}">
                  <a16:creationId xmlns:a16="http://schemas.microsoft.com/office/drawing/2014/main" id="{07C16236-341C-77DA-6E1A-829FDAFA127C}"/>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3ADB9972-E9E7-9C18-58CE-8919C70885DB}"/>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43" name="Oval 42">
                <a:extLst>
                  <a:ext uri="{FF2B5EF4-FFF2-40B4-BE49-F238E27FC236}">
                    <a16:creationId xmlns:a16="http://schemas.microsoft.com/office/drawing/2014/main" id="{29BC9FB8-AF2D-BAB1-DEA0-FCBDEFECA4AA}"/>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4" name="Graphic 43">
                <a:extLst>
                  <a:ext uri="{FF2B5EF4-FFF2-40B4-BE49-F238E27FC236}">
                    <a16:creationId xmlns:a16="http://schemas.microsoft.com/office/drawing/2014/main" id="{900E0B8A-916A-AEFC-95EF-E905334F8FB4}"/>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45" name="Text Placeholder 25">
            <a:extLst>
              <a:ext uri="{FF2B5EF4-FFF2-40B4-BE49-F238E27FC236}">
                <a16:creationId xmlns:a16="http://schemas.microsoft.com/office/drawing/2014/main" id="{53186E2B-4EAF-ECE8-E466-F3971B2CF1CB}"/>
              </a:ext>
            </a:extLst>
          </p:cNvPr>
          <p:cNvSpPr>
            <a:spLocks noGrp="1"/>
          </p:cNvSpPr>
          <p:nvPr>
            <p:ph type="body" sz="quarter" idx="85" hasCustomPrompt="1"/>
          </p:nvPr>
        </p:nvSpPr>
        <p:spPr>
          <a:xfrm>
            <a:off x="9083482" y="3405218"/>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grpSp>
        <p:nvGrpSpPr>
          <p:cNvPr id="46" name="Group 45">
            <a:extLst>
              <a:ext uri="{FF2B5EF4-FFF2-40B4-BE49-F238E27FC236}">
                <a16:creationId xmlns:a16="http://schemas.microsoft.com/office/drawing/2014/main" id="{94C211A9-E6D1-1C3D-B7A5-114AC49522F7}"/>
              </a:ext>
            </a:extLst>
          </p:cNvPr>
          <p:cNvGrpSpPr>
            <a:grpSpLocks noGrp="1" noUngrp="1" noRot="1" noMove="1" noResize="1"/>
          </p:cNvGrpSpPr>
          <p:nvPr userDrawn="1"/>
        </p:nvGrpSpPr>
        <p:grpSpPr>
          <a:xfrm>
            <a:off x="7840522" y="4011794"/>
            <a:ext cx="1105021" cy="307388"/>
            <a:chOff x="8139625" y="2859505"/>
            <a:chExt cx="1105021" cy="307388"/>
          </a:xfrm>
        </p:grpSpPr>
        <p:cxnSp>
          <p:nvCxnSpPr>
            <p:cNvPr id="47" name="Straight Connector 46">
              <a:extLst>
                <a:ext uri="{FF2B5EF4-FFF2-40B4-BE49-F238E27FC236}">
                  <a16:creationId xmlns:a16="http://schemas.microsoft.com/office/drawing/2014/main" id="{2685A06F-D52F-1AA1-569F-CCB782F2385D}"/>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798CD951-E82C-05D8-6C34-F7EA5ECC12E1}"/>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49" name="Oval 48">
                <a:extLst>
                  <a:ext uri="{FF2B5EF4-FFF2-40B4-BE49-F238E27FC236}">
                    <a16:creationId xmlns:a16="http://schemas.microsoft.com/office/drawing/2014/main" id="{BEA889E4-A223-E722-B42E-AAC6F0232140}"/>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0" name="Graphic 49">
                <a:extLst>
                  <a:ext uri="{FF2B5EF4-FFF2-40B4-BE49-F238E27FC236}">
                    <a16:creationId xmlns:a16="http://schemas.microsoft.com/office/drawing/2014/main" id="{C6FC8D2F-8686-3CCC-15DB-1581ED2D202D}"/>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51" name="Text Placeholder 25">
            <a:extLst>
              <a:ext uri="{FF2B5EF4-FFF2-40B4-BE49-F238E27FC236}">
                <a16:creationId xmlns:a16="http://schemas.microsoft.com/office/drawing/2014/main" id="{F50A21DF-C39B-6D17-2429-DF3D03712AAD}"/>
              </a:ext>
            </a:extLst>
          </p:cNvPr>
          <p:cNvSpPr>
            <a:spLocks noGrp="1"/>
          </p:cNvSpPr>
          <p:nvPr>
            <p:ph type="body" sz="quarter" idx="86" hasCustomPrompt="1"/>
          </p:nvPr>
        </p:nvSpPr>
        <p:spPr>
          <a:xfrm>
            <a:off x="9083482" y="4052522"/>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grpSp>
        <p:nvGrpSpPr>
          <p:cNvPr id="52" name="Group 51">
            <a:extLst>
              <a:ext uri="{FF2B5EF4-FFF2-40B4-BE49-F238E27FC236}">
                <a16:creationId xmlns:a16="http://schemas.microsoft.com/office/drawing/2014/main" id="{53E6551A-5F94-5C98-16AC-89D9AD22C282}"/>
              </a:ext>
            </a:extLst>
          </p:cNvPr>
          <p:cNvGrpSpPr>
            <a:grpSpLocks noGrp="1" noUngrp="1" noRot="1" noMove="1" noResize="1"/>
          </p:cNvGrpSpPr>
          <p:nvPr userDrawn="1"/>
        </p:nvGrpSpPr>
        <p:grpSpPr>
          <a:xfrm>
            <a:off x="7840522" y="4647759"/>
            <a:ext cx="1105021" cy="307388"/>
            <a:chOff x="8139625" y="2859505"/>
            <a:chExt cx="1105021" cy="307388"/>
          </a:xfrm>
        </p:grpSpPr>
        <p:cxnSp>
          <p:nvCxnSpPr>
            <p:cNvPr id="53" name="Straight Connector 52">
              <a:extLst>
                <a:ext uri="{FF2B5EF4-FFF2-40B4-BE49-F238E27FC236}">
                  <a16:creationId xmlns:a16="http://schemas.microsoft.com/office/drawing/2014/main" id="{2D7D504E-C623-8F5F-1D93-0ED75E7D2357}"/>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7EA45AE1-0EDD-B490-7945-5472DEA49A10}"/>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55" name="Oval 54">
                <a:extLst>
                  <a:ext uri="{FF2B5EF4-FFF2-40B4-BE49-F238E27FC236}">
                    <a16:creationId xmlns:a16="http://schemas.microsoft.com/office/drawing/2014/main" id="{07829DF8-88CC-25ED-CDE2-7CB1D4B79CC1}"/>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6" name="Graphic 55">
                <a:extLst>
                  <a:ext uri="{FF2B5EF4-FFF2-40B4-BE49-F238E27FC236}">
                    <a16:creationId xmlns:a16="http://schemas.microsoft.com/office/drawing/2014/main" id="{47D74BCB-9219-FC08-E04F-692B3B04CF1F}"/>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57" name="Text Placeholder 25">
            <a:extLst>
              <a:ext uri="{FF2B5EF4-FFF2-40B4-BE49-F238E27FC236}">
                <a16:creationId xmlns:a16="http://schemas.microsoft.com/office/drawing/2014/main" id="{5872B89D-8E57-4338-2185-5366ECB04129}"/>
              </a:ext>
            </a:extLst>
          </p:cNvPr>
          <p:cNvSpPr>
            <a:spLocks noGrp="1"/>
          </p:cNvSpPr>
          <p:nvPr>
            <p:ph type="body" sz="quarter" idx="87" hasCustomPrompt="1"/>
          </p:nvPr>
        </p:nvSpPr>
        <p:spPr>
          <a:xfrm>
            <a:off x="9083482" y="4683788"/>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grpSp>
        <p:nvGrpSpPr>
          <p:cNvPr id="58" name="Group 57">
            <a:extLst>
              <a:ext uri="{FF2B5EF4-FFF2-40B4-BE49-F238E27FC236}">
                <a16:creationId xmlns:a16="http://schemas.microsoft.com/office/drawing/2014/main" id="{600A1BE8-D3D4-C5CD-5434-516AF72D58FB}"/>
              </a:ext>
            </a:extLst>
          </p:cNvPr>
          <p:cNvGrpSpPr>
            <a:grpSpLocks noGrp="1" noUngrp="1" noRot="1" noMove="1" noResize="1"/>
          </p:cNvGrpSpPr>
          <p:nvPr userDrawn="1"/>
        </p:nvGrpSpPr>
        <p:grpSpPr>
          <a:xfrm>
            <a:off x="7840522" y="5283724"/>
            <a:ext cx="1105021" cy="307388"/>
            <a:chOff x="8139625" y="2859505"/>
            <a:chExt cx="1105021" cy="307388"/>
          </a:xfrm>
        </p:grpSpPr>
        <p:cxnSp>
          <p:nvCxnSpPr>
            <p:cNvPr id="59" name="Straight Connector 58">
              <a:extLst>
                <a:ext uri="{FF2B5EF4-FFF2-40B4-BE49-F238E27FC236}">
                  <a16:creationId xmlns:a16="http://schemas.microsoft.com/office/drawing/2014/main" id="{15699880-750C-CC7E-F832-89166CBB9943}"/>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195566F1-CBFB-0BAF-7DD7-F2640DCAE362}"/>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61" name="Oval 60">
                <a:extLst>
                  <a:ext uri="{FF2B5EF4-FFF2-40B4-BE49-F238E27FC236}">
                    <a16:creationId xmlns:a16="http://schemas.microsoft.com/office/drawing/2014/main" id="{C3413F52-52FD-EA4F-B367-8C819DD788BD}"/>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2" name="Graphic 61">
                <a:extLst>
                  <a:ext uri="{FF2B5EF4-FFF2-40B4-BE49-F238E27FC236}">
                    <a16:creationId xmlns:a16="http://schemas.microsoft.com/office/drawing/2014/main" id="{2FF376BE-7C63-8320-664E-0514FEB467D0}"/>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63" name="Text Placeholder 25">
            <a:extLst>
              <a:ext uri="{FF2B5EF4-FFF2-40B4-BE49-F238E27FC236}">
                <a16:creationId xmlns:a16="http://schemas.microsoft.com/office/drawing/2014/main" id="{B7B2D568-AC47-2D8E-024C-0048FEAABFAD}"/>
              </a:ext>
            </a:extLst>
          </p:cNvPr>
          <p:cNvSpPr>
            <a:spLocks noGrp="1"/>
          </p:cNvSpPr>
          <p:nvPr>
            <p:ph type="body" sz="quarter" idx="88" hasCustomPrompt="1"/>
          </p:nvPr>
        </p:nvSpPr>
        <p:spPr>
          <a:xfrm>
            <a:off x="9083482" y="5314469"/>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grpSp>
        <p:nvGrpSpPr>
          <p:cNvPr id="64" name="Group 63">
            <a:extLst>
              <a:ext uri="{FF2B5EF4-FFF2-40B4-BE49-F238E27FC236}">
                <a16:creationId xmlns:a16="http://schemas.microsoft.com/office/drawing/2014/main" id="{732C48E0-D5FE-10CC-0292-206470348C7E}"/>
              </a:ext>
            </a:extLst>
          </p:cNvPr>
          <p:cNvGrpSpPr>
            <a:grpSpLocks noGrp="1" noUngrp="1" noRot="1" noMove="1" noResize="1"/>
          </p:cNvGrpSpPr>
          <p:nvPr userDrawn="1"/>
        </p:nvGrpSpPr>
        <p:grpSpPr>
          <a:xfrm>
            <a:off x="7840522" y="5919689"/>
            <a:ext cx="1105021" cy="307388"/>
            <a:chOff x="8139625" y="2859505"/>
            <a:chExt cx="1105021" cy="307388"/>
          </a:xfrm>
        </p:grpSpPr>
        <p:cxnSp>
          <p:nvCxnSpPr>
            <p:cNvPr id="65" name="Straight Connector 64">
              <a:extLst>
                <a:ext uri="{FF2B5EF4-FFF2-40B4-BE49-F238E27FC236}">
                  <a16:creationId xmlns:a16="http://schemas.microsoft.com/office/drawing/2014/main" id="{B303618D-04F8-4FEC-694A-610A5F35AC52}"/>
                </a:ext>
              </a:extLst>
            </p:cNvPr>
            <p:cNvCxnSpPr>
              <a:cxnSpLocks noGrp="1" noRot="1" noMove="1" noResize="1" noEditPoints="1" noAdjustHandles="1" noChangeArrowheads="1" noChangeShapeType="1"/>
            </p:cNvCxnSpPr>
            <p:nvPr userDrawn="1"/>
          </p:nvCxnSpPr>
          <p:spPr>
            <a:xfrm>
              <a:off x="8139625" y="3014315"/>
              <a:ext cx="987425" cy="0"/>
            </a:xfrm>
            <a:prstGeom prst="line">
              <a:avLst/>
            </a:prstGeom>
            <a:ln w="127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3D3F2947-B127-5367-3D4A-A8515B79EA7C}"/>
                </a:ext>
              </a:extLst>
            </p:cNvPr>
            <p:cNvGrpSpPr>
              <a:grpSpLocks noGrp="1" noUngrp="1" noRot="1" noChangeAspect="1" noMove="1" noResize="1"/>
            </p:cNvGrpSpPr>
            <p:nvPr userDrawn="1"/>
          </p:nvGrpSpPr>
          <p:grpSpPr>
            <a:xfrm>
              <a:off x="8937258" y="2859505"/>
              <a:ext cx="307388" cy="307388"/>
              <a:chOff x="4708302" y="1534749"/>
              <a:chExt cx="324000" cy="324000"/>
            </a:xfrm>
          </p:grpSpPr>
          <p:sp>
            <p:nvSpPr>
              <p:cNvPr id="67" name="Oval 66">
                <a:extLst>
                  <a:ext uri="{FF2B5EF4-FFF2-40B4-BE49-F238E27FC236}">
                    <a16:creationId xmlns:a16="http://schemas.microsoft.com/office/drawing/2014/main" id="{D84688AD-8F96-1540-758F-527A20A876ED}"/>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8" name="Graphic 67">
                <a:extLst>
                  <a:ext uri="{FF2B5EF4-FFF2-40B4-BE49-F238E27FC236}">
                    <a16:creationId xmlns:a16="http://schemas.microsoft.com/office/drawing/2014/main" id="{2155BEF6-0058-B0B5-430D-E123DF7F2CD8}"/>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sp>
        <p:nvSpPr>
          <p:cNvPr id="69" name="Text Placeholder 25">
            <a:extLst>
              <a:ext uri="{FF2B5EF4-FFF2-40B4-BE49-F238E27FC236}">
                <a16:creationId xmlns:a16="http://schemas.microsoft.com/office/drawing/2014/main" id="{8F6A3502-EE27-A964-10F6-72A4CD3C36F5}"/>
              </a:ext>
            </a:extLst>
          </p:cNvPr>
          <p:cNvSpPr>
            <a:spLocks noGrp="1"/>
          </p:cNvSpPr>
          <p:nvPr>
            <p:ph type="body" sz="quarter" idx="89" hasCustomPrompt="1"/>
          </p:nvPr>
        </p:nvSpPr>
        <p:spPr>
          <a:xfrm>
            <a:off x="9083482" y="5953976"/>
            <a:ext cx="2556064" cy="224933"/>
          </a:xfrm>
          <a:prstGeom prst="rect">
            <a:avLst/>
          </a:prstGeom>
        </p:spPr>
        <p:txBody>
          <a:bodyPr wrap="square" lIns="0" tIns="0" rIns="0" bIns="0" anchor="ctr" anchorCtr="0">
            <a:spAutoFit/>
          </a:bodyPr>
          <a:lstStyle>
            <a:lvl1pPr marL="0" indent="0">
              <a:lnSpc>
                <a:spcPts val="1900"/>
              </a:lnSpc>
              <a:spcBef>
                <a:spcPts val="600"/>
              </a:spcBef>
              <a:buNone/>
              <a:defRPr sz="1400" spc="30" baseline="0">
                <a:solidFill>
                  <a:schemeClr val="accent5"/>
                </a:solidFill>
                <a:latin typeface="+mj-lt"/>
              </a:defRPr>
            </a:lvl1pPr>
            <a:lvl2pPr marL="457200" indent="0">
              <a:lnSpc>
                <a:spcPts val="1800"/>
              </a:lnSpc>
              <a:spcBef>
                <a:spcPts val="600"/>
              </a:spcBef>
              <a:buNone/>
              <a:defRPr sz="1600">
                <a:solidFill>
                  <a:schemeClr val="accent5">
                    <a:lumMod val="50000"/>
                  </a:schemeClr>
                </a:solidFill>
                <a:latin typeface="+mj-lt"/>
              </a:defRPr>
            </a:lvl2pPr>
            <a:lvl3pPr marL="914400" indent="0">
              <a:lnSpc>
                <a:spcPts val="1800"/>
              </a:lnSpc>
              <a:spcBef>
                <a:spcPts val="600"/>
              </a:spcBef>
              <a:buNone/>
              <a:defRPr sz="1600">
                <a:solidFill>
                  <a:schemeClr val="accent5">
                    <a:lumMod val="50000"/>
                  </a:schemeClr>
                </a:solidFill>
                <a:latin typeface="+mj-lt"/>
              </a:defRPr>
            </a:lvl3pPr>
            <a:lvl4pPr marL="1371600" indent="0">
              <a:lnSpc>
                <a:spcPts val="1800"/>
              </a:lnSpc>
              <a:spcBef>
                <a:spcPts val="600"/>
              </a:spcBef>
              <a:buNone/>
              <a:defRPr sz="1600">
                <a:solidFill>
                  <a:schemeClr val="accent5">
                    <a:lumMod val="50000"/>
                  </a:schemeClr>
                </a:solidFill>
                <a:latin typeface="+mj-lt"/>
              </a:defRPr>
            </a:lvl4pPr>
            <a:lvl5pPr marL="1828800" indent="0">
              <a:lnSpc>
                <a:spcPts val="1800"/>
              </a:lnSpc>
              <a:spcBef>
                <a:spcPts val="600"/>
              </a:spcBef>
              <a:buNone/>
              <a:defRPr sz="1600">
                <a:solidFill>
                  <a:schemeClr val="accent5">
                    <a:lumMod val="50000"/>
                  </a:schemeClr>
                </a:solidFill>
                <a:latin typeface="+mj-lt"/>
              </a:defRPr>
            </a:lvl5pPr>
          </a:lstStyle>
          <a:p>
            <a:pPr lvl="0"/>
            <a:r>
              <a:rPr lang="en-US" dirty="0"/>
              <a:t>Metric example here</a:t>
            </a:r>
            <a:endParaRPr lang="en-GB" dirty="0"/>
          </a:p>
        </p:txBody>
      </p:sp>
      <p:sp>
        <p:nvSpPr>
          <p:cNvPr id="10" name="그림 개체 틀 3">
            <a:extLst>
              <a:ext uri="{FF2B5EF4-FFF2-40B4-BE49-F238E27FC236}">
                <a16:creationId xmlns:a16="http://schemas.microsoft.com/office/drawing/2014/main" id="{7A4D9500-B00C-57F2-8094-B34FB645F795}"/>
              </a:ext>
            </a:extLst>
          </p:cNvPr>
          <p:cNvSpPr>
            <a:spLocks noGrp="1"/>
          </p:cNvSpPr>
          <p:nvPr>
            <p:ph type="pic" sz="quarter" idx="65" hasCustomPrompt="1"/>
          </p:nvPr>
        </p:nvSpPr>
        <p:spPr>
          <a:xfrm>
            <a:off x="588166" y="2328363"/>
            <a:ext cx="7347552" cy="4132997"/>
          </a:xfrm>
          <a:prstGeom prst="rect">
            <a:avLst/>
          </a:prstGeom>
          <a:pattFill prst="ltDnDiag">
            <a:fgClr>
              <a:schemeClr val="bg1">
                <a:lumMod val="75000"/>
              </a:schemeClr>
            </a:fgClr>
            <a:bgClr>
              <a:schemeClr val="bg1"/>
            </a:bgClr>
          </a:pattFill>
          <a:ln w="9525">
            <a:solidFill>
              <a:schemeClr val="bg1"/>
            </a:solidFill>
          </a:ln>
          <a:effectLst>
            <a:outerShdw blurRad="76200" dist="38100" dir="8100000" algn="tr" rotWithShape="0">
              <a:prstClr val="black">
                <a:alpha val="5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Tree>
    <p:extLst>
      <p:ext uri="{BB962C8B-B14F-4D97-AF65-F5344CB8AC3E}">
        <p14:creationId xmlns:p14="http://schemas.microsoft.com/office/powerpoint/2010/main" val="131662707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P10 | Double HEAD + Intro + 3 Step">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5B784137-2FAB-3F49-410E-A9B86F79F6EF}"/>
              </a:ext>
            </a:extLst>
          </p:cNvPr>
          <p:cNvSpPr>
            <a:spLocks noGrp="1" noRot="1" noMove="1" noResize="1" noEditPoints="1" noAdjustHandles="1" noChangeArrowheads="1" noChangeShapeType="1"/>
          </p:cNvSpPr>
          <p:nvPr userDrawn="1"/>
        </p:nvSpPr>
        <p:spPr>
          <a:xfrm>
            <a:off x="0" y="-1"/>
            <a:ext cx="12192000" cy="3598537"/>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 name="Rectangle 5">
            <a:extLst>
              <a:ext uri="{FF2B5EF4-FFF2-40B4-BE49-F238E27FC236}">
                <a16:creationId xmlns:a16="http://schemas.microsoft.com/office/drawing/2014/main" id="{0289599C-4BD0-32A8-321B-AC6E1E457036}"/>
              </a:ext>
            </a:extLst>
          </p:cNvPr>
          <p:cNvSpPr>
            <a:spLocks noGrp="1" noRot="1" noMove="1" noResize="1" noEditPoints="1" noAdjustHandles="1" noChangeArrowheads="1" noChangeShapeType="1"/>
          </p:cNvSpPr>
          <p:nvPr userDrawn="1"/>
        </p:nvSpPr>
        <p:spPr>
          <a:xfrm>
            <a:off x="1218307" y="2526960"/>
            <a:ext cx="2813851" cy="39190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8" name="Rectangle 37">
            <a:extLst>
              <a:ext uri="{FF2B5EF4-FFF2-40B4-BE49-F238E27FC236}">
                <a16:creationId xmlns:a16="http://schemas.microsoft.com/office/drawing/2014/main" id="{A19DFF53-A61F-E5F8-83A4-6BFAA778575C}"/>
              </a:ext>
            </a:extLst>
          </p:cNvPr>
          <p:cNvSpPr>
            <a:spLocks noGrp="1" noRot="1" noMove="1" noResize="1" noEditPoints="1" noAdjustHandles="1" noChangeArrowheads="1" noChangeShapeType="1"/>
          </p:cNvSpPr>
          <p:nvPr userDrawn="1"/>
        </p:nvSpPr>
        <p:spPr>
          <a:xfrm>
            <a:off x="4706536" y="2544526"/>
            <a:ext cx="2813851" cy="39190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9" name="Rectangle 38">
            <a:extLst>
              <a:ext uri="{FF2B5EF4-FFF2-40B4-BE49-F238E27FC236}">
                <a16:creationId xmlns:a16="http://schemas.microsoft.com/office/drawing/2014/main" id="{1077334F-B87F-B224-63DC-9E91BA8C131E}"/>
              </a:ext>
            </a:extLst>
          </p:cNvPr>
          <p:cNvSpPr>
            <a:spLocks noGrp="1" noRot="1" noMove="1" noResize="1" noEditPoints="1" noAdjustHandles="1" noChangeArrowheads="1" noChangeShapeType="1"/>
          </p:cNvSpPr>
          <p:nvPr userDrawn="1"/>
        </p:nvSpPr>
        <p:spPr>
          <a:xfrm>
            <a:off x="8192708" y="2544526"/>
            <a:ext cx="2813851" cy="39190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3CB0F16A-553B-262E-6522-800F45FFE3C0}"/>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 name="Text Placeholder 15">
            <a:extLst>
              <a:ext uri="{FF2B5EF4-FFF2-40B4-BE49-F238E27FC236}">
                <a16:creationId xmlns:a16="http://schemas.microsoft.com/office/drawing/2014/main" id="{77C7250D-1303-17AD-12E5-266DF5E5B6BA}"/>
              </a:ext>
            </a:extLst>
          </p:cNvPr>
          <p:cNvSpPr>
            <a:spLocks noGrp="1"/>
          </p:cNvSpPr>
          <p:nvPr userDrawn="1">
            <p:ph type="body" sz="quarter" idx="57" hasCustomPrompt="1"/>
          </p:nvPr>
        </p:nvSpPr>
        <p:spPr>
          <a:xfrm>
            <a:off x="587375" y="1756382"/>
            <a:ext cx="11052175" cy="396320"/>
          </a:xfrm>
          <a:prstGeom prst="rect">
            <a:avLst/>
          </a:prstGeom>
        </p:spPr>
        <p:txBody>
          <a:bodyPr lIns="0" tIns="0" rIns="0" bIns="0"/>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90" name="Freeform 9">
            <a:extLst>
              <a:ext uri="{FF2B5EF4-FFF2-40B4-BE49-F238E27FC236}">
                <a16:creationId xmlns:a16="http://schemas.microsoft.com/office/drawing/2014/main" id="{42762781-06FD-3E65-CDA8-12728377E499}"/>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14" name="Title 1">
            <a:extLst>
              <a:ext uri="{FF2B5EF4-FFF2-40B4-BE49-F238E27FC236}">
                <a16:creationId xmlns:a16="http://schemas.microsoft.com/office/drawing/2014/main" id="{64660311-1FBB-D745-EC6D-8032EAE14274}"/>
              </a:ext>
            </a:extLst>
          </p:cNvPr>
          <p:cNvSpPr txBox="1">
            <a:spLocks noGrp="1" noRot="1" noMove="1" noResize="1" noEditPoints="1" noAdjustHandles="1" noChangeArrowheads="1" noChangeShapeType="1"/>
          </p:cNvSpPr>
          <p:nvPr userDrawn="1"/>
        </p:nvSpPr>
        <p:spPr>
          <a:xfrm>
            <a:off x="1218307" y="2973524"/>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solidFill>
                  <a:schemeClr val="accent1"/>
                </a:solidFill>
              </a:rPr>
              <a:t>01.</a:t>
            </a:r>
          </a:p>
        </p:txBody>
      </p:sp>
      <p:cxnSp>
        <p:nvCxnSpPr>
          <p:cNvPr id="22" name="Straight Connector 15">
            <a:extLst>
              <a:ext uri="{FF2B5EF4-FFF2-40B4-BE49-F238E27FC236}">
                <a16:creationId xmlns:a16="http://schemas.microsoft.com/office/drawing/2014/main" id="{B2C09C78-0E27-C116-F467-92E252E80AAC}"/>
              </a:ext>
            </a:extLst>
          </p:cNvPr>
          <p:cNvCxnSpPr>
            <a:cxnSpLocks noGrp="1" noRot="1" noMove="1" noResize="1" noEditPoints="1" noAdjustHandles="1" noChangeArrowheads="1" noChangeShapeType="1"/>
          </p:cNvCxnSpPr>
          <p:nvPr userDrawn="1"/>
        </p:nvCxnSpPr>
        <p:spPr>
          <a:xfrm>
            <a:off x="2079018" y="3569612"/>
            <a:ext cx="1092429"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Freeform 5">
            <a:extLst>
              <a:ext uri="{FF2B5EF4-FFF2-40B4-BE49-F238E27FC236}">
                <a16:creationId xmlns:a16="http://schemas.microsoft.com/office/drawing/2014/main" id="{A0EE350E-2B46-5AEA-AAC1-C4A7FB141045}"/>
              </a:ext>
            </a:extLst>
          </p:cNvPr>
          <p:cNvSpPr>
            <a:spLocks noGrp="1" noRot="1" noMove="1" noResize="1" noEditPoints="1" noAdjustHandles="1" noChangeArrowheads="1" noChangeShapeType="1"/>
          </p:cNvSpPr>
          <p:nvPr userDrawn="1"/>
        </p:nvSpPr>
        <p:spPr bwMode="auto">
          <a:xfrm>
            <a:off x="2503302" y="5938486"/>
            <a:ext cx="243861" cy="242434"/>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1">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3" name="Freeform 5">
            <a:extLst>
              <a:ext uri="{FF2B5EF4-FFF2-40B4-BE49-F238E27FC236}">
                <a16:creationId xmlns:a16="http://schemas.microsoft.com/office/drawing/2014/main" id="{E81AC38B-F89B-FF61-4360-C320E43BA414}"/>
              </a:ext>
            </a:extLst>
          </p:cNvPr>
          <p:cNvSpPr>
            <a:spLocks noGrp="1" noRot="1" noMove="1" noResize="1" noEditPoints="1" noAdjustHandles="1" noChangeArrowheads="1" noChangeShapeType="1"/>
          </p:cNvSpPr>
          <p:nvPr userDrawn="1"/>
        </p:nvSpPr>
        <p:spPr bwMode="auto">
          <a:xfrm>
            <a:off x="5993084" y="5940401"/>
            <a:ext cx="240755" cy="240519"/>
          </a:xfrm>
          <a:custGeom>
            <a:avLst/>
            <a:gdLst>
              <a:gd name="T0" fmla="*/ 559 w 2037"/>
              <a:gd name="T1" fmla="*/ 559 h 2035"/>
              <a:gd name="T2" fmla="*/ 1478 w 2037"/>
              <a:gd name="T3" fmla="*/ 559 h 2035"/>
              <a:gd name="T4" fmla="*/ 1478 w 2037"/>
              <a:gd name="T5" fmla="*/ 1477 h 2035"/>
              <a:gd name="T6" fmla="*/ 559 w 2037"/>
              <a:gd name="T7" fmla="*/ 1477 h 2035"/>
              <a:gd name="T8" fmla="*/ 559 w 2037"/>
              <a:gd name="T9" fmla="*/ 559 h 2035"/>
              <a:gd name="T10" fmla="*/ 0 w 2037"/>
              <a:gd name="T11" fmla="*/ 2035 h 2035"/>
              <a:gd name="T12" fmla="*/ 2037 w 2037"/>
              <a:gd name="T13" fmla="*/ 2035 h 2035"/>
              <a:gd name="T14" fmla="*/ 2037 w 2037"/>
              <a:gd name="T15" fmla="*/ 0 h 2035"/>
              <a:gd name="T16" fmla="*/ 0 w 2037"/>
              <a:gd name="T17" fmla="*/ 0 h 2035"/>
              <a:gd name="T18" fmla="*/ 0 w 2037"/>
              <a:gd name="T19" fmla="*/ 203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2035">
                <a:moveTo>
                  <a:pt x="559" y="559"/>
                </a:moveTo>
                <a:lnTo>
                  <a:pt x="1478" y="559"/>
                </a:lnTo>
                <a:lnTo>
                  <a:pt x="1478" y="1477"/>
                </a:lnTo>
                <a:lnTo>
                  <a:pt x="559" y="1477"/>
                </a:lnTo>
                <a:lnTo>
                  <a:pt x="559" y="559"/>
                </a:lnTo>
                <a:close/>
                <a:moveTo>
                  <a:pt x="0" y="2035"/>
                </a:moveTo>
                <a:lnTo>
                  <a:pt x="2037" y="2035"/>
                </a:lnTo>
                <a:lnTo>
                  <a:pt x="2037" y="0"/>
                </a:lnTo>
                <a:lnTo>
                  <a:pt x="0" y="0"/>
                </a:lnTo>
                <a:lnTo>
                  <a:pt x="0" y="2035"/>
                </a:lnTo>
                <a:close/>
              </a:path>
            </a:pathLst>
          </a:custGeom>
          <a:solidFill>
            <a:schemeClr val="accent2">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5" name="Freeform 5">
            <a:extLst>
              <a:ext uri="{FF2B5EF4-FFF2-40B4-BE49-F238E27FC236}">
                <a16:creationId xmlns:a16="http://schemas.microsoft.com/office/drawing/2014/main" id="{3C1FD2D6-F66B-BE2B-53E8-817F9A7C635D}"/>
              </a:ext>
            </a:extLst>
          </p:cNvPr>
          <p:cNvSpPr>
            <a:spLocks noGrp="1" noRot="1" noMove="1" noResize="1" noEditPoints="1" noAdjustHandles="1" noChangeArrowheads="1" noChangeShapeType="1"/>
          </p:cNvSpPr>
          <p:nvPr userDrawn="1"/>
        </p:nvSpPr>
        <p:spPr bwMode="auto">
          <a:xfrm>
            <a:off x="9477703" y="5938486"/>
            <a:ext cx="243861" cy="242434"/>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1">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6" name="Title 1">
            <a:extLst>
              <a:ext uri="{FF2B5EF4-FFF2-40B4-BE49-F238E27FC236}">
                <a16:creationId xmlns:a16="http://schemas.microsoft.com/office/drawing/2014/main" id="{A654C1B4-6A17-DEE8-53E7-443E6D4A085F}"/>
              </a:ext>
            </a:extLst>
          </p:cNvPr>
          <p:cNvSpPr txBox="1">
            <a:spLocks noGrp="1" noRot="1" noMove="1" noResize="1" noEditPoints="1" noAdjustHandles="1" noChangeArrowheads="1" noChangeShapeType="1"/>
          </p:cNvSpPr>
          <p:nvPr userDrawn="1"/>
        </p:nvSpPr>
        <p:spPr>
          <a:xfrm>
            <a:off x="4706536" y="2973524"/>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solidFill>
                  <a:schemeClr val="accent2"/>
                </a:solidFill>
              </a:rPr>
              <a:t>02.</a:t>
            </a:r>
          </a:p>
        </p:txBody>
      </p:sp>
      <p:cxnSp>
        <p:nvCxnSpPr>
          <p:cNvPr id="47" name="Straight Connector 15">
            <a:extLst>
              <a:ext uri="{FF2B5EF4-FFF2-40B4-BE49-F238E27FC236}">
                <a16:creationId xmlns:a16="http://schemas.microsoft.com/office/drawing/2014/main" id="{F5D1A038-3C3F-DFD3-2C5E-D290A69ADBE8}"/>
              </a:ext>
            </a:extLst>
          </p:cNvPr>
          <p:cNvCxnSpPr>
            <a:cxnSpLocks noGrp="1" noRot="1" noMove="1" noResize="1" noEditPoints="1" noAdjustHandles="1" noChangeArrowheads="1" noChangeShapeType="1"/>
          </p:cNvCxnSpPr>
          <p:nvPr userDrawn="1"/>
        </p:nvCxnSpPr>
        <p:spPr>
          <a:xfrm>
            <a:off x="5567247" y="3569612"/>
            <a:ext cx="1092429"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Title 1">
            <a:extLst>
              <a:ext uri="{FF2B5EF4-FFF2-40B4-BE49-F238E27FC236}">
                <a16:creationId xmlns:a16="http://schemas.microsoft.com/office/drawing/2014/main" id="{BA10DBBE-8C02-648C-434C-6F7A0BC6BECA}"/>
              </a:ext>
            </a:extLst>
          </p:cNvPr>
          <p:cNvSpPr txBox="1">
            <a:spLocks noGrp="1" noRot="1" noMove="1" noResize="1" noEditPoints="1" noAdjustHandles="1" noChangeArrowheads="1" noChangeShapeType="1"/>
          </p:cNvSpPr>
          <p:nvPr userDrawn="1"/>
        </p:nvSpPr>
        <p:spPr>
          <a:xfrm>
            <a:off x="8192708" y="2973229"/>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t>03.</a:t>
            </a:r>
          </a:p>
        </p:txBody>
      </p:sp>
      <p:cxnSp>
        <p:nvCxnSpPr>
          <p:cNvPr id="55" name="Straight Connector 15">
            <a:extLst>
              <a:ext uri="{FF2B5EF4-FFF2-40B4-BE49-F238E27FC236}">
                <a16:creationId xmlns:a16="http://schemas.microsoft.com/office/drawing/2014/main" id="{222E8B62-9980-3F4A-B451-FD5F0551F98F}"/>
              </a:ext>
            </a:extLst>
          </p:cNvPr>
          <p:cNvCxnSpPr>
            <a:cxnSpLocks noGrp="1" noRot="1" noMove="1" noResize="1" noEditPoints="1" noAdjustHandles="1" noChangeArrowheads="1" noChangeShapeType="1"/>
          </p:cNvCxnSpPr>
          <p:nvPr userDrawn="1"/>
        </p:nvCxnSpPr>
        <p:spPr>
          <a:xfrm>
            <a:off x="9053419" y="3569317"/>
            <a:ext cx="1092429"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2" name="Graphic 61">
            <a:extLst>
              <a:ext uri="{FF2B5EF4-FFF2-40B4-BE49-F238E27FC236}">
                <a16:creationId xmlns:a16="http://schemas.microsoft.com/office/drawing/2014/main" id="{C8F10EFB-6653-05C4-D18B-052382427E7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156020" y="3380342"/>
            <a:ext cx="424686" cy="424686"/>
          </a:xfrm>
          <a:prstGeom prst="rect">
            <a:avLst/>
          </a:prstGeom>
        </p:spPr>
      </p:pic>
      <p:pic>
        <p:nvPicPr>
          <p:cNvPr id="63" name="Graphic 62">
            <a:extLst>
              <a:ext uri="{FF2B5EF4-FFF2-40B4-BE49-F238E27FC236}">
                <a16:creationId xmlns:a16="http://schemas.microsoft.com/office/drawing/2014/main" id="{7E65C034-4B00-208B-F1A2-612A2BD0E36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644204" y="3376947"/>
            <a:ext cx="424686" cy="424686"/>
          </a:xfrm>
          <a:prstGeom prst="rect">
            <a:avLst/>
          </a:prstGeom>
        </p:spPr>
      </p:pic>
      <p:sp>
        <p:nvSpPr>
          <p:cNvPr id="67" name="Text Placeholder 26">
            <a:extLst>
              <a:ext uri="{FF2B5EF4-FFF2-40B4-BE49-F238E27FC236}">
                <a16:creationId xmlns:a16="http://schemas.microsoft.com/office/drawing/2014/main" id="{5A92EC72-0CED-9FD1-1ADB-E67F7A0189CA}"/>
              </a:ext>
            </a:extLst>
          </p:cNvPr>
          <p:cNvSpPr>
            <a:spLocks noGrp="1"/>
          </p:cNvSpPr>
          <p:nvPr>
            <p:ph type="body" sz="quarter" idx="77" hasCustomPrompt="1"/>
          </p:nvPr>
        </p:nvSpPr>
        <p:spPr>
          <a:xfrm>
            <a:off x="1218308"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68" name="Text Placeholder 26">
            <a:extLst>
              <a:ext uri="{FF2B5EF4-FFF2-40B4-BE49-F238E27FC236}">
                <a16:creationId xmlns:a16="http://schemas.microsoft.com/office/drawing/2014/main" id="{E8CB3278-63FC-5C1E-36C0-D51C4003C5AE}"/>
              </a:ext>
            </a:extLst>
          </p:cNvPr>
          <p:cNvSpPr>
            <a:spLocks noGrp="1"/>
          </p:cNvSpPr>
          <p:nvPr>
            <p:ph type="body" sz="quarter" idx="78" hasCustomPrompt="1"/>
          </p:nvPr>
        </p:nvSpPr>
        <p:spPr>
          <a:xfrm>
            <a:off x="4704479"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69" name="Text Placeholder 26">
            <a:extLst>
              <a:ext uri="{FF2B5EF4-FFF2-40B4-BE49-F238E27FC236}">
                <a16:creationId xmlns:a16="http://schemas.microsoft.com/office/drawing/2014/main" id="{841080E8-154B-55E2-3904-AD31E06BA568}"/>
              </a:ext>
            </a:extLst>
          </p:cNvPr>
          <p:cNvSpPr>
            <a:spLocks noGrp="1"/>
          </p:cNvSpPr>
          <p:nvPr>
            <p:ph type="body" sz="quarter" idx="79" hasCustomPrompt="1"/>
          </p:nvPr>
        </p:nvSpPr>
        <p:spPr>
          <a:xfrm>
            <a:off x="8192709"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71" name="Text Placeholder 22">
            <a:extLst>
              <a:ext uri="{FF2B5EF4-FFF2-40B4-BE49-F238E27FC236}">
                <a16:creationId xmlns:a16="http://schemas.microsoft.com/office/drawing/2014/main" id="{8EF7012D-B843-B569-FE35-E55891B224BD}"/>
              </a:ext>
            </a:extLst>
          </p:cNvPr>
          <p:cNvSpPr>
            <a:spLocks noGrp="1"/>
          </p:cNvSpPr>
          <p:nvPr>
            <p:ph type="body" sz="quarter" idx="59" hasCustomPrompt="1"/>
          </p:nvPr>
        </p:nvSpPr>
        <p:spPr>
          <a:xfrm>
            <a:off x="1218307"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
        <p:nvSpPr>
          <p:cNvPr id="73" name="Text Placeholder 22">
            <a:extLst>
              <a:ext uri="{FF2B5EF4-FFF2-40B4-BE49-F238E27FC236}">
                <a16:creationId xmlns:a16="http://schemas.microsoft.com/office/drawing/2014/main" id="{D0988A47-5158-2BCC-A9F5-818CEAD16036}"/>
              </a:ext>
            </a:extLst>
          </p:cNvPr>
          <p:cNvSpPr>
            <a:spLocks noGrp="1"/>
          </p:cNvSpPr>
          <p:nvPr>
            <p:ph type="body" sz="quarter" idx="80" hasCustomPrompt="1"/>
          </p:nvPr>
        </p:nvSpPr>
        <p:spPr>
          <a:xfrm>
            <a:off x="4706536"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
        <p:nvSpPr>
          <p:cNvPr id="74" name="Text Placeholder 22">
            <a:extLst>
              <a:ext uri="{FF2B5EF4-FFF2-40B4-BE49-F238E27FC236}">
                <a16:creationId xmlns:a16="http://schemas.microsoft.com/office/drawing/2014/main" id="{EE6B3289-7FE2-D0BA-8F25-9DE134BC4B39}"/>
              </a:ext>
            </a:extLst>
          </p:cNvPr>
          <p:cNvSpPr>
            <a:spLocks noGrp="1"/>
          </p:cNvSpPr>
          <p:nvPr>
            <p:ph type="body" sz="quarter" idx="81" hasCustomPrompt="1"/>
          </p:nvPr>
        </p:nvSpPr>
        <p:spPr>
          <a:xfrm>
            <a:off x="8192708"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Tree>
    <p:extLst>
      <p:ext uri="{BB962C8B-B14F-4D97-AF65-F5344CB8AC3E}">
        <p14:creationId xmlns:p14="http://schemas.microsoft.com/office/powerpoint/2010/main" val="1698205563"/>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10 | 1_Double HEAD + Intro + 3 Step">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5B784137-2FAB-3F49-410E-A9B86F79F6EF}"/>
              </a:ext>
            </a:extLst>
          </p:cNvPr>
          <p:cNvSpPr>
            <a:spLocks noGrp="1" noRot="1" noMove="1" noResize="1" noEditPoints="1" noAdjustHandles="1" noChangeArrowheads="1" noChangeShapeType="1"/>
          </p:cNvSpPr>
          <p:nvPr userDrawn="1"/>
        </p:nvSpPr>
        <p:spPr>
          <a:xfrm>
            <a:off x="0" y="-1"/>
            <a:ext cx="12192000" cy="3598537"/>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5" name="Text Placeholder 15">
            <a:extLst>
              <a:ext uri="{FF2B5EF4-FFF2-40B4-BE49-F238E27FC236}">
                <a16:creationId xmlns:a16="http://schemas.microsoft.com/office/drawing/2014/main" id="{57CA14D9-0951-0E94-E6D3-A4130E61AC0F}"/>
              </a:ext>
            </a:extLst>
          </p:cNvPr>
          <p:cNvSpPr>
            <a:spLocks noGrp="1"/>
          </p:cNvSpPr>
          <p:nvPr>
            <p:ph type="body" sz="quarter" idx="82" hasCustomPrompt="1"/>
          </p:nvPr>
        </p:nvSpPr>
        <p:spPr>
          <a:xfrm>
            <a:off x="587375" y="1747932"/>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6" name="Rectangle 5">
            <a:extLst>
              <a:ext uri="{FF2B5EF4-FFF2-40B4-BE49-F238E27FC236}">
                <a16:creationId xmlns:a16="http://schemas.microsoft.com/office/drawing/2014/main" id="{0289599C-4BD0-32A8-321B-AC6E1E457036}"/>
              </a:ext>
            </a:extLst>
          </p:cNvPr>
          <p:cNvSpPr>
            <a:spLocks noGrp="1" noRot="1" noMove="1" noResize="1" noEditPoints="1" noAdjustHandles="1" noChangeArrowheads="1" noChangeShapeType="1"/>
          </p:cNvSpPr>
          <p:nvPr userDrawn="1"/>
        </p:nvSpPr>
        <p:spPr>
          <a:xfrm>
            <a:off x="1218307" y="2526960"/>
            <a:ext cx="2813851" cy="391907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8" name="Rectangle 37">
            <a:extLst>
              <a:ext uri="{FF2B5EF4-FFF2-40B4-BE49-F238E27FC236}">
                <a16:creationId xmlns:a16="http://schemas.microsoft.com/office/drawing/2014/main" id="{A19DFF53-A61F-E5F8-83A4-6BFAA778575C}"/>
              </a:ext>
            </a:extLst>
          </p:cNvPr>
          <p:cNvSpPr>
            <a:spLocks noGrp="1" noRot="1" noMove="1" noResize="1" noEditPoints="1" noAdjustHandles="1" noChangeArrowheads="1" noChangeShapeType="1"/>
          </p:cNvSpPr>
          <p:nvPr userDrawn="1"/>
        </p:nvSpPr>
        <p:spPr>
          <a:xfrm>
            <a:off x="4706536" y="2544526"/>
            <a:ext cx="2813851" cy="39190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9" name="Rectangle 38">
            <a:extLst>
              <a:ext uri="{FF2B5EF4-FFF2-40B4-BE49-F238E27FC236}">
                <a16:creationId xmlns:a16="http://schemas.microsoft.com/office/drawing/2014/main" id="{1077334F-B87F-B224-63DC-9E91BA8C131E}"/>
              </a:ext>
            </a:extLst>
          </p:cNvPr>
          <p:cNvSpPr>
            <a:spLocks noGrp="1" noRot="1" noMove="1" noResize="1" noEditPoints="1" noAdjustHandles="1" noChangeArrowheads="1" noChangeShapeType="1"/>
          </p:cNvSpPr>
          <p:nvPr userDrawn="1"/>
        </p:nvSpPr>
        <p:spPr>
          <a:xfrm>
            <a:off x="8192708" y="2544526"/>
            <a:ext cx="2813851" cy="39190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3CB0F16A-553B-262E-6522-800F45FFE3C0}"/>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gn="ctr">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90" name="Freeform 9">
            <a:extLst>
              <a:ext uri="{FF2B5EF4-FFF2-40B4-BE49-F238E27FC236}">
                <a16:creationId xmlns:a16="http://schemas.microsoft.com/office/drawing/2014/main" id="{42762781-06FD-3E65-CDA8-12728377E499}"/>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14" name="Title 1">
            <a:extLst>
              <a:ext uri="{FF2B5EF4-FFF2-40B4-BE49-F238E27FC236}">
                <a16:creationId xmlns:a16="http://schemas.microsoft.com/office/drawing/2014/main" id="{64660311-1FBB-D745-EC6D-8032EAE14274}"/>
              </a:ext>
            </a:extLst>
          </p:cNvPr>
          <p:cNvSpPr txBox="1">
            <a:spLocks noGrp="1" noRot="1" noMove="1" noResize="1" noEditPoints="1" noAdjustHandles="1" noChangeArrowheads="1" noChangeShapeType="1"/>
          </p:cNvSpPr>
          <p:nvPr userDrawn="1"/>
        </p:nvSpPr>
        <p:spPr>
          <a:xfrm>
            <a:off x="1218307" y="2973524"/>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solidFill>
                  <a:schemeClr val="accent1"/>
                </a:solidFill>
              </a:rPr>
              <a:t>01.</a:t>
            </a:r>
          </a:p>
        </p:txBody>
      </p:sp>
      <p:cxnSp>
        <p:nvCxnSpPr>
          <p:cNvPr id="22" name="Straight Connector 15">
            <a:extLst>
              <a:ext uri="{FF2B5EF4-FFF2-40B4-BE49-F238E27FC236}">
                <a16:creationId xmlns:a16="http://schemas.microsoft.com/office/drawing/2014/main" id="{B2C09C78-0E27-C116-F467-92E252E80AAC}"/>
              </a:ext>
            </a:extLst>
          </p:cNvPr>
          <p:cNvCxnSpPr>
            <a:cxnSpLocks noGrp="1" noRot="1" noMove="1" noResize="1" noEditPoints="1" noAdjustHandles="1" noChangeArrowheads="1" noChangeShapeType="1"/>
          </p:cNvCxnSpPr>
          <p:nvPr userDrawn="1"/>
        </p:nvCxnSpPr>
        <p:spPr>
          <a:xfrm>
            <a:off x="2079018" y="3569612"/>
            <a:ext cx="1092429"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Freeform 5">
            <a:extLst>
              <a:ext uri="{FF2B5EF4-FFF2-40B4-BE49-F238E27FC236}">
                <a16:creationId xmlns:a16="http://schemas.microsoft.com/office/drawing/2014/main" id="{A0EE350E-2B46-5AEA-AAC1-C4A7FB141045}"/>
              </a:ext>
            </a:extLst>
          </p:cNvPr>
          <p:cNvSpPr>
            <a:spLocks noGrp="1" noRot="1" noMove="1" noResize="1" noEditPoints="1" noAdjustHandles="1" noChangeArrowheads="1" noChangeShapeType="1"/>
          </p:cNvSpPr>
          <p:nvPr userDrawn="1"/>
        </p:nvSpPr>
        <p:spPr bwMode="auto">
          <a:xfrm>
            <a:off x="2503302" y="5938486"/>
            <a:ext cx="243861" cy="242434"/>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1">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3" name="Freeform 5">
            <a:extLst>
              <a:ext uri="{FF2B5EF4-FFF2-40B4-BE49-F238E27FC236}">
                <a16:creationId xmlns:a16="http://schemas.microsoft.com/office/drawing/2014/main" id="{E81AC38B-F89B-FF61-4360-C320E43BA414}"/>
              </a:ext>
            </a:extLst>
          </p:cNvPr>
          <p:cNvSpPr>
            <a:spLocks noGrp="1" noRot="1" noMove="1" noResize="1" noEditPoints="1" noAdjustHandles="1" noChangeArrowheads="1" noChangeShapeType="1"/>
          </p:cNvSpPr>
          <p:nvPr userDrawn="1"/>
        </p:nvSpPr>
        <p:spPr bwMode="auto">
          <a:xfrm>
            <a:off x="5993084" y="5940401"/>
            <a:ext cx="240755" cy="240519"/>
          </a:xfrm>
          <a:custGeom>
            <a:avLst/>
            <a:gdLst>
              <a:gd name="T0" fmla="*/ 559 w 2037"/>
              <a:gd name="T1" fmla="*/ 559 h 2035"/>
              <a:gd name="T2" fmla="*/ 1478 w 2037"/>
              <a:gd name="T3" fmla="*/ 559 h 2035"/>
              <a:gd name="T4" fmla="*/ 1478 w 2037"/>
              <a:gd name="T5" fmla="*/ 1477 h 2035"/>
              <a:gd name="T6" fmla="*/ 559 w 2037"/>
              <a:gd name="T7" fmla="*/ 1477 h 2035"/>
              <a:gd name="T8" fmla="*/ 559 w 2037"/>
              <a:gd name="T9" fmla="*/ 559 h 2035"/>
              <a:gd name="T10" fmla="*/ 0 w 2037"/>
              <a:gd name="T11" fmla="*/ 2035 h 2035"/>
              <a:gd name="T12" fmla="*/ 2037 w 2037"/>
              <a:gd name="T13" fmla="*/ 2035 h 2035"/>
              <a:gd name="T14" fmla="*/ 2037 w 2037"/>
              <a:gd name="T15" fmla="*/ 0 h 2035"/>
              <a:gd name="T16" fmla="*/ 0 w 2037"/>
              <a:gd name="T17" fmla="*/ 0 h 2035"/>
              <a:gd name="T18" fmla="*/ 0 w 2037"/>
              <a:gd name="T19" fmla="*/ 2035 h 2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7" h="2035">
                <a:moveTo>
                  <a:pt x="559" y="559"/>
                </a:moveTo>
                <a:lnTo>
                  <a:pt x="1478" y="559"/>
                </a:lnTo>
                <a:lnTo>
                  <a:pt x="1478" y="1477"/>
                </a:lnTo>
                <a:lnTo>
                  <a:pt x="559" y="1477"/>
                </a:lnTo>
                <a:lnTo>
                  <a:pt x="559" y="559"/>
                </a:lnTo>
                <a:close/>
                <a:moveTo>
                  <a:pt x="0" y="2035"/>
                </a:moveTo>
                <a:lnTo>
                  <a:pt x="2037" y="2035"/>
                </a:lnTo>
                <a:lnTo>
                  <a:pt x="2037" y="0"/>
                </a:lnTo>
                <a:lnTo>
                  <a:pt x="0" y="0"/>
                </a:lnTo>
                <a:lnTo>
                  <a:pt x="0" y="2035"/>
                </a:lnTo>
                <a:close/>
              </a:path>
            </a:pathLst>
          </a:custGeom>
          <a:solidFill>
            <a:schemeClr val="accent2">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5" name="Freeform 5">
            <a:extLst>
              <a:ext uri="{FF2B5EF4-FFF2-40B4-BE49-F238E27FC236}">
                <a16:creationId xmlns:a16="http://schemas.microsoft.com/office/drawing/2014/main" id="{3C1FD2D6-F66B-BE2B-53E8-817F9A7C635D}"/>
              </a:ext>
            </a:extLst>
          </p:cNvPr>
          <p:cNvSpPr>
            <a:spLocks noGrp="1" noRot="1" noMove="1" noResize="1" noEditPoints="1" noAdjustHandles="1" noChangeArrowheads="1" noChangeShapeType="1"/>
          </p:cNvSpPr>
          <p:nvPr userDrawn="1"/>
        </p:nvSpPr>
        <p:spPr bwMode="auto">
          <a:xfrm>
            <a:off x="9477703" y="5938486"/>
            <a:ext cx="243861" cy="242434"/>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1">
              <a:alpha val="60000"/>
            </a:schemeClr>
          </a:solidFill>
          <a:ln>
            <a:noFill/>
          </a:ln>
        </p:spPr>
        <p:txBody>
          <a:bodyPr vert="horz" wrap="square" lIns="91440" tIns="45720" rIns="91440" bIns="45720" numCol="1" anchor="t" anchorCtr="0" compatLnSpc="1">
            <a:prstTxWarp prst="textNoShape">
              <a:avLst/>
            </a:prstTxWarp>
          </a:bodyPr>
          <a:lstStyle/>
          <a:p>
            <a:endParaRPr lang="en-ZA"/>
          </a:p>
        </p:txBody>
      </p:sp>
      <p:sp>
        <p:nvSpPr>
          <p:cNvPr id="46" name="Title 1">
            <a:extLst>
              <a:ext uri="{FF2B5EF4-FFF2-40B4-BE49-F238E27FC236}">
                <a16:creationId xmlns:a16="http://schemas.microsoft.com/office/drawing/2014/main" id="{A654C1B4-6A17-DEE8-53E7-443E6D4A085F}"/>
              </a:ext>
            </a:extLst>
          </p:cNvPr>
          <p:cNvSpPr txBox="1">
            <a:spLocks noGrp="1" noRot="1" noMove="1" noResize="1" noEditPoints="1" noAdjustHandles="1" noChangeArrowheads="1" noChangeShapeType="1"/>
          </p:cNvSpPr>
          <p:nvPr userDrawn="1"/>
        </p:nvSpPr>
        <p:spPr>
          <a:xfrm>
            <a:off x="4706536" y="2973524"/>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solidFill>
                  <a:schemeClr val="accent2"/>
                </a:solidFill>
              </a:rPr>
              <a:t>02.</a:t>
            </a:r>
          </a:p>
        </p:txBody>
      </p:sp>
      <p:cxnSp>
        <p:nvCxnSpPr>
          <p:cNvPr id="47" name="Straight Connector 15">
            <a:extLst>
              <a:ext uri="{FF2B5EF4-FFF2-40B4-BE49-F238E27FC236}">
                <a16:creationId xmlns:a16="http://schemas.microsoft.com/office/drawing/2014/main" id="{F5D1A038-3C3F-DFD3-2C5E-D290A69ADBE8}"/>
              </a:ext>
            </a:extLst>
          </p:cNvPr>
          <p:cNvCxnSpPr>
            <a:cxnSpLocks noGrp="1" noRot="1" noMove="1" noResize="1" noEditPoints="1" noAdjustHandles="1" noChangeArrowheads="1" noChangeShapeType="1"/>
          </p:cNvCxnSpPr>
          <p:nvPr userDrawn="1"/>
        </p:nvCxnSpPr>
        <p:spPr>
          <a:xfrm>
            <a:off x="5567247" y="3569612"/>
            <a:ext cx="1092429" cy="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Title 1">
            <a:extLst>
              <a:ext uri="{FF2B5EF4-FFF2-40B4-BE49-F238E27FC236}">
                <a16:creationId xmlns:a16="http://schemas.microsoft.com/office/drawing/2014/main" id="{BA10DBBE-8C02-648C-434C-6F7A0BC6BECA}"/>
              </a:ext>
            </a:extLst>
          </p:cNvPr>
          <p:cNvSpPr txBox="1">
            <a:spLocks noGrp="1" noRot="1" noMove="1" noResize="1" noEditPoints="1" noAdjustHandles="1" noChangeArrowheads="1" noChangeShapeType="1"/>
          </p:cNvSpPr>
          <p:nvPr userDrawn="1"/>
        </p:nvSpPr>
        <p:spPr>
          <a:xfrm>
            <a:off x="8192708" y="2973229"/>
            <a:ext cx="2813851" cy="387798"/>
          </a:xfrm>
          <a:prstGeom prst="rect">
            <a:avLst/>
          </a:prstGeom>
        </p:spPr>
        <p:txBody>
          <a:bodyPr wrap="square" lIns="0" tIns="0" rIns="0" bIns="0" anchor="t" anchorCtr="0">
            <a:spAutoFit/>
          </a:bodyPr>
          <a:lstStyle>
            <a:lvl1pPr algn="ctr"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2800" dirty="0"/>
              <a:t>03.</a:t>
            </a:r>
          </a:p>
        </p:txBody>
      </p:sp>
      <p:cxnSp>
        <p:nvCxnSpPr>
          <p:cNvPr id="55" name="Straight Connector 15">
            <a:extLst>
              <a:ext uri="{FF2B5EF4-FFF2-40B4-BE49-F238E27FC236}">
                <a16:creationId xmlns:a16="http://schemas.microsoft.com/office/drawing/2014/main" id="{222E8B62-9980-3F4A-B451-FD5F0551F98F}"/>
              </a:ext>
            </a:extLst>
          </p:cNvPr>
          <p:cNvCxnSpPr>
            <a:cxnSpLocks noGrp="1" noRot="1" noMove="1" noResize="1" noEditPoints="1" noAdjustHandles="1" noChangeArrowheads="1" noChangeShapeType="1"/>
          </p:cNvCxnSpPr>
          <p:nvPr userDrawn="1"/>
        </p:nvCxnSpPr>
        <p:spPr>
          <a:xfrm>
            <a:off x="9053419" y="3569317"/>
            <a:ext cx="1092429" cy="0"/>
          </a:xfrm>
          <a:prstGeom prst="line">
            <a:avLst/>
          </a:prstGeom>
          <a:ln w="50800">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 Placeholder 26">
            <a:extLst>
              <a:ext uri="{FF2B5EF4-FFF2-40B4-BE49-F238E27FC236}">
                <a16:creationId xmlns:a16="http://schemas.microsoft.com/office/drawing/2014/main" id="{5A92EC72-0CED-9FD1-1ADB-E67F7A0189CA}"/>
              </a:ext>
            </a:extLst>
          </p:cNvPr>
          <p:cNvSpPr>
            <a:spLocks noGrp="1"/>
          </p:cNvSpPr>
          <p:nvPr>
            <p:ph type="body" sz="quarter" idx="77" hasCustomPrompt="1"/>
          </p:nvPr>
        </p:nvSpPr>
        <p:spPr>
          <a:xfrm>
            <a:off x="1218308"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68" name="Text Placeholder 26">
            <a:extLst>
              <a:ext uri="{FF2B5EF4-FFF2-40B4-BE49-F238E27FC236}">
                <a16:creationId xmlns:a16="http://schemas.microsoft.com/office/drawing/2014/main" id="{E8CB3278-63FC-5C1E-36C0-D51C4003C5AE}"/>
              </a:ext>
            </a:extLst>
          </p:cNvPr>
          <p:cNvSpPr>
            <a:spLocks noGrp="1"/>
          </p:cNvSpPr>
          <p:nvPr>
            <p:ph type="body" sz="quarter" idx="78" hasCustomPrompt="1"/>
          </p:nvPr>
        </p:nvSpPr>
        <p:spPr>
          <a:xfrm>
            <a:off x="4704479"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69" name="Text Placeholder 26">
            <a:extLst>
              <a:ext uri="{FF2B5EF4-FFF2-40B4-BE49-F238E27FC236}">
                <a16:creationId xmlns:a16="http://schemas.microsoft.com/office/drawing/2014/main" id="{841080E8-154B-55E2-3904-AD31E06BA568}"/>
              </a:ext>
            </a:extLst>
          </p:cNvPr>
          <p:cNvSpPr>
            <a:spLocks noGrp="1"/>
          </p:cNvSpPr>
          <p:nvPr>
            <p:ph type="body" sz="quarter" idx="79" hasCustomPrompt="1"/>
          </p:nvPr>
        </p:nvSpPr>
        <p:spPr>
          <a:xfrm>
            <a:off x="8192709" y="4107961"/>
            <a:ext cx="2813850" cy="654025"/>
          </a:xfrm>
          <a:prstGeom prst="rect">
            <a:avLst/>
          </a:prstGeom>
        </p:spPr>
        <p:txBody>
          <a:bodyPr wrap="square" lIns="216000" tIns="0" rIns="21600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YOUR MAIN CONCEPT HEADING OR COPY HERE</a:t>
            </a:r>
            <a:endParaRPr lang="en-ZA" dirty="0"/>
          </a:p>
        </p:txBody>
      </p:sp>
      <p:sp>
        <p:nvSpPr>
          <p:cNvPr id="71" name="Text Placeholder 22">
            <a:extLst>
              <a:ext uri="{FF2B5EF4-FFF2-40B4-BE49-F238E27FC236}">
                <a16:creationId xmlns:a16="http://schemas.microsoft.com/office/drawing/2014/main" id="{8EF7012D-B843-B569-FE35-E55891B224BD}"/>
              </a:ext>
            </a:extLst>
          </p:cNvPr>
          <p:cNvSpPr>
            <a:spLocks noGrp="1"/>
          </p:cNvSpPr>
          <p:nvPr>
            <p:ph type="body" sz="quarter" idx="59" hasCustomPrompt="1"/>
          </p:nvPr>
        </p:nvSpPr>
        <p:spPr>
          <a:xfrm>
            <a:off x="1218307"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
        <p:nvSpPr>
          <p:cNvPr id="73" name="Text Placeholder 22">
            <a:extLst>
              <a:ext uri="{FF2B5EF4-FFF2-40B4-BE49-F238E27FC236}">
                <a16:creationId xmlns:a16="http://schemas.microsoft.com/office/drawing/2014/main" id="{D0988A47-5158-2BCC-A9F5-818CEAD16036}"/>
              </a:ext>
            </a:extLst>
          </p:cNvPr>
          <p:cNvSpPr>
            <a:spLocks noGrp="1"/>
          </p:cNvSpPr>
          <p:nvPr>
            <p:ph type="body" sz="quarter" idx="80" hasCustomPrompt="1"/>
          </p:nvPr>
        </p:nvSpPr>
        <p:spPr>
          <a:xfrm>
            <a:off x="4706536"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
        <p:nvSpPr>
          <p:cNvPr id="74" name="Text Placeholder 22">
            <a:extLst>
              <a:ext uri="{FF2B5EF4-FFF2-40B4-BE49-F238E27FC236}">
                <a16:creationId xmlns:a16="http://schemas.microsoft.com/office/drawing/2014/main" id="{EE6B3289-7FE2-D0BA-8F25-9DE134BC4B39}"/>
              </a:ext>
            </a:extLst>
          </p:cNvPr>
          <p:cNvSpPr>
            <a:spLocks noGrp="1"/>
          </p:cNvSpPr>
          <p:nvPr>
            <p:ph type="body" sz="quarter" idx="81" hasCustomPrompt="1"/>
          </p:nvPr>
        </p:nvSpPr>
        <p:spPr>
          <a:xfrm>
            <a:off x="8192708" y="5104146"/>
            <a:ext cx="2813850" cy="525337"/>
          </a:xfrm>
          <a:prstGeom prst="rect">
            <a:avLst/>
          </a:prstGeom>
        </p:spPr>
        <p:txBody>
          <a:bodyPr wrap="square" lIns="216000" tIns="0" rIns="216000" bIns="0">
            <a:spAutoFit/>
          </a:bodyPr>
          <a:lstStyle>
            <a:lvl1pPr marL="0" indent="0" algn="ctr">
              <a:lnSpc>
                <a:spcPts val="1400"/>
              </a:lnSpc>
              <a:spcBef>
                <a:spcPts val="600"/>
              </a:spcBef>
              <a:buNone/>
              <a:defRPr sz="1050" b="0" spc="40" baseline="0">
                <a:solidFill>
                  <a:schemeClr val="bg1"/>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CAN BE OVER THREE LINES IF YOU WISH</a:t>
            </a:r>
            <a:endParaRPr lang="en-ZA" dirty="0"/>
          </a:p>
        </p:txBody>
      </p:sp>
      <p:sp>
        <p:nvSpPr>
          <p:cNvPr id="9" name="Freeform: Shape 8">
            <a:extLst>
              <a:ext uri="{FF2B5EF4-FFF2-40B4-BE49-F238E27FC236}">
                <a16:creationId xmlns:a16="http://schemas.microsoft.com/office/drawing/2014/main" id="{827BB4BE-AD37-BA13-A8B2-EFFEB9CA8362}"/>
              </a:ext>
            </a:extLst>
          </p:cNvPr>
          <p:cNvSpPr>
            <a:spLocks noGrp="1" noRot="1" noMove="1" noResize="1" noEditPoints="1" noAdjustHandles="1" noChangeArrowheads="1" noChangeShapeType="1"/>
          </p:cNvSpPr>
          <p:nvPr userDrawn="1"/>
        </p:nvSpPr>
        <p:spPr>
          <a:xfrm>
            <a:off x="7690905" y="3362242"/>
            <a:ext cx="334149" cy="467554"/>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FFE707A6-5DE9-F372-CE5B-A41C08D1EAF0}"/>
              </a:ext>
            </a:extLst>
          </p:cNvPr>
          <p:cNvSpPr>
            <a:spLocks noGrp="1" noRot="1" noMove="1" noResize="1" noEditPoints="1" noAdjustHandles="1" noChangeArrowheads="1" noChangeShapeType="1"/>
          </p:cNvSpPr>
          <p:nvPr userDrawn="1"/>
        </p:nvSpPr>
        <p:spPr>
          <a:xfrm>
            <a:off x="4199812" y="3362242"/>
            <a:ext cx="334149" cy="467554"/>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spTree>
    <p:extLst>
      <p:ext uri="{BB962C8B-B14F-4D97-AF65-F5344CB8AC3E}">
        <p14:creationId xmlns:p14="http://schemas.microsoft.com/office/powerpoint/2010/main" val="19499274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10 | HEAD + Sub-Head + 3-4 Step">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4E5BD128-B8E7-0487-5FC2-99B76E8D52BA}"/>
              </a:ext>
            </a:extLst>
          </p:cNvPr>
          <p:cNvGrpSpPr>
            <a:grpSpLocks noGrp="1" noUngrp="1" noRot="1" noMove="1" noResize="1"/>
          </p:cNvGrpSpPr>
          <p:nvPr userDrawn="1"/>
        </p:nvGrpSpPr>
        <p:grpSpPr>
          <a:xfrm>
            <a:off x="548217" y="1981663"/>
            <a:ext cx="11125338" cy="257175"/>
            <a:chOff x="548217" y="1981663"/>
            <a:chExt cx="11125338" cy="257175"/>
          </a:xfrm>
        </p:grpSpPr>
        <p:cxnSp>
          <p:nvCxnSpPr>
            <p:cNvPr id="9" name="Straight Arrow Connector 8">
              <a:extLst>
                <a:ext uri="{FF2B5EF4-FFF2-40B4-BE49-F238E27FC236}">
                  <a16:creationId xmlns:a16="http://schemas.microsoft.com/office/drawing/2014/main" id="{0A146FE8-06EA-6335-A874-D6070C3B7887}"/>
                </a:ext>
              </a:extLst>
            </p:cNvPr>
            <p:cNvCxnSpPr>
              <a:cxnSpLocks noGrp="1" noRot="1" noMove="1" noResize="1" noEditPoints="1" noAdjustHandles="1" noChangeArrowheads="1" noChangeShapeType="1"/>
            </p:cNvCxnSpPr>
            <p:nvPr userDrawn="1"/>
          </p:nvCxnSpPr>
          <p:spPr>
            <a:xfrm>
              <a:off x="588166" y="2110250"/>
              <a:ext cx="11085389" cy="0"/>
            </a:xfrm>
            <a:prstGeom prst="straightConnector1">
              <a:avLst/>
            </a:prstGeom>
            <a:ln w="28575" cap="rnd">
              <a:solidFill>
                <a:srgbClr val="7A94A8"/>
              </a:solidFill>
              <a:prstDash val="solid"/>
              <a:round/>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53" name="Group 52">
              <a:extLst>
                <a:ext uri="{FF2B5EF4-FFF2-40B4-BE49-F238E27FC236}">
                  <a16:creationId xmlns:a16="http://schemas.microsoft.com/office/drawing/2014/main" id="{EF1785F4-0AEE-1D88-6B91-878F16871949}"/>
                </a:ext>
              </a:extLst>
            </p:cNvPr>
            <p:cNvGrpSpPr>
              <a:grpSpLocks noGrp="1" noUngrp="1" noRot="1" noMove="1" noResize="1"/>
            </p:cNvGrpSpPr>
            <p:nvPr userDrawn="1"/>
          </p:nvGrpSpPr>
          <p:grpSpPr>
            <a:xfrm>
              <a:off x="548217" y="1981663"/>
              <a:ext cx="257175" cy="257175"/>
              <a:chOff x="548217" y="1981663"/>
              <a:chExt cx="257175" cy="257175"/>
            </a:xfrm>
          </p:grpSpPr>
          <p:sp>
            <p:nvSpPr>
              <p:cNvPr id="52" name="Oval 51">
                <a:extLst>
                  <a:ext uri="{FF2B5EF4-FFF2-40B4-BE49-F238E27FC236}">
                    <a16:creationId xmlns:a16="http://schemas.microsoft.com/office/drawing/2014/main" id="{57693223-8BD7-6893-D337-A14DBF4A2CF3}"/>
                  </a:ext>
                </a:extLst>
              </p:cNvPr>
              <p:cNvSpPr>
                <a:spLocks noGrp="1" noRot="1" noMove="1" noResize="1" noEditPoints="1" noAdjustHandles="1" noChangeArrowheads="1" noChangeShapeType="1"/>
              </p:cNvSpPr>
              <p:nvPr userDrawn="1"/>
            </p:nvSpPr>
            <p:spPr>
              <a:xfrm>
                <a:off x="548217" y="1981663"/>
                <a:ext cx="257175" cy="25717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1" name="Graphic 50">
                <a:extLst>
                  <a:ext uri="{FF2B5EF4-FFF2-40B4-BE49-F238E27FC236}">
                    <a16:creationId xmlns:a16="http://schemas.microsoft.com/office/drawing/2014/main" id="{2462A476-41D1-D654-7FDD-034C3540F90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90549" y="2023996"/>
                <a:ext cx="172510" cy="172508"/>
              </a:xfrm>
              <a:prstGeom prst="rect">
                <a:avLst/>
              </a:prstGeom>
            </p:spPr>
          </p:pic>
        </p:grpSp>
      </p:gr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0" name="Rectangle 9">
            <a:extLst>
              <a:ext uri="{FF2B5EF4-FFF2-40B4-BE49-F238E27FC236}">
                <a16:creationId xmlns:a16="http://schemas.microsoft.com/office/drawing/2014/main" id="{F065CBFC-E7A2-5CA7-9E54-3367E417E316}"/>
              </a:ext>
            </a:extLst>
          </p:cNvPr>
          <p:cNvSpPr>
            <a:spLocks noGrp="1" noRot="1" noMove="1" noResize="1" noEditPoints="1" noAdjustHandles="1" noChangeArrowheads="1" noChangeShapeType="1"/>
          </p:cNvSpPr>
          <p:nvPr userDrawn="1"/>
        </p:nvSpPr>
        <p:spPr>
          <a:xfrm>
            <a:off x="2968714" y="2495371"/>
            <a:ext cx="2025353" cy="39506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00AFA66F-238F-8910-5DE6-6D520FE056EC}"/>
              </a:ext>
            </a:extLst>
          </p:cNvPr>
          <p:cNvSpPr>
            <a:spLocks noGrp="1" noRot="1" noMove="1" noResize="1" noEditPoints="1" noAdjustHandles="1" noChangeArrowheads="1" noChangeShapeType="1"/>
          </p:cNvSpPr>
          <p:nvPr userDrawn="1"/>
        </p:nvSpPr>
        <p:spPr>
          <a:xfrm>
            <a:off x="5078050" y="2495371"/>
            <a:ext cx="2025353" cy="39506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C471A258-95DE-2CBD-A665-A2EAC3F9C378}"/>
              </a:ext>
            </a:extLst>
          </p:cNvPr>
          <p:cNvSpPr>
            <a:spLocks noGrp="1" noRot="1" noMove="1" noResize="1" noEditPoints="1" noAdjustHandles="1" noChangeArrowheads="1" noChangeShapeType="1"/>
          </p:cNvSpPr>
          <p:nvPr userDrawn="1"/>
        </p:nvSpPr>
        <p:spPr>
          <a:xfrm>
            <a:off x="7187386" y="2495371"/>
            <a:ext cx="2025353" cy="39506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9CB28E33-4B3E-900D-FB3C-950531E18480}"/>
              </a:ext>
            </a:extLst>
          </p:cNvPr>
          <p:cNvSpPr>
            <a:spLocks noGrp="1" noRot="1" noMove="1" noResize="1" noEditPoints="1" noAdjustHandles="1" noChangeArrowheads="1" noChangeShapeType="1"/>
          </p:cNvSpPr>
          <p:nvPr userDrawn="1"/>
        </p:nvSpPr>
        <p:spPr>
          <a:xfrm>
            <a:off x="9296722" y="2495371"/>
            <a:ext cx="2025353" cy="39506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Rectangle 18">
            <a:extLst>
              <a:ext uri="{FF2B5EF4-FFF2-40B4-BE49-F238E27FC236}">
                <a16:creationId xmlns:a16="http://schemas.microsoft.com/office/drawing/2014/main" id="{2205C774-FC16-38EE-CE05-DE725FD184ED}"/>
              </a:ext>
            </a:extLst>
          </p:cNvPr>
          <p:cNvSpPr>
            <a:spLocks noGrp="1" noRot="1" noMove="1" noResize="1" noEditPoints="1" noAdjustHandles="1" noChangeArrowheads="1" noChangeShapeType="1"/>
          </p:cNvSpPr>
          <p:nvPr userDrawn="1"/>
        </p:nvSpPr>
        <p:spPr>
          <a:xfrm>
            <a:off x="2968714" y="1750770"/>
            <a:ext cx="2025353" cy="71896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 name="Rectangle 19">
            <a:extLst>
              <a:ext uri="{FF2B5EF4-FFF2-40B4-BE49-F238E27FC236}">
                <a16:creationId xmlns:a16="http://schemas.microsoft.com/office/drawing/2014/main" id="{27C54ED6-EADA-6A1C-8054-A736C3220597}"/>
              </a:ext>
            </a:extLst>
          </p:cNvPr>
          <p:cNvSpPr>
            <a:spLocks noGrp="1" noRot="1" noMove="1" noResize="1" noEditPoints="1" noAdjustHandles="1" noChangeArrowheads="1" noChangeShapeType="1"/>
          </p:cNvSpPr>
          <p:nvPr userDrawn="1"/>
        </p:nvSpPr>
        <p:spPr>
          <a:xfrm>
            <a:off x="5078050" y="1750770"/>
            <a:ext cx="2025353" cy="71896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Rectangle 20">
            <a:extLst>
              <a:ext uri="{FF2B5EF4-FFF2-40B4-BE49-F238E27FC236}">
                <a16:creationId xmlns:a16="http://schemas.microsoft.com/office/drawing/2014/main" id="{F971F9DA-5BB9-F1F0-04CC-4725726B160A}"/>
              </a:ext>
            </a:extLst>
          </p:cNvPr>
          <p:cNvSpPr>
            <a:spLocks noGrp="1" noRot="1" noMove="1" noResize="1" noEditPoints="1" noAdjustHandles="1" noChangeArrowheads="1" noChangeShapeType="1"/>
          </p:cNvSpPr>
          <p:nvPr userDrawn="1"/>
        </p:nvSpPr>
        <p:spPr>
          <a:xfrm>
            <a:off x="7187386" y="1750770"/>
            <a:ext cx="2025353" cy="71896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2" name="Rectangle 21">
            <a:extLst>
              <a:ext uri="{FF2B5EF4-FFF2-40B4-BE49-F238E27FC236}">
                <a16:creationId xmlns:a16="http://schemas.microsoft.com/office/drawing/2014/main" id="{C5B06C33-B20C-B305-827A-A2AFD4E32DFD}"/>
              </a:ext>
            </a:extLst>
          </p:cNvPr>
          <p:cNvSpPr>
            <a:spLocks noGrp="1" noRot="1" noMove="1" noResize="1" noEditPoints="1" noAdjustHandles="1" noChangeArrowheads="1" noChangeShapeType="1"/>
          </p:cNvSpPr>
          <p:nvPr userDrawn="1"/>
        </p:nvSpPr>
        <p:spPr>
          <a:xfrm>
            <a:off x="9296722" y="1750770"/>
            <a:ext cx="2025353" cy="71896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3" name="Oval 22">
            <a:extLst>
              <a:ext uri="{FF2B5EF4-FFF2-40B4-BE49-F238E27FC236}">
                <a16:creationId xmlns:a16="http://schemas.microsoft.com/office/drawing/2014/main" id="{9278B3E1-12E1-9020-6209-28F778450C6E}"/>
              </a:ext>
            </a:extLst>
          </p:cNvPr>
          <p:cNvSpPr>
            <a:spLocks noGrp="1" noRot="1" noMove="1" noResize="1" noEditPoints="1" noAdjustHandles="1" noChangeArrowheads="1" noChangeShapeType="1"/>
          </p:cNvSpPr>
          <p:nvPr userDrawn="1"/>
        </p:nvSpPr>
        <p:spPr>
          <a:xfrm>
            <a:off x="552450" y="2973793"/>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sp>
        <p:nvSpPr>
          <p:cNvPr id="24" name="Oval 23">
            <a:extLst>
              <a:ext uri="{FF2B5EF4-FFF2-40B4-BE49-F238E27FC236}">
                <a16:creationId xmlns:a16="http://schemas.microsoft.com/office/drawing/2014/main" id="{FC999562-3804-448C-4B6D-32D1E8C65DCD}"/>
              </a:ext>
            </a:extLst>
          </p:cNvPr>
          <p:cNvSpPr>
            <a:spLocks noGrp="1" noRot="1" noMove="1" noResize="1" noEditPoints="1" noAdjustHandles="1" noChangeArrowheads="1" noChangeShapeType="1"/>
          </p:cNvSpPr>
          <p:nvPr userDrawn="1"/>
        </p:nvSpPr>
        <p:spPr>
          <a:xfrm>
            <a:off x="552450" y="4290686"/>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02</a:t>
            </a:r>
          </a:p>
        </p:txBody>
      </p:sp>
      <p:sp>
        <p:nvSpPr>
          <p:cNvPr id="25" name="Oval 24">
            <a:extLst>
              <a:ext uri="{FF2B5EF4-FFF2-40B4-BE49-F238E27FC236}">
                <a16:creationId xmlns:a16="http://schemas.microsoft.com/office/drawing/2014/main" id="{A1B01769-E4C6-7DF6-4ECA-7D3100A52A31}"/>
              </a:ext>
            </a:extLst>
          </p:cNvPr>
          <p:cNvSpPr>
            <a:spLocks noGrp="1" noRot="1" noMove="1" noResize="1" noEditPoints="1" noAdjustHandles="1" noChangeArrowheads="1" noChangeShapeType="1"/>
          </p:cNvSpPr>
          <p:nvPr userDrawn="1"/>
        </p:nvSpPr>
        <p:spPr>
          <a:xfrm>
            <a:off x="552450" y="5607588"/>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03</a:t>
            </a:r>
          </a:p>
        </p:txBody>
      </p:sp>
      <p:sp>
        <p:nvSpPr>
          <p:cNvPr id="28" name="Text Placeholder 36">
            <a:extLst>
              <a:ext uri="{FF2B5EF4-FFF2-40B4-BE49-F238E27FC236}">
                <a16:creationId xmlns:a16="http://schemas.microsoft.com/office/drawing/2014/main" id="{BAA807AB-264D-A4B1-7CA1-8AE144881021}"/>
              </a:ext>
            </a:extLst>
          </p:cNvPr>
          <p:cNvSpPr>
            <a:spLocks noGrp="1"/>
          </p:cNvSpPr>
          <p:nvPr>
            <p:ph type="body" sz="quarter" idx="49" hasCustomPrompt="1"/>
          </p:nvPr>
        </p:nvSpPr>
        <p:spPr>
          <a:xfrm>
            <a:off x="2982193" y="2134730"/>
            <a:ext cx="1998395" cy="193899"/>
          </a:xfrm>
          <a:prstGeom prst="rect">
            <a:avLst/>
          </a:prstGeom>
        </p:spPr>
        <p:txBody>
          <a:bodyPr wrap="square" lIns="144000" tIns="0" rIns="144000" bIns="0" anchor="t" anchorCtr="0">
            <a:spAutoFit/>
          </a:bodyPr>
          <a:lstStyle>
            <a:lvl1pPr marL="0" indent="0" algn="ctr">
              <a:buNone/>
              <a:defRPr sz="14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HEADING</a:t>
            </a:r>
            <a:endParaRPr lang="en-ZA" dirty="0"/>
          </a:p>
        </p:txBody>
      </p:sp>
      <p:sp>
        <p:nvSpPr>
          <p:cNvPr id="29" name="Text Placeholder 36">
            <a:extLst>
              <a:ext uri="{FF2B5EF4-FFF2-40B4-BE49-F238E27FC236}">
                <a16:creationId xmlns:a16="http://schemas.microsoft.com/office/drawing/2014/main" id="{8EBA8FD3-052B-10F6-BDB5-457D7EEE88B7}"/>
              </a:ext>
            </a:extLst>
          </p:cNvPr>
          <p:cNvSpPr>
            <a:spLocks noGrp="1"/>
          </p:cNvSpPr>
          <p:nvPr>
            <p:ph type="body" sz="quarter" idx="50" hasCustomPrompt="1"/>
          </p:nvPr>
        </p:nvSpPr>
        <p:spPr>
          <a:xfrm>
            <a:off x="5091529" y="2134730"/>
            <a:ext cx="1998395" cy="193899"/>
          </a:xfrm>
          <a:prstGeom prst="rect">
            <a:avLst/>
          </a:prstGeom>
        </p:spPr>
        <p:txBody>
          <a:bodyPr wrap="square" lIns="144000" tIns="0" rIns="144000" bIns="0" anchor="t" anchorCtr="0">
            <a:spAutoFit/>
          </a:bodyPr>
          <a:lstStyle>
            <a:lvl1pPr marL="0" indent="0" algn="ctr">
              <a:buNone/>
              <a:defRPr sz="14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HEADING</a:t>
            </a:r>
            <a:endParaRPr lang="en-ZA" dirty="0"/>
          </a:p>
        </p:txBody>
      </p:sp>
      <p:sp>
        <p:nvSpPr>
          <p:cNvPr id="30" name="Text Placeholder 36">
            <a:extLst>
              <a:ext uri="{FF2B5EF4-FFF2-40B4-BE49-F238E27FC236}">
                <a16:creationId xmlns:a16="http://schemas.microsoft.com/office/drawing/2014/main" id="{A92EA480-9795-4618-2C47-8C4C3950B15F}"/>
              </a:ext>
            </a:extLst>
          </p:cNvPr>
          <p:cNvSpPr>
            <a:spLocks noGrp="1"/>
          </p:cNvSpPr>
          <p:nvPr>
            <p:ph type="body" sz="quarter" idx="51" hasCustomPrompt="1"/>
          </p:nvPr>
        </p:nvSpPr>
        <p:spPr>
          <a:xfrm>
            <a:off x="7200865" y="2134730"/>
            <a:ext cx="1998395" cy="193899"/>
          </a:xfrm>
          <a:prstGeom prst="rect">
            <a:avLst/>
          </a:prstGeom>
        </p:spPr>
        <p:txBody>
          <a:bodyPr wrap="square" lIns="144000" tIns="0" rIns="144000" bIns="0" anchor="t" anchorCtr="0">
            <a:spAutoFit/>
          </a:bodyPr>
          <a:lstStyle>
            <a:lvl1pPr marL="0" indent="0" algn="ctr">
              <a:buNone/>
              <a:defRPr sz="14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HEADING</a:t>
            </a:r>
            <a:endParaRPr lang="en-ZA" dirty="0"/>
          </a:p>
        </p:txBody>
      </p:sp>
      <p:sp>
        <p:nvSpPr>
          <p:cNvPr id="31" name="Text Placeholder 36">
            <a:extLst>
              <a:ext uri="{FF2B5EF4-FFF2-40B4-BE49-F238E27FC236}">
                <a16:creationId xmlns:a16="http://schemas.microsoft.com/office/drawing/2014/main" id="{89A7C603-0260-7F54-E358-72DB33AB8BDB}"/>
              </a:ext>
            </a:extLst>
          </p:cNvPr>
          <p:cNvSpPr>
            <a:spLocks noGrp="1"/>
          </p:cNvSpPr>
          <p:nvPr>
            <p:ph type="body" sz="quarter" idx="52" hasCustomPrompt="1"/>
          </p:nvPr>
        </p:nvSpPr>
        <p:spPr>
          <a:xfrm>
            <a:off x="9310201" y="2134730"/>
            <a:ext cx="1998395" cy="193899"/>
          </a:xfrm>
          <a:prstGeom prst="rect">
            <a:avLst/>
          </a:prstGeom>
        </p:spPr>
        <p:txBody>
          <a:bodyPr wrap="square" lIns="144000" tIns="0" rIns="144000" bIns="0" anchor="t" anchorCtr="0">
            <a:spAutoFit/>
          </a:bodyPr>
          <a:lstStyle>
            <a:lvl1pPr marL="0" indent="0" algn="ctr">
              <a:buNone/>
              <a:defRPr sz="14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HEADING</a:t>
            </a:r>
            <a:endParaRPr lang="en-ZA" dirty="0"/>
          </a:p>
        </p:txBody>
      </p:sp>
      <p:sp>
        <p:nvSpPr>
          <p:cNvPr id="32" name="Text Placeholder 36">
            <a:extLst>
              <a:ext uri="{FF2B5EF4-FFF2-40B4-BE49-F238E27FC236}">
                <a16:creationId xmlns:a16="http://schemas.microsoft.com/office/drawing/2014/main" id="{AED90652-3049-5D80-2999-89D0E53638C9}"/>
              </a:ext>
            </a:extLst>
          </p:cNvPr>
          <p:cNvSpPr>
            <a:spLocks noGrp="1"/>
          </p:cNvSpPr>
          <p:nvPr>
            <p:ph type="body" sz="quarter" idx="53" hasCustomPrompt="1"/>
          </p:nvPr>
        </p:nvSpPr>
        <p:spPr>
          <a:xfrm>
            <a:off x="2982193" y="1913843"/>
            <a:ext cx="1998395" cy="124650"/>
          </a:xfrm>
          <a:prstGeom prst="rect">
            <a:avLst/>
          </a:prstGeom>
        </p:spPr>
        <p:txBody>
          <a:bodyPr wrap="square" lIns="144000" tIns="0" rIns="144000" bIns="0" anchor="t" anchorCtr="0">
            <a:spAutoFit/>
          </a:bodyPr>
          <a:lstStyle>
            <a:lvl1pPr marL="0" indent="0" algn="ctr">
              <a:buNone/>
              <a:defRPr sz="900" b="0"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Phase 1</a:t>
            </a:r>
            <a:endParaRPr lang="en-ZA" dirty="0"/>
          </a:p>
        </p:txBody>
      </p:sp>
      <p:sp>
        <p:nvSpPr>
          <p:cNvPr id="33" name="Text Placeholder 36">
            <a:extLst>
              <a:ext uri="{FF2B5EF4-FFF2-40B4-BE49-F238E27FC236}">
                <a16:creationId xmlns:a16="http://schemas.microsoft.com/office/drawing/2014/main" id="{7CC90474-7E0F-8026-92EA-7B589E6D1195}"/>
              </a:ext>
            </a:extLst>
          </p:cNvPr>
          <p:cNvSpPr>
            <a:spLocks noGrp="1"/>
          </p:cNvSpPr>
          <p:nvPr>
            <p:ph type="body" sz="quarter" idx="54" hasCustomPrompt="1"/>
          </p:nvPr>
        </p:nvSpPr>
        <p:spPr>
          <a:xfrm>
            <a:off x="5091529" y="1913843"/>
            <a:ext cx="1998395" cy="124650"/>
          </a:xfrm>
          <a:prstGeom prst="rect">
            <a:avLst/>
          </a:prstGeom>
        </p:spPr>
        <p:txBody>
          <a:bodyPr wrap="square" lIns="144000" tIns="0" rIns="144000" bIns="0" anchor="t" anchorCtr="0">
            <a:spAutoFit/>
          </a:bodyPr>
          <a:lstStyle>
            <a:lvl1pPr marL="0" indent="0" algn="ctr">
              <a:buNone/>
              <a:defRPr sz="900" b="0"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Phase 2</a:t>
            </a:r>
            <a:endParaRPr lang="en-ZA" dirty="0"/>
          </a:p>
        </p:txBody>
      </p:sp>
      <p:sp>
        <p:nvSpPr>
          <p:cNvPr id="34" name="Text Placeholder 36">
            <a:extLst>
              <a:ext uri="{FF2B5EF4-FFF2-40B4-BE49-F238E27FC236}">
                <a16:creationId xmlns:a16="http://schemas.microsoft.com/office/drawing/2014/main" id="{00F99138-9AA5-62AC-5596-8D2914D29C16}"/>
              </a:ext>
            </a:extLst>
          </p:cNvPr>
          <p:cNvSpPr>
            <a:spLocks noGrp="1"/>
          </p:cNvSpPr>
          <p:nvPr>
            <p:ph type="body" sz="quarter" idx="55" hasCustomPrompt="1"/>
          </p:nvPr>
        </p:nvSpPr>
        <p:spPr>
          <a:xfrm>
            <a:off x="7200865" y="1913843"/>
            <a:ext cx="1998395" cy="124650"/>
          </a:xfrm>
          <a:prstGeom prst="rect">
            <a:avLst/>
          </a:prstGeom>
        </p:spPr>
        <p:txBody>
          <a:bodyPr wrap="square" lIns="144000" tIns="0" rIns="144000" bIns="0" anchor="t" anchorCtr="0">
            <a:spAutoFit/>
          </a:bodyPr>
          <a:lstStyle>
            <a:lvl1pPr marL="0" indent="0" algn="ctr">
              <a:buNone/>
              <a:defRPr sz="900" b="0"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Phase 3</a:t>
            </a:r>
            <a:endParaRPr lang="en-ZA" dirty="0"/>
          </a:p>
        </p:txBody>
      </p:sp>
      <p:sp>
        <p:nvSpPr>
          <p:cNvPr id="35" name="Text Placeholder 36">
            <a:extLst>
              <a:ext uri="{FF2B5EF4-FFF2-40B4-BE49-F238E27FC236}">
                <a16:creationId xmlns:a16="http://schemas.microsoft.com/office/drawing/2014/main" id="{B1F82D58-394E-5999-B3DA-2C1DE61F46E0}"/>
              </a:ext>
            </a:extLst>
          </p:cNvPr>
          <p:cNvSpPr>
            <a:spLocks noGrp="1"/>
          </p:cNvSpPr>
          <p:nvPr>
            <p:ph type="body" sz="quarter" idx="56" hasCustomPrompt="1"/>
          </p:nvPr>
        </p:nvSpPr>
        <p:spPr>
          <a:xfrm>
            <a:off x="9310201" y="1913843"/>
            <a:ext cx="1998395" cy="124650"/>
          </a:xfrm>
          <a:prstGeom prst="rect">
            <a:avLst/>
          </a:prstGeom>
        </p:spPr>
        <p:txBody>
          <a:bodyPr wrap="square" lIns="144000" tIns="0" rIns="144000" bIns="0" anchor="t" anchorCtr="0">
            <a:spAutoFit/>
          </a:bodyPr>
          <a:lstStyle>
            <a:lvl1pPr marL="0" indent="0" algn="ctr">
              <a:buNone/>
              <a:defRPr sz="900" b="0"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Phase 4</a:t>
            </a:r>
            <a:endParaRPr lang="en-ZA" dirty="0"/>
          </a:p>
        </p:txBody>
      </p:sp>
      <p:sp>
        <p:nvSpPr>
          <p:cNvPr id="36" name="Text Placeholder 4">
            <a:extLst>
              <a:ext uri="{FF2B5EF4-FFF2-40B4-BE49-F238E27FC236}">
                <a16:creationId xmlns:a16="http://schemas.microsoft.com/office/drawing/2014/main" id="{AC20FEE4-4D1D-12C8-CAF3-E85640034694}"/>
              </a:ext>
            </a:extLst>
          </p:cNvPr>
          <p:cNvSpPr>
            <a:spLocks noGrp="1"/>
          </p:cNvSpPr>
          <p:nvPr>
            <p:ph type="body" sz="quarter" idx="57" hasCustomPrompt="1"/>
          </p:nvPr>
        </p:nvSpPr>
        <p:spPr>
          <a:xfrm>
            <a:off x="1036807" y="3060274"/>
            <a:ext cx="162000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37" name="Text Placeholder 4">
            <a:extLst>
              <a:ext uri="{FF2B5EF4-FFF2-40B4-BE49-F238E27FC236}">
                <a16:creationId xmlns:a16="http://schemas.microsoft.com/office/drawing/2014/main" id="{FBCF1359-0D77-7E06-8AEA-56457A09DB34}"/>
              </a:ext>
            </a:extLst>
          </p:cNvPr>
          <p:cNvSpPr>
            <a:spLocks noGrp="1"/>
          </p:cNvSpPr>
          <p:nvPr>
            <p:ph type="body" sz="quarter" idx="58" hasCustomPrompt="1"/>
          </p:nvPr>
        </p:nvSpPr>
        <p:spPr>
          <a:xfrm>
            <a:off x="1036807" y="4377167"/>
            <a:ext cx="162000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2</a:t>
            </a:r>
          </a:p>
        </p:txBody>
      </p:sp>
      <p:sp>
        <p:nvSpPr>
          <p:cNvPr id="38" name="Text Placeholder 4">
            <a:extLst>
              <a:ext uri="{FF2B5EF4-FFF2-40B4-BE49-F238E27FC236}">
                <a16:creationId xmlns:a16="http://schemas.microsoft.com/office/drawing/2014/main" id="{1AD0DE53-9078-9BF7-D3E7-D0B4B6F2318F}"/>
              </a:ext>
            </a:extLst>
          </p:cNvPr>
          <p:cNvSpPr>
            <a:spLocks noGrp="1"/>
          </p:cNvSpPr>
          <p:nvPr>
            <p:ph type="body" sz="quarter" idx="59" hasCustomPrompt="1"/>
          </p:nvPr>
        </p:nvSpPr>
        <p:spPr>
          <a:xfrm>
            <a:off x="1036807" y="5694069"/>
            <a:ext cx="162000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3</a:t>
            </a:r>
          </a:p>
        </p:txBody>
      </p:sp>
      <p:cxnSp>
        <p:nvCxnSpPr>
          <p:cNvPr id="42" name="Straight Connector 41">
            <a:extLst>
              <a:ext uri="{FF2B5EF4-FFF2-40B4-BE49-F238E27FC236}">
                <a16:creationId xmlns:a16="http://schemas.microsoft.com/office/drawing/2014/main" id="{CC0D2ED3-141A-9389-EDCC-78AACC80E335}"/>
              </a:ext>
            </a:extLst>
          </p:cNvPr>
          <p:cNvCxnSpPr>
            <a:cxnSpLocks noGrp="1" noRot="1" noMove="1" noResize="1" noEditPoints="1" noAdjustHandles="1" noChangeArrowheads="1" noChangeShapeType="1"/>
          </p:cNvCxnSpPr>
          <p:nvPr userDrawn="1"/>
        </p:nvCxnSpPr>
        <p:spPr>
          <a:xfrm>
            <a:off x="3117390" y="3812264"/>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3AF6ECD-1343-D45A-562A-7241E036008F}"/>
              </a:ext>
            </a:extLst>
          </p:cNvPr>
          <p:cNvCxnSpPr>
            <a:cxnSpLocks noGrp="1" noRot="1" noMove="1" noResize="1" noEditPoints="1" noAdjustHandles="1" noChangeArrowheads="1" noChangeShapeType="1"/>
          </p:cNvCxnSpPr>
          <p:nvPr userDrawn="1"/>
        </p:nvCxnSpPr>
        <p:spPr>
          <a:xfrm>
            <a:off x="3117390" y="5129157"/>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B084646-2873-0D70-DB63-B793AE5CD1AF}"/>
              </a:ext>
            </a:extLst>
          </p:cNvPr>
          <p:cNvCxnSpPr>
            <a:cxnSpLocks noGrp="1" noRot="1" noMove="1" noResize="1" noEditPoints="1" noAdjustHandles="1" noChangeArrowheads="1" noChangeShapeType="1"/>
          </p:cNvCxnSpPr>
          <p:nvPr userDrawn="1"/>
        </p:nvCxnSpPr>
        <p:spPr>
          <a:xfrm>
            <a:off x="5232000" y="3814528"/>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F70A1BB-CC7C-B1CD-DF15-8668E33F4A7D}"/>
              </a:ext>
            </a:extLst>
          </p:cNvPr>
          <p:cNvCxnSpPr>
            <a:cxnSpLocks noGrp="1" noRot="1" noMove="1" noResize="1" noEditPoints="1" noAdjustHandles="1" noChangeArrowheads="1" noChangeShapeType="1"/>
          </p:cNvCxnSpPr>
          <p:nvPr userDrawn="1"/>
        </p:nvCxnSpPr>
        <p:spPr>
          <a:xfrm>
            <a:off x="5232000" y="5131421"/>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5FA12C-ACDF-667A-E29C-702113A9C3E9}"/>
              </a:ext>
            </a:extLst>
          </p:cNvPr>
          <p:cNvCxnSpPr>
            <a:cxnSpLocks noGrp="1" noRot="1" noMove="1" noResize="1" noEditPoints="1" noAdjustHandles="1" noChangeArrowheads="1" noChangeShapeType="1"/>
          </p:cNvCxnSpPr>
          <p:nvPr userDrawn="1"/>
        </p:nvCxnSpPr>
        <p:spPr>
          <a:xfrm>
            <a:off x="7333904" y="3812264"/>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CE1C960-A5D7-6CA8-CBBE-62FCF9C86897}"/>
              </a:ext>
            </a:extLst>
          </p:cNvPr>
          <p:cNvCxnSpPr>
            <a:cxnSpLocks noGrp="1" noRot="1" noMove="1" noResize="1" noEditPoints="1" noAdjustHandles="1" noChangeArrowheads="1" noChangeShapeType="1"/>
          </p:cNvCxnSpPr>
          <p:nvPr userDrawn="1"/>
        </p:nvCxnSpPr>
        <p:spPr>
          <a:xfrm>
            <a:off x="7333904" y="5129157"/>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2311FBC-4E96-650D-35F8-BA7F82D473FC}"/>
              </a:ext>
            </a:extLst>
          </p:cNvPr>
          <p:cNvCxnSpPr>
            <a:cxnSpLocks noGrp="1" noRot="1" noMove="1" noResize="1" noEditPoints="1" noAdjustHandles="1" noChangeArrowheads="1" noChangeShapeType="1"/>
          </p:cNvCxnSpPr>
          <p:nvPr userDrawn="1"/>
        </p:nvCxnSpPr>
        <p:spPr>
          <a:xfrm>
            <a:off x="9450555" y="3812264"/>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8B21051-F8E8-964D-258F-8E5C1BB9EE70}"/>
              </a:ext>
            </a:extLst>
          </p:cNvPr>
          <p:cNvCxnSpPr>
            <a:cxnSpLocks noGrp="1" noRot="1" noMove="1" noResize="1" noEditPoints="1" noAdjustHandles="1" noChangeArrowheads="1" noChangeShapeType="1"/>
          </p:cNvCxnSpPr>
          <p:nvPr userDrawn="1"/>
        </p:nvCxnSpPr>
        <p:spPr>
          <a:xfrm>
            <a:off x="9450555" y="5129157"/>
            <a:ext cx="172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4" name="Text Placeholder 22">
            <a:extLst>
              <a:ext uri="{FF2B5EF4-FFF2-40B4-BE49-F238E27FC236}">
                <a16:creationId xmlns:a16="http://schemas.microsoft.com/office/drawing/2014/main" id="{988B4771-EF1F-9F44-E763-5AF468F2FA0F}"/>
              </a:ext>
            </a:extLst>
          </p:cNvPr>
          <p:cNvSpPr>
            <a:spLocks noGrp="1"/>
          </p:cNvSpPr>
          <p:nvPr>
            <p:ph type="body" sz="quarter" idx="60" hasCustomPrompt="1"/>
          </p:nvPr>
        </p:nvSpPr>
        <p:spPr>
          <a:xfrm>
            <a:off x="2979261" y="2494212"/>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65" name="Text Placeholder 22">
            <a:extLst>
              <a:ext uri="{FF2B5EF4-FFF2-40B4-BE49-F238E27FC236}">
                <a16:creationId xmlns:a16="http://schemas.microsoft.com/office/drawing/2014/main" id="{FBC2FEB5-9832-3712-AEF7-75954E180FE5}"/>
              </a:ext>
            </a:extLst>
          </p:cNvPr>
          <p:cNvSpPr>
            <a:spLocks noGrp="1"/>
          </p:cNvSpPr>
          <p:nvPr>
            <p:ph type="body" sz="quarter" idx="61" hasCustomPrompt="1"/>
          </p:nvPr>
        </p:nvSpPr>
        <p:spPr>
          <a:xfrm>
            <a:off x="2979261" y="3811106"/>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66" name="Text Placeholder 22">
            <a:extLst>
              <a:ext uri="{FF2B5EF4-FFF2-40B4-BE49-F238E27FC236}">
                <a16:creationId xmlns:a16="http://schemas.microsoft.com/office/drawing/2014/main" id="{14ECBD8D-9782-79A9-D0D6-9625781B7928}"/>
              </a:ext>
            </a:extLst>
          </p:cNvPr>
          <p:cNvSpPr>
            <a:spLocks noGrp="1"/>
          </p:cNvSpPr>
          <p:nvPr>
            <p:ph type="body" sz="quarter" idx="62" hasCustomPrompt="1"/>
          </p:nvPr>
        </p:nvSpPr>
        <p:spPr>
          <a:xfrm>
            <a:off x="2979261" y="5127959"/>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67" name="Text Placeholder 22">
            <a:extLst>
              <a:ext uri="{FF2B5EF4-FFF2-40B4-BE49-F238E27FC236}">
                <a16:creationId xmlns:a16="http://schemas.microsoft.com/office/drawing/2014/main" id="{F74964B0-19A9-BB9B-4E97-FDF9B508FA72}"/>
              </a:ext>
            </a:extLst>
          </p:cNvPr>
          <p:cNvSpPr>
            <a:spLocks noGrp="1"/>
          </p:cNvSpPr>
          <p:nvPr>
            <p:ph type="body" sz="quarter" idx="63" hasCustomPrompt="1"/>
          </p:nvPr>
        </p:nvSpPr>
        <p:spPr>
          <a:xfrm>
            <a:off x="5088597" y="2494212"/>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68" name="Text Placeholder 22">
            <a:extLst>
              <a:ext uri="{FF2B5EF4-FFF2-40B4-BE49-F238E27FC236}">
                <a16:creationId xmlns:a16="http://schemas.microsoft.com/office/drawing/2014/main" id="{B9054F97-7849-1C49-B558-F72898614340}"/>
              </a:ext>
            </a:extLst>
          </p:cNvPr>
          <p:cNvSpPr>
            <a:spLocks noGrp="1"/>
          </p:cNvSpPr>
          <p:nvPr>
            <p:ph type="body" sz="quarter" idx="64" hasCustomPrompt="1"/>
          </p:nvPr>
        </p:nvSpPr>
        <p:spPr>
          <a:xfrm>
            <a:off x="5088597" y="3811106"/>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69" name="Text Placeholder 22">
            <a:extLst>
              <a:ext uri="{FF2B5EF4-FFF2-40B4-BE49-F238E27FC236}">
                <a16:creationId xmlns:a16="http://schemas.microsoft.com/office/drawing/2014/main" id="{7349AC0A-5D4B-13F1-B300-E9D9B748F4C3}"/>
              </a:ext>
            </a:extLst>
          </p:cNvPr>
          <p:cNvSpPr>
            <a:spLocks noGrp="1"/>
          </p:cNvSpPr>
          <p:nvPr>
            <p:ph type="body" sz="quarter" idx="65" hasCustomPrompt="1"/>
          </p:nvPr>
        </p:nvSpPr>
        <p:spPr>
          <a:xfrm>
            <a:off x="5088597" y="5127959"/>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0" name="Text Placeholder 22">
            <a:extLst>
              <a:ext uri="{FF2B5EF4-FFF2-40B4-BE49-F238E27FC236}">
                <a16:creationId xmlns:a16="http://schemas.microsoft.com/office/drawing/2014/main" id="{981FC70A-ADAD-4E7C-F74C-912CAE46C20A}"/>
              </a:ext>
            </a:extLst>
          </p:cNvPr>
          <p:cNvSpPr>
            <a:spLocks noGrp="1"/>
          </p:cNvSpPr>
          <p:nvPr>
            <p:ph type="body" sz="quarter" idx="66" hasCustomPrompt="1"/>
          </p:nvPr>
        </p:nvSpPr>
        <p:spPr>
          <a:xfrm>
            <a:off x="7200865" y="2494212"/>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1" name="Text Placeholder 22">
            <a:extLst>
              <a:ext uri="{FF2B5EF4-FFF2-40B4-BE49-F238E27FC236}">
                <a16:creationId xmlns:a16="http://schemas.microsoft.com/office/drawing/2014/main" id="{4AC1E7F0-5EE6-AEA1-23A2-1D36C8F62765}"/>
              </a:ext>
            </a:extLst>
          </p:cNvPr>
          <p:cNvSpPr>
            <a:spLocks noGrp="1"/>
          </p:cNvSpPr>
          <p:nvPr>
            <p:ph type="body" sz="quarter" idx="67" hasCustomPrompt="1"/>
          </p:nvPr>
        </p:nvSpPr>
        <p:spPr>
          <a:xfrm>
            <a:off x="7200865" y="3811106"/>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2" name="Text Placeholder 22">
            <a:extLst>
              <a:ext uri="{FF2B5EF4-FFF2-40B4-BE49-F238E27FC236}">
                <a16:creationId xmlns:a16="http://schemas.microsoft.com/office/drawing/2014/main" id="{C4BDA6E9-C1FB-C2BE-124B-E928BD46374D}"/>
              </a:ext>
            </a:extLst>
          </p:cNvPr>
          <p:cNvSpPr>
            <a:spLocks noGrp="1"/>
          </p:cNvSpPr>
          <p:nvPr>
            <p:ph type="body" sz="quarter" idx="68" hasCustomPrompt="1"/>
          </p:nvPr>
        </p:nvSpPr>
        <p:spPr>
          <a:xfrm>
            <a:off x="7200865" y="5127959"/>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3" name="Text Placeholder 22">
            <a:extLst>
              <a:ext uri="{FF2B5EF4-FFF2-40B4-BE49-F238E27FC236}">
                <a16:creationId xmlns:a16="http://schemas.microsoft.com/office/drawing/2014/main" id="{72EEBA3D-5C37-FAD6-D958-7837F084292B}"/>
              </a:ext>
            </a:extLst>
          </p:cNvPr>
          <p:cNvSpPr>
            <a:spLocks noGrp="1"/>
          </p:cNvSpPr>
          <p:nvPr>
            <p:ph type="body" sz="quarter" idx="69" hasCustomPrompt="1"/>
          </p:nvPr>
        </p:nvSpPr>
        <p:spPr>
          <a:xfrm>
            <a:off x="9307269" y="2494212"/>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4" name="Text Placeholder 22">
            <a:extLst>
              <a:ext uri="{FF2B5EF4-FFF2-40B4-BE49-F238E27FC236}">
                <a16:creationId xmlns:a16="http://schemas.microsoft.com/office/drawing/2014/main" id="{2DE7DBE3-2187-3CBF-9123-B5243E9C7C08}"/>
              </a:ext>
            </a:extLst>
          </p:cNvPr>
          <p:cNvSpPr>
            <a:spLocks noGrp="1"/>
          </p:cNvSpPr>
          <p:nvPr>
            <p:ph type="body" sz="quarter" idx="70" hasCustomPrompt="1"/>
          </p:nvPr>
        </p:nvSpPr>
        <p:spPr>
          <a:xfrm>
            <a:off x="9307269" y="3811106"/>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5" name="Text Placeholder 22">
            <a:extLst>
              <a:ext uri="{FF2B5EF4-FFF2-40B4-BE49-F238E27FC236}">
                <a16:creationId xmlns:a16="http://schemas.microsoft.com/office/drawing/2014/main" id="{21F90FD0-A363-A415-0E51-3779F355447F}"/>
              </a:ext>
            </a:extLst>
          </p:cNvPr>
          <p:cNvSpPr>
            <a:spLocks noGrp="1"/>
          </p:cNvSpPr>
          <p:nvPr>
            <p:ph type="body" sz="quarter" idx="71" hasCustomPrompt="1"/>
          </p:nvPr>
        </p:nvSpPr>
        <p:spPr>
          <a:xfrm>
            <a:off x="9307269" y="5127959"/>
            <a:ext cx="2001327" cy="1318051"/>
          </a:xfrm>
          <a:prstGeom prst="rect">
            <a:avLst/>
          </a:prstGeom>
        </p:spPr>
        <p:txBody>
          <a:bodyPr wrap="square" lIns="180000" tIns="180000" rIns="180000" bIns="180000" anchor="ctr" anchorCtr="0">
            <a:noAutofit/>
          </a:bodyPr>
          <a:lstStyle>
            <a:lvl1pPr marL="0" indent="0" algn="ctr">
              <a:spcBef>
                <a:spcPts val="6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Tree>
    <p:extLst>
      <p:ext uri="{BB962C8B-B14F-4D97-AF65-F5344CB8AC3E}">
        <p14:creationId xmlns:p14="http://schemas.microsoft.com/office/powerpoint/2010/main" val="80844545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10 | HEAD + Intro + 4 Ste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0738C4-A306-D58B-9D20-696483931ED7}"/>
              </a:ext>
            </a:extLst>
          </p:cNvPr>
          <p:cNvSpPr>
            <a:spLocks noGrp="1" noRot="1" noMove="1" noResize="1" noEditPoints="1" noAdjustHandles="1" noChangeArrowheads="1" noChangeShapeType="1"/>
          </p:cNvSpPr>
          <p:nvPr userDrawn="1"/>
        </p:nvSpPr>
        <p:spPr>
          <a:xfrm>
            <a:off x="588166" y="551507"/>
            <a:ext cx="2859418" cy="285941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Rectangle 3">
            <a:extLst>
              <a:ext uri="{FF2B5EF4-FFF2-40B4-BE49-F238E27FC236}">
                <a16:creationId xmlns:a16="http://schemas.microsoft.com/office/drawing/2014/main" id="{BB6C8249-CB42-401C-623A-26982FD0FC0E}"/>
              </a:ext>
            </a:extLst>
          </p:cNvPr>
          <p:cNvSpPr>
            <a:spLocks noGrp="1" noRot="1" noMove="1" noResize="1" noEditPoints="1" noAdjustHandles="1" noChangeArrowheads="1" noChangeShapeType="1"/>
          </p:cNvSpPr>
          <p:nvPr userDrawn="1"/>
        </p:nvSpPr>
        <p:spPr>
          <a:xfrm>
            <a:off x="3627847" y="551507"/>
            <a:ext cx="2859418" cy="285941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792A713B-3A6F-F26A-B019-29D9209A4971}"/>
              </a:ext>
            </a:extLst>
          </p:cNvPr>
          <p:cNvSpPr>
            <a:spLocks noGrp="1" noRot="1" noMove="1" noResize="1" noEditPoints="1" noAdjustHandles="1" noChangeArrowheads="1" noChangeShapeType="1"/>
          </p:cNvSpPr>
          <p:nvPr userDrawn="1"/>
        </p:nvSpPr>
        <p:spPr>
          <a:xfrm>
            <a:off x="588166" y="3586632"/>
            <a:ext cx="2859418" cy="285941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B84CD178-44A0-FB73-B3EE-BA56F39513CB}"/>
              </a:ext>
            </a:extLst>
          </p:cNvPr>
          <p:cNvSpPr>
            <a:spLocks noGrp="1" noRot="1" noMove="1" noResize="1" noEditPoints="1" noAdjustHandles="1" noChangeArrowheads="1" noChangeShapeType="1"/>
          </p:cNvSpPr>
          <p:nvPr userDrawn="1"/>
        </p:nvSpPr>
        <p:spPr>
          <a:xfrm>
            <a:off x="3627847" y="3586632"/>
            <a:ext cx="2859418" cy="285941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 Placeholder 4">
            <a:extLst>
              <a:ext uri="{FF2B5EF4-FFF2-40B4-BE49-F238E27FC236}">
                <a16:creationId xmlns:a16="http://schemas.microsoft.com/office/drawing/2014/main" id="{91F541EA-1442-A627-D2BE-7C37818F793F}"/>
              </a:ext>
            </a:extLst>
          </p:cNvPr>
          <p:cNvSpPr>
            <a:spLocks noGrp="1"/>
          </p:cNvSpPr>
          <p:nvPr userDrawn="1">
            <p:ph type="body" sz="quarter" idx="39"/>
          </p:nvPr>
        </p:nvSpPr>
        <p:spPr>
          <a:xfrm>
            <a:off x="7187015" y="3535679"/>
            <a:ext cx="4452526" cy="2910369"/>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7187015" y="1438192"/>
            <a:ext cx="4452525"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TWO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7187015" y="227088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23" name="Graphic 63">
            <a:extLst>
              <a:ext uri="{FF2B5EF4-FFF2-40B4-BE49-F238E27FC236}">
                <a16:creationId xmlns:a16="http://schemas.microsoft.com/office/drawing/2014/main" id="{1D838E36-791E-65E7-2235-A2D4A319FADA}"/>
              </a:ext>
            </a:extLst>
          </p:cNvPr>
          <p:cNvGrpSpPr>
            <a:grpSpLocks noGrp="1" noUngrp="1" noRot="1" noChangeAspect="1" noMove="1" noResize="1"/>
          </p:cNvGrpSpPr>
          <p:nvPr userDrawn="1"/>
        </p:nvGrpSpPr>
        <p:grpSpPr>
          <a:xfrm>
            <a:off x="3295409" y="941039"/>
            <a:ext cx="468004" cy="468000"/>
            <a:chOff x="5960063" y="1753800"/>
            <a:chExt cx="264777" cy="264777"/>
          </a:xfrm>
        </p:grpSpPr>
        <p:sp>
          <p:nvSpPr>
            <p:cNvPr id="24" name="Freeform: Shape 23">
              <a:extLst>
                <a:ext uri="{FF2B5EF4-FFF2-40B4-BE49-F238E27FC236}">
                  <a16:creationId xmlns:a16="http://schemas.microsoft.com/office/drawing/2014/main" id="{758AC868-59D4-58DB-28F4-D468E6F420FA}"/>
                </a:ext>
              </a:extLst>
            </p:cNvPr>
            <p:cNvSpPr>
              <a:spLocks noGrp="1" noRot="1" noMove="1" noResize="1" noEditPoints="1" noAdjustHandles="1" noChangeArrowheads="1" noChangeShapeType="1"/>
            </p:cNvSpPr>
            <p:nvPr/>
          </p:nvSpPr>
          <p:spPr>
            <a:xfrm>
              <a:off x="5960063" y="17538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98B968E9-8450-40D4-3056-0784067905F4}"/>
                </a:ext>
              </a:extLst>
            </p:cNvPr>
            <p:cNvSpPr>
              <a:spLocks noGrp="1" noRot="1" noMove="1" noResize="1" noEditPoints="1" noAdjustHandles="1" noChangeArrowheads="1" noChangeShapeType="1"/>
            </p:cNvSpPr>
            <p:nvPr/>
          </p:nvSpPr>
          <p:spPr>
            <a:xfrm>
              <a:off x="6049878" y="1817473"/>
              <a:ext cx="98217" cy="137430"/>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26" name="Graphic 63">
            <a:extLst>
              <a:ext uri="{FF2B5EF4-FFF2-40B4-BE49-F238E27FC236}">
                <a16:creationId xmlns:a16="http://schemas.microsoft.com/office/drawing/2014/main" id="{FD7D7B85-A8E9-028F-0F29-9EE1594CA367}"/>
              </a:ext>
            </a:extLst>
          </p:cNvPr>
          <p:cNvGrpSpPr>
            <a:grpSpLocks noGrp="1" noUngrp="1" noRot="1" noChangeAspect="1" noMove="1" noResize="1"/>
          </p:cNvGrpSpPr>
          <p:nvPr userDrawn="1"/>
        </p:nvGrpSpPr>
        <p:grpSpPr>
          <a:xfrm rot="5400000">
            <a:off x="5819446" y="3271327"/>
            <a:ext cx="468004" cy="468000"/>
            <a:chOff x="5960063" y="1753800"/>
            <a:chExt cx="264777" cy="264777"/>
          </a:xfrm>
        </p:grpSpPr>
        <p:sp>
          <p:nvSpPr>
            <p:cNvPr id="27" name="Freeform: Shape 26">
              <a:extLst>
                <a:ext uri="{FF2B5EF4-FFF2-40B4-BE49-F238E27FC236}">
                  <a16:creationId xmlns:a16="http://schemas.microsoft.com/office/drawing/2014/main" id="{1B11E0C9-54FA-4BAA-1CA7-0D360F590DF8}"/>
                </a:ext>
              </a:extLst>
            </p:cNvPr>
            <p:cNvSpPr>
              <a:spLocks noGrp="1" noRot="1" noMove="1" noResize="1" noEditPoints="1" noAdjustHandles="1" noChangeArrowheads="1" noChangeShapeType="1"/>
            </p:cNvSpPr>
            <p:nvPr/>
          </p:nvSpPr>
          <p:spPr>
            <a:xfrm>
              <a:off x="5960063" y="17538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0EC0CCBC-41DC-9E04-3670-9191A9950366}"/>
                </a:ext>
              </a:extLst>
            </p:cNvPr>
            <p:cNvSpPr>
              <a:spLocks noGrp="1" noRot="1" noMove="1" noResize="1" noEditPoints="1" noAdjustHandles="1" noChangeArrowheads="1" noChangeShapeType="1"/>
            </p:cNvSpPr>
            <p:nvPr/>
          </p:nvSpPr>
          <p:spPr>
            <a:xfrm>
              <a:off x="6049878" y="1817473"/>
              <a:ext cx="98217" cy="137430"/>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32" name="Graphic 63">
            <a:extLst>
              <a:ext uri="{FF2B5EF4-FFF2-40B4-BE49-F238E27FC236}">
                <a16:creationId xmlns:a16="http://schemas.microsoft.com/office/drawing/2014/main" id="{4B7B7B06-2556-50A9-62C6-E55C1BE27DA7}"/>
              </a:ext>
            </a:extLst>
          </p:cNvPr>
          <p:cNvGrpSpPr>
            <a:grpSpLocks noGrp="1" noUngrp="1" noRot="1" noChangeAspect="1" noMove="1" noResize="1"/>
          </p:cNvGrpSpPr>
          <p:nvPr userDrawn="1"/>
        </p:nvGrpSpPr>
        <p:grpSpPr>
          <a:xfrm flipH="1">
            <a:off x="3295409" y="5683628"/>
            <a:ext cx="468004" cy="468000"/>
            <a:chOff x="5960063" y="1753800"/>
            <a:chExt cx="264777" cy="264777"/>
          </a:xfrm>
        </p:grpSpPr>
        <p:sp>
          <p:nvSpPr>
            <p:cNvPr id="33" name="Freeform: Shape 32">
              <a:extLst>
                <a:ext uri="{FF2B5EF4-FFF2-40B4-BE49-F238E27FC236}">
                  <a16:creationId xmlns:a16="http://schemas.microsoft.com/office/drawing/2014/main" id="{46D7BF50-B076-3FF7-634E-13C0221D36D0}"/>
                </a:ext>
              </a:extLst>
            </p:cNvPr>
            <p:cNvSpPr>
              <a:spLocks noGrp="1" noRot="1" noMove="1" noResize="1" noEditPoints="1" noAdjustHandles="1" noChangeArrowheads="1" noChangeShapeType="1"/>
            </p:cNvSpPr>
            <p:nvPr/>
          </p:nvSpPr>
          <p:spPr>
            <a:xfrm>
              <a:off x="5960063" y="17538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1923E0B1-9FAC-F47C-3489-1386C1FF0189}"/>
                </a:ext>
              </a:extLst>
            </p:cNvPr>
            <p:cNvSpPr>
              <a:spLocks noGrp="1" noRot="1" noMove="1" noResize="1" noEditPoints="1" noAdjustHandles="1" noChangeArrowheads="1" noChangeShapeType="1"/>
            </p:cNvSpPr>
            <p:nvPr/>
          </p:nvSpPr>
          <p:spPr>
            <a:xfrm>
              <a:off x="6049878" y="1817473"/>
              <a:ext cx="98217" cy="137430"/>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35" name="Graphic 63">
            <a:extLst>
              <a:ext uri="{FF2B5EF4-FFF2-40B4-BE49-F238E27FC236}">
                <a16:creationId xmlns:a16="http://schemas.microsoft.com/office/drawing/2014/main" id="{5C03B611-CD51-11C8-DA4C-C524782787DD}"/>
              </a:ext>
            </a:extLst>
          </p:cNvPr>
          <p:cNvGrpSpPr>
            <a:grpSpLocks noGrp="1" noUngrp="1" noRot="1" noChangeAspect="1" noMove="1" noResize="1"/>
          </p:cNvGrpSpPr>
          <p:nvPr userDrawn="1"/>
        </p:nvGrpSpPr>
        <p:grpSpPr>
          <a:xfrm rot="16200000">
            <a:off x="790342" y="3271327"/>
            <a:ext cx="468004" cy="468000"/>
            <a:chOff x="5960063" y="1753800"/>
            <a:chExt cx="264777" cy="264777"/>
          </a:xfrm>
        </p:grpSpPr>
        <p:sp>
          <p:nvSpPr>
            <p:cNvPr id="36" name="Freeform: Shape 35">
              <a:extLst>
                <a:ext uri="{FF2B5EF4-FFF2-40B4-BE49-F238E27FC236}">
                  <a16:creationId xmlns:a16="http://schemas.microsoft.com/office/drawing/2014/main" id="{587C2764-7AC9-FE76-F0DD-4A63E5DE14F2}"/>
                </a:ext>
              </a:extLst>
            </p:cNvPr>
            <p:cNvSpPr>
              <a:spLocks noGrp="1" noRot="1" noMove="1" noResize="1" noEditPoints="1" noAdjustHandles="1" noChangeArrowheads="1" noChangeShapeType="1"/>
            </p:cNvSpPr>
            <p:nvPr/>
          </p:nvSpPr>
          <p:spPr>
            <a:xfrm>
              <a:off x="5960063" y="17538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37" name="Freeform: Shape 36">
              <a:extLst>
                <a:ext uri="{FF2B5EF4-FFF2-40B4-BE49-F238E27FC236}">
                  <a16:creationId xmlns:a16="http://schemas.microsoft.com/office/drawing/2014/main" id="{09C79322-F4C3-573F-5FAE-160411E9C0D9}"/>
                </a:ext>
              </a:extLst>
            </p:cNvPr>
            <p:cNvSpPr>
              <a:spLocks noGrp="1" noRot="1" noMove="1" noResize="1" noEditPoints="1" noAdjustHandles="1" noChangeArrowheads="1" noChangeShapeType="1"/>
            </p:cNvSpPr>
            <p:nvPr/>
          </p:nvSpPr>
          <p:spPr>
            <a:xfrm>
              <a:off x="6049878" y="1817473"/>
              <a:ext cx="98217" cy="137430"/>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sp>
        <p:nvSpPr>
          <p:cNvPr id="41" name="Text Placeholder 22">
            <a:extLst>
              <a:ext uri="{FF2B5EF4-FFF2-40B4-BE49-F238E27FC236}">
                <a16:creationId xmlns:a16="http://schemas.microsoft.com/office/drawing/2014/main" id="{35C8354D-AE00-58F1-BAAB-E8ADF1CB3FD5}"/>
              </a:ext>
            </a:extLst>
          </p:cNvPr>
          <p:cNvSpPr>
            <a:spLocks noGrp="1"/>
          </p:cNvSpPr>
          <p:nvPr>
            <p:ph type="body" sz="quarter" idx="59" hasCustomPrompt="1"/>
          </p:nvPr>
        </p:nvSpPr>
        <p:spPr>
          <a:xfrm>
            <a:off x="1288870" y="1766041"/>
            <a:ext cx="1809023" cy="1295739"/>
          </a:xfrm>
          <a:prstGeom prst="rect">
            <a:avLst/>
          </a:prstGeom>
        </p:spPr>
        <p:txBody>
          <a:bodyPr wrap="square" lIns="0" tIns="0" rIns="0" bIns="0">
            <a:spAutoFit/>
          </a:bodyPr>
          <a:lstStyle>
            <a:lvl1pPr marL="0" indent="0" algn="l">
              <a:spcBef>
                <a:spcPts val="6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Add descriptive text here Add descriptive text here Add descriptive text here </a:t>
            </a:r>
          </a:p>
          <a:p>
            <a:pPr lvl="0"/>
            <a:r>
              <a:rPr lang="en-US" dirty="0"/>
              <a:t>Add descriptive text here Add descriptive text here Add descriptive text here Add descriptive text here </a:t>
            </a:r>
            <a:endParaRPr lang="en-ZA" dirty="0"/>
          </a:p>
        </p:txBody>
      </p:sp>
      <p:sp>
        <p:nvSpPr>
          <p:cNvPr id="42" name="Text Placeholder 36">
            <a:extLst>
              <a:ext uri="{FF2B5EF4-FFF2-40B4-BE49-F238E27FC236}">
                <a16:creationId xmlns:a16="http://schemas.microsoft.com/office/drawing/2014/main" id="{B6B5A097-844B-3B65-6EF8-9E665112B8F1}"/>
              </a:ext>
            </a:extLst>
          </p:cNvPr>
          <p:cNvSpPr>
            <a:spLocks noGrp="1"/>
          </p:cNvSpPr>
          <p:nvPr>
            <p:ph type="body" sz="quarter" idx="49" hasCustomPrompt="1"/>
          </p:nvPr>
        </p:nvSpPr>
        <p:spPr>
          <a:xfrm>
            <a:off x="1288870" y="995503"/>
            <a:ext cx="1809024" cy="359073"/>
          </a:xfrm>
          <a:prstGeom prst="rect">
            <a:avLst/>
          </a:prstGeom>
        </p:spPr>
        <p:txBody>
          <a:bodyPr wrap="square" lIns="0" tIns="0" rIns="0" bIns="0">
            <a:spAutoFit/>
          </a:bodyPr>
          <a:lstStyle>
            <a:lvl1pPr marL="0" indent="0" algn="l">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43" name="Straight Connector 42">
            <a:extLst>
              <a:ext uri="{FF2B5EF4-FFF2-40B4-BE49-F238E27FC236}">
                <a16:creationId xmlns:a16="http://schemas.microsoft.com/office/drawing/2014/main" id="{3790E2DF-6614-666B-F906-28E461532F64}"/>
              </a:ext>
            </a:extLst>
          </p:cNvPr>
          <p:cNvCxnSpPr>
            <a:cxnSpLocks noGrp="1" noRot="1" noMove="1" noResize="1" noEditPoints="1" noAdjustHandles="1" noChangeArrowheads="1" noChangeShapeType="1"/>
          </p:cNvCxnSpPr>
          <p:nvPr userDrawn="1"/>
        </p:nvCxnSpPr>
        <p:spPr>
          <a:xfrm>
            <a:off x="790344" y="1555697"/>
            <a:ext cx="2307549"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44" name="Text Placeholder 22">
            <a:extLst>
              <a:ext uri="{FF2B5EF4-FFF2-40B4-BE49-F238E27FC236}">
                <a16:creationId xmlns:a16="http://schemas.microsoft.com/office/drawing/2014/main" id="{4165452D-D57B-256B-47E3-53AE04A0F597}"/>
              </a:ext>
            </a:extLst>
          </p:cNvPr>
          <p:cNvSpPr>
            <a:spLocks noGrp="1"/>
          </p:cNvSpPr>
          <p:nvPr>
            <p:ph type="body" sz="quarter" idx="63" hasCustomPrompt="1"/>
          </p:nvPr>
        </p:nvSpPr>
        <p:spPr>
          <a:xfrm>
            <a:off x="4476206" y="1766041"/>
            <a:ext cx="1819950" cy="1295739"/>
          </a:xfrm>
          <a:prstGeom prst="rect">
            <a:avLst/>
          </a:prstGeom>
        </p:spPr>
        <p:txBody>
          <a:bodyPr wrap="square" lIns="0" tIns="0" rIns="0" bIns="0">
            <a:spAutoFit/>
          </a:bodyPr>
          <a:lstStyle>
            <a:lvl1pPr marL="0" indent="0" algn="l">
              <a:spcBef>
                <a:spcPts val="6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Add descriptive text here Add descriptive text here Add descriptive text here </a:t>
            </a:r>
          </a:p>
          <a:p>
            <a:pPr lvl="0"/>
            <a:r>
              <a:rPr lang="en-US" dirty="0"/>
              <a:t>Add descriptive text here Add descriptive text here Add descriptive text here Add descriptive text here </a:t>
            </a:r>
            <a:endParaRPr lang="en-ZA" dirty="0"/>
          </a:p>
        </p:txBody>
      </p:sp>
      <p:sp>
        <p:nvSpPr>
          <p:cNvPr id="45" name="Text Placeholder 36">
            <a:extLst>
              <a:ext uri="{FF2B5EF4-FFF2-40B4-BE49-F238E27FC236}">
                <a16:creationId xmlns:a16="http://schemas.microsoft.com/office/drawing/2014/main" id="{7127D366-1E10-954E-8D5D-D0315A93E5B1}"/>
              </a:ext>
            </a:extLst>
          </p:cNvPr>
          <p:cNvSpPr>
            <a:spLocks noGrp="1"/>
          </p:cNvSpPr>
          <p:nvPr>
            <p:ph type="body" sz="quarter" idx="64" hasCustomPrompt="1"/>
          </p:nvPr>
        </p:nvSpPr>
        <p:spPr>
          <a:xfrm>
            <a:off x="4476206" y="995503"/>
            <a:ext cx="1819950" cy="359073"/>
          </a:xfrm>
          <a:prstGeom prst="rect">
            <a:avLst/>
          </a:prstGeom>
        </p:spPr>
        <p:txBody>
          <a:bodyPr wrap="square" lIns="0" tIns="0" rIns="0" bIns="0">
            <a:spAutoFit/>
          </a:bodyPr>
          <a:lstStyle>
            <a:lvl1pPr marL="0" indent="0" algn="l">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46" name="Straight Connector 45">
            <a:extLst>
              <a:ext uri="{FF2B5EF4-FFF2-40B4-BE49-F238E27FC236}">
                <a16:creationId xmlns:a16="http://schemas.microsoft.com/office/drawing/2014/main" id="{5B95AA46-AFF8-4725-80D5-336C12D051C8}"/>
              </a:ext>
            </a:extLst>
          </p:cNvPr>
          <p:cNvCxnSpPr>
            <a:cxnSpLocks noGrp="1" noRot="1" noMove="1" noResize="1" noEditPoints="1" noAdjustHandles="1" noChangeArrowheads="1" noChangeShapeType="1"/>
          </p:cNvCxnSpPr>
          <p:nvPr userDrawn="1"/>
        </p:nvCxnSpPr>
        <p:spPr>
          <a:xfrm>
            <a:off x="3988791" y="1555697"/>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48" name="Text Placeholder 22">
            <a:extLst>
              <a:ext uri="{FF2B5EF4-FFF2-40B4-BE49-F238E27FC236}">
                <a16:creationId xmlns:a16="http://schemas.microsoft.com/office/drawing/2014/main" id="{778A5A93-0E99-4C97-6B76-6130786743E8}"/>
              </a:ext>
            </a:extLst>
          </p:cNvPr>
          <p:cNvSpPr>
            <a:spLocks noGrp="1"/>
          </p:cNvSpPr>
          <p:nvPr>
            <p:ph type="body" sz="quarter" idx="65" hasCustomPrompt="1"/>
          </p:nvPr>
        </p:nvSpPr>
        <p:spPr>
          <a:xfrm>
            <a:off x="1288870" y="4874285"/>
            <a:ext cx="1809023" cy="1295739"/>
          </a:xfrm>
          <a:prstGeom prst="rect">
            <a:avLst/>
          </a:prstGeom>
        </p:spPr>
        <p:txBody>
          <a:bodyPr wrap="square" lIns="0" tIns="0" rIns="0" bIns="0">
            <a:spAutoFit/>
          </a:bodyPr>
          <a:lstStyle>
            <a:lvl1pPr marL="0" indent="0" algn="l">
              <a:spcBef>
                <a:spcPts val="6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Add descriptive text here Add descriptive text here Add descriptive text here </a:t>
            </a:r>
          </a:p>
          <a:p>
            <a:pPr lvl="0"/>
            <a:r>
              <a:rPr lang="en-US" dirty="0"/>
              <a:t>Add descriptive text here Add descriptive text here Add descriptive text here Add descriptive text here </a:t>
            </a:r>
            <a:endParaRPr lang="en-ZA" dirty="0"/>
          </a:p>
        </p:txBody>
      </p:sp>
      <p:sp>
        <p:nvSpPr>
          <p:cNvPr id="49" name="Text Placeholder 36">
            <a:extLst>
              <a:ext uri="{FF2B5EF4-FFF2-40B4-BE49-F238E27FC236}">
                <a16:creationId xmlns:a16="http://schemas.microsoft.com/office/drawing/2014/main" id="{EE64A6E8-CD73-EA8E-A61C-81F943DC177B}"/>
              </a:ext>
            </a:extLst>
          </p:cNvPr>
          <p:cNvSpPr>
            <a:spLocks noGrp="1"/>
          </p:cNvSpPr>
          <p:nvPr>
            <p:ph type="body" sz="quarter" idx="66" hasCustomPrompt="1"/>
          </p:nvPr>
        </p:nvSpPr>
        <p:spPr>
          <a:xfrm>
            <a:off x="1288870" y="4103747"/>
            <a:ext cx="1809023" cy="359073"/>
          </a:xfrm>
          <a:prstGeom prst="rect">
            <a:avLst/>
          </a:prstGeom>
        </p:spPr>
        <p:txBody>
          <a:bodyPr wrap="square" lIns="0" tIns="0" rIns="0" bIns="0">
            <a:spAutoFit/>
          </a:bodyPr>
          <a:lstStyle>
            <a:lvl1pPr marL="0" indent="0" algn="l">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50" name="Straight Connector 49">
            <a:extLst>
              <a:ext uri="{FF2B5EF4-FFF2-40B4-BE49-F238E27FC236}">
                <a16:creationId xmlns:a16="http://schemas.microsoft.com/office/drawing/2014/main" id="{35AB4D24-9DD2-A815-7EDA-DC2DEC1D272A}"/>
              </a:ext>
            </a:extLst>
          </p:cNvPr>
          <p:cNvCxnSpPr>
            <a:cxnSpLocks noGrp="1" noRot="1" noMove="1" noResize="1" noEditPoints="1" noAdjustHandles="1" noChangeArrowheads="1" noChangeShapeType="1"/>
          </p:cNvCxnSpPr>
          <p:nvPr userDrawn="1"/>
        </p:nvCxnSpPr>
        <p:spPr>
          <a:xfrm>
            <a:off x="790528" y="4663941"/>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51" name="Text Placeholder 22">
            <a:extLst>
              <a:ext uri="{FF2B5EF4-FFF2-40B4-BE49-F238E27FC236}">
                <a16:creationId xmlns:a16="http://schemas.microsoft.com/office/drawing/2014/main" id="{129BA167-CF22-CF88-046D-2499DBACAD9E}"/>
              </a:ext>
            </a:extLst>
          </p:cNvPr>
          <p:cNvSpPr>
            <a:spLocks noGrp="1"/>
          </p:cNvSpPr>
          <p:nvPr>
            <p:ph type="body" sz="quarter" idx="67" hasCustomPrompt="1"/>
          </p:nvPr>
        </p:nvSpPr>
        <p:spPr>
          <a:xfrm>
            <a:off x="4476206" y="4874285"/>
            <a:ext cx="1811242" cy="1295739"/>
          </a:xfrm>
          <a:prstGeom prst="rect">
            <a:avLst/>
          </a:prstGeom>
        </p:spPr>
        <p:txBody>
          <a:bodyPr wrap="square" lIns="0" tIns="0" rIns="0" bIns="0">
            <a:spAutoFit/>
          </a:bodyPr>
          <a:lstStyle>
            <a:lvl1pPr marL="0" indent="0" algn="l">
              <a:spcBef>
                <a:spcPts val="600"/>
              </a:spcBef>
              <a:buNone/>
              <a:defRPr sz="1100">
                <a:solidFill>
                  <a:schemeClr val="bg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descriptive text here Add descriptive text here Add descriptive text here Add descriptive text here </a:t>
            </a:r>
          </a:p>
          <a:p>
            <a:pPr lvl="0"/>
            <a:r>
              <a:rPr lang="en-US" dirty="0"/>
              <a:t>Add descriptive text here Add descriptive text here Add descriptive text here Add descriptive text here </a:t>
            </a:r>
            <a:endParaRPr lang="en-ZA" dirty="0"/>
          </a:p>
        </p:txBody>
      </p:sp>
      <p:sp>
        <p:nvSpPr>
          <p:cNvPr id="52" name="Text Placeholder 36">
            <a:extLst>
              <a:ext uri="{FF2B5EF4-FFF2-40B4-BE49-F238E27FC236}">
                <a16:creationId xmlns:a16="http://schemas.microsoft.com/office/drawing/2014/main" id="{94725D82-264F-E01C-D0C4-21D84B6C72E8}"/>
              </a:ext>
            </a:extLst>
          </p:cNvPr>
          <p:cNvSpPr>
            <a:spLocks noGrp="1"/>
          </p:cNvSpPr>
          <p:nvPr>
            <p:ph type="body" sz="quarter" idx="68" hasCustomPrompt="1"/>
          </p:nvPr>
        </p:nvSpPr>
        <p:spPr>
          <a:xfrm>
            <a:off x="4476206" y="4103747"/>
            <a:ext cx="1811242" cy="359073"/>
          </a:xfrm>
          <a:prstGeom prst="rect">
            <a:avLst/>
          </a:prstGeom>
        </p:spPr>
        <p:txBody>
          <a:bodyPr wrap="square" lIns="0" tIns="0" rIns="0" bIns="0">
            <a:spAutoFit/>
          </a:bodyPr>
          <a:lstStyle>
            <a:lvl1pPr marL="0" indent="0" algn="l">
              <a:lnSpc>
                <a:spcPts val="1400"/>
              </a:lnSpc>
              <a:spcBef>
                <a:spcPts val="600"/>
              </a:spcBef>
              <a:buNone/>
              <a:defRPr sz="12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cxnSp>
        <p:nvCxnSpPr>
          <p:cNvPr id="53" name="Straight Connector 52">
            <a:extLst>
              <a:ext uri="{FF2B5EF4-FFF2-40B4-BE49-F238E27FC236}">
                <a16:creationId xmlns:a16="http://schemas.microsoft.com/office/drawing/2014/main" id="{425181DE-3FDE-7DFC-1EBB-F89FDDFBC60E}"/>
              </a:ext>
            </a:extLst>
          </p:cNvPr>
          <p:cNvCxnSpPr>
            <a:cxnSpLocks noGrp="1" noRot="1" noMove="1" noResize="1" noEditPoints="1" noAdjustHandles="1" noChangeArrowheads="1" noChangeShapeType="1"/>
          </p:cNvCxnSpPr>
          <p:nvPr userDrawn="1"/>
        </p:nvCxnSpPr>
        <p:spPr>
          <a:xfrm>
            <a:off x="3988791" y="4663941"/>
            <a:ext cx="2307365" cy="0"/>
          </a:xfrm>
          <a:prstGeom prst="line">
            <a:avLst/>
          </a:prstGeom>
          <a:ln w="15875">
            <a:solidFill>
              <a:schemeClr val="bg1">
                <a:alpha val="25000"/>
              </a:schemeClr>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C7011585-28C2-266E-C137-018088841728}"/>
              </a:ext>
            </a:extLst>
          </p:cNvPr>
          <p:cNvSpPr>
            <a:spLocks noGrp="1" noRot="1" noMove="1" noResize="1" noEditPoints="1" noAdjustHandles="1" noChangeArrowheads="1" noChangeShapeType="1"/>
          </p:cNvSpPr>
          <p:nvPr userDrawn="1"/>
        </p:nvSpPr>
        <p:spPr>
          <a:xfrm>
            <a:off x="790344" y="995039"/>
            <a:ext cx="360000" cy="360000"/>
          </a:xfrm>
          <a:prstGeom prst="ellipse">
            <a:avLst/>
          </a:prstGeom>
          <a:solidFill>
            <a:schemeClr val="accent3"/>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55" name="Oval 54">
            <a:extLst>
              <a:ext uri="{FF2B5EF4-FFF2-40B4-BE49-F238E27FC236}">
                <a16:creationId xmlns:a16="http://schemas.microsoft.com/office/drawing/2014/main" id="{93806161-2D44-D7C0-F18D-4BCEC6F532F9}"/>
              </a:ext>
            </a:extLst>
          </p:cNvPr>
          <p:cNvSpPr>
            <a:spLocks noGrp="1" noRot="1" noMove="1" noResize="1" noEditPoints="1" noAdjustHandles="1" noChangeArrowheads="1" noChangeShapeType="1"/>
          </p:cNvSpPr>
          <p:nvPr userDrawn="1"/>
        </p:nvSpPr>
        <p:spPr>
          <a:xfrm>
            <a:off x="3988791" y="995039"/>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56" name="Oval 55">
            <a:extLst>
              <a:ext uri="{FF2B5EF4-FFF2-40B4-BE49-F238E27FC236}">
                <a16:creationId xmlns:a16="http://schemas.microsoft.com/office/drawing/2014/main" id="{CCA9A579-F949-B165-A9E8-0CAA72654C53}"/>
              </a:ext>
            </a:extLst>
          </p:cNvPr>
          <p:cNvSpPr>
            <a:spLocks noGrp="1" noRot="1" noMove="1" noResize="1" noEditPoints="1" noAdjustHandles="1" noChangeArrowheads="1" noChangeShapeType="1"/>
          </p:cNvSpPr>
          <p:nvPr userDrawn="1"/>
        </p:nvSpPr>
        <p:spPr>
          <a:xfrm>
            <a:off x="3988791" y="4103747"/>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57" name="Oval 56">
            <a:extLst>
              <a:ext uri="{FF2B5EF4-FFF2-40B4-BE49-F238E27FC236}">
                <a16:creationId xmlns:a16="http://schemas.microsoft.com/office/drawing/2014/main" id="{2CA4B54C-AF48-57DC-41C8-17F24B5C10F5}"/>
              </a:ext>
            </a:extLst>
          </p:cNvPr>
          <p:cNvSpPr>
            <a:spLocks noGrp="1" noRot="1" noMove="1" noResize="1" noEditPoints="1" noAdjustHandles="1" noChangeArrowheads="1" noChangeShapeType="1"/>
          </p:cNvSpPr>
          <p:nvPr userDrawn="1"/>
        </p:nvSpPr>
        <p:spPr>
          <a:xfrm>
            <a:off x="790528" y="4102820"/>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10" name="Text Placeholder 15">
            <a:extLst>
              <a:ext uri="{FF2B5EF4-FFF2-40B4-BE49-F238E27FC236}">
                <a16:creationId xmlns:a16="http://schemas.microsoft.com/office/drawing/2014/main" id="{4BFBBD17-BF49-B772-2263-7C32ABA3953D}"/>
              </a:ext>
            </a:extLst>
          </p:cNvPr>
          <p:cNvSpPr>
            <a:spLocks noGrp="1"/>
          </p:cNvSpPr>
          <p:nvPr>
            <p:ph type="body" sz="quarter" idx="57" hasCustomPrompt="1"/>
          </p:nvPr>
        </p:nvSpPr>
        <p:spPr>
          <a:xfrm>
            <a:off x="7187015" y="2680496"/>
            <a:ext cx="4452525" cy="560603"/>
          </a:xfrm>
          <a:prstGeom prst="rect">
            <a:avLst/>
          </a:prstGeom>
        </p:spPr>
        <p:txBody>
          <a:bodyPr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3 lines maximum. Insert introductory text here. No longer than 3 lines maximum. </a:t>
            </a:r>
            <a:endParaRPr lang="en-ZA" dirty="0"/>
          </a:p>
        </p:txBody>
      </p:sp>
    </p:spTree>
    <p:extLst>
      <p:ext uri="{BB962C8B-B14F-4D97-AF65-F5344CB8AC3E}">
        <p14:creationId xmlns:p14="http://schemas.microsoft.com/office/powerpoint/2010/main" val="90195169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10 | Double HEAD + 4 Step">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9A1BC242-2DE9-9E85-D644-327A1F13BC39}"/>
              </a:ext>
            </a:extLst>
          </p:cNvPr>
          <p:cNvSpPr/>
          <p:nvPr userDrawn="1"/>
        </p:nvSpPr>
        <p:spPr>
          <a:xfrm>
            <a:off x="588166" y="2789796"/>
            <a:ext cx="2520000" cy="2263956"/>
          </a:xfrm>
          <a:prstGeom prst="rect">
            <a:avLst/>
          </a:prstGeom>
          <a:solidFill>
            <a:srgbClr val="EBF7FF"/>
          </a:solidFill>
          <a:ln w="158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2" name="Rectangle 31">
            <a:extLst>
              <a:ext uri="{FF2B5EF4-FFF2-40B4-BE49-F238E27FC236}">
                <a16:creationId xmlns:a16="http://schemas.microsoft.com/office/drawing/2014/main" id="{800A01B1-FCC2-00BB-8ABE-DE5792BD75F2}"/>
              </a:ext>
            </a:extLst>
          </p:cNvPr>
          <p:cNvSpPr/>
          <p:nvPr userDrawn="1"/>
        </p:nvSpPr>
        <p:spPr>
          <a:xfrm>
            <a:off x="3431958" y="2789798"/>
            <a:ext cx="2520000" cy="2263956"/>
          </a:xfrm>
          <a:prstGeom prst="rect">
            <a:avLst/>
          </a:prstGeom>
          <a:solidFill>
            <a:srgbClr val="EBFBFF"/>
          </a:solidFill>
          <a:ln w="158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ZA"/>
          </a:p>
        </p:txBody>
      </p:sp>
      <p:sp>
        <p:nvSpPr>
          <p:cNvPr id="33" name="Rectangle 32">
            <a:extLst>
              <a:ext uri="{FF2B5EF4-FFF2-40B4-BE49-F238E27FC236}">
                <a16:creationId xmlns:a16="http://schemas.microsoft.com/office/drawing/2014/main" id="{794518FE-AD42-2C6B-55AC-5D14E989D2C2}"/>
              </a:ext>
            </a:extLst>
          </p:cNvPr>
          <p:cNvSpPr/>
          <p:nvPr userDrawn="1"/>
        </p:nvSpPr>
        <p:spPr>
          <a:xfrm>
            <a:off x="6275750" y="2789798"/>
            <a:ext cx="2520000" cy="2263956"/>
          </a:xfrm>
          <a:prstGeom prst="rect">
            <a:avLst/>
          </a:prstGeom>
          <a:solidFill>
            <a:srgbClr val="EDFDFA"/>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ZA"/>
          </a:p>
        </p:txBody>
      </p:sp>
      <p:sp>
        <p:nvSpPr>
          <p:cNvPr id="34" name="Rectangle 33">
            <a:extLst>
              <a:ext uri="{FF2B5EF4-FFF2-40B4-BE49-F238E27FC236}">
                <a16:creationId xmlns:a16="http://schemas.microsoft.com/office/drawing/2014/main" id="{4D4A052B-5512-E74B-6CD5-9CDD18A289BE}"/>
              </a:ext>
            </a:extLst>
          </p:cNvPr>
          <p:cNvSpPr/>
          <p:nvPr userDrawn="1"/>
        </p:nvSpPr>
        <p:spPr>
          <a:xfrm>
            <a:off x="9119541" y="2789799"/>
            <a:ext cx="2520000" cy="2263952"/>
          </a:xfrm>
          <a:prstGeom prst="rect">
            <a:avLst/>
          </a:prstGeom>
          <a:solidFill>
            <a:srgbClr val="F5FAF0"/>
          </a:solidFill>
          <a:ln w="158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ZA"/>
          </a:p>
        </p:txBody>
      </p:sp>
      <p:sp>
        <p:nvSpPr>
          <p:cNvPr id="37" name="Text Placeholder 4">
            <a:extLst>
              <a:ext uri="{FF2B5EF4-FFF2-40B4-BE49-F238E27FC236}">
                <a16:creationId xmlns:a16="http://schemas.microsoft.com/office/drawing/2014/main" id="{20000A64-A39C-2DA8-9BD0-55D2A05A6C52}"/>
              </a:ext>
            </a:extLst>
          </p:cNvPr>
          <p:cNvSpPr>
            <a:spLocks noGrp="1"/>
          </p:cNvSpPr>
          <p:nvPr>
            <p:ph type="body" sz="quarter" idx="76"/>
          </p:nvPr>
        </p:nvSpPr>
        <p:spPr>
          <a:xfrm>
            <a:off x="588166" y="3147556"/>
            <a:ext cx="2520000" cy="1887710"/>
          </a:xfrm>
          <a:prstGeom prst="rect">
            <a:avLst/>
          </a:prstGeom>
        </p:spPr>
        <p:txBody>
          <a:bodyPr wrap="square" lIns="288000" tIns="216000" rIns="288000" bIns="180000">
            <a:spAutoFit/>
          </a:bodyPr>
          <a:lstStyle>
            <a:lvl1pPr marL="182563" indent="-182563">
              <a:lnSpc>
                <a:spcPts val="1100"/>
              </a:lnSpc>
              <a:spcBef>
                <a:spcPts val="400"/>
              </a:spcBef>
              <a:buFont typeface="Calibri" panose="020F0502020204030204" pitchFamily="34" charset="0"/>
              <a:buChar char="+"/>
              <a:defRPr sz="105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p:txBody>
      </p:sp>
      <p:sp>
        <p:nvSpPr>
          <p:cNvPr id="38" name="Text Placeholder 4">
            <a:extLst>
              <a:ext uri="{FF2B5EF4-FFF2-40B4-BE49-F238E27FC236}">
                <a16:creationId xmlns:a16="http://schemas.microsoft.com/office/drawing/2014/main" id="{3ACBD92F-790D-87C7-D229-181EC0451E7A}"/>
              </a:ext>
            </a:extLst>
          </p:cNvPr>
          <p:cNvSpPr>
            <a:spLocks noGrp="1"/>
          </p:cNvSpPr>
          <p:nvPr>
            <p:ph type="body" sz="quarter" idx="82"/>
          </p:nvPr>
        </p:nvSpPr>
        <p:spPr>
          <a:xfrm>
            <a:off x="3431958" y="3147556"/>
            <a:ext cx="2520000" cy="1887710"/>
          </a:xfrm>
          <a:prstGeom prst="rect">
            <a:avLst/>
          </a:prstGeom>
        </p:spPr>
        <p:txBody>
          <a:bodyPr wrap="square" lIns="288000" tIns="216000" rIns="288000" bIns="180000">
            <a:spAutoFit/>
          </a:bodyPr>
          <a:lstStyle>
            <a:lvl1pPr marL="182563" indent="-182563">
              <a:lnSpc>
                <a:spcPts val="1100"/>
              </a:lnSpc>
              <a:spcBef>
                <a:spcPts val="400"/>
              </a:spcBef>
              <a:buFont typeface="Calibri" panose="020F0502020204030204" pitchFamily="34" charset="0"/>
              <a:buChar char="+"/>
              <a:defRPr sz="105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p:txBody>
      </p:sp>
      <p:sp>
        <p:nvSpPr>
          <p:cNvPr id="39" name="Text Placeholder 4">
            <a:extLst>
              <a:ext uri="{FF2B5EF4-FFF2-40B4-BE49-F238E27FC236}">
                <a16:creationId xmlns:a16="http://schemas.microsoft.com/office/drawing/2014/main" id="{DEC7C0E1-FB68-08B1-0DF3-324AEA8724BC}"/>
              </a:ext>
            </a:extLst>
          </p:cNvPr>
          <p:cNvSpPr>
            <a:spLocks noGrp="1"/>
          </p:cNvSpPr>
          <p:nvPr>
            <p:ph type="body" sz="quarter" idx="83"/>
          </p:nvPr>
        </p:nvSpPr>
        <p:spPr>
          <a:xfrm>
            <a:off x="6275750" y="3147556"/>
            <a:ext cx="2520000" cy="1887710"/>
          </a:xfrm>
          <a:prstGeom prst="rect">
            <a:avLst/>
          </a:prstGeom>
        </p:spPr>
        <p:txBody>
          <a:bodyPr lIns="288000" tIns="216000" rIns="288000" bIns="180000">
            <a:spAutoFit/>
          </a:bodyPr>
          <a:lstStyle>
            <a:lvl1pPr marL="182563" indent="-182563">
              <a:lnSpc>
                <a:spcPts val="1100"/>
              </a:lnSpc>
              <a:spcBef>
                <a:spcPts val="400"/>
              </a:spcBef>
              <a:buFont typeface="Calibri" panose="020F0502020204030204" pitchFamily="34" charset="0"/>
              <a:buChar char="+"/>
              <a:defRPr sz="105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p:txBody>
      </p:sp>
      <p:sp>
        <p:nvSpPr>
          <p:cNvPr id="40" name="Text Placeholder 4">
            <a:extLst>
              <a:ext uri="{FF2B5EF4-FFF2-40B4-BE49-F238E27FC236}">
                <a16:creationId xmlns:a16="http://schemas.microsoft.com/office/drawing/2014/main" id="{7329DCCB-F86B-1CD7-BC15-712126D54D60}"/>
              </a:ext>
            </a:extLst>
          </p:cNvPr>
          <p:cNvSpPr>
            <a:spLocks noGrp="1"/>
          </p:cNvSpPr>
          <p:nvPr>
            <p:ph type="body" sz="quarter" idx="84"/>
          </p:nvPr>
        </p:nvSpPr>
        <p:spPr>
          <a:xfrm>
            <a:off x="9119541" y="3147556"/>
            <a:ext cx="2520000" cy="1887710"/>
          </a:xfrm>
          <a:prstGeom prst="rect">
            <a:avLst/>
          </a:prstGeom>
        </p:spPr>
        <p:txBody>
          <a:bodyPr lIns="288000" tIns="216000" rIns="288000" bIns="180000">
            <a:spAutoFit/>
          </a:bodyPr>
          <a:lstStyle>
            <a:lvl1pPr marL="182563" indent="-182563">
              <a:lnSpc>
                <a:spcPts val="1100"/>
              </a:lnSpc>
              <a:spcBef>
                <a:spcPts val="400"/>
              </a:spcBef>
              <a:buFont typeface="Calibri" panose="020F0502020204030204" pitchFamily="34" charset="0"/>
              <a:buChar char="+"/>
              <a:defRPr sz="105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a:p>
            <a:pPr lvl="0"/>
            <a:r>
              <a:rPr lang="en-GB" noProof="0" dirty="0"/>
              <a:t>Click to edit Master text styles</a:t>
            </a:r>
          </a:p>
          <a:p>
            <a:pPr lvl="1"/>
            <a:r>
              <a:rPr lang="en-GB" noProof="0" dirty="0"/>
              <a:t>Second level</a:t>
            </a:r>
          </a:p>
        </p:txBody>
      </p:sp>
      <p:sp>
        <p:nvSpPr>
          <p:cNvPr id="63" name="Text Placeholder 15">
            <a:extLst>
              <a:ext uri="{FF2B5EF4-FFF2-40B4-BE49-F238E27FC236}">
                <a16:creationId xmlns:a16="http://schemas.microsoft.com/office/drawing/2014/main" id="{9E1DBBC4-15D7-CF55-1C83-812D0F38E860}"/>
              </a:ext>
            </a:extLst>
          </p:cNvPr>
          <p:cNvSpPr>
            <a:spLocks noGrp="1"/>
          </p:cNvSpPr>
          <p:nvPr>
            <p:ph type="body" sz="quarter" idx="57" hasCustomPrompt="1"/>
          </p:nvPr>
        </p:nvSpPr>
        <p:spPr>
          <a:xfrm>
            <a:off x="587375" y="5293738"/>
            <a:ext cx="11052175" cy="396320"/>
          </a:xfrm>
          <a:prstGeom prst="rect">
            <a:avLst/>
          </a:prstGeom>
        </p:spPr>
        <p:txBody>
          <a:bodyPr lIns="0" tIns="0" rIns="0" bIns="0"/>
          <a:lstStyle>
            <a:lvl1pPr marL="0" indent="0" algn="ctr">
              <a:lnSpc>
                <a:spcPts val="1200"/>
              </a:lnSpc>
              <a:spcBef>
                <a:spcPts val="0"/>
              </a:spcBef>
              <a:buNone/>
              <a:defRPr sz="9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2 lines maximum. Insert descriptive text here. No longer than 2 lines of copy maximum. Insert descriptive text here. No longer than 2 lines of copy maximum. Insert descriptive text here. No longer than 2 lines please. Insert descriptive text here. </a:t>
            </a:r>
            <a:endParaRPr lang="en-ZA" dirty="0"/>
          </a:p>
        </p:txBody>
      </p:sp>
      <p:sp>
        <p:nvSpPr>
          <p:cNvPr id="4" name="Rectangle 3">
            <a:extLst>
              <a:ext uri="{FF2B5EF4-FFF2-40B4-BE49-F238E27FC236}">
                <a16:creationId xmlns:a16="http://schemas.microsoft.com/office/drawing/2014/main" id="{F0F350D2-77DE-FFB7-1B70-E2E080C8FA2C}"/>
              </a:ext>
            </a:extLst>
          </p:cNvPr>
          <p:cNvSpPr/>
          <p:nvPr userDrawn="1"/>
        </p:nvSpPr>
        <p:spPr>
          <a:xfrm>
            <a:off x="588166" y="2427846"/>
            <a:ext cx="2520000" cy="724289"/>
          </a:xfrm>
          <a:prstGeom prst="rect">
            <a:avLst/>
          </a:prstGeom>
          <a:solidFill>
            <a:schemeClr val="tx2"/>
          </a:solidFill>
          <a:ln w="158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ectangle 4">
            <a:extLst>
              <a:ext uri="{FF2B5EF4-FFF2-40B4-BE49-F238E27FC236}">
                <a16:creationId xmlns:a16="http://schemas.microsoft.com/office/drawing/2014/main" id="{C27A88C8-F2BD-567D-D237-3ABA9438FCAC}"/>
              </a:ext>
            </a:extLst>
          </p:cNvPr>
          <p:cNvSpPr/>
          <p:nvPr userDrawn="1"/>
        </p:nvSpPr>
        <p:spPr>
          <a:xfrm>
            <a:off x="3431958" y="2427846"/>
            <a:ext cx="2520000" cy="724289"/>
          </a:xfrm>
          <a:prstGeom prst="rect">
            <a:avLst/>
          </a:prstGeom>
          <a:solidFill>
            <a:schemeClr val="tx2"/>
          </a:solidFill>
          <a:ln w="158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0777F609-5E7B-385B-DE44-B035F2C2F017}"/>
              </a:ext>
            </a:extLst>
          </p:cNvPr>
          <p:cNvSpPr/>
          <p:nvPr userDrawn="1"/>
        </p:nvSpPr>
        <p:spPr>
          <a:xfrm>
            <a:off x="6275750" y="2427846"/>
            <a:ext cx="2520000" cy="724289"/>
          </a:xfrm>
          <a:prstGeom prst="rect">
            <a:avLst/>
          </a:prstGeom>
          <a:solidFill>
            <a:schemeClr val="tx2"/>
          </a:solidFill>
          <a:ln w="158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3035C374-B545-55FF-C88C-E2C285DABB57}"/>
              </a:ext>
            </a:extLst>
          </p:cNvPr>
          <p:cNvSpPr/>
          <p:nvPr userDrawn="1"/>
        </p:nvSpPr>
        <p:spPr>
          <a:xfrm>
            <a:off x="9119541" y="2427846"/>
            <a:ext cx="2520000" cy="724289"/>
          </a:xfrm>
          <a:prstGeom prst="rect">
            <a:avLst/>
          </a:prstGeom>
          <a:solidFill>
            <a:schemeClr val="tx2"/>
          </a:solidFill>
          <a:ln w="158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 name="Text Placeholder 4">
            <a:extLst>
              <a:ext uri="{FF2B5EF4-FFF2-40B4-BE49-F238E27FC236}">
                <a16:creationId xmlns:a16="http://schemas.microsoft.com/office/drawing/2014/main" id="{69741AEE-3E11-4DA1-B213-39C8BE2D6C61}"/>
              </a:ext>
            </a:extLst>
          </p:cNvPr>
          <p:cNvSpPr>
            <a:spLocks noGrp="1"/>
          </p:cNvSpPr>
          <p:nvPr>
            <p:ph type="body" sz="quarter" idx="42" hasCustomPrompt="1"/>
          </p:nvPr>
        </p:nvSpPr>
        <p:spPr>
          <a:xfrm>
            <a:off x="588166" y="1679682"/>
            <a:ext cx="11051375" cy="193066"/>
          </a:xfrm>
          <a:prstGeom prst="rect">
            <a:avLst/>
          </a:prstGeom>
        </p:spPr>
        <p:txBody>
          <a:bodyPr lIns="0" tIns="0" rIns="0" bIns="0">
            <a:spAutoFit/>
          </a:bodyPr>
          <a:lstStyle>
            <a:lvl1pPr marL="0" indent="0" algn="ctr">
              <a:lnSpc>
                <a:spcPts val="1600"/>
              </a:lnSpc>
              <a:buFont typeface="Calibri" panose="020F0502020204030204" pitchFamily="34" charset="0"/>
              <a:buNone/>
              <a:defRPr sz="13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Process Title goes here</a:t>
            </a:r>
          </a:p>
        </p:txBody>
      </p:sp>
      <p:sp>
        <p:nvSpPr>
          <p:cNvPr id="9" name="Text Placeholder 36">
            <a:extLst>
              <a:ext uri="{FF2B5EF4-FFF2-40B4-BE49-F238E27FC236}">
                <a16:creationId xmlns:a16="http://schemas.microsoft.com/office/drawing/2014/main" id="{C15FF4C6-75F3-F8FF-666A-5069139C497F}"/>
              </a:ext>
            </a:extLst>
          </p:cNvPr>
          <p:cNvSpPr>
            <a:spLocks noGrp="1"/>
          </p:cNvSpPr>
          <p:nvPr>
            <p:ph type="body" sz="quarter" idx="49" hasCustomPrompt="1"/>
          </p:nvPr>
        </p:nvSpPr>
        <p:spPr>
          <a:xfrm>
            <a:off x="848969" y="2637641"/>
            <a:ext cx="1998395" cy="332399"/>
          </a:xfrm>
          <a:prstGeom prst="rect">
            <a:avLst/>
          </a:prstGeom>
        </p:spPr>
        <p:txBody>
          <a:bodyPr wrap="square" lIns="0" tIns="0" rIns="0" bIns="0">
            <a:spAutoFit/>
          </a:bodyPr>
          <a:lstStyle>
            <a:lvl1pPr marL="0" indent="0" algn="ctr">
              <a:buNone/>
              <a:defRPr sz="1200" b="1" spc="40" baseline="0">
                <a:solidFill>
                  <a:srgbClr val="008EE6"/>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5" name="Text Placeholder 36">
            <a:extLst>
              <a:ext uri="{FF2B5EF4-FFF2-40B4-BE49-F238E27FC236}">
                <a16:creationId xmlns:a16="http://schemas.microsoft.com/office/drawing/2014/main" id="{395C037A-DDA5-0620-B425-C660D5674001}"/>
              </a:ext>
            </a:extLst>
          </p:cNvPr>
          <p:cNvSpPr>
            <a:spLocks noGrp="1"/>
          </p:cNvSpPr>
          <p:nvPr>
            <p:ph type="body" sz="quarter" idx="61" hasCustomPrompt="1"/>
          </p:nvPr>
        </p:nvSpPr>
        <p:spPr>
          <a:xfrm>
            <a:off x="3701958" y="2637641"/>
            <a:ext cx="1980000" cy="332399"/>
          </a:xfrm>
          <a:prstGeom prst="rect">
            <a:avLst/>
          </a:prstGeom>
        </p:spPr>
        <p:txBody>
          <a:bodyPr lIns="0" tIns="0" rIns="0" bIns="0">
            <a:spAutoFit/>
          </a:bodyPr>
          <a:lstStyle>
            <a:lvl1pPr marL="0" indent="0" algn="ctr">
              <a:buNone/>
              <a:defRPr sz="1200" b="1" spc="40" baseline="0">
                <a:solidFill>
                  <a:schemeClr val="accent4"/>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7" name="Text Placeholder 36">
            <a:extLst>
              <a:ext uri="{FF2B5EF4-FFF2-40B4-BE49-F238E27FC236}">
                <a16:creationId xmlns:a16="http://schemas.microsoft.com/office/drawing/2014/main" id="{07F4DD81-2F5D-0DE7-0FB1-53676DB919DD}"/>
              </a:ext>
            </a:extLst>
          </p:cNvPr>
          <p:cNvSpPr>
            <a:spLocks noGrp="1"/>
          </p:cNvSpPr>
          <p:nvPr>
            <p:ph type="body" sz="quarter" idx="63" hasCustomPrompt="1"/>
          </p:nvPr>
        </p:nvSpPr>
        <p:spPr>
          <a:xfrm>
            <a:off x="6549415" y="2637641"/>
            <a:ext cx="1980000" cy="332399"/>
          </a:xfrm>
          <a:prstGeom prst="rect">
            <a:avLst/>
          </a:prstGeom>
        </p:spPr>
        <p:txBody>
          <a:bodyPr lIns="0" tIns="0" rIns="0" bIns="0">
            <a:spAutoFit/>
          </a:bodyPr>
          <a:lstStyle>
            <a:lvl1pPr marL="0" indent="0" algn="ctr">
              <a:buNone/>
              <a:defRPr sz="1200" b="1" spc="40" baseline="0">
                <a:solidFill>
                  <a:schemeClr val="accent2"/>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19" name="Text Placeholder 36">
            <a:extLst>
              <a:ext uri="{FF2B5EF4-FFF2-40B4-BE49-F238E27FC236}">
                <a16:creationId xmlns:a16="http://schemas.microsoft.com/office/drawing/2014/main" id="{080FE8EC-61B8-C201-2900-70D70644EDD8}"/>
              </a:ext>
            </a:extLst>
          </p:cNvPr>
          <p:cNvSpPr>
            <a:spLocks noGrp="1"/>
          </p:cNvSpPr>
          <p:nvPr>
            <p:ph type="body" sz="quarter" idx="65" hasCustomPrompt="1"/>
          </p:nvPr>
        </p:nvSpPr>
        <p:spPr>
          <a:xfrm>
            <a:off x="9389541" y="2637641"/>
            <a:ext cx="1980000" cy="332399"/>
          </a:xfrm>
          <a:prstGeom prst="rect">
            <a:avLst/>
          </a:prstGeom>
        </p:spPr>
        <p:txBody>
          <a:bodyPr lIns="0" tIns="0" rIns="0" bIns="0">
            <a:spAutoFit/>
          </a:bodyPr>
          <a:lstStyle>
            <a:lvl1pPr marL="0" indent="0" algn="ctr">
              <a:buNone/>
              <a:defRPr sz="1200" b="1" spc="40" baseline="0">
                <a:solidFill>
                  <a:schemeClr val="accent6"/>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5" name="Arrow: Right 34">
            <a:extLst>
              <a:ext uri="{FF2B5EF4-FFF2-40B4-BE49-F238E27FC236}">
                <a16:creationId xmlns:a16="http://schemas.microsoft.com/office/drawing/2014/main" id="{2AD7AE2A-6321-A085-D73F-641536EB9F25}"/>
              </a:ext>
            </a:extLst>
          </p:cNvPr>
          <p:cNvSpPr>
            <a:spLocks noGrp="1" noRot="1" noMove="1" noResize="1" noEditPoints="1" noAdjustHandles="1" noChangeArrowheads="1" noChangeShapeType="1"/>
          </p:cNvSpPr>
          <p:nvPr userDrawn="1"/>
        </p:nvSpPr>
        <p:spPr>
          <a:xfrm>
            <a:off x="588166" y="5695949"/>
            <a:ext cx="11051375" cy="749481"/>
          </a:xfrm>
          <a:prstGeom prst="rightArrow">
            <a:avLst>
              <a:gd name="adj1" fmla="val 52263"/>
              <a:gd name="adj2" fmla="val 70882"/>
            </a:avLst>
          </a:prstGeom>
          <a:gradFill flip="none" rotWithShape="1">
            <a:gsLst>
              <a:gs pos="0">
                <a:schemeClr val="accent3"/>
              </a:gs>
              <a:gs pos="66000">
                <a:schemeClr val="accent2"/>
              </a:gs>
              <a:gs pos="33000">
                <a:schemeClr val="accent4"/>
              </a:gs>
              <a:gs pos="10000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6" name="Text Placeholder 26">
            <a:extLst>
              <a:ext uri="{FF2B5EF4-FFF2-40B4-BE49-F238E27FC236}">
                <a16:creationId xmlns:a16="http://schemas.microsoft.com/office/drawing/2014/main" id="{6F4B214F-0A86-CB85-7E28-5A8147AFB36C}"/>
              </a:ext>
            </a:extLst>
          </p:cNvPr>
          <p:cNvSpPr>
            <a:spLocks noGrp="1"/>
          </p:cNvSpPr>
          <p:nvPr>
            <p:ph type="body" sz="quarter" idx="81" hasCustomPrompt="1"/>
          </p:nvPr>
        </p:nvSpPr>
        <p:spPr>
          <a:xfrm>
            <a:off x="1895475" y="5876924"/>
            <a:ext cx="8420099" cy="390525"/>
          </a:xfrm>
          <a:prstGeom prst="rect">
            <a:avLst/>
          </a:prstGeom>
        </p:spPr>
        <p:txBody>
          <a:bodyPr wrap="square" lIns="0" tIns="36000" rIns="0" bIns="0" anchor="ctr" anchorCtr="0">
            <a:no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YOU CAN ADD A TIMEFRAME HERE</a:t>
            </a:r>
            <a:endParaRPr lang="en-ZA" dirty="0"/>
          </a:p>
        </p:txBody>
      </p:sp>
      <p:grpSp>
        <p:nvGrpSpPr>
          <p:cNvPr id="54" name="Group 53">
            <a:extLst>
              <a:ext uri="{FF2B5EF4-FFF2-40B4-BE49-F238E27FC236}">
                <a16:creationId xmlns:a16="http://schemas.microsoft.com/office/drawing/2014/main" id="{0FD6C060-4FA3-E50D-1F8D-373E221D2011}"/>
              </a:ext>
            </a:extLst>
          </p:cNvPr>
          <p:cNvGrpSpPr>
            <a:grpSpLocks noGrp="1" noUngrp="1" noRot="1" noMove="1" noResize="1"/>
          </p:cNvGrpSpPr>
          <p:nvPr userDrawn="1"/>
        </p:nvGrpSpPr>
        <p:grpSpPr>
          <a:xfrm>
            <a:off x="3000642" y="2529515"/>
            <a:ext cx="540003" cy="540001"/>
            <a:chOff x="3000642" y="2961266"/>
            <a:chExt cx="540003" cy="540001"/>
          </a:xfrm>
        </p:grpSpPr>
        <p:sp>
          <p:nvSpPr>
            <p:cNvPr id="45" name="Freeform: Shape 44">
              <a:extLst>
                <a:ext uri="{FF2B5EF4-FFF2-40B4-BE49-F238E27FC236}">
                  <a16:creationId xmlns:a16="http://schemas.microsoft.com/office/drawing/2014/main" id="{C73F172C-F088-0CD8-6121-AF583F058921}"/>
                </a:ext>
              </a:extLst>
            </p:cNvPr>
            <p:cNvSpPr>
              <a:spLocks noGrp="1" noRot="1" noChangeAspect="1" noMove="1" noResize="1" noEditPoints="1" noAdjustHandles="1" noChangeArrowheads="1" noChangeShapeType="1"/>
            </p:cNvSpPr>
            <p:nvPr/>
          </p:nvSpPr>
          <p:spPr>
            <a:xfrm>
              <a:off x="3000642" y="2961266"/>
              <a:ext cx="540003" cy="540001"/>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490FBD33-ED17-9443-D9BE-BA6E7EAB6383}"/>
                </a:ext>
              </a:extLst>
            </p:cNvPr>
            <p:cNvSpPr>
              <a:spLocks noGrp="1" noRot="1" noMove="1" noResize="1" noEditPoints="1" noAdjustHandles="1" noChangeArrowheads="1" noChangeShapeType="1"/>
            </p:cNvSpPr>
            <p:nvPr/>
          </p:nvSpPr>
          <p:spPr>
            <a:xfrm>
              <a:off x="3194001" y="3091760"/>
              <a:ext cx="186956" cy="261597"/>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55" name="Group 54">
            <a:extLst>
              <a:ext uri="{FF2B5EF4-FFF2-40B4-BE49-F238E27FC236}">
                <a16:creationId xmlns:a16="http://schemas.microsoft.com/office/drawing/2014/main" id="{296AF4E0-6A8A-F38A-A71C-0993786C6BA4}"/>
              </a:ext>
            </a:extLst>
          </p:cNvPr>
          <p:cNvGrpSpPr>
            <a:grpSpLocks noGrp="1" noUngrp="1" noRot="1" noMove="1" noResize="1"/>
          </p:cNvGrpSpPr>
          <p:nvPr userDrawn="1"/>
        </p:nvGrpSpPr>
        <p:grpSpPr>
          <a:xfrm>
            <a:off x="5843271" y="2529515"/>
            <a:ext cx="540003" cy="540001"/>
            <a:chOff x="3000642" y="2961266"/>
            <a:chExt cx="540003" cy="540001"/>
          </a:xfrm>
        </p:grpSpPr>
        <p:sp>
          <p:nvSpPr>
            <p:cNvPr id="56" name="Freeform: Shape 55">
              <a:extLst>
                <a:ext uri="{FF2B5EF4-FFF2-40B4-BE49-F238E27FC236}">
                  <a16:creationId xmlns:a16="http://schemas.microsoft.com/office/drawing/2014/main" id="{35A5AD0A-84B8-B1B8-28A7-605E02607D2D}"/>
                </a:ext>
              </a:extLst>
            </p:cNvPr>
            <p:cNvSpPr>
              <a:spLocks noGrp="1" noRot="1" noChangeAspect="1" noMove="1" noResize="1" noEditPoints="1" noAdjustHandles="1" noChangeArrowheads="1" noChangeShapeType="1"/>
            </p:cNvSpPr>
            <p:nvPr/>
          </p:nvSpPr>
          <p:spPr>
            <a:xfrm>
              <a:off x="3000642" y="2961266"/>
              <a:ext cx="540003" cy="540001"/>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57" name="Freeform: Shape 56">
              <a:extLst>
                <a:ext uri="{FF2B5EF4-FFF2-40B4-BE49-F238E27FC236}">
                  <a16:creationId xmlns:a16="http://schemas.microsoft.com/office/drawing/2014/main" id="{1DCDA156-6A02-ED3E-CD02-548E31A4FFE5}"/>
                </a:ext>
              </a:extLst>
            </p:cNvPr>
            <p:cNvSpPr>
              <a:spLocks noGrp="1" noRot="1" noMove="1" noResize="1" noEditPoints="1" noAdjustHandles="1" noChangeArrowheads="1" noChangeShapeType="1"/>
            </p:cNvSpPr>
            <p:nvPr/>
          </p:nvSpPr>
          <p:spPr>
            <a:xfrm>
              <a:off x="3194001" y="3091760"/>
              <a:ext cx="186956" cy="261597"/>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58" name="Group 57">
            <a:extLst>
              <a:ext uri="{FF2B5EF4-FFF2-40B4-BE49-F238E27FC236}">
                <a16:creationId xmlns:a16="http://schemas.microsoft.com/office/drawing/2014/main" id="{48E9F4B0-BCDE-2B47-0DC2-E0B3BDE328F8}"/>
              </a:ext>
            </a:extLst>
          </p:cNvPr>
          <p:cNvGrpSpPr>
            <a:grpSpLocks noGrp="1" noUngrp="1" noRot="1" noMove="1" noResize="1"/>
          </p:cNvGrpSpPr>
          <p:nvPr userDrawn="1"/>
        </p:nvGrpSpPr>
        <p:grpSpPr>
          <a:xfrm>
            <a:off x="8695556" y="2529515"/>
            <a:ext cx="540003" cy="540001"/>
            <a:chOff x="3000642" y="2961266"/>
            <a:chExt cx="540003" cy="540001"/>
          </a:xfrm>
        </p:grpSpPr>
        <p:sp>
          <p:nvSpPr>
            <p:cNvPr id="59" name="Freeform: Shape 58">
              <a:extLst>
                <a:ext uri="{FF2B5EF4-FFF2-40B4-BE49-F238E27FC236}">
                  <a16:creationId xmlns:a16="http://schemas.microsoft.com/office/drawing/2014/main" id="{E8D95FB2-C2F6-B18A-3CA9-2F4512EC6FA8}"/>
                </a:ext>
              </a:extLst>
            </p:cNvPr>
            <p:cNvSpPr>
              <a:spLocks noGrp="1" noRot="1" noChangeAspect="1" noMove="1" noResize="1" noEditPoints="1" noAdjustHandles="1" noChangeArrowheads="1" noChangeShapeType="1"/>
            </p:cNvSpPr>
            <p:nvPr/>
          </p:nvSpPr>
          <p:spPr>
            <a:xfrm>
              <a:off x="3000642" y="2961266"/>
              <a:ext cx="540003" cy="540001"/>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60" name="Freeform: Shape 59">
              <a:extLst>
                <a:ext uri="{FF2B5EF4-FFF2-40B4-BE49-F238E27FC236}">
                  <a16:creationId xmlns:a16="http://schemas.microsoft.com/office/drawing/2014/main" id="{FB199CF3-994E-AA81-1608-BA085C2A8B67}"/>
                </a:ext>
              </a:extLst>
            </p:cNvPr>
            <p:cNvSpPr>
              <a:spLocks noGrp="1" noRot="1" noMove="1" noResize="1" noEditPoints="1" noAdjustHandles="1" noChangeArrowheads="1" noChangeShapeType="1"/>
            </p:cNvSpPr>
            <p:nvPr/>
          </p:nvSpPr>
          <p:spPr>
            <a:xfrm>
              <a:off x="3194001" y="3091760"/>
              <a:ext cx="186956" cy="261597"/>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spTree>
    <p:extLst>
      <p:ext uri="{BB962C8B-B14F-4D97-AF65-F5344CB8AC3E}">
        <p14:creationId xmlns:p14="http://schemas.microsoft.com/office/powerpoint/2010/main" val="163813714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P10 | 3_Double HEAD + Intro + 5 Step">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5B784137-2FAB-3F49-410E-A9B86F79F6EF}"/>
              </a:ext>
            </a:extLst>
          </p:cNvPr>
          <p:cNvSpPr>
            <a:spLocks noGrp="1" noRot="1" noMove="1" noResize="1" noEditPoints="1" noAdjustHandles="1" noChangeArrowheads="1" noChangeShapeType="1"/>
          </p:cNvSpPr>
          <p:nvPr userDrawn="1"/>
        </p:nvSpPr>
        <p:spPr>
          <a:xfrm>
            <a:off x="0" y="-1"/>
            <a:ext cx="12192000" cy="3631964"/>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59" name="Arrow: Right 58">
            <a:extLst>
              <a:ext uri="{FF2B5EF4-FFF2-40B4-BE49-F238E27FC236}">
                <a16:creationId xmlns:a16="http://schemas.microsoft.com/office/drawing/2014/main" id="{B75FF137-9B57-4543-48C1-72B162070029}"/>
              </a:ext>
            </a:extLst>
          </p:cNvPr>
          <p:cNvSpPr>
            <a:spLocks noGrp="1" noRot="1" noMove="1" noResize="1" noEditPoints="1" noAdjustHandles="1" noChangeArrowheads="1" noChangeShapeType="1"/>
          </p:cNvSpPr>
          <p:nvPr userDrawn="1"/>
        </p:nvSpPr>
        <p:spPr>
          <a:xfrm>
            <a:off x="588166" y="2615014"/>
            <a:ext cx="11051375" cy="410198"/>
          </a:xfrm>
          <a:prstGeom prst="rightArrow">
            <a:avLst>
              <a:gd name="adj1" fmla="val 52263"/>
              <a:gd name="adj2" fmla="val 70882"/>
            </a:avLst>
          </a:prstGeom>
          <a:gradFill flip="none" rotWithShape="1">
            <a:gsLst>
              <a:gs pos="0">
                <a:schemeClr val="accent3"/>
              </a:gs>
              <a:gs pos="66000">
                <a:schemeClr val="accent2"/>
              </a:gs>
              <a:gs pos="33000">
                <a:schemeClr val="accent4"/>
              </a:gs>
              <a:gs pos="10000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Oval 6">
            <a:extLst>
              <a:ext uri="{FF2B5EF4-FFF2-40B4-BE49-F238E27FC236}">
                <a16:creationId xmlns:a16="http://schemas.microsoft.com/office/drawing/2014/main" id="{11FE6060-B379-E703-C080-A4E4115482CB}"/>
              </a:ext>
            </a:extLst>
          </p:cNvPr>
          <p:cNvSpPr>
            <a:spLocks noGrp="1" noRot="1" noMove="1" noResize="1" noEditPoints="1" noAdjustHandles="1" noChangeArrowheads="1" noChangeShapeType="1"/>
          </p:cNvSpPr>
          <p:nvPr userDrawn="1"/>
        </p:nvSpPr>
        <p:spPr>
          <a:xfrm>
            <a:off x="3588202" y="2521010"/>
            <a:ext cx="598206" cy="598206"/>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Oval 8">
            <a:extLst>
              <a:ext uri="{FF2B5EF4-FFF2-40B4-BE49-F238E27FC236}">
                <a16:creationId xmlns:a16="http://schemas.microsoft.com/office/drawing/2014/main" id="{8A5C78DD-431E-01E6-3B2C-04E9D3EC7A69}"/>
              </a:ext>
            </a:extLst>
          </p:cNvPr>
          <p:cNvSpPr>
            <a:spLocks noGrp="1" noRot="1" noMove="1" noResize="1" noEditPoints="1" noAdjustHandles="1" noChangeArrowheads="1" noChangeShapeType="1"/>
          </p:cNvSpPr>
          <p:nvPr userDrawn="1"/>
        </p:nvSpPr>
        <p:spPr>
          <a:xfrm>
            <a:off x="5814755" y="2521010"/>
            <a:ext cx="598206" cy="598206"/>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Oval 9">
            <a:extLst>
              <a:ext uri="{FF2B5EF4-FFF2-40B4-BE49-F238E27FC236}">
                <a16:creationId xmlns:a16="http://schemas.microsoft.com/office/drawing/2014/main" id="{9BA54AC4-30FD-FA12-8476-3AD19722D70A}"/>
              </a:ext>
            </a:extLst>
          </p:cNvPr>
          <p:cNvSpPr>
            <a:spLocks noGrp="1" noRot="1" noMove="1" noResize="1" noEditPoints="1" noAdjustHandles="1" noChangeArrowheads="1" noChangeShapeType="1"/>
          </p:cNvSpPr>
          <p:nvPr userDrawn="1"/>
        </p:nvSpPr>
        <p:spPr>
          <a:xfrm>
            <a:off x="8039994" y="2521010"/>
            <a:ext cx="598206" cy="598206"/>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Oval 13">
            <a:extLst>
              <a:ext uri="{FF2B5EF4-FFF2-40B4-BE49-F238E27FC236}">
                <a16:creationId xmlns:a16="http://schemas.microsoft.com/office/drawing/2014/main" id="{79E1F331-0ECA-0D09-F3DC-55A123439536}"/>
              </a:ext>
            </a:extLst>
          </p:cNvPr>
          <p:cNvSpPr>
            <a:spLocks noGrp="1" noRot="1" noMove="1" noResize="1" noEditPoints="1" noAdjustHandles="1" noChangeArrowheads="1" noChangeShapeType="1"/>
          </p:cNvSpPr>
          <p:nvPr userDrawn="1"/>
        </p:nvSpPr>
        <p:spPr>
          <a:xfrm>
            <a:off x="10252635" y="2521010"/>
            <a:ext cx="598206" cy="598206"/>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Oval 5">
            <a:extLst>
              <a:ext uri="{FF2B5EF4-FFF2-40B4-BE49-F238E27FC236}">
                <a16:creationId xmlns:a16="http://schemas.microsoft.com/office/drawing/2014/main" id="{16A816EA-8A67-BDF1-1BFB-4EF8CB6BC85D}"/>
              </a:ext>
            </a:extLst>
          </p:cNvPr>
          <p:cNvSpPr>
            <a:spLocks noGrp="1" noRot="1" noMove="1" noResize="1" noEditPoints="1" noAdjustHandles="1" noChangeArrowheads="1" noChangeShapeType="1"/>
          </p:cNvSpPr>
          <p:nvPr userDrawn="1"/>
        </p:nvSpPr>
        <p:spPr>
          <a:xfrm>
            <a:off x="1368271" y="2521010"/>
            <a:ext cx="598206" cy="598206"/>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 Placeholder 15">
            <a:extLst>
              <a:ext uri="{FF2B5EF4-FFF2-40B4-BE49-F238E27FC236}">
                <a16:creationId xmlns:a16="http://schemas.microsoft.com/office/drawing/2014/main" id="{57CA14D9-0951-0E94-E6D3-A4130E61AC0F}"/>
              </a:ext>
            </a:extLst>
          </p:cNvPr>
          <p:cNvSpPr>
            <a:spLocks noGrp="1"/>
          </p:cNvSpPr>
          <p:nvPr>
            <p:ph type="body" sz="quarter" idx="82" hasCustomPrompt="1"/>
          </p:nvPr>
        </p:nvSpPr>
        <p:spPr>
          <a:xfrm>
            <a:off x="587375" y="1747932"/>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3CB0F16A-553B-262E-6522-800F45FFE3C0}"/>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gn="ctr">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90" name="Freeform 9">
            <a:extLst>
              <a:ext uri="{FF2B5EF4-FFF2-40B4-BE49-F238E27FC236}">
                <a16:creationId xmlns:a16="http://schemas.microsoft.com/office/drawing/2014/main" id="{42762781-06FD-3E65-CDA8-12728377E499}"/>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4" name="Rectangle 3">
            <a:extLst>
              <a:ext uri="{FF2B5EF4-FFF2-40B4-BE49-F238E27FC236}">
                <a16:creationId xmlns:a16="http://schemas.microsoft.com/office/drawing/2014/main" id="{8BEFE18C-2E14-0D66-9327-F4463C2AF3D4}"/>
              </a:ext>
            </a:extLst>
          </p:cNvPr>
          <p:cNvSpPr>
            <a:spLocks noGrp="1" noRot="1" noMove="1" noResize="1" noEditPoints="1" noAdjustHandles="1" noChangeArrowheads="1" noChangeShapeType="1"/>
          </p:cNvSpPr>
          <p:nvPr userDrawn="1"/>
        </p:nvSpPr>
        <p:spPr>
          <a:xfrm>
            <a:off x="9480341" y="3151898"/>
            <a:ext cx="2160000" cy="257745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114374F-2F90-D3C4-27CB-22AA7E74F6CE}"/>
              </a:ext>
            </a:extLst>
          </p:cNvPr>
          <p:cNvSpPr>
            <a:spLocks noGrp="1" noRot="1" noMove="1" noResize="1" noEditPoints="1" noAdjustHandles="1" noChangeArrowheads="1" noChangeShapeType="1"/>
          </p:cNvSpPr>
          <p:nvPr userDrawn="1"/>
        </p:nvSpPr>
        <p:spPr>
          <a:xfrm>
            <a:off x="587374" y="3151898"/>
            <a:ext cx="2160000" cy="25774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AC52C06-7924-5874-C175-32D5BC6AEA85}"/>
              </a:ext>
            </a:extLst>
          </p:cNvPr>
          <p:cNvSpPr>
            <a:spLocks noGrp="1" noRot="1" noMove="1" noResize="1" noEditPoints="1" noAdjustHandles="1" noChangeArrowheads="1" noChangeShapeType="1"/>
          </p:cNvSpPr>
          <p:nvPr userDrawn="1"/>
        </p:nvSpPr>
        <p:spPr>
          <a:xfrm>
            <a:off x="2810616" y="3151898"/>
            <a:ext cx="2160000" cy="257745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56810DF3-96B1-8F39-8903-A2461F54EF81}"/>
              </a:ext>
            </a:extLst>
          </p:cNvPr>
          <p:cNvSpPr>
            <a:spLocks noGrp="1" noRot="1" noMove="1" noResize="1" noEditPoints="1" noAdjustHandles="1" noChangeArrowheads="1" noChangeShapeType="1"/>
          </p:cNvSpPr>
          <p:nvPr userDrawn="1"/>
        </p:nvSpPr>
        <p:spPr>
          <a:xfrm>
            <a:off x="5033854" y="3151898"/>
            <a:ext cx="2160000" cy="257745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FAB971CB-106C-DA8E-E7BE-E11B5AA83882}"/>
              </a:ext>
            </a:extLst>
          </p:cNvPr>
          <p:cNvSpPr>
            <a:spLocks noGrp="1" noRot="1" noMove="1" noResize="1" noEditPoints="1" noAdjustHandles="1" noChangeArrowheads="1" noChangeShapeType="1"/>
          </p:cNvSpPr>
          <p:nvPr userDrawn="1"/>
        </p:nvSpPr>
        <p:spPr>
          <a:xfrm>
            <a:off x="7257100" y="3151898"/>
            <a:ext cx="2160000" cy="25774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ED0B3B73-52C4-6D2C-9F71-EFDD93AC1223}"/>
              </a:ext>
            </a:extLst>
          </p:cNvPr>
          <p:cNvSpPr>
            <a:spLocks noGrp="1" noRot="1" noMove="1" noResize="1" noEditPoints="1" noAdjustHandles="1" noChangeArrowheads="1" noChangeShapeType="1"/>
          </p:cNvSpPr>
          <p:nvPr userDrawn="1"/>
        </p:nvSpPr>
        <p:spPr>
          <a:xfrm>
            <a:off x="1487374" y="2640113"/>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cxnSp>
        <p:nvCxnSpPr>
          <p:cNvPr id="20" name="Straight Connector 19">
            <a:extLst>
              <a:ext uri="{FF2B5EF4-FFF2-40B4-BE49-F238E27FC236}">
                <a16:creationId xmlns:a16="http://schemas.microsoft.com/office/drawing/2014/main" id="{5FFC4747-AA87-A3E1-8E15-497451B6B70E}"/>
              </a:ext>
            </a:extLst>
          </p:cNvPr>
          <p:cNvCxnSpPr>
            <a:cxnSpLocks noGrp="1" noRot="1" noMove="1" noResize="1" noEditPoints="1" noAdjustHandles="1" noChangeArrowheads="1" noChangeShapeType="1"/>
          </p:cNvCxnSpPr>
          <p:nvPr userDrawn="1"/>
        </p:nvCxnSpPr>
        <p:spPr>
          <a:xfrm flipH="1">
            <a:off x="587374" y="6426371"/>
            <a:ext cx="216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9F8E63C-27BA-418B-8F4B-C17334162B70}"/>
              </a:ext>
            </a:extLst>
          </p:cNvPr>
          <p:cNvCxnSpPr>
            <a:cxnSpLocks noGrp="1" noRot="1" noMove="1" noResize="1" noEditPoints="1" noAdjustHandles="1" noChangeArrowheads="1" noChangeShapeType="1"/>
          </p:cNvCxnSpPr>
          <p:nvPr userDrawn="1"/>
        </p:nvCxnSpPr>
        <p:spPr>
          <a:xfrm flipH="1">
            <a:off x="2810616" y="6426371"/>
            <a:ext cx="21600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732D15-5810-A232-DCA1-145090F6CE39}"/>
              </a:ext>
            </a:extLst>
          </p:cNvPr>
          <p:cNvCxnSpPr>
            <a:cxnSpLocks noGrp="1" noRot="1" noMove="1" noResize="1" noEditPoints="1" noAdjustHandles="1" noChangeArrowheads="1" noChangeShapeType="1"/>
          </p:cNvCxnSpPr>
          <p:nvPr userDrawn="1"/>
        </p:nvCxnSpPr>
        <p:spPr>
          <a:xfrm flipH="1">
            <a:off x="5033858" y="6426371"/>
            <a:ext cx="21600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FC2291C-54EB-9C6C-E7FC-53CE1B0A212B}"/>
              </a:ext>
            </a:extLst>
          </p:cNvPr>
          <p:cNvCxnSpPr>
            <a:cxnSpLocks noGrp="1" noRot="1" noMove="1" noResize="1" noEditPoints="1" noAdjustHandles="1" noChangeArrowheads="1" noChangeShapeType="1"/>
          </p:cNvCxnSpPr>
          <p:nvPr userDrawn="1"/>
        </p:nvCxnSpPr>
        <p:spPr>
          <a:xfrm flipH="1">
            <a:off x="7257100" y="6426371"/>
            <a:ext cx="21600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1FF67E-260C-E53D-1AEA-0FA3263A7801}"/>
              </a:ext>
            </a:extLst>
          </p:cNvPr>
          <p:cNvCxnSpPr>
            <a:cxnSpLocks noGrp="1" noRot="1" noMove="1" noResize="1" noEditPoints="1" noAdjustHandles="1" noChangeArrowheads="1" noChangeShapeType="1"/>
          </p:cNvCxnSpPr>
          <p:nvPr userDrawn="1"/>
        </p:nvCxnSpPr>
        <p:spPr>
          <a:xfrm flipH="1">
            <a:off x="9480341" y="6426371"/>
            <a:ext cx="21600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CEE2AD2-7AE2-776B-9ACD-DFE5FBD5A1C4}"/>
              </a:ext>
            </a:extLst>
          </p:cNvPr>
          <p:cNvSpPr>
            <a:spLocks noGrp="1" noRot="1" noMove="1" noResize="1" noEditPoints="1" noAdjustHandles="1" noChangeArrowheads="1" noChangeShapeType="1"/>
          </p:cNvSpPr>
          <p:nvPr userDrawn="1"/>
        </p:nvSpPr>
        <p:spPr>
          <a:xfrm>
            <a:off x="3710616" y="2640113"/>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02</a:t>
            </a:r>
          </a:p>
        </p:txBody>
      </p:sp>
      <p:sp>
        <p:nvSpPr>
          <p:cNvPr id="27" name="Oval 26">
            <a:extLst>
              <a:ext uri="{FF2B5EF4-FFF2-40B4-BE49-F238E27FC236}">
                <a16:creationId xmlns:a16="http://schemas.microsoft.com/office/drawing/2014/main" id="{9EBBE897-3CD3-3640-09C9-BE27B21ED952}"/>
              </a:ext>
            </a:extLst>
          </p:cNvPr>
          <p:cNvSpPr>
            <a:spLocks noGrp="1" noRot="1" noMove="1" noResize="1" noEditPoints="1" noAdjustHandles="1" noChangeArrowheads="1" noChangeShapeType="1"/>
          </p:cNvSpPr>
          <p:nvPr userDrawn="1"/>
        </p:nvSpPr>
        <p:spPr>
          <a:xfrm>
            <a:off x="5931707" y="2640113"/>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03</a:t>
            </a:r>
          </a:p>
        </p:txBody>
      </p:sp>
      <p:sp>
        <p:nvSpPr>
          <p:cNvPr id="28" name="Oval 27">
            <a:extLst>
              <a:ext uri="{FF2B5EF4-FFF2-40B4-BE49-F238E27FC236}">
                <a16:creationId xmlns:a16="http://schemas.microsoft.com/office/drawing/2014/main" id="{A7C7F23C-6D66-627B-57CE-B28E46DCC823}"/>
              </a:ext>
            </a:extLst>
          </p:cNvPr>
          <p:cNvSpPr>
            <a:spLocks noGrp="1" noRot="1" noMove="1" noResize="1" noEditPoints="1" noAdjustHandles="1" noChangeArrowheads="1" noChangeShapeType="1"/>
          </p:cNvSpPr>
          <p:nvPr userDrawn="1"/>
        </p:nvSpPr>
        <p:spPr>
          <a:xfrm>
            <a:off x="8152798" y="2640113"/>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04</a:t>
            </a:r>
          </a:p>
        </p:txBody>
      </p:sp>
      <p:sp>
        <p:nvSpPr>
          <p:cNvPr id="29" name="Oval 28">
            <a:extLst>
              <a:ext uri="{FF2B5EF4-FFF2-40B4-BE49-F238E27FC236}">
                <a16:creationId xmlns:a16="http://schemas.microsoft.com/office/drawing/2014/main" id="{06C9D642-71C3-32D4-4E31-14E31BF1A800}"/>
              </a:ext>
            </a:extLst>
          </p:cNvPr>
          <p:cNvSpPr>
            <a:spLocks noGrp="1" noRot="1" noMove="1" noResize="1" noEditPoints="1" noAdjustHandles="1" noChangeArrowheads="1" noChangeShapeType="1"/>
          </p:cNvSpPr>
          <p:nvPr userDrawn="1"/>
        </p:nvSpPr>
        <p:spPr>
          <a:xfrm>
            <a:off x="10380342" y="2640113"/>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05</a:t>
            </a:r>
          </a:p>
        </p:txBody>
      </p:sp>
      <p:sp>
        <p:nvSpPr>
          <p:cNvPr id="30" name="Text Placeholder 36">
            <a:extLst>
              <a:ext uri="{FF2B5EF4-FFF2-40B4-BE49-F238E27FC236}">
                <a16:creationId xmlns:a16="http://schemas.microsoft.com/office/drawing/2014/main" id="{B7E91E85-4ADB-5E57-7B5B-24E3E3CDAF0A}"/>
              </a:ext>
            </a:extLst>
          </p:cNvPr>
          <p:cNvSpPr>
            <a:spLocks noGrp="1"/>
          </p:cNvSpPr>
          <p:nvPr>
            <p:ph type="body" sz="quarter" idx="49" hasCustomPrompt="1"/>
          </p:nvPr>
        </p:nvSpPr>
        <p:spPr>
          <a:xfrm>
            <a:off x="587374" y="3476300"/>
            <a:ext cx="2160000" cy="304699"/>
          </a:xfrm>
          <a:prstGeom prst="rect">
            <a:avLst/>
          </a:prstGeom>
        </p:spPr>
        <p:txBody>
          <a:bodyPr wrap="square" lIns="72000" tIns="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1" name="Text Placeholder 36">
            <a:extLst>
              <a:ext uri="{FF2B5EF4-FFF2-40B4-BE49-F238E27FC236}">
                <a16:creationId xmlns:a16="http://schemas.microsoft.com/office/drawing/2014/main" id="{9D6DFC5E-8351-E118-9DFC-A3A159FE9E20}"/>
              </a:ext>
            </a:extLst>
          </p:cNvPr>
          <p:cNvSpPr>
            <a:spLocks noGrp="1"/>
          </p:cNvSpPr>
          <p:nvPr>
            <p:ph type="body" sz="quarter" idx="76" hasCustomPrompt="1"/>
          </p:nvPr>
        </p:nvSpPr>
        <p:spPr>
          <a:xfrm>
            <a:off x="2810615" y="3476300"/>
            <a:ext cx="2159999" cy="304699"/>
          </a:xfrm>
          <a:prstGeom prst="rect">
            <a:avLst/>
          </a:prstGeom>
        </p:spPr>
        <p:txBody>
          <a:bodyPr wrap="square" lIns="72000" tIns="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2" name="Text Placeholder 36">
            <a:extLst>
              <a:ext uri="{FF2B5EF4-FFF2-40B4-BE49-F238E27FC236}">
                <a16:creationId xmlns:a16="http://schemas.microsoft.com/office/drawing/2014/main" id="{1070A40A-EC38-283D-B5AB-B97EA8E3555D}"/>
              </a:ext>
            </a:extLst>
          </p:cNvPr>
          <p:cNvSpPr>
            <a:spLocks noGrp="1"/>
          </p:cNvSpPr>
          <p:nvPr>
            <p:ph type="body" sz="quarter" idx="77" hasCustomPrompt="1"/>
          </p:nvPr>
        </p:nvSpPr>
        <p:spPr>
          <a:xfrm>
            <a:off x="5033854" y="3476300"/>
            <a:ext cx="2159999" cy="304699"/>
          </a:xfrm>
          <a:prstGeom prst="rect">
            <a:avLst/>
          </a:prstGeom>
        </p:spPr>
        <p:txBody>
          <a:bodyPr wrap="square" lIns="72000" tIns="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3" name="Text Placeholder 36">
            <a:extLst>
              <a:ext uri="{FF2B5EF4-FFF2-40B4-BE49-F238E27FC236}">
                <a16:creationId xmlns:a16="http://schemas.microsoft.com/office/drawing/2014/main" id="{A393C89C-B05F-3457-FA8A-162255840C74}"/>
              </a:ext>
            </a:extLst>
          </p:cNvPr>
          <p:cNvSpPr>
            <a:spLocks noGrp="1"/>
          </p:cNvSpPr>
          <p:nvPr>
            <p:ph type="body" sz="quarter" idx="78" hasCustomPrompt="1"/>
          </p:nvPr>
        </p:nvSpPr>
        <p:spPr>
          <a:xfrm>
            <a:off x="7257094" y="3476300"/>
            <a:ext cx="2159998" cy="304699"/>
          </a:xfrm>
          <a:prstGeom prst="rect">
            <a:avLst/>
          </a:prstGeom>
        </p:spPr>
        <p:txBody>
          <a:bodyPr wrap="square" lIns="72000" tIns="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4" name="Text Placeholder 22">
            <a:extLst>
              <a:ext uri="{FF2B5EF4-FFF2-40B4-BE49-F238E27FC236}">
                <a16:creationId xmlns:a16="http://schemas.microsoft.com/office/drawing/2014/main" id="{638AA6AB-9E01-EF06-3CF3-7EEFC704E3C4}"/>
              </a:ext>
            </a:extLst>
          </p:cNvPr>
          <p:cNvSpPr>
            <a:spLocks noGrp="1"/>
          </p:cNvSpPr>
          <p:nvPr>
            <p:ph type="body" sz="quarter" idx="59" hasCustomPrompt="1"/>
          </p:nvPr>
        </p:nvSpPr>
        <p:spPr>
          <a:xfrm>
            <a:off x="587375" y="593519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5" name="Text Placeholder 22">
            <a:extLst>
              <a:ext uri="{FF2B5EF4-FFF2-40B4-BE49-F238E27FC236}">
                <a16:creationId xmlns:a16="http://schemas.microsoft.com/office/drawing/2014/main" id="{52349D1E-4C35-D323-8665-9BB5B05C85DD}"/>
              </a:ext>
            </a:extLst>
          </p:cNvPr>
          <p:cNvSpPr>
            <a:spLocks noGrp="1"/>
          </p:cNvSpPr>
          <p:nvPr>
            <p:ph type="body" sz="quarter" idx="60" hasCustomPrompt="1"/>
          </p:nvPr>
        </p:nvSpPr>
        <p:spPr>
          <a:xfrm>
            <a:off x="2810683" y="5935191"/>
            <a:ext cx="2153245"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6" name="Text Placeholder 22">
            <a:extLst>
              <a:ext uri="{FF2B5EF4-FFF2-40B4-BE49-F238E27FC236}">
                <a16:creationId xmlns:a16="http://schemas.microsoft.com/office/drawing/2014/main" id="{5244589B-EB7B-1708-C28D-A04A72D9F8CA}"/>
              </a:ext>
            </a:extLst>
          </p:cNvPr>
          <p:cNvSpPr>
            <a:spLocks noGrp="1"/>
          </p:cNvSpPr>
          <p:nvPr>
            <p:ph type="body" sz="quarter" idx="62" hasCustomPrompt="1"/>
          </p:nvPr>
        </p:nvSpPr>
        <p:spPr>
          <a:xfrm>
            <a:off x="5033854" y="593519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591F8372-F571-8754-63FC-36147ECAB350}"/>
              </a:ext>
            </a:extLst>
          </p:cNvPr>
          <p:cNvSpPr>
            <a:spLocks noGrp="1"/>
          </p:cNvSpPr>
          <p:nvPr>
            <p:ph type="body" sz="quarter" idx="64" hasCustomPrompt="1"/>
          </p:nvPr>
        </p:nvSpPr>
        <p:spPr>
          <a:xfrm>
            <a:off x="7257094" y="5935191"/>
            <a:ext cx="2159998"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36">
            <a:extLst>
              <a:ext uri="{FF2B5EF4-FFF2-40B4-BE49-F238E27FC236}">
                <a16:creationId xmlns:a16="http://schemas.microsoft.com/office/drawing/2014/main" id="{D7F47975-0A93-0FB2-2B05-9C3404EDA4F7}"/>
              </a:ext>
            </a:extLst>
          </p:cNvPr>
          <p:cNvSpPr>
            <a:spLocks noGrp="1"/>
          </p:cNvSpPr>
          <p:nvPr>
            <p:ph type="body" sz="quarter" idx="80" hasCustomPrompt="1"/>
          </p:nvPr>
        </p:nvSpPr>
        <p:spPr>
          <a:xfrm>
            <a:off x="9476040" y="3476300"/>
            <a:ext cx="2159999" cy="304699"/>
          </a:xfrm>
          <a:prstGeom prst="rect">
            <a:avLst/>
          </a:prstGeom>
        </p:spPr>
        <p:txBody>
          <a:bodyPr wrap="square" lIns="72000" tIns="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1" name="Text Placeholder 22">
            <a:extLst>
              <a:ext uri="{FF2B5EF4-FFF2-40B4-BE49-F238E27FC236}">
                <a16:creationId xmlns:a16="http://schemas.microsoft.com/office/drawing/2014/main" id="{535107F5-266B-C53E-4BE6-0899C5A00D2D}"/>
              </a:ext>
            </a:extLst>
          </p:cNvPr>
          <p:cNvSpPr>
            <a:spLocks noGrp="1"/>
          </p:cNvSpPr>
          <p:nvPr>
            <p:ph type="body" sz="quarter" idx="81" hasCustomPrompt="1"/>
          </p:nvPr>
        </p:nvSpPr>
        <p:spPr>
          <a:xfrm>
            <a:off x="9476040" y="5935191"/>
            <a:ext cx="2159999" cy="290849"/>
          </a:xfrm>
          <a:prstGeom prst="rect">
            <a:avLst/>
          </a:prstGeom>
        </p:spPr>
        <p:txBody>
          <a:bodyPr wrap="square" lIns="108000" tIns="0" rIns="108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44" name="Straight Connector 43">
            <a:extLst>
              <a:ext uri="{FF2B5EF4-FFF2-40B4-BE49-F238E27FC236}">
                <a16:creationId xmlns:a16="http://schemas.microsoft.com/office/drawing/2014/main" id="{70A2258E-078B-5934-EF37-E6DAE7912AAF}"/>
              </a:ext>
            </a:extLst>
          </p:cNvPr>
          <p:cNvCxnSpPr>
            <a:cxnSpLocks noGrp="1" noRot="1" noMove="1" noResize="1" noEditPoints="1" noAdjustHandles="1" noChangeArrowheads="1" noChangeShapeType="1"/>
          </p:cNvCxnSpPr>
          <p:nvPr userDrawn="1"/>
        </p:nvCxnSpPr>
        <p:spPr>
          <a:xfrm>
            <a:off x="587374" y="402954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29F6C2E-5784-8597-D3BC-829696A70E37}"/>
              </a:ext>
            </a:extLst>
          </p:cNvPr>
          <p:cNvCxnSpPr>
            <a:cxnSpLocks noGrp="1" noRot="1" noMove="1" noResize="1" noEditPoints="1" noAdjustHandles="1" noChangeArrowheads="1" noChangeShapeType="1"/>
          </p:cNvCxnSpPr>
          <p:nvPr userDrawn="1"/>
        </p:nvCxnSpPr>
        <p:spPr>
          <a:xfrm>
            <a:off x="2810616" y="402954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FE33A2F-B418-FFEF-4082-DAE836E96B58}"/>
              </a:ext>
            </a:extLst>
          </p:cNvPr>
          <p:cNvCxnSpPr>
            <a:cxnSpLocks noGrp="1" noRot="1" noMove="1" noResize="1" noEditPoints="1" noAdjustHandles="1" noChangeArrowheads="1" noChangeShapeType="1"/>
          </p:cNvCxnSpPr>
          <p:nvPr userDrawn="1"/>
        </p:nvCxnSpPr>
        <p:spPr>
          <a:xfrm>
            <a:off x="5033854" y="402954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69D413-9D94-5896-3AB1-F255095B054E}"/>
              </a:ext>
            </a:extLst>
          </p:cNvPr>
          <p:cNvCxnSpPr>
            <a:cxnSpLocks noGrp="1" noRot="1" noMove="1" noResize="1" noEditPoints="1" noAdjustHandles="1" noChangeArrowheads="1" noChangeShapeType="1"/>
          </p:cNvCxnSpPr>
          <p:nvPr userDrawn="1"/>
        </p:nvCxnSpPr>
        <p:spPr>
          <a:xfrm>
            <a:off x="7257100" y="402954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731C4AB-0FFC-167F-9926-918606E723D2}"/>
              </a:ext>
            </a:extLst>
          </p:cNvPr>
          <p:cNvCxnSpPr>
            <a:cxnSpLocks noGrp="1" noRot="1" noMove="1" noResize="1" noEditPoints="1" noAdjustHandles="1" noChangeArrowheads="1" noChangeShapeType="1"/>
          </p:cNvCxnSpPr>
          <p:nvPr userDrawn="1"/>
        </p:nvCxnSpPr>
        <p:spPr>
          <a:xfrm>
            <a:off x="9480341" y="4029546"/>
            <a:ext cx="2160000" cy="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52" name="Text Placeholder 4">
            <a:extLst>
              <a:ext uri="{FF2B5EF4-FFF2-40B4-BE49-F238E27FC236}">
                <a16:creationId xmlns:a16="http://schemas.microsoft.com/office/drawing/2014/main" id="{7C459272-EA49-BD4B-4204-C40347407349}"/>
              </a:ext>
            </a:extLst>
          </p:cNvPr>
          <p:cNvSpPr>
            <a:spLocks noGrp="1"/>
          </p:cNvSpPr>
          <p:nvPr>
            <p:ph type="body" sz="quarter" idx="39"/>
          </p:nvPr>
        </p:nvSpPr>
        <p:spPr>
          <a:xfrm>
            <a:off x="798705" y="4229488"/>
            <a:ext cx="1737338" cy="1282549"/>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4" name="Text Placeholder 4">
            <a:extLst>
              <a:ext uri="{FF2B5EF4-FFF2-40B4-BE49-F238E27FC236}">
                <a16:creationId xmlns:a16="http://schemas.microsoft.com/office/drawing/2014/main" id="{4C3C092A-F617-0967-4B76-93285488EEA0}"/>
              </a:ext>
            </a:extLst>
          </p:cNvPr>
          <p:cNvSpPr>
            <a:spLocks noGrp="1"/>
          </p:cNvSpPr>
          <p:nvPr>
            <p:ph type="body" sz="quarter" idx="83"/>
          </p:nvPr>
        </p:nvSpPr>
        <p:spPr>
          <a:xfrm>
            <a:off x="3018636" y="4229488"/>
            <a:ext cx="1737338" cy="1282549"/>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6" name="Text Placeholder 4">
            <a:extLst>
              <a:ext uri="{FF2B5EF4-FFF2-40B4-BE49-F238E27FC236}">
                <a16:creationId xmlns:a16="http://schemas.microsoft.com/office/drawing/2014/main" id="{DFA2A960-4493-8326-644D-4775B7C34534}"/>
              </a:ext>
            </a:extLst>
          </p:cNvPr>
          <p:cNvSpPr>
            <a:spLocks noGrp="1"/>
          </p:cNvSpPr>
          <p:nvPr>
            <p:ph type="body" sz="quarter" idx="84"/>
          </p:nvPr>
        </p:nvSpPr>
        <p:spPr>
          <a:xfrm>
            <a:off x="5243038" y="4229488"/>
            <a:ext cx="1737338" cy="1282549"/>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7" name="Text Placeholder 4">
            <a:extLst>
              <a:ext uri="{FF2B5EF4-FFF2-40B4-BE49-F238E27FC236}">
                <a16:creationId xmlns:a16="http://schemas.microsoft.com/office/drawing/2014/main" id="{07A1F12F-2DF6-FAD4-74FE-DD262E316E7B}"/>
              </a:ext>
            </a:extLst>
          </p:cNvPr>
          <p:cNvSpPr>
            <a:spLocks noGrp="1"/>
          </p:cNvSpPr>
          <p:nvPr>
            <p:ph type="body" sz="quarter" idx="85"/>
          </p:nvPr>
        </p:nvSpPr>
        <p:spPr>
          <a:xfrm>
            <a:off x="7464129" y="4229488"/>
            <a:ext cx="1737338" cy="1282549"/>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8" name="Text Placeholder 4">
            <a:extLst>
              <a:ext uri="{FF2B5EF4-FFF2-40B4-BE49-F238E27FC236}">
                <a16:creationId xmlns:a16="http://schemas.microsoft.com/office/drawing/2014/main" id="{0F92C769-9175-9EBA-EA20-C21A134F85B8}"/>
              </a:ext>
            </a:extLst>
          </p:cNvPr>
          <p:cNvSpPr>
            <a:spLocks noGrp="1"/>
          </p:cNvSpPr>
          <p:nvPr>
            <p:ph type="body" sz="quarter" idx="86"/>
          </p:nvPr>
        </p:nvSpPr>
        <p:spPr>
          <a:xfrm>
            <a:off x="9687370" y="4229488"/>
            <a:ext cx="1737338" cy="1282549"/>
          </a:xfrm>
          <a:prstGeom prst="rect">
            <a:avLst/>
          </a:prstGeom>
        </p:spPr>
        <p:txBody>
          <a:bodyPr lIns="0" tIns="0" rIns="0" bIns="0"/>
          <a:lstStyle>
            <a:lvl1pPr marL="182563" indent="-182563">
              <a:lnSpc>
                <a:spcPts val="1100"/>
              </a:lnSpc>
              <a:spcBef>
                <a:spcPts val="400"/>
              </a:spcBef>
              <a:buFont typeface="Calibri" panose="020F0502020204030204" pitchFamily="34" charset="0"/>
              <a:buChar char="+"/>
              <a:defRPr sz="1100">
                <a:solidFill>
                  <a:schemeClr val="bg1"/>
                </a:solidFill>
              </a:defRPr>
            </a:lvl1pPr>
            <a:lvl2pPr marL="357188" indent="-174625">
              <a:lnSpc>
                <a:spcPts val="1100"/>
              </a:lnSpc>
              <a:spcBef>
                <a:spcPts val="400"/>
              </a:spcBef>
              <a:defRPr sz="110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Tree>
    <p:extLst>
      <p:ext uri="{BB962C8B-B14F-4D97-AF65-F5344CB8AC3E}">
        <p14:creationId xmlns:p14="http://schemas.microsoft.com/office/powerpoint/2010/main" val="121172744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P10 | 4_Double HEAD + Intro + Photos + 5 Step">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5B784137-2FAB-3F49-410E-A9B86F79F6EF}"/>
              </a:ext>
            </a:extLst>
          </p:cNvPr>
          <p:cNvSpPr>
            <a:spLocks noGrp="1" noRot="1" noMove="1" noResize="1" noEditPoints="1" noAdjustHandles="1" noChangeArrowheads="1" noChangeShapeType="1"/>
          </p:cNvSpPr>
          <p:nvPr userDrawn="1"/>
        </p:nvSpPr>
        <p:spPr>
          <a:xfrm>
            <a:off x="0" y="-1"/>
            <a:ext cx="12192000" cy="3598537"/>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59" name="Arrow: Right 58">
            <a:extLst>
              <a:ext uri="{FF2B5EF4-FFF2-40B4-BE49-F238E27FC236}">
                <a16:creationId xmlns:a16="http://schemas.microsoft.com/office/drawing/2014/main" id="{B75FF137-9B57-4543-48C1-72B162070029}"/>
              </a:ext>
            </a:extLst>
          </p:cNvPr>
          <p:cNvSpPr>
            <a:spLocks noGrp="1" noRot="1" noMove="1" noResize="1" noEditPoints="1" noAdjustHandles="1" noChangeArrowheads="1" noChangeShapeType="1"/>
          </p:cNvSpPr>
          <p:nvPr userDrawn="1"/>
        </p:nvSpPr>
        <p:spPr>
          <a:xfrm>
            <a:off x="588166" y="3794333"/>
            <a:ext cx="11051375" cy="410198"/>
          </a:xfrm>
          <a:prstGeom prst="rightArrow">
            <a:avLst>
              <a:gd name="adj1" fmla="val 52263"/>
              <a:gd name="adj2" fmla="val 70882"/>
            </a:avLst>
          </a:prstGeom>
          <a:gradFill flip="none" rotWithShape="1">
            <a:gsLst>
              <a:gs pos="0">
                <a:schemeClr val="accent3"/>
              </a:gs>
              <a:gs pos="66000">
                <a:schemeClr val="accent2"/>
              </a:gs>
              <a:gs pos="33000">
                <a:schemeClr val="accent4"/>
              </a:gs>
              <a:gs pos="100000">
                <a:schemeClr val="accent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Oval 6">
            <a:extLst>
              <a:ext uri="{FF2B5EF4-FFF2-40B4-BE49-F238E27FC236}">
                <a16:creationId xmlns:a16="http://schemas.microsoft.com/office/drawing/2014/main" id="{11FE6060-B379-E703-C080-A4E4115482CB}"/>
              </a:ext>
            </a:extLst>
          </p:cNvPr>
          <p:cNvSpPr/>
          <p:nvPr userDrawn="1"/>
        </p:nvSpPr>
        <p:spPr>
          <a:xfrm>
            <a:off x="3588202" y="3700329"/>
            <a:ext cx="598206" cy="5982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Oval 8">
            <a:extLst>
              <a:ext uri="{FF2B5EF4-FFF2-40B4-BE49-F238E27FC236}">
                <a16:creationId xmlns:a16="http://schemas.microsoft.com/office/drawing/2014/main" id="{8A5C78DD-431E-01E6-3B2C-04E9D3EC7A69}"/>
              </a:ext>
            </a:extLst>
          </p:cNvPr>
          <p:cNvSpPr/>
          <p:nvPr userDrawn="1"/>
        </p:nvSpPr>
        <p:spPr>
          <a:xfrm>
            <a:off x="5814755" y="3700329"/>
            <a:ext cx="598206" cy="5982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Oval 9">
            <a:extLst>
              <a:ext uri="{FF2B5EF4-FFF2-40B4-BE49-F238E27FC236}">
                <a16:creationId xmlns:a16="http://schemas.microsoft.com/office/drawing/2014/main" id="{9BA54AC4-30FD-FA12-8476-3AD19722D70A}"/>
              </a:ext>
            </a:extLst>
          </p:cNvPr>
          <p:cNvSpPr/>
          <p:nvPr userDrawn="1"/>
        </p:nvSpPr>
        <p:spPr>
          <a:xfrm>
            <a:off x="8039994" y="3700329"/>
            <a:ext cx="598206" cy="5982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Oval 13">
            <a:extLst>
              <a:ext uri="{FF2B5EF4-FFF2-40B4-BE49-F238E27FC236}">
                <a16:creationId xmlns:a16="http://schemas.microsoft.com/office/drawing/2014/main" id="{79E1F331-0ECA-0D09-F3DC-55A123439536}"/>
              </a:ext>
            </a:extLst>
          </p:cNvPr>
          <p:cNvSpPr/>
          <p:nvPr userDrawn="1"/>
        </p:nvSpPr>
        <p:spPr>
          <a:xfrm>
            <a:off x="10252635" y="3700329"/>
            <a:ext cx="598206" cy="5982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Oval 5">
            <a:extLst>
              <a:ext uri="{FF2B5EF4-FFF2-40B4-BE49-F238E27FC236}">
                <a16:creationId xmlns:a16="http://schemas.microsoft.com/office/drawing/2014/main" id="{16A816EA-8A67-BDF1-1BFB-4EF8CB6BC85D}"/>
              </a:ext>
            </a:extLst>
          </p:cNvPr>
          <p:cNvSpPr/>
          <p:nvPr userDrawn="1"/>
        </p:nvSpPr>
        <p:spPr>
          <a:xfrm>
            <a:off x="1368271" y="3700329"/>
            <a:ext cx="598206" cy="5982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 Placeholder 15">
            <a:extLst>
              <a:ext uri="{FF2B5EF4-FFF2-40B4-BE49-F238E27FC236}">
                <a16:creationId xmlns:a16="http://schemas.microsoft.com/office/drawing/2014/main" id="{57CA14D9-0951-0E94-E6D3-A4130E61AC0F}"/>
              </a:ext>
            </a:extLst>
          </p:cNvPr>
          <p:cNvSpPr>
            <a:spLocks noGrp="1"/>
          </p:cNvSpPr>
          <p:nvPr>
            <p:ph type="body" sz="quarter" idx="82" hasCustomPrompt="1"/>
          </p:nvPr>
        </p:nvSpPr>
        <p:spPr>
          <a:xfrm>
            <a:off x="587375" y="1747932"/>
            <a:ext cx="11052175" cy="185500"/>
          </a:xfrm>
          <a:prstGeom prst="rect">
            <a:avLst/>
          </a:prstGeom>
        </p:spPr>
        <p:txBody>
          <a:bodyPr lIns="0" tIns="0" rIns="0" bIns="0">
            <a:spAutoFit/>
          </a:bodyPr>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No longer than 1 line of copy maximum</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3CB0F16A-553B-262E-6522-800F45FFE3C0}"/>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gn="ctr">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90" name="Freeform 9">
            <a:extLst>
              <a:ext uri="{FF2B5EF4-FFF2-40B4-BE49-F238E27FC236}">
                <a16:creationId xmlns:a16="http://schemas.microsoft.com/office/drawing/2014/main" id="{42762781-06FD-3E65-CDA8-12728377E499}"/>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4" name="Rectangle 3">
            <a:extLst>
              <a:ext uri="{FF2B5EF4-FFF2-40B4-BE49-F238E27FC236}">
                <a16:creationId xmlns:a16="http://schemas.microsoft.com/office/drawing/2014/main" id="{8BEFE18C-2E14-0D66-9327-F4463C2AF3D4}"/>
              </a:ext>
            </a:extLst>
          </p:cNvPr>
          <p:cNvSpPr>
            <a:spLocks noGrp="1" noRot="1" noMove="1" noResize="1" noEditPoints="1" noAdjustHandles="1" noChangeArrowheads="1" noChangeShapeType="1"/>
          </p:cNvSpPr>
          <p:nvPr userDrawn="1"/>
        </p:nvSpPr>
        <p:spPr>
          <a:xfrm>
            <a:off x="9480341" y="4391039"/>
            <a:ext cx="2160000" cy="877647"/>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7114374F-2F90-D3C4-27CB-22AA7E74F6CE}"/>
              </a:ext>
            </a:extLst>
          </p:cNvPr>
          <p:cNvSpPr>
            <a:spLocks noGrp="1" noRot="1" noMove="1" noResize="1" noEditPoints="1" noAdjustHandles="1" noChangeArrowheads="1" noChangeShapeType="1"/>
          </p:cNvSpPr>
          <p:nvPr userDrawn="1"/>
        </p:nvSpPr>
        <p:spPr>
          <a:xfrm>
            <a:off x="587374" y="4391039"/>
            <a:ext cx="2160000" cy="8776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1AC52C06-7924-5874-C175-32D5BC6AEA85}"/>
              </a:ext>
            </a:extLst>
          </p:cNvPr>
          <p:cNvSpPr>
            <a:spLocks noGrp="1" noRot="1" noMove="1" noResize="1" noEditPoints="1" noAdjustHandles="1" noChangeArrowheads="1" noChangeShapeType="1"/>
          </p:cNvSpPr>
          <p:nvPr userDrawn="1"/>
        </p:nvSpPr>
        <p:spPr>
          <a:xfrm>
            <a:off x="2810616" y="4391039"/>
            <a:ext cx="2160000" cy="87764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56810DF3-96B1-8F39-8903-A2461F54EF81}"/>
              </a:ext>
            </a:extLst>
          </p:cNvPr>
          <p:cNvSpPr>
            <a:spLocks noGrp="1" noRot="1" noMove="1" noResize="1" noEditPoints="1" noAdjustHandles="1" noChangeArrowheads="1" noChangeShapeType="1"/>
          </p:cNvSpPr>
          <p:nvPr userDrawn="1"/>
        </p:nvSpPr>
        <p:spPr>
          <a:xfrm>
            <a:off x="5033854" y="4391039"/>
            <a:ext cx="2160000" cy="87764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FAB971CB-106C-DA8E-E7BE-E11B5AA83882}"/>
              </a:ext>
            </a:extLst>
          </p:cNvPr>
          <p:cNvSpPr>
            <a:spLocks noGrp="1" noRot="1" noMove="1" noResize="1" noEditPoints="1" noAdjustHandles="1" noChangeArrowheads="1" noChangeShapeType="1"/>
          </p:cNvSpPr>
          <p:nvPr userDrawn="1"/>
        </p:nvSpPr>
        <p:spPr>
          <a:xfrm>
            <a:off x="7257100" y="4391039"/>
            <a:ext cx="2160000" cy="87764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ED0B3B73-52C4-6D2C-9F71-EFDD93AC1223}"/>
              </a:ext>
            </a:extLst>
          </p:cNvPr>
          <p:cNvSpPr>
            <a:spLocks noGrp="1" noRot="1" noMove="1" noResize="1" noEditPoints="1" noAdjustHandles="1" noChangeArrowheads="1" noChangeShapeType="1"/>
          </p:cNvSpPr>
          <p:nvPr userDrawn="1"/>
        </p:nvSpPr>
        <p:spPr>
          <a:xfrm>
            <a:off x="1487374" y="3819432"/>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cxnSp>
        <p:nvCxnSpPr>
          <p:cNvPr id="20" name="Straight Connector 19">
            <a:extLst>
              <a:ext uri="{FF2B5EF4-FFF2-40B4-BE49-F238E27FC236}">
                <a16:creationId xmlns:a16="http://schemas.microsoft.com/office/drawing/2014/main" id="{5FFC4747-AA87-A3E1-8E15-497451B6B70E}"/>
              </a:ext>
            </a:extLst>
          </p:cNvPr>
          <p:cNvCxnSpPr>
            <a:cxnSpLocks noGrp="1" noRot="1" noMove="1" noResize="1" noEditPoints="1" noAdjustHandles="1" noChangeArrowheads="1" noChangeShapeType="1"/>
          </p:cNvCxnSpPr>
          <p:nvPr userDrawn="1"/>
        </p:nvCxnSpPr>
        <p:spPr>
          <a:xfrm flipH="1">
            <a:off x="587374" y="6426371"/>
            <a:ext cx="216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CEE2AD2-7AE2-776B-9ACD-DFE5FBD5A1C4}"/>
              </a:ext>
            </a:extLst>
          </p:cNvPr>
          <p:cNvSpPr>
            <a:spLocks noGrp="1" noRot="1" noMove="1" noResize="1" noEditPoints="1" noAdjustHandles="1" noChangeArrowheads="1" noChangeShapeType="1"/>
          </p:cNvSpPr>
          <p:nvPr userDrawn="1"/>
        </p:nvSpPr>
        <p:spPr>
          <a:xfrm>
            <a:off x="3710616" y="3819432"/>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02</a:t>
            </a:r>
          </a:p>
        </p:txBody>
      </p:sp>
      <p:sp>
        <p:nvSpPr>
          <p:cNvPr id="27" name="Oval 26">
            <a:extLst>
              <a:ext uri="{FF2B5EF4-FFF2-40B4-BE49-F238E27FC236}">
                <a16:creationId xmlns:a16="http://schemas.microsoft.com/office/drawing/2014/main" id="{9EBBE897-3CD3-3640-09C9-BE27B21ED952}"/>
              </a:ext>
            </a:extLst>
          </p:cNvPr>
          <p:cNvSpPr>
            <a:spLocks noGrp="1" noRot="1" noMove="1" noResize="1" noEditPoints="1" noAdjustHandles="1" noChangeArrowheads="1" noChangeShapeType="1"/>
          </p:cNvSpPr>
          <p:nvPr userDrawn="1"/>
        </p:nvSpPr>
        <p:spPr>
          <a:xfrm>
            <a:off x="5931707" y="3819432"/>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03</a:t>
            </a:r>
          </a:p>
        </p:txBody>
      </p:sp>
      <p:sp>
        <p:nvSpPr>
          <p:cNvPr id="28" name="Oval 27">
            <a:extLst>
              <a:ext uri="{FF2B5EF4-FFF2-40B4-BE49-F238E27FC236}">
                <a16:creationId xmlns:a16="http://schemas.microsoft.com/office/drawing/2014/main" id="{A7C7F23C-6D66-627B-57CE-B28E46DCC823}"/>
              </a:ext>
            </a:extLst>
          </p:cNvPr>
          <p:cNvSpPr>
            <a:spLocks noGrp="1" noRot="1" noMove="1" noResize="1" noEditPoints="1" noAdjustHandles="1" noChangeArrowheads="1" noChangeShapeType="1"/>
          </p:cNvSpPr>
          <p:nvPr userDrawn="1"/>
        </p:nvSpPr>
        <p:spPr>
          <a:xfrm>
            <a:off x="8152798" y="3819432"/>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04</a:t>
            </a:r>
          </a:p>
        </p:txBody>
      </p:sp>
      <p:sp>
        <p:nvSpPr>
          <p:cNvPr id="29" name="Oval 28">
            <a:extLst>
              <a:ext uri="{FF2B5EF4-FFF2-40B4-BE49-F238E27FC236}">
                <a16:creationId xmlns:a16="http://schemas.microsoft.com/office/drawing/2014/main" id="{06C9D642-71C3-32D4-4E31-14E31BF1A800}"/>
              </a:ext>
            </a:extLst>
          </p:cNvPr>
          <p:cNvSpPr>
            <a:spLocks noGrp="1" noRot="1" noMove="1" noResize="1" noEditPoints="1" noAdjustHandles="1" noChangeArrowheads="1" noChangeShapeType="1"/>
          </p:cNvSpPr>
          <p:nvPr userDrawn="1"/>
        </p:nvSpPr>
        <p:spPr>
          <a:xfrm>
            <a:off x="10380342" y="3819432"/>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05</a:t>
            </a:r>
          </a:p>
        </p:txBody>
      </p:sp>
      <p:sp>
        <p:nvSpPr>
          <p:cNvPr id="30" name="Text Placeholder 36">
            <a:extLst>
              <a:ext uri="{FF2B5EF4-FFF2-40B4-BE49-F238E27FC236}">
                <a16:creationId xmlns:a16="http://schemas.microsoft.com/office/drawing/2014/main" id="{B7E91E85-4ADB-5E57-7B5B-24E3E3CDAF0A}"/>
              </a:ext>
            </a:extLst>
          </p:cNvPr>
          <p:cNvSpPr>
            <a:spLocks noGrp="1"/>
          </p:cNvSpPr>
          <p:nvPr>
            <p:ph type="body" sz="quarter" idx="49" hasCustomPrompt="1"/>
          </p:nvPr>
        </p:nvSpPr>
        <p:spPr>
          <a:xfrm>
            <a:off x="587374" y="4659337"/>
            <a:ext cx="2159995" cy="341050"/>
          </a:xfrm>
          <a:prstGeom prst="rect">
            <a:avLst/>
          </a:prstGeom>
        </p:spPr>
        <p:txBody>
          <a:bodyPr wrap="square" lIns="72000" tIns="3600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1" name="Text Placeholder 36">
            <a:extLst>
              <a:ext uri="{FF2B5EF4-FFF2-40B4-BE49-F238E27FC236}">
                <a16:creationId xmlns:a16="http://schemas.microsoft.com/office/drawing/2014/main" id="{9D6DFC5E-8351-E118-9DFC-A3A159FE9E20}"/>
              </a:ext>
            </a:extLst>
          </p:cNvPr>
          <p:cNvSpPr>
            <a:spLocks noGrp="1"/>
          </p:cNvSpPr>
          <p:nvPr>
            <p:ph type="body" sz="quarter" idx="76" hasCustomPrompt="1"/>
          </p:nvPr>
        </p:nvSpPr>
        <p:spPr>
          <a:xfrm>
            <a:off x="2810615" y="4659337"/>
            <a:ext cx="2159999" cy="341050"/>
          </a:xfrm>
          <a:prstGeom prst="rect">
            <a:avLst/>
          </a:prstGeom>
        </p:spPr>
        <p:txBody>
          <a:bodyPr wrap="square" lIns="72000" tIns="3600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2" name="Text Placeholder 36">
            <a:extLst>
              <a:ext uri="{FF2B5EF4-FFF2-40B4-BE49-F238E27FC236}">
                <a16:creationId xmlns:a16="http://schemas.microsoft.com/office/drawing/2014/main" id="{1070A40A-EC38-283D-B5AB-B97EA8E3555D}"/>
              </a:ext>
            </a:extLst>
          </p:cNvPr>
          <p:cNvSpPr>
            <a:spLocks noGrp="1"/>
          </p:cNvSpPr>
          <p:nvPr>
            <p:ph type="body" sz="quarter" idx="77" hasCustomPrompt="1"/>
          </p:nvPr>
        </p:nvSpPr>
        <p:spPr>
          <a:xfrm>
            <a:off x="5033854" y="4659337"/>
            <a:ext cx="2159999" cy="341050"/>
          </a:xfrm>
          <a:prstGeom prst="rect">
            <a:avLst/>
          </a:prstGeom>
        </p:spPr>
        <p:txBody>
          <a:bodyPr wrap="square" lIns="72000" tIns="3600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3" name="Text Placeholder 36">
            <a:extLst>
              <a:ext uri="{FF2B5EF4-FFF2-40B4-BE49-F238E27FC236}">
                <a16:creationId xmlns:a16="http://schemas.microsoft.com/office/drawing/2014/main" id="{A393C89C-B05F-3457-FA8A-162255840C74}"/>
              </a:ext>
            </a:extLst>
          </p:cNvPr>
          <p:cNvSpPr>
            <a:spLocks noGrp="1"/>
          </p:cNvSpPr>
          <p:nvPr>
            <p:ph type="body" sz="quarter" idx="78" hasCustomPrompt="1"/>
          </p:nvPr>
        </p:nvSpPr>
        <p:spPr>
          <a:xfrm>
            <a:off x="7257094" y="4659337"/>
            <a:ext cx="2159998" cy="341050"/>
          </a:xfrm>
          <a:prstGeom prst="rect">
            <a:avLst/>
          </a:prstGeom>
        </p:spPr>
        <p:txBody>
          <a:bodyPr wrap="square" lIns="72000" tIns="3600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34" name="Text Placeholder 22">
            <a:extLst>
              <a:ext uri="{FF2B5EF4-FFF2-40B4-BE49-F238E27FC236}">
                <a16:creationId xmlns:a16="http://schemas.microsoft.com/office/drawing/2014/main" id="{638AA6AB-9E01-EF06-3CF3-7EEFC704E3C4}"/>
              </a:ext>
            </a:extLst>
          </p:cNvPr>
          <p:cNvSpPr>
            <a:spLocks noGrp="1"/>
          </p:cNvSpPr>
          <p:nvPr>
            <p:ph type="body" sz="quarter" idx="59" hasCustomPrompt="1"/>
          </p:nvPr>
        </p:nvSpPr>
        <p:spPr>
          <a:xfrm>
            <a:off x="587375" y="5450631"/>
            <a:ext cx="2159999" cy="290849"/>
          </a:xfrm>
          <a:prstGeom prst="rect">
            <a:avLst/>
          </a:prstGeom>
        </p:spPr>
        <p:txBody>
          <a:bodyPr wrap="square" lIns="144000" tIns="0" rIns="144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5" name="Text Placeholder 22">
            <a:extLst>
              <a:ext uri="{FF2B5EF4-FFF2-40B4-BE49-F238E27FC236}">
                <a16:creationId xmlns:a16="http://schemas.microsoft.com/office/drawing/2014/main" id="{52349D1E-4C35-D323-8665-9BB5B05C85DD}"/>
              </a:ext>
            </a:extLst>
          </p:cNvPr>
          <p:cNvSpPr>
            <a:spLocks noGrp="1"/>
          </p:cNvSpPr>
          <p:nvPr>
            <p:ph type="body" sz="quarter" idx="60" hasCustomPrompt="1"/>
          </p:nvPr>
        </p:nvSpPr>
        <p:spPr>
          <a:xfrm>
            <a:off x="2810683" y="5450631"/>
            <a:ext cx="2153245" cy="290849"/>
          </a:xfrm>
          <a:prstGeom prst="rect">
            <a:avLst/>
          </a:prstGeom>
        </p:spPr>
        <p:txBody>
          <a:bodyPr wrap="square" lIns="144000" tIns="0" rIns="144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6" name="Text Placeholder 22">
            <a:extLst>
              <a:ext uri="{FF2B5EF4-FFF2-40B4-BE49-F238E27FC236}">
                <a16:creationId xmlns:a16="http://schemas.microsoft.com/office/drawing/2014/main" id="{5244589B-EB7B-1708-C28D-A04A72D9F8CA}"/>
              </a:ext>
            </a:extLst>
          </p:cNvPr>
          <p:cNvSpPr>
            <a:spLocks noGrp="1"/>
          </p:cNvSpPr>
          <p:nvPr>
            <p:ph type="body" sz="quarter" idx="62" hasCustomPrompt="1"/>
          </p:nvPr>
        </p:nvSpPr>
        <p:spPr>
          <a:xfrm>
            <a:off x="5033854" y="5450631"/>
            <a:ext cx="2159999" cy="290849"/>
          </a:xfrm>
          <a:prstGeom prst="rect">
            <a:avLst/>
          </a:prstGeom>
        </p:spPr>
        <p:txBody>
          <a:bodyPr wrap="square" lIns="144000" tIns="0" rIns="144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591F8372-F571-8754-63FC-36147ECAB350}"/>
              </a:ext>
            </a:extLst>
          </p:cNvPr>
          <p:cNvSpPr>
            <a:spLocks noGrp="1"/>
          </p:cNvSpPr>
          <p:nvPr>
            <p:ph type="body" sz="quarter" idx="64" hasCustomPrompt="1"/>
          </p:nvPr>
        </p:nvSpPr>
        <p:spPr>
          <a:xfrm>
            <a:off x="7257094" y="5450631"/>
            <a:ext cx="2159998" cy="290849"/>
          </a:xfrm>
          <a:prstGeom prst="rect">
            <a:avLst/>
          </a:prstGeom>
        </p:spPr>
        <p:txBody>
          <a:bodyPr wrap="square" lIns="144000" tIns="0" rIns="144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0" name="Text Placeholder 36">
            <a:extLst>
              <a:ext uri="{FF2B5EF4-FFF2-40B4-BE49-F238E27FC236}">
                <a16:creationId xmlns:a16="http://schemas.microsoft.com/office/drawing/2014/main" id="{D7F47975-0A93-0FB2-2B05-9C3404EDA4F7}"/>
              </a:ext>
            </a:extLst>
          </p:cNvPr>
          <p:cNvSpPr>
            <a:spLocks noGrp="1"/>
          </p:cNvSpPr>
          <p:nvPr>
            <p:ph type="body" sz="quarter" idx="80" hasCustomPrompt="1"/>
          </p:nvPr>
        </p:nvSpPr>
        <p:spPr>
          <a:xfrm>
            <a:off x="9476040" y="4659337"/>
            <a:ext cx="2159999" cy="341050"/>
          </a:xfrm>
          <a:prstGeom prst="rect">
            <a:avLst/>
          </a:prstGeom>
        </p:spPr>
        <p:txBody>
          <a:bodyPr wrap="square" lIns="72000" tIns="36000" rIns="72000" bIns="0" anchor="ctr" anchorCtr="0">
            <a:spAutoFit/>
          </a:bodyPr>
          <a:lstStyle>
            <a:lvl1pPr marL="0" indent="0" algn="ctr">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1" name="Text Placeholder 22">
            <a:extLst>
              <a:ext uri="{FF2B5EF4-FFF2-40B4-BE49-F238E27FC236}">
                <a16:creationId xmlns:a16="http://schemas.microsoft.com/office/drawing/2014/main" id="{535107F5-266B-C53E-4BE6-0899C5A00D2D}"/>
              </a:ext>
            </a:extLst>
          </p:cNvPr>
          <p:cNvSpPr>
            <a:spLocks noGrp="1"/>
          </p:cNvSpPr>
          <p:nvPr>
            <p:ph type="body" sz="quarter" idx="81" hasCustomPrompt="1"/>
          </p:nvPr>
        </p:nvSpPr>
        <p:spPr>
          <a:xfrm>
            <a:off x="9476040" y="5450631"/>
            <a:ext cx="2159999" cy="290849"/>
          </a:xfrm>
          <a:prstGeom prst="rect">
            <a:avLst/>
          </a:prstGeom>
        </p:spPr>
        <p:txBody>
          <a:bodyPr wrap="square" lIns="144000" tIns="0" rIns="144000" bIns="0">
            <a:spAutoFit/>
          </a:bodyPr>
          <a:lstStyle>
            <a:lvl1pPr marL="0" indent="0" algn="ctr">
              <a:spcBef>
                <a:spcPts val="400"/>
              </a:spcBef>
              <a:buNone/>
              <a:defRPr sz="105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8" name="Picture Placeholder 37">
            <a:extLst>
              <a:ext uri="{FF2B5EF4-FFF2-40B4-BE49-F238E27FC236}">
                <a16:creationId xmlns:a16="http://schemas.microsoft.com/office/drawing/2014/main" id="{C72C4B61-7C4C-6001-1B90-03C794A4DB46}"/>
              </a:ext>
            </a:extLst>
          </p:cNvPr>
          <p:cNvSpPr>
            <a:spLocks noGrp="1"/>
          </p:cNvSpPr>
          <p:nvPr>
            <p:ph type="pic" sz="quarter" idx="87"/>
          </p:nvPr>
        </p:nvSpPr>
        <p:spPr>
          <a:xfrm>
            <a:off x="587375" y="2379520"/>
            <a:ext cx="2160588" cy="1215000"/>
          </a:xfrm>
          <a:prstGeom prst="rect">
            <a:avLst/>
          </a:prstGeom>
          <a:pattFill prst="ltUpDiag">
            <a:fgClr>
              <a:schemeClr val="accent5">
                <a:lumMod val="20000"/>
                <a:lumOff val="80000"/>
              </a:schemeClr>
            </a:fgClr>
            <a:bgClr>
              <a:schemeClr val="bg1"/>
            </a:bgClr>
          </a:pattFill>
        </p:spPr>
        <p:txBody>
          <a:bodyPr/>
          <a:lstStyle>
            <a:lvl1pPr algn="ctr">
              <a:defRPr lang="en-ZA" sz="1100"/>
            </a:lvl1pPr>
          </a:lstStyle>
          <a:p>
            <a:pPr marL="0" lvl="0" indent="0">
              <a:buNone/>
            </a:pPr>
            <a:endParaRPr lang="en-ZA" dirty="0"/>
          </a:p>
        </p:txBody>
      </p:sp>
      <p:cxnSp>
        <p:nvCxnSpPr>
          <p:cNvPr id="39" name="Straight Connector 38">
            <a:extLst>
              <a:ext uri="{FF2B5EF4-FFF2-40B4-BE49-F238E27FC236}">
                <a16:creationId xmlns:a16="http://schemas.microsoft.com/office/drawing/2014/main" id="{AC0C82BA-D0BF-93EC-8148-FE49E3B052B7}"/>
              </a:ext>
            </a:extLst>
          </p:cNvPr>
          <p:cNvCxnSpPr>
            <a:cxnSpLocks noGrp="1" noRot="1" noMove="1" noResize="1" noEditPoints="1" noAdjustHandles="1" noChangeArrowheads="1" noChangeShapeType="1"/>
          </p:cNvCxnSpPr>
          <p:nvPr userDrawn="1"/>
        </p:nvCxnSpPr>
        <p:spPr>
          <a:xfrm flipH="1">
            <a:off x="2810616" y="6426371"/>
            <a:ext cx="2160000"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296EF2A-C8F5-8117-C08C-A8D4D5760784}"/>
              </a:ext>
            </a:extLst>
          </p:cNvPr>
          <p:cNvCxnSpPr>
            <a:cxnSpLocks noGrp="1" noRot="1" noMove="1" noResize="1" noEditPoints="1" noAdjustHandles="1" noChangeArrowheads="1" noChangeShapeType="1"/>
          </p:cNvCxnSpPr>
          <p:nvPr userDrawn="1"/>
        </p:nvCxnSpPr>
        <p:spPr>
          <a:xfrm flipH="1">
            <a:off x="5033858" y="6426371"/>
            <a:ext cx="2160000"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871F59B-12EA-FCF7-6338-83B3E0BF96B6}"/>
              </a:ext>
            </a:extLst>
          </p:cNvPr>
          <p:cNvCxnSpPr>
            <a:cxnSpLocks noGrp="1" noRot="1" noMove="1" noResize="1" noEditPoints="1" noAdjustHandles="1" noChangeArrowheads="1" noChangeShapeType="1"/>
          </p:cNvCxnSpPr>
          <p:nvPr userDrawn="1"/>
        </p:nvCxnSpPr>
        <p:spPr>
          <a:xfrm flipH="1">
            <a:off x="7257100" y="6426371"/>
            <a:ext cx="2160000"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E2A9BE9-7AB8-C181-E87E-F68446814B30}"/>
              </a:ext>
            </a:extLst>
          </p:cNvPr>
          <p:cNvCxnSpPr>
            <a:cxnSpLocks noGrp="1" noRot="1" noMove="1" noResize="1" noEditPoints="1" noAdjustHandles="1" noChangeArrowheads="1" noChangeShapeType="1"/>
          </p:cNvCxnSpPr>
          <p:nvPr userDrawn="1"/>
        </p:nvCxnSpPr>
        <p:spPr>
          <a:xfrm flipH="1">
            <a:off x="9480341" y="6426371"/>
            <a:ext cx="2160000"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6" name="Picture Placeholder 37">
            <a:extLst>
              <a:ext uri="{FF2B5EF4-FFF2-40B4-BE49-F238E27FC236}">
                <a16:creationId xmlns:a16="http://schemas.microsoft.com/office/drawing/2014/main" id="{E267B65D-EA5A-B530-21F2-B2A25AAF7CF5}"/>
              </a:ext>
            </a:extLst>
          </p:cNvPr>
          <p:cNvSpPr>
            <a:spLocks noGrp="1"/>
          </p:cNvSpPr>
          <p:nvPr>
            <p:ph type="pic" sz="quarter" idx="88"/>
          </p:nvPr>
        </p:nvSpPr>
        <p:spPr>
          <a:xfrm>
            <a:off x="2810616" y="2383537"/>
            <a:ext cx="2160588" cy="1215000"/>
          </a:xfrm>
          <a:prstGeom prst="rect">
            <a:avLst/>
          </a:prstGeom>
          <a:pattFill prst="ltUpDiag">
            <a:fgClr>
              <a:schemeClr val="accent5">
                <a:lumMod val="20000"/>
                <a:lumOff val="80000"/>
              </a:schemeClr>
            </a:fgClr>
            <a:bgClr>
              <a:schemeClr val="bg1"/>
            </a:bgClr>
          </a:pattFill>
        </p:spPr>
        <p:txBody>
          <a:bodyPr/>
          <a:lstStyle>
            <a:lvl1pPr algn="ctr">
              <a:defRPr lang="en-ZA" sz="1100"/>
            </a:lvl1pPr>
          </a:lstStyle>
          <a:p>
            <a:pPr marL="0" lvl="0" indent="0">
              <a:buNone/>
            </a:pPr>
            <a:endParaRPr lang="en-ZA"/>
          </a:p>
        </p:txBody>
      </p:sp>
      <p:sp>
        <p:nvSpPr>
          <p:cNvPr id="47" name="Picture Placeholder 37">
            <a:extLst>
              <a:ext uri="{FF2B5EF4-FFF2-40B4-BE49-F238E27FC236}">
                <a16:creationId xmlns:a16="http://schemas.microsoft.com/office/drawing/2014/main" id="{BEF51AFC-6D9B-C179-A6E1-618B4FBED1D4}"/>
              </a:ext>
            </a:extLst>
          </p:cNvPr>
          <p:cNvSpPr>
            <a:spLocks noGrp="1"/>
          </p:cNvSpPr>
          <p:nvPr>
            <p:ph type="pic" sz="quarter" idx="89"/>
          </p:nvPr>
        </p:nvSpPr>
        <p:spPr>
          <a:xfrm>
            <a:off x="5033854" y="2383537"/>
            <a:ext cx="2160588" cy="1215000"/>
          </a:xfrm>
          <a:prstGeom prst="rect">
            <a:avLst/>
          </a:prstGeom>
          <a:pattFill prst="ltUpDiag">
            <a:fgClr>
              <a:schemeClr val="accent5">
                <a:lumMod val="20000"/>
                <a:lumOff val="80000"/>
              </a:schemeClr>
            </a:fgClr>
            <a:bgClr>
              <a:schemeClr val="bg1"/>
            </a:bgClr>
          </a:pattFill>
        </p:spPr>
        <p:txBody>
          <a:bodyPr/>
          <a:lstStyle>
            <a:lvl1pPr algn="ctr">
              <a:defRPr lang="en-ZA" sz="1100"/>
            </a:lvl1pPr>
          </a:lstStyle>
          <a:p>
            <a:pPr marL="0" lvl="0" indent="0">
              <a:buNone/>
            </a:pPr>
            <a:endParaRPr lang="en-ZA"/>
          </a:p>
        </p:txBody>
      </p:sp>
      <p:sp>
        <p:nvSpPr>
          <p:cNvPr id="53" name="Picture Placeholder 37">
            <a:extLst>
              <a:ext uri="{FF2B5EF4-FFF2-40B4-BE49-F238E27FC236}">
                <a16:creationId xmlns:a16="http://schemas.microsoft.com/office/drawing/2014/main" id="{0C130CF3-5A80-E0D9-B0F3-7EA68E20B19E}"/>
              </a:ext>
            </a:extLst>
          </p:cNvPr>
          <p:cNvSpPr>
            <a:spLocks noGrp="1"/>
          </p:cNvSpPr>
          <p:nvPr>
            <p:ph type="pic" sz="quarter" idx="90"/>
          </p:nvPr>
        </p:nvSpPr>
        <p:spPr>
          <a:xfrm>
            <a:off x="7257100" y="2383537"/>
            <a:ext cx="2160588" cy="1215000"/>
          </a:xfrm>
          <a:prstGeom prst="rect">
            <a:avLst/>
          </a:prstGeom>
          <a:pattFill prst="ltUpDiag">
            <a:fgClr>
              <a:schemeClr val="accent5">
                <a:lumMod val="20000"/>
                <a:lumOff val="80000"/>
              </a:schemeClr>
            </a:fgClr>
            <a:bgClr>
              <a:schemeClr val="bg1"/>
            </a:bgClr>
          </a:pattFill>
        </p:spPr>
        <p:txBody>
          <a:bodyPr/>
          <a:lstStyle>
            <a:lvl1pPr algn="ctr">
              <a:defRPr lang="en-ZA" sz="1100"/>
            </a:lvl1pPr>
          </a:lstStyle>
          <a:p>
            <a:pPr marL="0" lvl="0" indent="0">
              <a:buNone/>
            </a:pPr>
            <a:endParaRPr lang="en-ZA"/>
          </a:p>
        </p:txBody>
      </p:sp>
      <p:sp>
        <p:nvSpPr>
          <p:cNvPr id="55" name="Picture Placeholder 37">
            <a:extLst>
              <a:ext uri="{FF2B5EF4-FFF2-40B4-BE49-F238E27FC236}">
                <a16:creationId xmlns:a16="http://schemas.microsoft.com/office/drawing/2014/main" id="{37421912-8A5E-2EDD-7FF4-7C45EE66F912}"/>
              </a:ext>
            </a:extLst>
          </p:cNvPr>
          <p:cNvSpPr>
            <a:spLocks noGrp="1"/>
          </p:cNvSpPr>
          <p:nvPr>
            <p:ph type="pic" sz="quarter" idx="91"/>
          </p:nvPr>
        </p:nvSpPr>
        <p:spPr>
          <a:xfrm>
            <a:off x="9480341" y="2383537"/>
            <a:ext cx="2160588" cy="1215000"/>
          </a:xfrm>
          <a:prstGeom prst="rect">
            <a:avLst/>
          </a:prstGeom>
          <a:pattFill prst="ltUpDiag">
            <a:fgClr>
              <a:schemeClr val="accent5">
                <a:lumMod val="20000"/>
                <a:lumOff val="80000"/>
              </a:schemeClr>
            </a:fgClr>
            <a:bgClr>
              <a:schemeClr val="bg1"/>
            </a:bgClr>
          </a:pattFill>
        </p:spPr>
        <p:txBody>
          <a:bodyPr/>
          <a:lstStyle>
            <a:lvl1pPr algn="ctr">
              <a:defRPr lang="en-ZA" sz="1100"/>
            </a:lvl1pPr>
          </a:lstStyle>
          <a:p>
            <a:pPr marL="0" lvl="0" indent="0">
              <a:buNone/>
            </a:pPr>
            <a:endParaRPr lang="en-ZA"/>
          </a:p>
        </p:txBody>
      </p:sp>
    </p:spTree>
    <p:extLst>
      <p:ext uri="{BB962C8B-B14F-4D97-AF65-F5344CB8AC3E}">
        <p14:creationId xmlns:p14="http://schemas.microsoft.com/office/powerpoint/2010/main" val="367187597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P10 | SINGLE HEAD + 6 Step">
    <p:spTree>
      <p:nvGrpSpPr>
        <p:cNvPr id="1" name=""/>
        <p:cNvGrpSpPr/>
        <p:nvPr/>
      </p:nvGrpSpPr>
      <p:grpSpPr>
        <a:xfrm>
          <a:off x="0" y="0"/>
          <a:ext cx="0" cy="0"/>
          <a:chOff x="0" y="0"/>
          <a:chExt cx="0" cy="0"/>
        </a:xfrm>
      </p:grpSpPr>
      <p:pic>
        <p:nvPicPr>
          <p:cNvPr id="57" name="Graphic 56">
            <a:extLst>
              <a:ext uri="{FF2B5EF4-FFF2-40B4-BE49-F238E27FC236}">
                <a16:creationId xmlns:a16="http://schemas.microsoft.com/office/drawing/2014/main" id="{B62BEC8B-4826-F0FC-CCB0-4CA19B57D099}"/>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rot="21448944">
            <a:off x="3445443" y="1254034"/>
            <a:ext cx="5426690" cy="5344054"/>
          </a:xfrm>
          <a:prstGeom prst="rect">
            <a:avLst/>
          </a:prstGeom>
        </p:spPr>
      </p:pic>
      <p:cxnSp>
        <p:nvCxnSpPr>
          <p:cNvPr id="119" name="Straight Connector 118">
            <a:extLst>
              <a:ext uri="{FF2B5EF4-FFF2-40B4-BE49-F238E27FC236}">
                <a16:creationId xmlns:a16="http://schemas.microsoft.com/office/drawing/2014/main" id="{C9E93017-5359-6943-4C47-34DB39EC68C3}"/>
              </a:ext>
            </a:extLst>
          </p:cNvPr>
          <p:cNvCxnSpPr>
            <a:cxnSpLocks noGrp="1" noRot="1" noMove="1" noResize="1" noEditPoints="1" noAdjustHandles="1" noChangeArrowheads="1" noChangeShapeType="1"/>
          </p:cNvCxnSpPr>
          <p:nvPr userDrawn="1"/>
        </p:nvCxnSpPr>
        <p:spPr>
          <a:xfrm flipH="1">
            <a:off x="3036089" y="6157875"/>
            <a:ext cx="1743075" cy="0"/>
          </a:xfrm>
          <a:prstGeom prst="line">
            <a:avLst/>
          </a:prstGeom>
          <a:ln w="19050">
            <a:solidFill>
              <a:schemeClr val="accent3">
                <a:alpha val="2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8EE3367B-4288-2925-21C1-FB13856CCF7D}"/>
              </a:ext>
            </a:extLst>
          </p:cNvPr>
          <p:cNvCxnSpPr>
            <a:cxnSpLocks noGrp="1" noRot="1" noMove="1" noResize="1" noEditPoints="1" noAdjustHandles="1" noChangeArrowheads="1" noChangeShapeType="1"/>
          </p:cNvCxnSpPr>
          <p:nvPr userDrawn="1"/>
        </p:nvCxnSpPr>
        <p:spPr>
          <a:xfrm flipH="1">
            <a:off x="3036089" y="3929817"/>
            <a:ext cx="473869" cy="0"/>
          </a:xfrm>
          <a:prstGeom prst="line">
            <a:avLst/>
          </a:prstGeom>
          <a:ln w="19050">
            <a:solidFill>
              <a:schemeClr val="accent6">
                <a:alpha val="2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61C4F904-8CD3-A7C6-FEF5-1FFF11EB09A3}"/>
              </a:ext>
            </a:extLst>
          </p:cNvPr>
          <p:cNvCxnSpPr>
            <a:cxnSpLocks noGrp="1" noRot="1" noMove="1" noResize="1" noEditPoints="1" noAdjustHandles="1" noChangeArrowheads="1" noChangeShapeType="1"/>
          </p:cNvCxnSpPr>
          <p:nvPr userDrawn="1"/>
        </p:nvCxnSpPr>
        <p:spPr>
          <a:xfrm flipH="1">
            <a:off x="3036089" y="1697212"/>
            <a:ext cx="1743075" cy="0"/>
          </a:xfrm>
          <a:prstGeom prst="line">
            <a:avLst/>
          </a:prstGeom>
          <a:ln w="19050">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49946E2F-891C-0FB8-BD14-E6E7B1BA6B1E}"/>
              </a:ext>
            </a:extLst>
          </p:cNvPr>
          <p:cNvCxnSpPr>
            <a:cxnSpLocks noGrp="1" noRot="1" noMove="1" noResize="1" noEditPoints="1" noAdjustHandles="1" noChangeArrowheads="1" noChangeShapeType="1"/>
          </p:cNvCxnSpPr>
          <p:nvPr userDrawn="1"/>
        </p:nvCxnSpPr>
        <p:spPr>
          <a:xfrm>
            <a:off x="7448550" y="6157875"/>
            <a:ext cx="1743075" cy="0"/>
          </a:xfrm>
          <a:prstGeom prst="line">
            <a:avLst/>
          </a:prstGeom>
          <a:ln w="19050">
            <a:solidFill>
              <a:schemeClr val="accent4">
                <a:alpha val="2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2370698-B77F-31CA-A150-AF04033E81C0}"/>
              </a:ext>
            </a:extLst>
          </p:cNvPr>
          <p:cNvCxnSpPr>
            <a:cxnSpLocks noGrp="1" noRot="1" noMove="1" noResize="1" noEditPoints="1" noAdjustHandles="1" noChangeArrowheads="1" noChangeShapeType="1"/>
          </p:cNvCxnSpPr>
          <p:nvPr userDrawn="1"/>
        </p:nvCxnSpPr>
        <p:spPr>
          <a:xfrm>
            <a:off x="8717756" y="3929817"/>
            <a:ext cx="473869" cy="0"/>
          </a:xfrm>
          <a:prstGeom prst="line">
            <a:avLst/>
          </a:prstGeom>
          <a:ln w="19050">
            <a:solidFill>
              <a:schemeClr val="accent2">
                <a:alpha val="2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F310C12B-0BE5-6763-E60C-E0BFC3A8E18D}"/>
              </a:ext>
            </a:extLst>
          </p:cNvPr>
          <p:cNvCxnSpPr>
            <a:cxnSpLocks noGrp="1" noRot="1" noMove="1" noResize="1" noEditPoints="1" noAdjustHandles="1" noChangeArrowheads="1" noChangeShapeType="1"/>
          </p:cNvCxnSpPr>
          <p:nvPr userDrawn="1"/>
        </p:nvCxnSpPr>
        <p:spPr>
          <a:xfrm>
            <a:off x="7448550" y="1697212"/>
            <a:ext cx="1743075" cy="0"/>
          </a:xfrm>
          <a:prstGeom prst="line">
            <a:avLst/>
          </a:prstGeom>
          <a:ln w="19050">
            <a:solidFill>
              <a:schemeClr val="tx2">
                <a:alpha val="20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363E94BF-C664-FF99-0E66-B56E8A00B1BD}"/>
              </a:ext>
            </a:extLst>
          </p:cNvPr>
          <p:cNvGrpSpPr>
            <a:grpSpLocks noGrp="1" noUngrp="1" noRot="1" noMove="1" noResize="1"/>
          </p:cNvGrpSpPr>
          <p:nvPr userDrawn="1"/>
        </p:nvGrpSpPr>
        <p:grpSpPr>
          <a:xfrm>
            <a:off x="3633150" y="1406062"/>
            <a:ext cx="5040000" cy="5040000"/>
            <a:chOff x="3556989" y="1368040"/>
            <a:chExt cx="5081067" cy="5074974"/>
          </a:xfrm>
        </p:grpSpPr>
        <p:sp>
          <p:nvSpPr>
            <p:cNvPr id="16" name="Freeform: Shape 15">
              <a:extLst>
                <a:ext uri="{FF2B5EF4-FFF2-40B4-BE49-F238E27FC236}">
                  <a16:creationId xmlns:a16="http://schemas.microsoft.com/office/drawing/2014/main" id="{CFF7BA7F-E67A-7A29-93EC-C5B68E5DE04B}"/>
                </a:ext>
              </a:extLst>
            </p:cNvPr>
            <p:cNvSpPr>
              <a:spLocks noGrp="1" noRot="1" noMove="1" noResize="1" noEditPoints="1" noAdjustHandles="1" noChangeArrowheads="1" noChangeShapeType="1"/>
            </p:cNvSpPr>
            <p:nvPr/>
          </p:nvSpPr>
          <p:spPr>
            <a:xfrm>
              <a:off x="6680818" y="2743253"/>
              <a:ext cx="1957238" cy="2324549"/>
            </a:xfrm>
            <a:custGeom>
              <a:avLst/>
              <a:gdLst>
                <a:gd name="connsiteX0" fmla="*/ 0 w 1957238"/>
                <a:gd name="connsiteY0" fmla="*/ 967786 h 2324549"/>
                <a:gd name="connsiteX1" fmla="*/ 1676255 w 1957238"/>
                <a:gd name="connsiteY1" fmla="*/ 0 h 2324549"/>
                <a:gd name="connsiteX2" fmla="*/ 1957239 w 1957238"/>
                <a:gd name="connsiteY2" fmla="*/ 1162275 h 2324549"/>
                <a:gd name="connsiteX3" fmla="*/ 1676255 w 1957238"/>
                <a:gd name="connsiteY3" fmla="*/ 2324549 h 2324549"/>
                <a:gd name="connsiteX4" fmla="*/ 0 w 1957238"/>
                <a:gd name="connsiteY4" fmla="*/ 1356763 h 2324549"/>
                <a:gd name="connsiteX5" fmla="*/ 31568 w 1957238"/>
                <a:gd name="connsiteY5" fmla="*/ 1162275 h 2324549"/>
                <a:gd name="connsiteX6" fmla="*/ 0 w 1957238"/>
                <a:gd name="connsiteY6" fmla="*/ 967786 h 232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238" h="2324549">
                  <a:moveTo>
                    <a:pt x="0" y="967786"/>
                  </a:moveTo>
                  <a:lnTo>
                    <a:pt x="1676255" y="0"/>
                  </a:lnTo>
                  <a:cubicBezTo>
                    <a:pt x="1855763" y="348268"/>
                    <a:pt x="1957239" y="743422"/>
                    <a:pt x="1957239" y="1162275"/>
                  </a:cubicBezTo>
                  <a:cubicBezTo>
                    <a:pt x="1957239" y="1581127"/>
                    <a:pt x="1855848" y="1976282"/>
                    <a:pt x="1676255" y="2324549"/>
                  </a:cubicBezTo>
                  <a:lnTo>
                    <a:pt x="0" y="1356763"/>
                  </a:lnTo>
                  <a:cubicBezTo>
                    <a:pt x="20397" y="1295573"/>
                    <a:pt x="31568" y="1230236"/>
                    <a:pt x="31568" y="1162275"/>
                  </a:cubicBezTo>
                  <a:cubicBezTo>
                    <a:pt x="31568" y="1094314"/>
                    <a:pt x="20397" y="1028892"/>
                    <a:pt x="0" y="967786"/>
                  </a:cubicBezTo>
                  <a:close/>
                </a:path>
              </a:pathLst>
            </a:custGeom>
            <a:solidFill>
              <a:schemeClr val="accent2"/>
            </a:solidFill>
            <a:ln w="8461"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0485682C-D7B0-2504-4783-813D2434F771}"/>
                </a:ext>
              </a:extLst>
            </p:cNvPr>
            <p:cNvSpPr>
              <a:spLocks noGrp="1" noRot="1" noMove="1" noResize="1" noEditPoints="1" noAdjustHandles="1" noChangeArrowheads="1" noChangeShapeType="1"/>
            </p:cNvSpPr>
            <p:nvPr/>
          </p:nvSpPr>
          <p:spPr>
            <a:xfrm>
              <a:off x="3556989" y="2743253"/>
              <a:ext cx="1957238" cy="2324549"/>
            </a:xfrm>
            <a:custGeom>
              <a:avLst/>
              <a:gdLst>
                <a:gd name="connsiteX0" fmla="*/ 1925586 w 1957238"/>
                <a:gd name="connsiteY0" fmla="*/ 1162275 h 2324549"/>
                <a:gd name="connsiteX1" fmla="*/ 1957154 w 1957238"/>
                <a:gd name="connsiteY1" fmla="*/ 967786 h 2324549"/>
                <a:gd name="connsiteX2" fmla="*/ 280984 w 1957238"/>
                <a:gd name="connsiteY2" fmla="*/ 0 h 2324549"/>
                <a:gd name="connsiteX3" fmla="*/ 0 w 1957238"/>
                <a:gd name="connsiteY3" fmla="*/ 1162275 h 2324549"/>
                <a:gd name="connsiteX4" fmla="*/ 280984 w 1957238"/>
                <a:gd name="connsiteY4" fmla="*/ 2324549 h 2324549"/>
                <a:gd name="connsiteX5" fmla="*/ 1957239 w 1957238"/>
                <a:gd name="connsiteY5" fmla="*/ 1356763 h 2324549"/>
                <a:gd name="connsiteX6" fmla="*/ 1925671 w 1957238"/>
                <a:gd name="connsiteY6" fmla="*/ 1162275 h 2324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238" h="2324549">
                  <a:moveTo>
                    <a:pt x="1925586" y="1162275"/>
                  </a:moveTo>
                  <a:cubicBezTo>
                    <a:pt x="1925586" y="1094314"/>
                    <a:pt x="1936758" y="1028892"/>
                    <a:pt x="1957154" y="967786"/>
                  </a:cubicBezTo>
                  <a:lnTo>
                    <a:pt x="280984" y="0"/>
                  </a:lnTo>
                  <a:cubicBezTo>
                    <a:pt x="101391" y="348268"/>
                    <a:pt x="0" y="743422"/>
                    <a:pt x="0" y="1162275"/>
                  </a:cubicBezTo>
                  <a:cubicBezTo>
                    <a:pt x="0" y="1581127"/>
                    <a:pt x="101391" y="1976282"/>
                    <a:pt x="280984" y="2324549"/>
                  </a:cubicBezTo>
                  <a:lnTo>
                    <a:pt x="1957239" y="1356763"/>
                  </a:lnTo>
                  <a:cubicBezTo>
                    <a:pt x="1936842" y="1295573"/>
                    <a:pt x="1925671" y="1230236"/>
                    <a:pt x="1925671" y="1162275"/>
                  </a:cubicBezTo>
                  <a:close/>
                </a:path>
              </a:pathLst>
            </a:custGeom>
            <a:solidFill>
              <a:schemeClr val="accent6"/>
            </a:solidFill>
            <a:ln w="8461"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B7FB2AF2-169C-4EAA-F164-5DF3359FEF50}"/>
                </a:ext>
              </a:extLst>
            </p:cNvPr>
            <p:cNvSpPr>
              <a:spLocks noGrp="1" noRot="1" noMove="1" noResize="1" noEditPoints="1" noAdjustHandles="1" noChangeArrowheads="1" noChangeShapeType="1"/>
            </p:cNvSpPr>
            <p:nvPr/>
          </p:nvSpPr>
          <p:spPr>
            <a:xfrm>
              <a:off x="6220749" y="1368040"/>
              <a:ext cx="2012928" cy="2129637"/>
            </a:xfrm>
            <a:custGeom>
              <a:avLst/>
              <a:gdLst>
                <a:gd name="connsiteX0" fmla="*/ 0 w 2012928"/>
                <a:gd name="connsiteY0" fmla="*/ 1934980 h 2129637"/>
                <a:gd name="connsiteX1" fmla="*/ 336758 w 2012928"/>
                <a:gd name="connsiteY1" fmla="*/ 2129638 h 2129637"/>
                <a:gd name="connsiteX2" fmla="*/ 2012928 w 2012928"/>
                <a:gd name="connsiteY2" fmla="*/ 1161936 h 2129637"/>
                <a:gd name="connsiteX3" fmla="*/ 0 w 2012928"/>
                <a:gd name="connsiteY3" fmla="*/ 0 h 2129637"/>
                <a:gd name="connsiteX4" fmla="*/ 0 w 2012928"/>
                <a:gd name="connsiteY4" fmla="*/ 1934980 h 2129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928" h="2129637">
                  <a:moveTo>
                    <a:pt x="0" y="1934980"/>
                  </a:moveTo>
                  <a:cubicBezTo>
                    <a:pt x="132875" y="1961979"/>
                    <a:pt x="250093" y="2031971"/>
                    <a:pt x="336758" y="2129638"/>
                  </a:cubicBezTo>
                  <a:lnTo>
                    <a:pt x="2012928" y="1161936"/>
                  </a:lnTo>
                  <a:cubicBezTo>
                    <a:pt x="1581466" y="493330"/>
                    <a:pt x="844814" y="40370"/>
                    <a:pt x="0" y="0"/>
                  </a:cubicBezTo>
                  <a:lnTo>
                    <a:pt x="0" y="1934980"/>
                  </a:lnTo>
                  <a:close/>
                </a:path>
              </a:pathLst>
            </a:custGeom>
            <a:solidFill>
              <a:schemeClr val="accent1"/>
            </a:solidFill>
            <a:ln w="8461"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1711610D-7471-E731-5306-758621968FB4}"/>
                </a:ext>
              </a:extLst>
            </p:cNvPr>
            <p:cNvSpPr>
              <a:spLocks noGrp="1" noRot="1" noMove="1" noResize="1" noEditPoints="1" noAdjustHandles="1" noChangeArrowheads="1" noChangeShapeType="1"/>
            </p:cNvSpPr>
            <p:nvPr/>
          </p:nvSpPr>
          <p:spPr>
            <a:xfrm>
              <a:off x="6220749" y="4313377"/>
              <a:ext cx="2012928" cy="2129637"/>
            </a:xfrm>
            <a:custGeom>
              <a:avLst/>
              <a:gdLst>
                <a:gd name="connsiteX0" fmla="*/ 336758 w 2012928"/>
                <a:gd name="connsiteY0" fmla="*/ 0 h 2129637"/>
                <a:gd name="connsiteX1" fmla="*/ 0 w 2012928"/>
                <a:gd name="connsiteY1" fmla="*/ 194658 h 2129637"/>
                <a:gd name="connsiteX2" fmla="*/ 0 w 2012928"/>
                <a:gd name="connsiteY2" fmla="*/ 2129638 h 2129637"/>
                <a:gd name="connsiteX3" fmla="*/ 2012928 w 2012928"/>
                <a:gd name="connsiteY3" fmla="*/ 967702 h 2129637"/>
                <a:gd name="connsiteX4" fmla="*/ 336758 w 2012928"/>
                <a:gd name="connsiteY4" fmla="*/ 0 h 2129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928" h="2129637">
                  <a:moveTo>
                    <a:pt x="336758" y="0"/>
                  </a:moveTo>
                  <a:cubicBezTo>
                    <a:pt x="250093" y="97667"/>
                    <a:pt x="132875" y="167659"/>
                    <a:pt x="0" y="194658"/>
                  </a:cubicBezTo>
                  <a:lnTo>
                    <a:pt x="0" y="2129638"/>
                  </a:lnTo>
                  <a:cubicBezTo>
                    <a:pt x="844814" y="2089267"/>
                    <a:pt x="1581550" y="1636308"/>
                    <a:pt x="2012928" y="967702"/>
                  </a:cubicBezTo>
                  <a:lnTo>
                    <a:pt x="336758" y="0"/>
                  </a:lnTo>
                  <a:close/>
                </a:path>
              </a:pathLst>
            </a:custGeom>
            <a:solidFill>
              <a:schemeClr val="accent4"/>
            </a:solidFill>
            <a:ln w="8461"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A2AA7E94-E87E-A483-1C26-E672D928658D}"/>
                </a:ext>
              </a:extLst>
            </p:cNvPr>
            <p:cNvSpPr>
              <a:spLocks noGrp="1" noRot="1" noMove="1" noResize="1" noEditPoints="1" noAdjustHandles="1" noChangeArrowheads="1" noChangeShapeType="1"/>
            </p:cNvSpPr>
            <p:nvPr/>
          </p:nvSpPr>
          <p:spPr>
            <a:xfrm>
              <a:off x="3961368" y="4313377"/>
              <a:ext cx="2012927" cy="2129637"/>
            </a:xfrm>
            <a:custGeom>
              <a:avLst/>
              <a:gdLst>
                <a:gd name="connsiteX0" fmla="*/ 2012928 w 2012927"/>
                <a:gd name="connsiteY0" fmla="*/ 194658 h 2129637"/>
                <a:gd name="connsiteX1" fmla="*/ 1676171 w 2012927"/>
                <a:gd name="connsiteY1" fmla="*/ 0 h 2129637"/>
                <a:gd name="connsiteX2" fmla="*/ 0 w 2012927"/>
                <a:gd name="connsiteY2" fmla="*/ 967702 h 2129637"/>
                <a:gd name="connsiteX3" fmla="*/ 2012928 w 2012927"/>
                <a:gd name="connsiteY3" fmla="*/ 2129638 h 2129637"/>
                <a:gd name="connsiteX4" fmla="*/ 2012928 w 2012927"/>
                <a:gd name="connsiteY4" fmla="*/ 194658 h 2129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927" h="2129637">
                  <a:moveTo>
                    <a:pt x="2012928" y="194658"/>
                  </a:moveTo>
                  <a:cubicBezTo>
                    <a:pt x="1880053" y="167659"/>
                    <a:pt x="1762835" y="97667"/>
                    <a:pt x="1676171" y="0"/>
                  </a:cubicBezTo>
                  <a:lnTo>
                    <a:pt x="0" y="967702"/>
                  </a:lnTo>
                  <a:cubicBezTo>
                    <a:pt x="431378" y="1636224"/>
                    <a:pt x="1168030" y="2089267"/>
                    <a:pt x="2012928" y="2129638"/>
                  </a:cubicBezTo>
                  <a:lnTo>
                    <a:pt x="2012928" y="194658"/>
                  </a:lnTo>
                  <a:close/>
                </a:path>
              </a:pathLst>
            </a:custGeom>
            <a:solidFill>
              <a:schemeClr val="accent3"/>
            </a:solidFill>
            <a:ln w="8461"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98B705D2-316C-10F0-40D2-EF7B6CA6B71F}"/>
                </a:ext>
              </a:extLst>
            </p:cNvPr>
            <p:cNvSpPr>
              <a:spLocks noGrp="1" noRot="1" noMove="1" noResize="1" noEditPoints="1" noAdjustHandles="1" noChangeArrowheads="1" noChangeShapeType="1"/>
            </p:cNvSpPr>
            <p:nvPr/>
          </p:nvSpPr>
          <p:spPr>
            <a:xfrm>
              <a:off x="3961368" y="1368040"/>
              <a:ext cx="2012927" cy="2129637"/>
            </a:xfrm>
            <a:custGeom>
              <a:avLst/>
              <a:gdLst>
                <a:gd name="connsiteX0" fmla="*/ 1676171 w 2012927"/>
                <a:gd name="connsiteY0" fmla="*/ 2129638 h 2129637"/>
                <a:gd name="connsiteX1" fmla="*/ 2012928 w 2012927"/>
                <a:gd name="connsiteY1" fmla="*/ 1934980 h 2129637"/>
                <a:gd name="connsiteX2" fmla="*/ 2012928 w 2012927"/>
                <a:gd name="connsiteY2" fmla="*/ 0 h 2129637"/>
                <a:gd name="connsiteX3" fmla="*/ 0 w 2012927"/>
                <a:gd name="connsiteY3" fmla="*/ 1161936 h 2129637"/>
                <a:gd name="connsiteX4" fmla="*/ 1676171 w 2012927"/>
                <a:gd name="connsiteY4" fmla="*/ 2129638 h 21296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927" h="2129637">
                  <a:moveTo>
                    <a:pt x="1676171" y="2129638"/>
                  </a:moveTo>
                  <a:cubicBezTo>
                    <a:pt x="1762835" y="2031971"/>
                    <a:pt x="1880053" y="1961979"/>
                    <a:pt x="2012928" y="1934980"/>
                  </a:cubicBezTo>
                  <a:lnTo>
                    <a:pt x="2012928" y="0"/>
                  </a:lnTo>
                  <a:cubicBezTo>
                    <a:pt x="1168030" y="40370"/>
                    <a:pt x="431378" y="493330"/>
                    <a:pt x="0" y="1161936"/>
                  </a:cubicBezTo>
                  <a:lnTo>
                    <a:pt x="1676171" y="2129638"/>
                  </a:lnTo>
                  <a:close/>
                </a:path>
              </a:pathLst>
            </a:custGeom>
            <a:solidFill>
              <a:schemeClr val="tx1"/>
            </a:solidFill>
            <a:ln w="8461" cap="flat">
              <a:noFill/>
              <a:prstDash val="solid"/>
              <a:miter/>
            </a:ln>
          </p:spPr>
          <p:txBody>
            <a:bodyPr rtlCol="0" anchor="ctr"/>
            <a:lstStyle/>
            <a:p>
              <a:endParaRPr lang="en-ZA"/>
            </a:p>
          </p:txBody>
        </p:sp>
      </p:grpSp>
      <p:grpSp>
        <p:nvGrpSpPr>
          <p:cNvPr id="24" name="Group 23">
            <a:extLst>
              <a:ext uri="{FF2B5EF4-FFF2-40B4-BE49-F238E27FC236}">
                <a16:creationId xmlns:a16="http://schemas.microsoft.com/office/drawing/2014/main" id="{61A86271-7168-2D91-3E04-685CA26E3825}"/>
              </a:ext>
            </a:extLst>
          </p:cNvPr>
          <p:cNvGrpSpPr>
            <a:grpSpLocks noGrp="1" noUngrp="1" noRot="1" noMove="1" noResize="1"/>
          </p:cNvGrpSpPr>
          <p:nvPr userDrawn="1"/>
        </p:nvGrpSpPr>
        <p:grpSpPr>
          <a:xfrm>
            <a:off x="3867150" y="1640062"/>
            <a:ext cx="4572000" cy="4572000"/>
            <a:chOff x="3771366" y="1578778"/>
            <a:chExt cx="4585792" cy="4584268"/>
          </a:xfrm>
        </p:grpSpPr>
        <p:sp>
          <p:nvSpPr>
            <p:cNvPr id="5" name="Freeform: Shape 4">
              <a:extLst>
                <a:ext uri="{FF2B5EF4-FFF2-40B4-BE49-F238E27FC236}">
                  <a16:creationId xmlns:a16="http://schemas.microsoft.com/office/drawing/2014/main" id="{B033358E-C8DC-C758-A32F-20BCDF34F752}"/>
                </a:ext>
              </a:extLst>
            </p:cNvPr>
            <p:cNvSpPr>
              <a:spLocks noGrp="1" noRot="1" noMove="1" noResize="1" noEditPoints="1" noAdjustHandles="1" noChangeArrowheads="1" noChangeShapeType="1"/>
            </p:cNvSpPr>
            <p:nvPr/>
          </p:nvSpPr>
          <p:spPr>
            <a:xfrm>
              <a:off x="3771366" y="2772705"/>
              <a:ext cx="1231758" cy="2196413"/>
            </a:xfrm>
            <a:custGeom>
              <a:avLst/>
              <a:gdLst>
                <a:gd name="connsiteX0" fmla="*/ 1109802 w 1231758"/>
                <a:gd name="connsiteY0" fmla="*/ 1264004 h 2196413"/>
                <a:gd name="connsiteX1" fmla="*/ 944089 w 1231758"/>
                <a:gd name="connsiteY1" fmla="*/ 1098292 h 2196413"/>
                <a:gd name="connsiteX2" fmla="*/ 1109802 w 1231758"/>
                <a:gd name="connsiteY2" fmla="*/ 932579 h 2196413"/>
                <a:gd name="connsiteX3" fmla="*/ 1231674 w 1231758"/>
                <a:gd name="connsiteY3" fmla="*/ 549780 h 2196413"/>
                <a:gd name="connsiteX4" fmla="*/ 279714 w 1231758"/>
                <a:gd name="connsiteY4" fmla="*/ 0 h 2196413"/>
                <a:gd name="connsiteX5" fmla="*/ 0 w 1231758"/>
                <a:gd name="connsiteY5" fmla="*/ 1098207 h 2196413"/>
                <a:gd name="connsiteX6" fmla="*/ 279714 w 1231758"/>
                <a:gd name="connsiteY6" fmla="*/ 2196414 h 2196413"/>
                <a:gd name="connsiteX7" fmla="*/ 1231759 w 1231758"/>
                <a:gd name="connsiteY7" fmla="*/ 1646803 h 2196413"/>
                <a:gd name="connsiteX8" fmla="*/ 1109886 w 1231758"/>
                <a:gd name="connsiteY8" fmla="*/ 1264004 h 219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1758" h="2196413">
                  <a:moveTo>
                    <a:pt x="1109802" y="1264004"/>
                  </a:moveTo>
                  <a:lnTo>
                    <a:pt x="944089" y="1098292"/>
                  </a:lnTo>
                  <a:lnTo>
                    <a:pt x="1109802" y="932579"/>
                  </a:lnTo>
                  <a:cubicBezTo>
                    <a:pt x="1128844" y="796319"/>
                    <a:pt x="1170823" y="667337"/>
                    <a:pt x="1231674" y="549780"/>
                  </a:cubicBezTo>
                  <a:lnTo>
                    <a:pt x="279714" y="0"/>
                  </a:lnTo>
                  <a:cubicBezTo>
                    <a:pt x="101391" y="326178"/>
                    <a:pt x="0" y="700344"/>
                    <a:pt x="0" y="1098207"/>
                  </a:cubicBezTo>
                  <a:cubicBezTo>
                    <a:pt x="0" y="1496070"/>
                    <a:pt x="101391" y="1870320"/>
                    <a:pt x="279714" y="2196414"/>
                  </a:cubicBezTo>
                  <a:lnTo>
                    <a:pt x="1231759" y="1646803"/>
                  </a:lnTo>
                  <a:cubicBezTo>
                    <a:pt x="1170823" y="1529246"/>
                    <a:pt x="1128929" y="1400265"/>
                    <a:pt x="1109886" y="1264004"/>
                  </a:cubicBez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sp>
          <p:nvSpPr>
            <p:cNvPr id="6" name="Freeform: Shape 5">
              <a:extLst>
                <a:ext uri="{FF2B5EF4-FFF2-40B4-BE49-F238E27FC236}">
                  <a16:creationId xmlns:a16="http://schemas.microsoft.com/office/drawing/2014/main" id="{A3CD7477-2014-BED2-7679-67103764EFEB}"/>
                </a:ext>
              </a:extLst>
            </p:cNvPr>
            <p:cNvSpPr>
              <a:spLocks noGrp="1" noRot="1" noMove="1" noResize="1" noEditPoints="1" noAdjustHandles="1" noChangeArrowheads="1" noChangeShapeType="1"/>
            </p:cNvSpPr>
            <p:nvPr/>
          </p:nvSpPr>
          <p:spPr>
            <a:xfrm>
              <a:off x="4106600" y="4515567"/>
              <a:ext cx="1902057" cy="1647479"/>
            </a:xfrm>
            <a:custGeom>
              <a:avLst/>
              <a:gdLst>
                <a:gd name="connsiteX0" fmla="*/ 1283216 w 1902057"/>
                <a:gd name="connsiteY0" fmla="*/ 523460 h 1647479"/>
                <a:gd name="connsiteX1" fmla="*/ 1222449 w 1902057"/>
                <a:gd name="connsiteY1" fmla="*/ 296557 h 1647479"/>
                <a:gd name="connsiteX2" fmla="*/ 952045 w 1902057"/>
                <a:gd name="connsiteY2" fmla="*/ 0 h 1647479"/>
                <a:gd name="connsiteX3" fmla="*/ 0 w 1902057"/>
                <a:gd name="connsiteY3" fmla="*/ 549611 h 1647479"/>
                <a:gd name="connsiteX4" fmla="*/ 1902058 w 1902057"/>
                <a:gd name="connsiteY4" fmla="*/ 1647480 h 1647479"/>
                <a:gd name="connsiteX5" fmla="*/ 1902058 w 1902057"/>
                <a:gd name="connsiteY5" fmla="*/ 548596 h 1647479"/>
                <a:gd name="connsiteX6" fmla="*/ 1509358 w 1902057"/>
                <a:gd name="connsiteY6" fmla="*/ 462862 h 1647479"/>
                <a:gd name="connsiteX7" fmla="*/ 1283132 w 1902057"/>
                <a:gd name="connsiteY7" fmla="*/ 523460 h 1647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057" h="1647479">
                  <a:moveTo>
                    <a:pt x="1283216" y="523460"/>
                  </a:moveTo>
                  <a:lnTo>
                    <a:pt x="1222449" y="296557"/>
                  </a:lnTo>
                  <a:cubicBezTo>
                    <a:pt x="1116572" y="213700"/>
                    <a:pt x="1024999" y="113494"/>
                    <a:pt x="952045" y="0"/>
                  </a:cubicBezTo>
                  <a:lnTo>
                    <a:pt x="0" y="549611"/>
                  </a:lnTo>
                  <a:cubicBezTo>
                    <a:pt x="393801" y="1193674"/>
                    <a:pt x="1096514" y="1628352"/>
                    <a:pt x="1902058" y="1647480"/>
                  </a:cubicBezTo>
                  <a:lnTo>
                    <a:pt x="1902058" y="548596"/>
                  </a:lnTo>
                  <a:cubicBezTo>
                    <a:pt x="1763682" y="542248"/>
                    <a:pt x="1631484" y="512373"/>
                    <a:pt x="1509358" y="462862"/>
                  </a:cubicBezTo>
                  <a:lnTo>
                    <a:pt x="1283132" y="523460"/>
                  </a:ln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sp>
          <p:nvSpPr>
            <p:cNvPr id="7" name="Freeform: Shape 6">
              <a:extLst>
                <a:ext uri="{FF2B5EF4-FFF2-40B4-BE49-F238E27FC236}">
                  <a16:creationId xmlns:a16="http://schemas.microsoft.com/office/drawing/2014/main" id="{B64C5058-6E67-7186-24E3-6E03B79CD0B9}"/>
                </a:ext>
              </a:extLst>
            </p:cNvPr>
            <p:cNvSpPr>
              <a:spLocks noGrp="1" noRot="1" noMove="1" noResize="1" noEditPoints="1" noAdjustHandles="1" noChangeArrowheads="1" noChangeShapeType="1"/>
            </p:cNvSpPr>
            <p:nvPr/>
          </p:nvSpPr>
          <p:spPr>
            <a:xfrm>
              <a:off x="6119782" y="1578778"/>
              <a:ext cx="1902057" cy="1647564"/>
            </a:xfrm>
            <a:custGeom>
              <a:avLst/>
              <a:gdLst>
                <a:gd name="connsiteX0" fmla="*/ 618842 w 1902057"/>
                <a:gd name="connsiteY0" fmla="*/ 1124105 h 1647564"/>
                <a:gd name="connsiteX1" fmla="*/ 679609 w 1902057"/>
                <a:gd name="connsiteY1" fmla="*/ 1351008 h 1647564"/>
                <a:gd name="connsiteX2" fmla="*/ 950013 w 1902057"/>
                <a:gd name="connsiteY2" fmla="*/ 1647564 h 1647564"/>
                <a:gd name="connsiteX3" fmla="*/ 1902058 w 1902057"/>
                <a:gd name="connsiteY3" fmla="*/ 1097953 h 1647564"/>
                <a:gd name="connsiteX4" fmla="*/ 0 w 1902057"/>
                <a:gd name="connsiteY4" fmla="*/ 0 h 1647564"/>
                <a:gd name="connsiteX5" fmla="*/ 0 w 1902057"/>
                <a:gd name="connsiteY5" fmla="*/ 1098884 h 1647564"/>
                <a:gd name="connsiteX6" fmla="*/ 392700 w 1902057"/>
                <a:gd name="connsiteY6" fmla="*/ 1184618 h 1647564"/>
                <a:gd name="connsiteX7" fmla="*/ 618926 w 1902057"/>
                <a:gd name="connsiteY7" fmla="*/ 1124020 h 1647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057" h="1647564">
                  <a:moveTo>
                    <a:pt x="618842" y="1124105"/>
                  </a:moveTo>
                  <a:lnTo>
                    <a:pt x="679609" y="1351008"/>
                  </a:lnTo>
                  <a:cubicBezTo>
                    <a:pt x="785485" y="1433864"/>
                    <a:pt x="877059" y="1534071"/>
                    <a:pt x="950013" y="1647564"/>
                  </a:cubicBezTo>
                  <a:lnTo>
                    <a:pt x="1902058" y="1097953"/>
                  </a:lnTo>
                  <a:cubicBezTo>
                    <a:pt x="1508257" y="453806"/>
                    <a:pt x="805544" y="19127"/>
                    <a:pt x="0" y="0"/>
                  </a:cubicBezTo>
                  <a:lnTo>
                    <a:pt x="0" y="1098884"/>
                  </a:lnTo>
                  <a:cubicBezTo>
                    <a:pt x="138376" y="1105232"/>
                    <a:pt x="270574" y="1135107"/>
                    <a:pt x="392700" y="1184618"/>
                  </a:cubicBezTo>
                  <a:lnTo>
                    <a:pt x="618926" y="1124020"/>
                  </a:ln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sp>
          <p:nvSpPr>
            <p:cNvPr id="8" name="Freeform: Shape 7">
              <a:extLst>
                <a:ext uri="{FF2B5EF4-FFF2-40B4-BE49-F238E27FC236}">
                  <a16:creationId xmlns:a16="http://schemas.microsoft.com/office/drawing/2014/main" id="{686262CA-A8AF-A0CF-0C0B-56327F97089C}"/>
                </a:ext>
              </a:extLst>
            </p:cNvPr>
            <p:cNvSpPr>
              <a:spLocks noGrp="1" noRot="1" noMove="1" noResize="1" noEditPoints="1" noAdjustHandles="1" noChangeArrowheads="1" noChangeShapeType="1"/>
            </p:cNvSpPr>
            <p:nvPr/>
          </p:nvSpPr>
          <p:spPr>
            <a:xfrm>
              <a:off x="7125400" y="2772536"/>
              <a:ext cx="1231758" cy="2196413"/>
            </a:xfrm>
            <a:custGeom>
              <a:avLst/>
              <a:gdLst>
                <a:gd name="connsiteX0" fmla="*/ 952044 w 1231758"/>
                <a:gd name="connsiteY0" fmla="*/ 169 h 2196413"/>
                <a:gd name="connsiteX1" fmla="*/ 0 w 1231758"/>
                <a:gd name="connsiteY1" fmla="*/ 549781 h 2196413"/>
                <a:gd name="connsiteX2" fmla="*/ 121872 w 1231758"/>
                <a:gd name="connsiteY2" fmla="*/ 932579 h 2196413"/>
                <a:gd name="connsiteX3" fmla="*/ 287585 w 1231758"/>
                <a:gd name="connsiteY3" fmla="*/ 1098292 h 2196413"/>
                <a:gd name="connsiteX4" fmla="*/ 121872 w 1231758"/>
                <a:gd name="connsiteY4" fmla="*/ 1264004 h 2196413"/>
                <a:gd name="connsiteX5" fmla="*/ 0 w 1231758"/>
                <a:gd name="connsiteY5" fmla="*/ 1646803 h 2196413"/>
                <a:gd name="connsiteX6" fmla="*/ 952044 w 1231758"/>
                <a:gd name="connsiteY6" fmla="*/ 2196414 h 2196413"/>
                <a:gd name="connsiteX7" fmla="*/ 1231759 w 1231758"/>
                <a:gd name="connsiteY7" fmla="*/ 1098207 h 2196413"/>
                <a:gd name="connsiteX8" fmla="*/ 952044 w 1231758"/>
                <a:gd name="connsiteY8" fmla="*/ 0 h 219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1758" h="2196413">
                  <a:moveTo>
                    <a:pt x="952044" y="169"/>
                  </a:moveTo>
                  <a:lnTo>
                    <a:pt x="0" y="549781"/>
                  </a:lnTo>
                  <a:cubicBezTo>
                    <a:pt x="60936" y="667337"/>
                    <a:pt x="102915" y="796319"/>
                    <a:pt x="121872" y="932579"/>
                  </a:cubicBezTo>
                  <a:lnTo>
                    <a:pt x="287585" y="1098292"/>
                  </a:lnTo>
                  <a:lnTo>
                    <a:pt x="121872" y="1264004"/>
                  </a:lnTo>
                  <a:cubicBezTo>
                    <a:pt x="102830" y="1400265"/>
                    <a:pt x="60852" y="1529247"/>
                    <a:pt x="0" y="1646803"/>
                  </a:cubicBezTo>
                  <a:lnTo>
                    <a:pt x="952044" y="2196414"/>
                  </a:lnTo>
                  <a:cubicBezTo>
                    <a:pt x="1130368" y="1870236"/>
                    <a:pt x="1231759" y="1496070"/>
                    <a:pt x="1231759" y="1098207"/>
                  </a:cubicBezTo>
                  <a:cubicBezTo>
                    <a:pt x="1231759" y="700344"/>
                    <a:pt x="1130368" y="326094"/>
                    <a:pt x="952044" y="0"/>
                  </a:cubicBez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sp>
          <p:nvSpPr>
            <p:cNvPr id="9" name="Freeform: Shape 8">
              <a:extLst>
                <a:ext uri="{FF2B5EF4-FFF2-40B4-BE49-F238E27FC236}">
                  <a16:creationId xmlns:a16="http://schemas.microsoft.com/office/drawing/2014/main" id="{9C855CB8-FFA3-8800-8880-1C20EA801D24}"/>
                </a:ext>
              </a:extLst>
            </p:cNvPr>
            <p:cNvSpPr>
              <a:spLocks noGrp="1" noRot="1" noMove="1" noResize="1" noEditPoints="1" noAdjustHandles="1" noChangeArrowheads="1" noChangeShapeType="1"/>
            </p:cNvSpPr>
            <p:nvPr/>
          </p:nvSpPr>
          <p:spPr>
            <a:xfrm>
              <a:off x="6119782" y="4515567"/>
              <a:ext cx="1902057" cy="1647479"/>
            </a:xfrm>
            <a:custGeom>
              <a:avLst/>
              <a:gdLst>
                <a:gd name="connsiteX0" fmla="*/ 679693 w 1902057"/>
                <a:gd name="connsiteY0" fmla="*/ 296557 h 1647479"/>
                <a:gd name="connsiteX1" fmla="*/ 618926 w 1902057"/>
                <a:gd name="connsiteY1" fmla="*/ 523460 h 1647479"/>
                <a:gd name="connsiteX2" fmla="*/ 392700 w 1902057"/>
                <a:gd name="connsiteY2" fmla="*/ 462862 h 1647479"/>
                <a:gd name="connsiteX3" fmla="*/ 0 w 1902057"/>
                <a:gd name="connsiteY3" fmla="*/ 548596 h 1647479"/>
                <a:gd name="connsiteX4" fmla="*/ 0 w 1902057"/>
                <a:gd name="connsiteY4" fmla="*/ 1647480 h 1647479"/>
                <a:gd name="connsiteX5" fmla="*/ 1902058 w 1902057"/>
                <a:gd name="connsiteY5" fmla="*/ 549611 h 1647479"/>
                <a:gd name="connsiteX6" fmla="*/ 950013 w 1902057"/>
                <a:gd name="connsiteY6" fmla="*/ 0 h 1647479"/>
                <a:gd name="connsiteX7" fmla="*/ 679609 w 1902057"/>
                <a:gd name="connsiteY7" fmla="*/ 296557 h 1647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057" h="1647479">
                  <a:moveTo>
                    <a:pt x="679693" y="296557"/>
                  </a:moveTo>
                  <a:lnTo>
                    <a:pt x="618926" y="523460"/>
                  </a:lnTo>
                  <a:lnTo>
                    <a:pt x="392700" y="462862"/>
                  </a:lnTo>
                  <a:cubicBezTo>
                    <a:pt x="270574" y="512373"/>
                    <a:pt x="138376" y="542333"/>
                    <a:pt x="0" y="548596"/>
                  </a:cubicBezTo>
                  <a:lnTo>
                    <a:pt x="0" y="1647480"/>
                  </a:lnTo>
                  <a:cubicBezTo>
                    <a:pt x="805628" y="1628352"/>
                    <a:pt x="1508257" y="1193674"/>
                    <a:pt x="1902058" y="549611"/>
                  </a:cubicBezTo>
                  <a:lnTo>
                    <a:pt x="950013" y="0"/>
                  </a:lnTo>
                  <a:cubicBezTo>
                    <a:pt x="877144" y="113494"/>
                    <a:pt x="785485" y="213700"/>
                    <a:pt x="679609" y="296557"/>
                  </a:cubicBez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sp>
          <p:nvSpPr>
            <p:cNvPr id="10" name="Freeform: Shape 9">
              <a:extLst>
                <a:ext uri="{FF2B5EF4-FFF2-40B4-BE49-F238E27FC236}">
                  <a16:creationId xmlns:a16="http://schemas.microsoft.com/office/drawing/2014/main" id="{0DA4F052-F4A2-6AA0-A634-74D679895FD9}"/>
                </a:ext>
              </a:extLst>
            </p:cNvPr>
            <p:cNvSpPr>
              <a:spLocks noGrp="1" noRot="1" noMove="1" noResize="1" noEditPoints="1" noAdjustHandles="1" noChangeArrowheads="1" noChangeShapeType="1"/>
            </p:cNvSpPr>
            <p:nvPr/>
          </p:nvSpPr>
          <p:spPr>
            <a:xfrm>
              <a:off x="4106685" y="1578778"/>
              <a:ext cx="1902142" cy="1647479"/>
            </a:xfrm>
            <a:custGeom>
              <a:avLst/>
              <a:gdLst>
                <a:gd name="connsiteX0" fmla="*/ 0 w 1902142"/>
                <a:gd name="connsiteY0" fmla="*/ 1097868 h 1647479"/>
                <a:gd name="connsiteX1" fmla="*/ 952045 w 1902142"/>
                <a:gd name="connsiteY1" fmla="*/ 1647480 h 1647479"/>
                <a:gd name="connsiteX2" fmla="*/ 1222449 w 1902142"/>
                <a:gd name="connsiteY2" fmla="*/ 1350923 h 1647479"/>
                <a:gd name="connsiteX3" fmla="*/ 1283216 w 1902142"/>
                <a:gd name="connsiteY3" fmla="*/ 1124020 h 1647479"/>
                <a:gd name="connsiteX4" fmla="*/ 1509442 w 1902142"/>
                <a:gd name="connsiteY4" fmla="*/ 1184618 h 1647479"/>
                <a:gd name="connsiteX5" fmla="*/ 1902143 w 1902142"/>
                <a:gd name="connsiteY5" fmla="*/ 1098884 h 1647479"/>
                <a:gd name="connsiteX6" fmla="*/ 1902143 w 1902142"/>
                <a:gd name="connsiteY6" fmla="*/ 0 h 1647479"/>
                <a:gd name="connsiteX7" fmla="*/ 0 w 1902142"/>
                <a:gd name="connsiteY7" fmla="*/ 1097868 h 1647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2142" h="1647479">
                  <a:moveTo>
                    <a:pt x="0" y="1097868"/>
                  </a:moveTo>
                  <a:lnTo>
                    <a:pt x="952045" y="1647480"/>
                  </a:lnTo>
                  <a:cubicBezTo>
                    <a:pt x="1024914" y="1533986"/>
                    <a:pt x="1116573" y="1433780"/>
                    <a:pt x="1222449" y="1350923"/>
                  </a:cubicBezTo>
                  <a:lnTo>
                    <a:pt x="1283216" y="1124020"/>
                  </a:lnTo>
                  <a:lnTo>
                    <a:pt x="1509442" y="1184618"/>
                  </a:lnTo>
                  <a:cubicBezTo>
                    <a:pt x="1631569" y="1135107"/>
                    <a:pt x="1763766" y="1105147"/>
                    <a:pt x="1902143" y="1098884"/>
                  </a:cubicBezTo>
                  <a:lnTo>
                    <a:pt x="1902143" y="0"/>
                  </a:lnTo>
                  <a:cubicBezTo>
                    <a:pt x="1096430" y="19127"/>
                    <a:pt x="393801" y="453806"/>
                    <a:pt x="0" y="1097868"/>
                  </a:cubicBezTo>
                  <a:close/>
                </a:path>
              </a:pathLst>
            </a:custGeom>
            <a:solidFill>
              <a:srgbClr val="FFFFFF"/>
            </a:solidFill>
            <a:ln w="8450" cap="flat">
              <a:noFill/>
              <a:prstDash val="solid"/>
              <a:miter/>
            </a:ln>
            <a:effectLst>
              <a:outerShdw blurRad="50800" dist="38100" dir="5400000" algn="t" rotWithShape="0">
                <a:prstClr val="black">
                  <a:alpha val="20000"/>
                </a:prstClr>
              </a:outerShdw>
            </a:effectLst>
          </p:spPr>
          <p:txBody>
            <a:bodyPr rtlCol="0" anchor="ctr"/>
            <a:lstStyle/>
            <a:p>
              <a:endParaRPr lang="en-ZA"/>
            </a:p>
          </p:txBody>
        </p:sp>
      </p:gr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8A540D9-F1A5-038F-8A0D-2E5EA62EF8EF}"/>
              </a:ext>
            </a:extLst>
          </p:cNvPr>
          <p:cNvSpPr>
            <a:spLocks noGrp="1" noRot="1" noMove="1" noResize="1" noEditPoints="1" noAdjustHandles="1" noChangeArrowheads="1" noChangeShapeType="1"/>
          </p:cNvSpPr>
          <p:nvPr userDrawn="1"/>
        </p:nvSpPr>
        <p:spPr>
          <a:xfrm>
            <a:off x="5056363" y="374606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6"/>
                </a:solidFill>
                <a:latin typeface="+mj-lt"/>
              </a:rPr>
              <a:t>05</a:t>
            </a:r>
          </a:p>
        </p:txBody>
      </p:sp>
      <p:sp>
        <p:nvSpPr>
          <p:cNvPr id="28" name="Oval 27">
            <a:extLst>
              <a:ext uri="{FF2B5EF4-FFF2-40B4-BE49-F238E27FC236}">
                <a16:creationId xmlns:a16="http://schemas.microsoft.com/office/drawing/2014/main" id="{FF3B85B1-7E8D-F01D-A7B8-9A8A28FAB4F3}"/>
              </a:ext>
            </a:extLst>
          </p:cNvPr>
          <p:cNvSpPr>
            <a:spLocks noGrp="1" noRot="1" noMove="1" noResize="1" noEditPoints="1" noAdjustHandles="1" noChangeArrowheads="1" noChangeShapeType="1"/>
          </p:cNvSpPr>
          <p:nvPr userDrawn="1"/>
        </p:nvSpPr>
        <p:spPr>
          <a:xfrm>
            <a:off x="6884322" y="374606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2"/>
                </a:solidFill>
                <a:latin typeface="+mj-lt"/>
              </a:rPr>
              <a:t>02</a:t>
            </a:r>
          </a:p>
        </p:txBody>
      </p:sp>
      <p:sp>
        <p:nvSpPr>
          <p:cNvPr id="29" name="Oval 28">
            <a:extLst>
              <a:ext uri="{FF2B5EF4-FFF2-40B4-BE49-F238E27FC236}">
                <a16:creationId xmlns:a16="http://schemas.microsoft.com/office/drawing/2014/main" id="{E13522FD-1EBD-A074-4B6A-0607BD17AF23}"/>
              </a:ext>
            </a:extLst>
          </p:cNvPr>
          <p:cNvSpPr>
            <a:spLocks noGrp="1" noRot="1" noMove="1" noResize="1" noEditPoints="1" noAdjustHandles="1" noChangeArrowheads="1" noChangeShapeType="1"/>
          </p:cNvSpPr>
          <p:nvPr userDrawn="1"/>
        </p:nvSpPr>
        <p:spPr>
          <a:xfrm>
            <a:off x="6431884" y="294596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sp>
        <p:nvSpPr>
          <p:cNvPr id="30" name="Oval 29">
            <a:extLst>
              <a:ext uri="{FF2B5EF4-FFF2-40B4-BE49-F238E27FC236}">
                <a16:creationId xmlns:a16="http://schemas.microsoft.com/office/drawing/2014/main" id="{76253E8A-C323-1683-8FFA-B21C5F9F19A1}"/>
              </a:ext>
            </a:extLst>
          </p:cNvPr>
          <p:cNvSpPr>
            <a:spLocks noGrp="1" noRot="1" noMove="1" noResize="1" noEditPoints="1" noAdjustHandles="1" noChangeArrowheads="1" noChangeShapeType="1"/>
          </p:cNvSpPr>
          <p:nvPr userDrawn="1"/>
        </p:nvSpPr>
        <p:spPr>
          <a:xfrm>
            <a:off x="5499983" y="294596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5">
                    <a:lumMod val="60000"/>
                    <a:lumOff val="40000"/>
                  </a:schemeClr>
                </a:solidFill>
                <a:latin typeface="+mj-lt"/>
              </a:rPr>
              <a:t>06</a:t>
            </a:r>
          </a:p>
        </p:txBody>
      </p:sp>
      <p:sp>
        <p:nvSpPr>
          <p:cNvPr id="31" name="Oval 30">
            <a:extLst>
              <a:ext uri="{FF2B5EF4-FFF2-40B4-BE49-F238E27FC236}">
                <a16:creationId xmlns:a16="http://schemas.microsoft.com/office/drawing/2014/main" id="{304BD914-CA83-01BB-8BD9-7A898D6B6D00}"/>
              </a:ext>
            </a:extLst>
          </p:cNvPr>
          <p:cNvSpPr>
            <a:spLocks noGrp="1" noRot="1" noMove="1" noResize="1" noEditPoints="1" noAdjustHandles="1" noChangeArrowheads="1" noChangeShapeType="1"/>
          </p:cNvSpPr>
          <p:nvPr userDrawn="1"/>
        </p:nvSpPr>
        <p:spPr>
          <a:xfrm>
            <a:off x="6429507" y="452711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solidFill>
                <a:latin typeface="+mj-lt"/>
              </a:rPr>
              <a:t>03</a:t>
            </a:r>
          </a:p>
        </p:txBody>
      </p:sp>
      <p:sp>
        <p:nvSpPr>
          <p:cNvPr id="32" name="Oval 31">
            <a:extLst>
              <a:ext uri="{FF2B5EF4-FFF2-40B4-BE49-F238E27FC236}">
                <a16:creationId xmlns:a16="http://schemas.microsoft.com/office/drawing/2014/main" id="{23B499EF-D9F0-BDE9-88F7-D220F479368C}"/>
              </a:ext>
            </a:extLst>
          </p:cNvPr>
          <p:cNvSpPr>
            <a:spLocks noGrp="1" noRot="1" noMove="1" noResize="1" noEditPoints="1" noAdjustHandles="1" noChangeArrowheads="1" noChangeShapeType="1"/>
          </p:cNvSpPr>
          <p:nvPr userDrawn="1"/>
        </p:nvSpPr>
        <p:spPr>
          <a:xfrm>
            <a:off x="5499983" y="4527112"/>
            <a:ext cx="360000" cy="360000"/>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3"/>
                </a:solidFill>
                <a:latin typeface="+mj-lt"/>
              </a:rPr>
              <a:t>04</a:t>
            </a:r>
          </a:p>
        </p:txBody>
      </p:sp>
      <p:grpSp>
        <p:nvGrpSpPr>
          <p:cNvPr id="3" name="Group 2">
            <a:extLst>
              <a:ext uri="{FF2B5EF4-FFF2-40B4-BE49-F238E27FC236}">
                <a16:creationId xmlns:a16="http://schemas.microsoft.com/office/drawing/2014/main" id="{1CE1E4B2-F1CE-4F53-3CB9-CF88801F4D21}"/>
              </a:ext>
            </a:extLst>
          </p:cNvPr>
          <p:cNvGrpSpPr>
            <a:grpSpLocks noGrp="1" noUngrp="1" noRot="1" noMove="1" noResize="1"/>
          </p:cNvGrpSpPr>
          <p:nvPr userDrawn="1"/>
        </p:nvGrpSpPr>
        <p:grpSpPr>
          <a:xfrm>
            <a:off x="7281745" y="1534749"/>
            <a:ext cx="324000" cy="324000"/>
            <a:chOff x="7281745" y="1534749"/>
            <a:chExt cx="324000" cy="324000"/>
          </a:xfrm>
        </p:grpSpPr>
        <p:sp>
          <p:nvSpPr>
            <p:cNvPr id="35" name="Oval 34">
              <a:extLst>
                <a:ext uri="{FF2B5EF4-FFF2-40B4-BE49-F238E27FC236}">
                  <a16:creationId xmlns:a16="http://schemas.microsoft.com/office/drawing/2014/main" id="{7301712E-4FEB-C443-988B-A6C3E9BD3DBB}"/>
                </a:ext>
              </a:extLst>
            </p:cNvPr>
            <p:cNvSpPr>
              <a:spLocks noGrp="1" noRot="1" noChangeAspect="1" noMove="1" noResize="1" noEditPoints="1" noAdjustHandles="1" noChangeArrowheads="1" noChangeShapeType="1"/>
            </p:cNvSpPr>
            <p:nvPr userDrawn="1"/>
          </p:nvSpPr>
          <p:spPr>
            <a:xfrm>
              <a:off x="7281745"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4" name="Graphic 33">
              <a:extLst>
                <a:ext uri="{FF2B5EF4-FFF2-40B4-BE49-F238E27FC236}">
                  <a16:creationId xmlns:a16="http://schemas.microsoft.com/office/drawing/2014/main" id="{E2ED7485-7F91-DFCB-A7CF-9E3FF6139754}"/>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7372266" y="1625271"/>
              <a:ext cx="142960" cy="142958"/>
            </a:xfrm>
            <a:prstGeom prst="rect">
              <a:avLst/>
            </a:prstGeom>
          </p:spPr>
        </p:pic>
      </p:grpSp>
      <p:sp>
        <p:nvSpPr>
          <p:cNvPr id="37" name="Text Placeholder 26">
            <a:extLst>
              <a:ext uri="{FF2B5EF4-FFF2-40B4-BE49-F238E27FC236}">
                <a16:creationId xmlns:a16="http://schemas.microsoft.com/office/drawing/2014/main" id="{B2B74209-75AC-BF96-D598-CD312725B19F}"/>
              </a:ext>
            </a:extLst>
          </p:cNvPr>
          <p:cNvSpPr>
            <a:spLocks noGrp="1"/>
          </p:cNvSpPr>
          <p:nvPr userDrawn="1">
            <p:ph type="body" sz="quarter" idx="58" hasCustomPrompt="1"/>
          </p:nvPr>
        </p:nvSpPr>
        <p:spPr>
          <a:xfrm>
            <a:off x="7579532" y="3785423"/>
            <a:ext cx="759519"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sp>
        <p:nvSpPr>
          <p:cNvPr id="46" name="Text Placeholder 26">
            <a:extLst>
              <a:ext uri="{FF2B5EF4-FFF2-40B4-BE49-F238E27FC236}">
                <a16:creationId xmlns:a16="http://schemas.microsoft.com/office/drawing/2014/main" id="{26DB35AE-FB26-099D-B818-8A8D7859A608}"/>
              </a:ext>
            </a:extLst>
          </p:cNvPr>
          <p:cNvSpPr>
            <a:spLocks noGrp="1"/>
          </p:cNvSpPr>
          <p:nvPr userDrawn="1">
            <p:ph type="body" sz="quarter" idx="61" hasCustomPrompt="1"/>
          </p:nvPr>
        </p:nvSpPr>
        <p:spPr>
          <a:xfrm>
            <a:off x="3956771" y="3785423"/>
            <a:ext cx="759519"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grpSp>
        <p:nvGrpSpPr>
          <p:cNvPr id="40" name="Group 39">
            <a:extLst>
              <a:ext uri="{FF2B5EF4-FFF2-40B4-BE49-F238E27FC236}">
                <a16:creationId xmlns:a16="http://schemas.microsoft.com/office/drawing/2014/main" id="{DE74EA28-FE66-97BE-A1F2-6A666B216A70}"/>
              </a:ext>
            </a:extLst>
          </p:cNvPr>
          <p:cNvGrpSpPr>
            <a:grpSpLocks noGrp="1" noUngrp="1" noRot="1" noMove="1" noResize="1"/>
          </p:cNvGrpSpPr>
          <p:nvPr userDrawn="1"/>
        </p:nvGrpSpPr>
        <p:grpSpPr>
          <a:xfrm>
            <a:off x="4708302" y="1534749"/>
            <a:ext cx="324000" cy="324000"/>
            <a:chOff x="4708302" y="1534749"/>
            <a:chExt cx="324000" cy="324000"/>
          </a:xfrm>
        </p:grpSpPr>
        <p:sp>
          <p:nvSpPr>
            <p:cNvPr id="54" name="Oval 53">
              <a:extLst>
                <a:ext uri="{FF2B5EF4-FFF2-40B4-BE49-F238E27FC236}">
                  <a16:creationId xmlns:a16="http://schemas.microsoft.com/office/drawing/2014/main" id="{F636424B-D807-E8AF-2236-DC508F8BCF9E}"/>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5" name="Graphic 54">
              <a:extLst>
                <a:ext uri="{FF2B5EF4-FFF2-40B4-BE49-F238E27FC236}">
                  <a16:creationId xmlns:a16="http://schemas.microsoft.com/office/drawing/2014/main" id="{B4485641-3647-A279-6C80-D1A19051F5A3}"/>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797565" y="1624013"/>
              <a:ext cx="145476" cy="145474"/>
            </a:xfrm>
            <a:prstGeom prst="rect">
              <a:avLst/>
            </a:prstGeom>
          </p:spPr>
        </p:pic>
      </p:grpSp>
      <p:grpSp>
        <p:nvGrpSpPr>
          <p:cNvPr id="36" name="Group 35">
            <a:extLst>
              <a:ext uri="{FF2B5EF4-FFF2-40B4-BE49-F238E27FC236}">
                <a16:creationId xmlns:a16="http://schemas.microsoft.com/office/drawing/2014/main" id="{658BC157-4D1A-A57C-0D65-B61189E3CEB1}"/>
              </a:ext>
            </a:extLst>
          </p:cNvPr>
          <p:cNvGrpSpPr>
            <a:grpSpLocks noGrp="1" noUngrp="1" noRot="1" noMove="1" noResize="1"/>
          </p:cNvGrpSpPr>
          <p:nvPr userDrawn="1"/>
        </p:nvGrpSpPr>
        <p:grpSpPr>
          <a:xfrm>
            <a:off x="7281745" y="5993036"/>
            <a:ext cx="324000" cy="324000"/>
            <a:chOff x="7281745" y="5993036"/>
            <a:chExt cx="324000" cy="324000"/>
          </a:xfrm>
        </p:grpSpPr>
        <p:sp>
          <p:nvSpPr>
            <p:cNvPr id="73" name="Oval 72">
              <a:extLst>
                <a:ext uri="{FF2B5EF4-FFF2-40B4-BE49-F238E27FC236}">
                  <a16:creationId xmlns:a16="http://schemas.microsoft.com/office/drawing/2014/main" id="{98BD94E5-C7A3-03E1-DA9E-A36A351FD756}"/>
                </a:ext>
              </a:extLst>
            </p:cNvPr>
            <p:cNvSpPr>
              <a:spLocks noGrp="1" noRot="1" noChangeAspect="1" noMove="1" noResize="1" noEditPoints="1" noAdjustHandles="1" noChangeArrowheads="1" noChangeShapeType="1"/>
            </p:cNvSpPr>
            <p:nvPr userDrawn="1"/>
          </p:nvSpPr>
          <p:spPr>
            <a:xfrm>
              <a:off x="7281745" y="5993036"/>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4" name="Graphic 73">
              <a:extLst>
                <a:ext uri="{FF2B5EF4-FFF2-40B4-BE49-F238E27FC236}">
                  <a16:creationId xmlns:a16="http://schemas.microsoft.com/office/drawing/2014/main" id="{61D5ECE2-2900-2E78-CEC7-C2376C4516FE}"/>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7372266" y="6083558"/>
              <a:ext cx="142960" cy="142958"/>
            </a:xfrm>
            <a:prstGeom prst="rect">
              <a:avLst/>
            </a:prstGeom>
          </p:spPr>
        </p:pic>
      </p:grpSp>
      <p:grpSp>
        <p:nvGrpSpPr>
          <p:cNvPr id="38" name="Group 37">
            <a:extLst>
              <a:ext uri="{FF2B5EF4-FFF2-40B4-BE49-F238E27FC236}">
                <a16:creationId xmlns:a16="http://schemas.microsoft.com/office/drawing/2014/main" id="{E747DF6D-8367-8188-602F-1532839BBA48}"/>
              </a:ext>
            </a:extLst>
          </p:cNvPr>
          <p:cNvGrpSpPr>
            <a:grpSpLocks noGrp="1" noUngrp="1" noRot="1" noMove="1" noResize="1"/>
          </p:cNvGrpSpPr>
          <p:nvPr userDrawn="1"/>
        </p:nvGrpSpPr>
        <p:grpSpPr>
          <a:xfrm>
            <a:off x="4707031" y="5993036"/>
            <a:ext cx="324000" cy="324000"/>
            <a:chOff x="4707031" y="5993036"/>
            <a:chExt cx="324000" cy="324000"/>
          </a:xfrm>
        </p:grpSpPr>
        <p:sp>
          <p:nvSpPr>
            <p:cNvPr id="79" name="Oval 78">
              <a:extLst>
                <a:ext uri="{FF2B5EF4-FFF2-40B4-BE49-F238E27FC236}">
                  <a16:creationId xmlns:a16="http://schemas.microsoft.com/office/drawing/2014/main" id="{31879E48-DE66-1399-8809-706818D35E2D}"/>
                </a:ext>
              </a:extLst>
            </p:cNvPr>
            <p:cNvSpPr>
              <a:spLocks noGrp="1" noRot="1" noChangeAspect="1" noMove="1" noResize="1" noEditPoints="1" noAdjustHandles="1" noChangeArrowheads="1" noChangeShapeType="1"/>
            </p:cNvSpPr>
            <p:nvPr userDrawn="1"/>
          </p:nvSpPr>
          <p:spPr>
            <a:xfrm>
              <a:off x="4707031" y="5993036"/>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0" name="Graphic 79">
              <a:extLst>
                <a:ext uri="{FF2B5EF4-FFF2-40B4-BE49-F238E27FC236}">
                  <a16:creationId xmlns:a16="http://schemas.microsoft.com/office/drawing/2014/main" id="{932C0493-E953-D7F2-82B3-423E446DCAE4}"/>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796970" y="6082976"/>
              <a:ext cx="144124" cy="144122"/>
            </a:xfrm>
            <a:prstGeom prst="rect">
              <a:avLst/>
            </a:prstGeom>
          </p:spPr>
        </p:pic>
      </p:grpSp>
      <p:grpSp>
        <p:nvGrpSpPr>
          <p:cNvPr id="39" name="Group 38">
            <a:extLst>
              <a:ext uri="{FF2B5EF4-FFF2-40B4-BE49-F238E27FC236}">
                <a16:creationId xmlns:a16="http://schemas.microsoft.com/office/drawing/2014/main" id="{562C6235-CA7C-11EC-8838-ABB0B890C44D}"/>
              </a:ext>
            </a:extLst>
          </p:cNvPr>
          <p:cNvGrpSpPr>
            <a:grpSpLocks noGrp="1" noUngrp="1" noRot="1" noMove="1" noResize="1"/>
          </p:cNvGrpSpPr>
          <p:nvPr userDrawn="1"/>
        </p:nvGrpSpPr>
        <p:grpSpPr>
          <a:xfrm>
            <a:off x="3368693" y="3763891"/>
            <a:ext cx="324000" cy="324000"/>
            <a:chOff x="3368693" y="3763891"/>
            <a:chExt cx="324000" cy="324000"/>
          </a:xfrm>
        </p:grpSpPr>
        <p:sp>
          <p:nvSpPr>
            <p:cNvPr id="82" name="Oval 81">
              <a:extLst>
                <a:ext uri="{FF2B5EF4-FFF2-40B4-BE49-F238E27FC236}">
                  <a16:creationId xmlns:a16="http://schemas.microsoft.com/office/drawing/2014/main" id="{E884B8A6-2D35-BE7C-A101-E6AF5D70E4D2}"/>
                </a:ext>
              </a:extLst>
            </p:cNvPr>
            <p:cNvSpPr>
              <a:spLocks noGrp="1" noRot="1" noChangeAspect="1" noMove="1" noResize="1" noEditPoints="1" noAdjustHandles="1" noChangeArrowheads="1" noChangeShapeType="1"/>
            </p:cNvSpPr>
            <p:nvPr userDrawn="1"/>
          </p:nvSpPr>
          <p:spPr>
            <a:xfrm>
              <a:off x="3368693" y="3763891"/>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3" name="Graphic 82">
              <a:extLst>
                <a:ext uri="{FF2B5EF4-FFF2-40B4-BE49-F238E27FC236}">
                  <a16:creationId xmlns:a16="http://schemas.microsoft.com/office/drawing/2014/main" id="{64BC52B4-8DA4-1DCD-1A4A-4A060D2C4C68}"/>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3458557" y="3853756"/>
              <a:ext cx="144274" cy="144272"/>
            </a:xfrm>
            <a:prstGeom prst="rect">
              <a:avLst/>
            </a:prstGeom>
          </p:spPr>
        </p:pic>
      </p:grpSp>
      <p:grpSp>
        <p:nvGrpSpPr>
          <p:cNvPr id="33" name="Group 32">
            <a:extLst>
              <a:ext uri="{FF2B5EF4-FFF2-40B4-BE49-F238E27FC236}">
                <a16:creationId xmlns:a16="http://schemas.microsoft.com/office/drawing/2014/main" id="{08C664CF-0E84-B727-E592-085844E4F4E2}"/>
              </a:ext>
            </a:extLst>
          </p:cNvPr>
          <p:cNvGrpSpPr>
            <a:grpSpLocks noGrp="1" noUngrp="1" noRot="1" noMove="1" noResize="1"/>
          </p:cNvGrpSpPr>
          <p:nvPr userDrawn="1"/>
        </p:nvGrpSpPr>
        <p:grpSpPr>
          <a:xfrm>
            <a:off x="8557776" y="3763891"/>
            <a:ext cx="324000" cy="324000"/>
            <a:chOff x="8557776" y="3763891"/>
            <a:chExt cx="324000" cy="324000"/>
          </a:xfrm>
        </p:grpSpPr>
        <p:sp>
          <p:nvSpPr>
            <p:cNvPr id="85" name="Oval 84">
              <a:extLst>
                <a:ext uri="{FF2B5EF4-FFF2-40B4-BE49-F238E27FC236}">
                  <a16:creationId xmlns:a16="http://schemas.microsoft.com/office/drawing/2014/main" id="{293A1991-F09F-36E0-31DB-8ACB19798EA7}"/>
                </a:ext>
              </a:extLst>
            </p:cNvPr>
            <p:cNvSpPr>
              <a:spLocks noGrp="1" noRot="1" noChangeAspect="1" noMove="1" noResize="1" noEditPoints="1" noAdjustHandles="1" noChangeArrowheads="1" noChangeShapeType="1"/>
            </p:cNvSpPr>
            <p:nvPr userDrawn="1"/>
          </p:nvSpPr>
          <p:spPr>
            <a:xfrm>
              <a:off x="8557776" y="3763891"/>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86" name="Graphic 85">
              <a:extLst>
                <a:ext uri="{FF2B5EF4-FFF2-40B4-BE49-F238E27FC236}">
                  <a16:creationId xmlns:a16="http://schemas.microsoft.com/office/drawing/2014/main" id="{EDD8B1F5-A1FC-FC4A-B588-8A5F9B203819}"/>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8647978" y="3854094"/>
              <a:ext cx="143598" cy="143596"/>
            </a:xfrm>
            <a:prstGeom prst="rect">
              <a:avLst/>
            </a:prstGeom>
          </p:spPr>
        </p:pic>
      </p:grpSp>
      <p:sp>
        <p:nvSpPr>
          <p:cNvPr id="87" name="Text Placeholder 4">
            <a:extLst>
              <a:ext uri="{FF2B5EF4-FFF2-40B4-BE49-F238E27FC236}">
                <a16:creationId xmlns:a16="http://schemas.microsoft.com/office/drawing/2014/main" id="{040144A5-9362-C635-EB33-69075057357B}"/>
              </a:ext>
            </a:extLst>
          </p:cNvPr>
          <p:cNvSpPr>
            <a:spLocks noGrp="1"/>
          </p:cNvSpPr>
          <p:nvPr userDrawn="1">
            <p:ph type="body" sz="quarter" idx="39" hasCustomPrompt="1"/>
          </p:nvPr>
        </p:nvSpPr>
        <p:spPr>
          <a:xfrm>
            <a:off x="9417268" y="1495869"/>
            <a:ext cx="2222277"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chemeClr val="accent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cxnSp>
        <p:nvCxnSpPr>
          <p:cNvPr id="89" name="Straight Connector 88">
            <a:extLst>
              <a:ext uri="{FF2B5EF4-FFF2-40B4-BE49-F238E27FC236}">
                <a16:creationId xmlns:a16="http://schemas.microsoft.com/office/drawing/2014/main" id="{910747D5-D2F6-5FFA-64F6-AFA695EC6E29}"/>
              </a:ext>
            </a:extLst>
          </p:cNvPr>
          <p:cNvCxnSpPr>
            <a:cxnSpLocks noGrp="1" noRot="1" noMove="1" noResize="1" noEditPoints="1" noAdjustHandles="1" noChangeArrowheads="1" noChangeShapeType="1"/>
          </p:cNvCxnSpPr>
          <p:nvPr userDrawn="1"/>
        </p:nvCxnSpPr>
        <p:spPr>
          <a:xfrm>
            <a:off x="9191625" y="1406062"/>
            <a:ext cx="0" cy="13657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8" name="Text Placeholder 4">
            <a:extLst>
              <a:ext uri="{FF2B5EF4-FFF2-40B4-BE49-F238E27FC236}">
                <a16:creationId xmlns:a16="http://schemas.microsoft.com/office/drawing/2014/main" id="{E5A6FB57-F17D-E70D-30EC-C32B133D42A0}"/>
              </a:ext>
            </a:extLst>
          </p:cNvPr>
          <p:cNvSpPr>
            <a:spLocks noGrp="1"/>
          </p:cNvSpPr>
          <p:nvPr userDrawn="1">
            <p:ph type="body" sz="quarter" idx="64" hasCustomPrompt="1"/>
          </p:nvPr>
        </p:nvSpPr>
        <p:spPr>
          <a:xfrm>
            <a:off x="9429202" y="3331413"/>
            <a:ext cx="2222271"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99" name="Text Placeholder 4">
            <a:extLst>
              <a:ext uri="{FF2B5EF4-FFF2-40B4-BE49-F238E27FC236}">
                <a16:creationId xmlns:a16="http://schemas.microsoft.com/office/drawing/2014/main" id="{5A8D1B73-4BC4-D890-B939-076B6BC2F646}"/>
              </a:ext>
            </a:extLst>
          </p:cNvPr>
          <p:cNvSpPr>
            <a:spLocks noGrp="1"/>
          </p:cNvSpPr>
          <p:nvPr userDrawn="1">
            <p:ph type="body" sz="quarter" idx="65" hasCustomPrompt="1"/>
          </p:nvPr>
        </p:nvSpPr>
        <p:spPr>
          <a:xfrm>
            <a:off x="9429202" y="5166764"/>
            <a:ext cx="2222265"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01" name="Text Placeholder 22">
            <a:extLst>
              <a:ext uri="{FF2B5EF4-FFF2-40B4-BE49-F238E27FC236}">
                <a16:creationId xmlns:a16="http://schemas.microsoft.com/office/drawing/2014/main" id="{2DCF1B03-CCD6-D1A1-5C80-0477DC24990E}"/>
              </a:ext>
            </a:extLst>
          </p:cNvPr>
          <p:cNvSpPr>
            <a:spLocks noGrp="1"/>
          </p:cNvSpPr>
          <p:nvPr userDrawn="1">
            <p:ph type="body" sz="quarter" idx="66" hasCustomPrompt="1"/>
          </p:nvPr>
        </p:nvSpPr>
        <p:spPr>
          <a:xfrm>
            <a:off x="9417268" y="1777218"/>
            <a:ext cx="2222263"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102" name="Text Placeholder 22">
            <a:extLst>
              <a:ext uri="{FF2B5EF4-FFF2-40B4-BE49-F238E27FC236}">
                <a16:creationId xmlns:a16="http://schemas.microsoft.com/office/drawing/2014/main" id="{C22D5578-24D9-BF70-9725-B4A864028F27}"/>
              </a:ext>
            </a:extLst>
          </p:cNvPr>
          <p:cNvSpPr>
            <a:spLocks noGrp="1"/>
          </p:cNvSpPr>
          <p:nvPr userDrawn="1">
            <p:ph type="body" sz="quarter" idx="67" hasCustomPrompt="1"/>
          </p:nvPr>
        </p:nvSpPr>
        <p:spPr>
          <a:xfrm>
            <a:off x="9429202" y="3609099"/>
            <a:ext cx="2222263"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103" name="Text Placeholder 22">
            <a:extLst>
              <a:ext uri="{FF2B5EF4-FFF2-40B4-BE49-F238E27FC236}">
                <a16:creationId xmlns:a16="http://schemas.microsoft.com/office/drawing/2014/main" id="{0E350256-049F-1C08-2923-F8CB39841B4E}"/>
              </a:ext>
            </a:extLst>
          </p:cNvPr>
          <p:cNvSpPr>
            <a:spLocks noGrp="1"/>
          </p:cNvSpPr>
          <p:nvPr userDrawn="1">
            <p:ph type="body" sz="quarter" idx="68" hasCustomPrompt="1"/>
          </p:nvPr>
        </p:nvSpPr>
        <p:spPr>
          <a:xfrm>
            <a:off x="9429202" y="5448113"/>
            <a:ext cx="2222263"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cxnSp>
        <p:nvCxnSpPr>
          <p:cNvPr id="107" name="Straight Connector 106">
            <a:extLst>
              <a:ext uri="{FF2B5EF4-FFF2-40B4-BE49-F238E27FC236}">
                <a16:creationId xmlns:a16="http://schemas.microsoft.com/office/drawing/2014/main" id="{280D0560-1604-E8C2-CE5C-4D494B1859F5}"/>
              </a:ext>
            </a:extLst>
          </p:cNvPr>
          <p:cNvCxnSpPr>
            <a:cxnSpLocks noGrp="1" noRot="1" noMove="1" noResize="1" noEditPoints="1" noAdjustHandles="1" noChangeArrowheads="1" noChangeShapeType="1"/>
          </p:cNvCxnSpPr>
          <p:nvPr userDrawn="1"/>
        </p:nvCxnSpPr>
        <p:spPr>
          <a:xfrm>
            <a:off x="9191625" y="5080326"/>
            <a:ext cx="0" cy="136573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C0E60D3C-6E3C-A351-75F6-7FA726A08C72}"/>
              </a:ext>
            </a:extLst>
          </p:cNvPr>
          <p:cNvCxnSpPr>
            <a:cxnSpLocks noGrp="1" noRot="1" noMove="1" noResize="1" noEditPoints="1" noAdjustHandles="1" noChangeArrowheads="1" noChangeShapeType="1"/>
          </p:cNvCxnSpPr>
          <p:nvPr userDrawn="1"/>
        </p:nvCxnSpPr>
        <p:spPr>
          <a:xfrm>
            <a:off x="9191625" y="3243194"/>
            <a:ext cx="0" cy="13657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CDAB76F-4DB7-00BB-5725-856BA362890E}"/>
              </a:ext>
            </a:extLst>
          </p:cNvPr>
          <p:cNvCxnSpPr>
            <a:cxnSpLocks noGrp="1" noRot="1" noMove="1" noResize="1" noEditPoints="1" noAdjustHandles="1" noChangeArrowheads="1" noChangeShapeType="1"/>
          </p:cNvCxnSpPr>
          <p:nvPr userDrawn="1"/>
        </p:nvCxnSpPr>
        <p:spPr>
          <a:xfrm>
            <a:off x="3036090" y="1406062"/>
            <a:ext cx="0" cy="13657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A914D52-7590-E7FB-3DCB-3993308B5503}"/>
              </a:ext>
            </a:extLst>
          </p:cNvPr>
          <p:cNvCxnSpPr>
            <a:cxnSpLocks noGrp="1" noRot="1" noMove="1" noResize="1" noEditPoints="1" noAdjustHandles="1" noChangeArrowheads="1" noChangeShapeType="1"/>
          </p:cNvCxnSpPr>
          <p:nvPr userDrawn="1"/>
        </p:nvCxnSpPr>
        <p:spPr>
          <a:xfrm>
            <a:off x="3036090" y="5080326"/>
            <a:ext cx="0" cy="13657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0FDAF5F-6F9A-9EC5-3999-45AE13E212DD}"/>
              </a:ext>
            </a:extLst>
          </p:cNvPr>
          <p:cNvCxnSpPr>
            <a:cxnSpLocks noGrp="1" noRot="1" noMove="1" noResize="1" noEditPoints="1" noAdjustHandles="1" noChangeArrowheads="1" noChangeShapeType="1"/>
          </p:cNvCxnSpPr>
          <p:nvPr userDrawn="1"/>
        </p:nvCxnSpPr>
        <p:spPr>
          <a:xfrm>
            <a:off x="3036090" y="3243194"/>
            <a:ext cx="0" cy="1365736"/>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3" name="Text Placeholder 4">
            <a:extLst>
              <a:ext uri="{FF2B5EF4-FFF2-40B4-BE49-F238E27FC236}">
                <a16:creationId xmlns:a16="http://schemas.microsoft.com/office/drawing/2014/main" id="{141F208E-3DC1-A0F4-98F9-9EDCEBD09213}"/>
              </a:ext>
            </a:extLst>
          </p:cNvPr>
          <p:cNvSpPr>
            <a:spLocks noGrp="1"/>
          </p:cNvSpPr>
          <p:nvPr>
            <p:ph type="body" sz="quarter" idx="69" hasCustomPrompt="1"/>
          </p:nvPr>
        </p:nvSpPr>
        <p:spPr>
          <a:xfrm>
            <a:off x="581159" y="1495869"/>
            <a:ext cx="2222277"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chemeClr val="tx1">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24" name="Text Placeholder 4">
            <a:extLst>
              <a:ext uri="{FF2B5EF4-FFF2-40B4-BE49-F238E27FC236}">
                <a16:creationId xmlns:a16="http://schemas.microsoft.com/office/drawing/2014/main" id="{B37FA0D4-5284-C40D-4807-102668BB454C}"/>
              </a:ext>
            </a:extLst>
          </p:cNvPr>
          <p:cNvSpPr>
            <a:spLocks noGrp="1"/>
          </p:cNvSpPr>
          <p:nvPr userDrawn="1">
            <p:ph type="body" sz="quarter" idx="70" hasCustomPrompt="1"/>
          </p:nvPr>
        </p:nvSpPr>
        <p:spPr>
          <a:xfrm>
            <a:off x="593093" y="3331413"/>
            <a:ext cx="2222271"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25" name="Text Placeholder 4">
            <a:extLst>
              <a:ext uri="{FF2B5EF4-FFF2-40B4-BE49-F238E27FC236}">
                <a16:creationId xmlns:a16="http://schemas.microsoft.com/office/drawing/2014/main" id="{FF01AECE-4225-1E36-252B-30759854A4A3}"/>
              </a:ext>
            </a:extLst>
          </p:cNvPr>
          <p:cNvSpPr>
            <a:spLocks noGrp="1"/>
          </p:cNvSpPr>
          <p:nvPr userDrawn="1">
            <p:ph type="body" sz="quarter" idx="71" hasCustomPrompt="1"/>
          </p:nvPr>
        </p:nvSpPr>
        <p:spPr>
          <a:xfrm>
            <a:off x="593093" y="5166764"/>
            <a:ext cx="2222265"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26" name="Text Placeholder 22">
            <a:extLst>
              <a:ext uri="{FF2B5EF4-FFF2-40B4-BE49-F238E27FC236}">
                <a16:creationId xmlns:a16="http://schemas.microsoft.com/office/drawing/2014/main" id="{0573D573-9EC8-A571-AF87-205FE2182496}"/>
              </a:ext>
            </a:extLst>
          </p:cNvPr>
          <p:cNvSpPr>
            <a:spLocks noGrp="1"/>
          </p:cNvSpPr>
          <p:nvPr userDrawn="1">
            <p:ph type="body" sz="quarter" idx="72" hasCustomPrompt="1"/>
          </p:nvPr>
        </p:nvSpPr>
        <p:spPr>
          <a:xfrm>
            <a:off x="581159" y="1777218"/>
            <a:ext cx="2222263" cy="307777"/>
          </a:xfrm>
          <a:prstGeom prst="rect">
            <a:avLst/>
          </a:prstGeom>
        </p:spPr>
        <p:txBody>
          <a:bodyPr wrap="square" lIns="0" tIns="0" rIns="0" bIns="0">
            <a:spAutoFit/>
          </a:bodyPr>
          <a:lstStyle>
            <a:lvl1pPr marL="0" indent="0" algn="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127" name="Text Placeholder 22">
            <a:extLst>
              <a:ext uri="{FF2B5EF4-FFF2-40B4-BE49-F238E27FC236}">
                <a16:creationId xmlns:a16="http://schemas.microsoft.com/office/drawing/2014/main" id="{B63169CD-50CF-C2A6-86E3-E78E39B6B1CE}"/>
              </a:ext>
            </a:extLst>
          </p:cNvPr>
          <p:cNvSpPr>
            <a:spLocks noGrp="1"/>
          </p:cNvSpPr>
          <p:nvPr userDrawn="1">
            <p:ph type="body" sz="quarter" idx="73" hasCustomPrompt="1"/>
          </p:nvPr>
        </p:nvSpPr>
        <p:spPr>
          <a:xfrm>
            <a:off x="593093" y="3609099"/>
            <a:ext cx="2222263" cy="307777"/>
          </a:xfrm>
          <a:prstGeom prst="rect">
            <a:avLst/>
          </a:prstGeom>
        </p:spPr>
        <p:txBody>
          <a:bodyPr wrap="square" lIns="0" tIns="0" rIns="0" bIns="0">
            <a:spAutoFit/>
          </a:bodyPr>
          <a:lstStyle>
            <a:lvl1pPr marL="0" indent="0" algn="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128" name="Text Placeholder 22">
            <a:extLst>
              <a:ext uri="{FF2B5EF4-FFF2-40B4-BE49-F238E27FC236}">
                <a16:creationId xmlns:a16="http://schemas.microsoft.com/office/drawing/2014/main" id="{AD81FA62-84BF-7D11-2257-2FB7C8D1E0F8}"/>
              </a:ext>
            </a:extLst>
          </p:cNvPr>
          <p:cNvSpPr>
            <a:spLocks noGrp="1"/>
          </p:cNvSpPr>
          <p:nvPr userDrawn="1">
            <p:ph type="body" sz="quarter" idx="74" hasCustomPrompt="1"/>
          </p:nvPr>
        </p:nvSpPr>
        <p:spPr>
          <a:xfrm>
            <a:off x="593093" y="5448113"/>
            <a:ext cx="2222263" cy="307777"/>
          </a:xfrm>
          <a:prstGeom prst="rect">
            <a:avLst/>
          </a:prstGeom>
        </p:spPr>
        <p:txBody>
          <a:bodyPr wrap="square" lIns="0" tIns="0" rIns="0" bIns="0">
            <a:spAutoFit/>
          </a:bodyPr>
          <a:lstStyle>
            <a:lvl1pPr marL="0" indent="0" algn="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4" name="Text Placeholder 26">
            <a:extLst>
              <a:ext uri="{FF2B5EF4-FFF2-40B4-BE49-F238E27FC236}">
                <a16:creationId xmlns:a16="http://schemas.microsoft.com/office/drawing/2014/main" id="{9F4D932E-D23C-65AF-5C49-32DBFBF9637B}"/>
              </a:ext>
            </a:extLst>
          </p:cNvPr>
          <p:cNvSpPr>
            <a:spLocks noGrp="1" noRot="1" noMove="1" noResize="1" noEditPoints="1" noAdjustHandles="1" noChangeArrowheads="1" noChangeShapeType="1"/>
          </p:cNvSpPr>
          <p:nvPr userDrawn="1">
            <p:ph type="body" sz="quarter" idx="76" hasCustomPrompt="1"/>
          </p:nvPr>
        </p:nvSpPr>
        <p:spPr>
          <a:xfrm>
            <a:off x="4796256" y="2246627"/>
            <a:ext cx="997793"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sp>
        <p:nvSpPr>
          <p:cNvPr id="15" name="Text Placeholder 26">
            <a:extLst>
              <a:ext uri="{FF2B5EF4-FFF2-40B4-BE49-F238E27FC236}">
                <a16:creationId xmlns:a16="http://schemas.microsoft.com/office/drawing/2014/main" id="{8023EB98-45C9-3F5C-EE9C-9899860BE58D}"/>
              </a:ext>
            </a:extLst>
          </p:cNvPr>
          <p:cNvSpPr>
            <a:spLocks noGrp="1"/>
          </p:cNvSpPr>
          <p:nvPr userDrawn="1">
            <p:ph type="body" sz="quarter" idx="77" hasCustomPrompt="1"/>
          </p:nvPr>
        </p:nvSpPr>
        <p:spPr>
          <a:xfrm>
            <a:off x="6515941" y="2246627"/>
            <a:ext cx="997793"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sp>
        <p:nvSpPr>
          <p:cNvPr id="19" name="Text Placeholder 26">
            <a:extLst>
              <a:ext uri="{FF2B5EF4-FFF2-40B4-BE49-F238E27FC236}">
                <a16:creationId xmlns:a16="http://schemas.microsoft.com/office/drawing/2014/main" id="{2E504C39-57A4-9315-BF19-081B29114689}"/>
              </a:ext>
            </a:extLst>
          </p:cNvPr>
          <p:cNvSpPr>
            <a:spLocks noGrp="1"/>
          </p:cNvSpPr>
          <p:nvPr userDrawn="1">
            <p:ph type="body" sz="quarter" idx="78" hasCustomPrompt="1"/>
          </p:nvPr>
        </p:nvSpPr>
        <p:spPr>
          <a:xfrm>
            <a:off x="4796256" y="5363104"/>
            <a:ext cx="997793"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sp>
        <p:nvSpPr>
          <p:cNvPr id="26" name="Text Placeholder 26">
            <a:extLst>
              <a:ext uri="{FF2B5EF4-FFF2-40B4-BE49-F238E27FC236}">
                <a16:creationId xmlns:a16="http://schemas.microsoft.com/office/drawing/2014/main" id="{E255071B-ACD6-2241-EABF-6DE8EE187810}"/>
              </a:ext>
            </a:extLst>
          </p:cNvPr>
          <p:cNvSpPr>
            <a:spLocks noGrp="1"/>
          </p:cNvSpPr>
          <p:nvPr userDrawn="1">
            <p:ph type="body" sz="quarter" idx="79" hasCustomPrompt="1"/>
          </p:nvPr>
        </p:nvSpPr>
        <p:spPr>
          <a:xfrm>
            <a:off x="6515941" y="5363104"/>
            <a:ext cx="997793" cy="282129"/>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SHORT HEADING</a:t>
            </a:r>
            <a:endParaRPr lang="en-ZA" dirty="0"/>
          </a:p>
        </p:txBody>
      </p:sp>
    </p:spTree>
    <p:extLst>
      <p:ext uri="{BB962C8B-B14F-4D97-AF65-F5344CB8AC3E}">
        <p14:creationId xmlns:p14="http://schemas.microsoft.com/office/powerpoint/2010/main" val="310476822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P10 | Double HEAD + Intro + 7 Step">
    <p:spTree>
      <p:nvGrpSpPr>
        <p:cNvPr id="1" name=""/>
        <p:cNvGrpSpPr/>
        <p:nvPr/>
      </p:nvGrpSpPr>
      <p:grpSpPr>
        <a:xfrm>
          <a:off x="0" y="0"/>
          <a:ext cx="0" cy="0"/>
          <a:chOff x="0" y="0"/>
          <a:chExt cx="0" cy="0"/>
        </a:xfrm>
      </p:grpSpPr>
      <p:sp>
        <p:nvSpPr>
          <p:cNvPr id="89" name="Rectangle 88">
            <a:extLst>
              <a:ext uri="{FF2B5EF4-FFF2-40B4-BE49-F238E27FC236}">
                <a16:creationId xmlns:a16="http://schemas.microsoft.com/office/drawing/2014/main" id="{5B784137-2FAB-3F49-410E-A9B86F79F6EF}"/>
              </a:ext>
            </a:extLst>
          </p:cNvPr>
          <p:cNvSpPr/>
          <p:nvPr userDrawn="1"/>
        </p:nvSpPr>
        <p:spPr>
          <a:xfrm>
            <a:off x="0" y="0"/>
            <a:ext cx="12192000" cy="2392114"/>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5" name="Rectangle 4">
            <a:extLst>
              <a:ext uri="{FF2B5EF4-FFF2-40B4-BE49-F238E27FC236}">
                <a16:creationId xmlns:a16="http://schemas.microsoft.com/office/drawing/2014/main" id="{6BBCF5AD-80F8-CB46-3316-EC8F2C641A43}"/>
              </a:ext>
            </a:extLst>
          </p:cNvPr>
          <p:cNvSpPr>
            <a:spLocks noGrp="1" noRot="1" noMove="1" noResize="1" noEditPoints="1" noAdjustHandles="1" noChangeArrowheads="1" noChangeShapeType="1"/>
          </p:cNvSpPr>
          <p:nvPr userDrawn="1"/>
        </p:nvSpPr>
        <p:spPr>
          <a:xfrm>
            <a:off x="8146426" y="3322956"/>
            <a:ext cx="1458102" cy="2534863"/>
          </a:xfrm>
          <a:prstGeom prst="rect">
            <a:avLst/>
          </a:prstGeom>
          <a:solidFill>
            <a:schemeClr val="accent5"/>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C3F6095-2B48-9161-DD81-A20EA17FA4D9}"/>
              </a:ext>
            </a:extLst>
          </p:cNvPr>
          <p:cNvSpPr>
            <a:spLocks noGrp="1" noRot="1" noMove="1" noResize="1" noEditPoints="1" noAdjustHandles="1" noChangeArrowheads="1" noChangeShapeType="1"/>
          </p:cNvSpPr>
          <p:nvPr userDrawn="1"/>
        </p:nvSpPr>
        <p:spPr>
          <a:xfrm>
            <a:off x="586959" y="3322956"/>
            <a:ext cx="1458102" cy="2534863"/>
          </a:xfrm>
          <a:prstGeom prst="rect">
            <a:avLst/>
          </a:prstGeom>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3216003-F7BB-766E-58F2-FB088A5DA94B}"/>
              </a:ext>
            </a:extLst>
          </p:cNvPr>
          <p:cNvSpPr>
            <a:spLocks noGrp="1" noRot="1" noMove="1" noResize="1" noEditPoints="1" noAdjustHandles="1" noChangeArrowheads="1" noChangeShapeType="1"/>
          </p:cNvSpPr>
          <p:nvPr userDrawn="1"/>
        </p:nvSpPr>
        <p:spPr>
          <a:xfrm>
            <a:off x="2098491" y="3322956"/>
            <a:ext cx="1458102" cy="2534863"/>
          </a:xfrm>
          <a:prstGeom prst="rect">
            <a:avLst/>
          </a:prstGeom>
          <a:solidFill>
            <a:schemeClr val="accent3"/>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8">
            <a:extLst>
              <a:ext uri="{FF2B5EF4-FFF2-40B4-BE49-F238E27FC236}">
                <a16:creationId xmlns:a16="http://schemas.microsoft.com/office/drawing/2014/main" id="{E26EEDDD-3F2E-6BDC-9A80-8B5ECD617004}"/>
              </a:ext>
            </a:extLst>
          </p:cNvPr>
          <p:cNvSpPr>
            <a:spLocks noGrp="1" noRot="1" noMove="1" noResize="1" noEditPoints="1" noAdjustHandles="1" noChangeArrowheads="1" noChangeShapeType="1"/>
          </p:cNvSpPr>
          <p:nvPr userDrawn="1"/>
        </p:nvSpPr>
        <p:spPr>
          <a:xfrm>
            <a:off x="3613063" y="3322956"/>
            <a:ext cx="1458102" cy="2534863"/>
          </a:xfrm>
          <a:prstGeom prst="rect">
            <a:avLst/>
          </a:prstGeom>
          <a:solidFill>
            <a:schemeClr val="accent4"/>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208830E1-B335-539F-F59A-098EEC1CFA3A}"/>
              </a:ext>
            </a:extLst>
          </p:cNvPr>
          <p:cNvSpPr>
            <a:spLocks noGrp="1" noRot="1" noMove="1" noResize="1" noEditPoints="1" noAdjustHandles="1" noChangeArrowheads="1" noChangeShapeType="1"/>
          </p:cNvSpPr>
          <p:nvPr userDrawn="1"/>
        </p:nvSpPr>
        <p:spPr>
          <a:xfrm>
            <a:off x="5126212" y="3322956"/>
            <a:ext cx="1458102" cy="2534863"/>
          </a:xfrm>
          <a:prstGeom prst="rect">
            <a:avLst/>
          </a:pr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Rectangle 14">
            <a:extLst>
              <a:ext uri="{FF2B5EF4-FFF2-40B4-BE49-F238E27FC236}">
                <a16:creationId xmlns:a16="http://schemas.microsoft.com/office/drawing/2014/main" id="{B0923ADC-450F-1BC4-D227-A25A931CB303}"/>
              </a:ext>
            </a:extLst>
          </p:cNvPr>
          <p:cNvSpPr>
            <a:spLocks noGrp="1" noRot="1" noMove="1" noResize="1" noEditPoints="1" noAdjustHandles="1" noChangeArrowheads="1" noChangeShapeType="1"/>
          </p:cNvSpPr>
          <p:nvPr userDrawn="1"/>
        </p:nvSpPr>
        <p:spPr>
          <a:xfrm>
            <a:off x="6635709" y="3322956"/>
            <a:ext cx="1458102" cy="2534863"/>
          </a:xfrm>
          <a:prstGeom prst="rect">
            <a:avLst/>
          </a:prstGeom>
          <a:solidFill>
            <a:schemeClr val="accent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F3305C3E-075F-C0F7-87D7-00917F9F1F39}"/>
              </a:ext>
            </a:extLst>
          </p:cNvPr>
          <p:cNvCxnSpPr>
            <a:cxnSpLocks/>
          </p:cNvCxnSpPr>
          <p:nvPr userDrawn="1"/>
        </p:nvCxnSpPr>
        <p:spPr>
          <a:xfrm>
            <a:off x="756402" y="4174477"/>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18A2059-FF81-59BD-EB88-CC8E2BDFCC1F}"/>
              </a:ext>
            </a:extLst>
          </p:cNvPr>
          <p:cNvCxnSpPr>
            <a:cxnSpLocks/>
          </p:cNvCxnSpPr>
          <p:nvPr userDrawn="1"/>
        </p:nvCxnSpPr>
        <p:spPr>
          <a:xfrm>
            <a:off x="2267934" y="4174477"/>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B96B324-2EF6-7071-1F79-4E46A53B18AF}"/>
              </a:ext>
            </a:extLst>
          </p:cNvPr>
          <p:cNvCxnSpPr>
            <a:cxnSpLocks/>
          </p:cNvCxnSpPr>
          <p:nvPr userDrawn="1"/>
        </p:nvCxnSpPr>
        <p:spPr>
          <a:xfrm>
            <a:off x="3782506" y="4174477"/>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EA6BE84-CB08-BE1F-D2BD-F61057C3F2B8}"/>
              </a:ext>
            </a:extLst>
          </p:cNvPr>
          <p:cNvCxnSpPr>
            <a:cxnSpLocks/>
          </p:cNvCxnSpPr>
          <p:nvPr userDrawn="1"/>
        </p:nvCxnSpPr>
        <p:spPr>
          <a:xfrm>
            <a:off x="5295655" y="4174477"/>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3D31BDA-C7F7-0FAA-0FD3-0ED306EE9D23}"/>
              </a:ext>
            </a:extLst>
          </p:cNvPr>
          <p:cNvCxnSpPr>
            <a:cxnSpLocks/>
          </p:cNvCxnSpPr>
          <p:nvPr userDrawn="1"/>
        </p:nvCxnSpPr>
        <p:spPr>
          <a:xfrm>
            <a:off x="6805152" y="4174477"/>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9238728-07A6-F7FC-593E-D08E2DB94D39}"/>
              </a:ext>
            </a:extLst>
          </p:cNvPr>
          <p:cNvCxnSpPr>
            <a:cxnSpLocks/>
          </p:cNvCxnSpPr>
          <p:nvPr userDrawn="1"/>
        </p:nvCxnSpPr>
        <p:spPr>
          <a:xfrm>
            <a:off x="8315869" y="4181392"/>
            <a:ext cx="1119217" cy="0"/>
          </a:xfrm>
          <a:prstGeom prst="line">
            <a:avLst/>
          </a:prstGeom>
          <a:ln>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Text Placeholder 4">
            <a:extLst>
              <a:ext uri="{FF2B5EF4-FFF2-40B4-BE49-F238E27FC236}">
                <a16:creationId xmlns:a16="http://schemas.microsoft.com/office/drawing/2014/main" id="{3CB0F16A-553B-262E-6522-800F45FFE3C0}"/>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 name="Text Placeholder 15">
            <a:extLst>
              <a:ext uri="{FF2B5EF4-FFF2-40B4-BE49-F238E27FC236}">
                <a16:creationId xmlns:a16="http://schemas.microsoft.com/office/drawing/2014/main" id="{77C7250D-1303-17AD-12E5-266DF5E5B6BA}"/>
              </a:ext>
            </a:extLst>
          </p:cNvPr>
          <p:cNvSpPr>
            <a:spLocks noGrp="1"/>
          </p:cNvSpPr>
          <p:nvPr userDrawn="1">
            <p:ph type="body" sz="quarter" idx="57" hasCustomPrompt="1"/>
          </p:nvPr>
        </p:nvSpPr>
        <p:spPr>
          <a:xfrm>
            <a:off x="587375" y="1756382"/>
            <a:ext cx="11052175" cy="396320"/>
          </a:xfrm>
          <a:prstGeom prst="rect">
            <a:avLst/>
          </a:prstGeom>
        </p:spPr>
        <p:txBody>
          <a:bodyPr lIns="0" tIns="0" rIns="0" bIns="0"/>
          <a:lstStyle>
            <a:lvl1pPr marL="0" indent="0" algn="l">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16" name="Oval 15">
            <a:extLst>
              <a:ext uri="{FF2B5EF4-FFF2-40B4-BE49-F238E27FC236}">
                <a16:creationId xmlns:a16="http://schemas.microsoft.com/office/drawing/2014/main" id="{E40F0A05-0A1B-D319-01CB-C95A9F6A4CED}"/>
              </a:ext>
            </a:extLst>
          </p:cNvPr>
          <p:cNvSpPr>
            <a:spLocks noGrp="1" noRot="1" noMove="1" noResize="1" noEditPoints="1" noAdjustHandles="1" noChangeArrowheads="1" noChangeShapeType="1"/>
          </p:cNvSpPr>
          <p:nvPr userDrawn="1"/>
        </p:nvSpPr>
        <p:spPr>
          <a:xfrm>
            <a:off x="1136010" y="3142956"/>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01</a:t>
            </a:r>
          </a:p>
        </p:txBody>
      </p:sp>
      <p:sp>
        <p:nvSpPr>
          <p:cNvPr id="17" name="Text Placeholder 4">
            <a:extLst>
              <a:ext uri="{FF2B5EF4-FFF2-40B4-BE49-F238E27FC236}">
                <a16:creationId xmlns:a16="http://schemas.microsoft.com/office/drawing/2014/main" id="{4A439ACF-ADA4-BB7A-4D99-D9AD4D409F2D}"/>
              </a:ext>
            </a:extLst>
          </p:cNvPr>
          <p:cNvSpPr>
            <a:spLocks noGrp="1"/>
          </p:cNvSpPr>
          <p:nvPr userDrawn="1">
            <p:ph type="body" sz="quarter" idx="58"/>
          </p:nvPr>
        </p:nvSpPr>
        <p:spPr>
          <a:xfrm>
            <a:off x="756402"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19" name="Text Placeholder 26">
            <a:extLst>
              <a:ext uri="{FF2B5EF4-FFF2-40B4-BE49-F238E27FC236}">
                <a16:creationId xmlns:a16="http://schemas.microsoft.com/office/drawing/2014/main" id="{F4D67053-493F-8437-1914-CFE18D856B83}"/>
              </a:ext>
            </a:extLst>
          </p:cNvPr>
          <p:cNvSpPr>
            <a:spLocks noGrp="1"/>
          </p:cNvSpPr>
          <p:nvPr userDrawn="1">
            <p:ph type="body" sz="quarter" idx="59" hasCustomPrompt="1"/>
          </p:nvPr>
        </p:nvSpPr>
        <p:spPr>
          <a:xfrm>
            <a:off x="587416"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21" name="Oval 20">
            <a:extLst>
              <a:ext uri="{FF2B5EF4-FFF2-40B4-BE49-F238E27FC236}">
                <a16:creationId xmlns:a16="http://schemas.microsoft.com/office/drawing/2014/main" id="{3E564C7E-6F37-1DB3-DDFB-97412A4FD84D}"/>
              </a:ext>
            </a:extLst>
          </p:cNvPr>
          <p:cNvSpPr>
            <a:spLocks noGrp="1" noRot="1" noMove="1" noResize="1" noEditPoints="1" noAdjustHandles="1" noChangeArrowheads="1" noChangeShapeType="1"/>
          </p:cNvSpPr>
          <p:nvPr userDrawn="1"/>
        </p:nvSpPr>
        <p:spPr>
          <a:xfrm>
            <a:off x="2647542" y="3142956"/>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3"/>
                </a:solidFill>
                <a:latin typeface="+mj-lt"/>
              </a:rPr>
              <a:t>02</a:t>
            </a:r>
          </a:p>
        </p:txBody>
      </p:sp>
      <p:sp>
        <p:nvSpPr>
          <p:cNvPr id="25" name="Oval 24">
            <a:extLst>
              <a:ext uri="{FF2B5EF4-FFF2-40B4-BE49-F238E27FC236}">
                <a16:creationId xmlns:a16="http://schemas.microsoft.com/office/drawing/2014/main" id="{759A9653-2498-F785-CF10-A1CA925AEBF9}"/>
              </a:ext>
            </a:extLst>
          </p:cNvPr>
          <p:cNvSpPr>
            <a:spLocks noGrp="1" noRot="1" noMove="1" noResize="1" noEditPoints="1" noAdjustHandles="1" noChangeArrowheads="1" noChangeShapeType="1"/>
          </p:cNvSpPr>
          <p:nvPr userDrawn="1"/>
        </p:nvSpPr>
        <p:spPr>
          <a:xfrm>
            <a:off x="4162114" y="3142956"/>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solidFill>
                <a:latin typeface="+mj-lt"/>
              </a:rPr>
              <a:t>03</a:t>
            </a:r>
          </a:p>
        </p:txBody>
      </p:sp>
      <p:sp>
        <p:nvSpPr>
          <p:cNvPr id="29" name="Oval 28">
            <a:extLst>
              <a:ext uri="{FF2B5EF4-FFF2-40B4-BE49-F238E27FC236}">
                <a16:creationId xmlns:a16="http://schemas.microsoft.com/office/drawing/2014/main" id="{4031A48D-11FF-D6C7-BDBC-78FCB2791822}"/>
              </a:ext>
            </a:extLst>
          </p:cNvPr>
          <p:cNvSpPr>
            <a:spLocks noGrp="1" noRot="1" noMove="1" noResize="1" noEditPoints="1" noAdjustHandles="1" noChangeArrowheads="1" noChangeShapeType="1"/>
          </p:cNvSpPr>
          <p:nvPr userDrawn="1"/>
        </p:nvSpPr>
        <p:spPr>
          <a:xfrm>
            <a:off x="5675263" y="3142956"/>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2"/>
                </a:solidFill>
                <a:latin typeface="+mj-lt"/>
              </a:rPr>
              <a:t>04</a:t>
            </a:r>
          </a:p>
        </p:txBody>
      </p:sp>
      <p:sp>
        <p:nvSpPr>
          <p:cNvPr id="33" name="Oval 32">
            <a:extLst>
              <a:ext uri="{FF2B5EF4-FFF2-40B4-BE49-F238E27FC236}">
                <a16:creationId xmlns:a16="http://schemas.microsoft.com/office/drawing/2014/main" id="{62FFF0EF-60A5-1F49-0A04-AD0A75324ED9}"/>
              </a:ext>
            </a:extLst>
          </p:cNvPr>
          <p:cNvSpPr>
            <a:spLocks noGrp="1" noRot="1" noMove="1" noResize="1" noEditPoints="1" noAdjustHandles="1" noChangeArrowheads="1" noChangeShapeType="1"/>
          </p:cNvSpPr>
          <p:nvPr userDrawn="1"/>
        </p:nvSpPr>
        <p:spPr>
          <a:xfrm>
            <a:off x="7184760" y="3142956"/>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6"/>
                </a:solidFill>
                <a:latin typeface="+mj-lt"/>
              </a:rPr>
              <a:t>05</a:t>
            </a:r>
          </a:p>
        </p:txBody>
      </p:sp>
      <p:sp>
        <p:nvSpPr>
          <p:cNvPr id="37" name="Oval 36">
            <a:extLst>
              <a:ext uri="{FF2B5EF4-FFF2-40B4-BE49-F238E27FC236}">
                <a16:creationId xmlns:a16="http://schemas.microsoft.com/office/drawing/2014/main" id="{F03B9DA4-C9B7-4EE3-9E29-E5ED2E63E4A3}"/>
              </a:ext>
            </a:extLst>
          </p:cNvPr>
          <p:cNvSpPr>
            <a:spLocks noGrp="1" noRot="1" noMove="1" noResize="1" noEditPoints="1" noAdjustHandles="1" noChangeArrowheads="1" noChangeShapeType="1"/>
          </p:cNvSpPr>
          <p:nvPr userDrawn="1"/>
        </p:nvSpPr>
        <p:spPr>
          <a:xfrm>
            <a:off x="8695477" y="3149871"/>
            <a:ext cx="360000" cy="360000"/>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5"/>
                </a:solidFill>
                <a:latin typeface="+mj-lt"/>
              </a:rPr>
              <a:t>06</a:t>
            </a:r>
          </a:p>
        </p:txBody>
      </p:sp>
      <p:sp>
        <p:nvSpPr>
          <p:cNvPr id="48" name="Text Placeholder 4">
            <a:extLst>
              <a:ext uri="{FF2B5EF4-FFF2-40B4-BE49-F238E27FC236}">
                <a16:creationId xmlns:a16="http://schemas.microsoft.com/office/drawing/2014/main" id="{79A80F9D-6178-4A7F-BF9F-E7D4258FB901}"/>
              </a:ext>
            </a:extLst>
          </p:cNvPr>
          <p:cNvSpPr>
            <a:spLocks noGrp="1"/>
          </p:cNvSpPr>
          <p:nvPr>
            <p:ph type="body" sz="quarter" idx="70"/>
          </p:nvPr>
        </p:nvSpPr>
        <p:spPr>
          <a:xfrm>
            <a:off x="2267934"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49" name="Text Placeholder 4">
            <a:extLst>
              <a:ext uri="{FF2B5EF4-FFF2-40B4-BE49-F238E27FC236}">
                <a16:creationId xmlns:a16="http://schemas.microsoft.com/office/drawing/2014/main" id="{9B13B7E8-8F25-3AB2-72C0-612161F3270D}"/>
              </a:ext>
            </a:extLst>
          </p:cNvPr>
          <p:cNvSpPr>
            <a:spLocks noGrp="1"/>
          </p:cNvSpPr>
          <p:nvPr>
            <p:ph type="body" sz="quarter" idx="71"/>
          </p:nvPr>
        </p:nvSpPr>
        <p:spPr>
          <a:xfrm>
            <a:off x="3782506"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0" name="Text Placeholder 4">
            <a:extLst>
              <a:ext uri="{FF2B5EF4-FFF2-40B4-BE49-F238E27FC236}">
                <a16:creationId xmlns:a16="http://schemas.microsoft.com/office/drawing/2014/main" id="{3B99D6DA-AECE-EE3A-46B2-FE5634CA44F6}"/>
              </a:ext>
            </a:extLst>
          </p:cNvPr>
          <p:cNvSpPr>
            <a:spLocks noGrp="1"/>
          </p:cNvSpPr>
          <p:nvPr>
            <p:ph type="body" sz="quarter" idx="72"/>
          </p:nvPr>
        </p:nvSpPr>
        <p:spPr>
          <a:xfrm>
            <a:off x="5295655"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1" name="Text Placeholder 4">
            <a:extLst>
              <a:ext uri="{FF2B5EF4-FFF2-40B4-BE49-F238E27FC236}">
                <a16:creationId xmlns:a16="http://schemas.microsoft.com/office/drawing/2014/main" id="{58F147D6-5FC0-D76F-5431-65300C02DCB7}"/>
              </a:ext>
            </a:extLst>
          </p:cNvPr>
          <p:cNvSpPr>
            <a:spLocks noGrp="1"/>
          </p:cNvSpPr>
          <p:nvPr>
            <p:ph type="body" sz="quarter" idx="73"/>
          </p:nvPr>
        </p:nvSpPr>
        <p:spPr>
          <a:xfrm>
            <a:off x="6805152"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52" name="Text Placeholder 4">
            <a:extLst>
              <a:ext uri="{FF2B5EF4-FFF2-40B4-BE49-F238E27FC236}">
                <a16:creationId xmlns:a16="http://schemas.microsoft.com/office/drawing/2014/main" id="{D393EC5C-A7F4-219B-7F9E-708C412D5E1F}"/>
              </a:ext>
            </a:extLst>
          </p:cNvPr>
          <p:cNvSpPr>
            <a:spLocks noGrp="1"/>
          </p:cNvSpPr>
          <p:nvPr>
            <p:ph type="body" sz="quarter" idx="74"/>
          </p:nvPr>
        </p:nvSpPr>
        <p:spPr>
          <a:xfrm>
            <a:off x="8315869" y="4362553"/>
            <a:ext cx="1119217" cy="1305143"/>
          </a:xfrm>
          <a:prstGeom prst="rect">
            <a:avLst/>
          </a:prstGeom>
        </p:spPr>
        <p:txBody>
          <a:bodyPr lIns="0" tIns="0" rIns="0" bIns="0"/>
          <a:lstStyle>
            <a:lvl1pPr marL="182563" indent="-182563">
              <a:lnSpc>
                <a:spcPts val="1000"/>
              </a:lnSpc>
              <a:spcBef>
                <a:spcPts val="400"/>
              </a:spcBef>
              <a:buFont typeface="Calibri" panose="020F0502020204030204" pitchFamily="34" charset="0"/>
              <a:buChar char="+"/>
              <a:defRPr sz="950">
                <a:solidFill>
                  <a:schemeClr val="bg1"/>
                </a:solidFill>
              </a:defRPr>
            </a:lvl1pPr>
            <a:lvl2pPr marL="357188" indent="-174625">
              <a:lnSpc>
                <a:spcPts val="1000"/>
              </a:lnSpc>
              <a:spcBef>
                <a:spcPts val="400"/>
              </a:spcBef>
              <a:defRPr sz="950">
                <a:solidFill>
                  <a:schemeClr val="bg1"/>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pic>
        <p:nvPicPr>
          <p:cNvPr id="54" name="Graphic 53">
            <a:extLst>
              <a:ext uri="{FF2B5EF4-FFF2-40B4-BE49-F238E27FC236}">
                <a16:creationId xmlns:a16="http://schemas.microsoft.com/office/drawing/2014/main" id="{839F7EA1-CF09-AB59-EE50-DAAEF55BC81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9739137" y="3891980"/>
            <a:ext cx="430936" cy="595475"/>
          </a:xfrm>
          <a:prstGeom prst="rect">
            <a:avLst/>
          </a:prstGeom>
        </p:spPr>
      </p:pic>
      <p:sp>
        <p:nvSpPr>
          <p:cNvPr id="64" name="Text Placeholder 4">
            <a:extLst>
              <a:ext uri="{FF2B5EF4-FFF2-40B4-BE49-F238E27FC236}">
                <a16:creationId xmlns:a16="http://schemas.microsoft.com/office/drawing/2014/main" id="{1367F428-7D71-443F-C7E6-AB86AD06C020}"/>
              </a:ext>
            </a:extLst>
          </p:cNvPr>
          <p:cNvSpPr>
            <a:spLocks noGrp="1"/>
          </p:cNvSpPr>
          <p:nvPr>
            <p:ph type="body" sz="quarter" idx="76" hasCustomPrompt="1"/>
          </p:nvPr>
        </p:nvSpPr>
        <p:spPr>
          <a:xfrm>
            <a:off x="10305614" y="4398767"/>
            <a:ext cx="1333923" cy="1305143"/>
          </a:xfrm>
          <a:prstGeom prst="rect">
            <a:avLst/>
          </a:prstGeom>
        </p:spPr>
        <p:txBody>
          <a:bodyPr lIns="0" tIns="0" rIns="0" bIns="0"/>
          <a:lstStyle>
            <a:lvl1pPr marL="0" indent="0" algn="l">
              <a:lnSpc>
                <a:spcPts val="1200"/>
              </a:lnSpc>
              <a:spcBef>
                <a:spcPts val="600"/>
              </a:spcBef>
              <a:buFontTx/>
              <a:buNone/>
              <a:defRPr sz="1000">
                <a:solidFill>
                  <a:schemeClr val="accent5">
                    <a:lumMod val="50000"/>
                  </a:schemeClr>
                </a:solidFill>
              </a:defRPr>
            </a:lvl1pPr>
            <a:lvl2pPr marL="182563" indent="0" algn="l">
              <a:lnSpc>
                <a:spcPts val="1100"/>
              </a:lnSpc>
              <a:spcBef>
                <a:spcPts val="400"/>
              </a:spcBef>
              <a:buFontTx/>
              <a:buNone/>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Copy for the result or final step of this process goes here… Copy for the result or final step of this process goes here… </a:t>
            </a:r>
          </a:p>
          <a:p>
            <a:pPr lvl="0"/>
            <a:r>
              <a:rPr lang="en-GB" noProof="0" dirty="0"/>
              <a:t>Copy for the result or final step of this process goes here…</a:t>
            </a:r>
          </a:p>
        </p:txBody>
      </p:sp>
      <p:sp>
        <p:nvSpPr>
          <p:cNvPr id="65" name="Text Placeholder 26">
            <a:extLst>
              <a:ext uri="{FF2B5EF4-FFF2-40B4-BE49-F238E27FC236}">
                <a16:creationId xmlns:a16="http://schemas.microsoft.com/office/drawing/2014/main" id="{DD07BC07-802E-3E6F-37A5-28573E59D315}"/>
              </a:ext>
            </a:extLst>
          </p:cNvPr>
          <p:cNvSpPr>
            <a:spLocks noGrp="1"/>
          </p:cNvSpPr>
          <p:nvPr>
            <p:ph type="body" sz="quarter" idx="77" hasCustomPrompt="1"/>
          </p:nvPr>
        </p:nvSpPr>
        <p:spPr>
          <a:xfrm>
            <a:off x="10305614" y="3463017"/>
            <a:ext cx="1333923" cy="538609"/>
          </a:xfrm>
          <a:prstGeom prst="rect">
            <a:avLst/>
          </a:prstGeom>
        </p:spPr>
        <p:txBody>
          <a:bodyPr wrap="square" lIns="0" tIns="0" rIns="0" bIns="0" anchor="b" anchorCtr="0">
            <a:spAutoFit/>
          </a:bodyPr>
          <a:lstStyle>
            <a:lvl1pPr marL="0" indent="0" algn="l">
              <a:lnSpc>
                <a:spcPts val="1400"/>
              </a:lnSpc>
              <a:spcBef>
                <a:spcPts val="0"/>
              </a:spcBef>
              <a:buNone/>
              <a:defRPr sz="1400" b="1" spc="40" baseline="0">
                <a:solidFill>
                  <a:schemeClr val="accent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YOUR HEADING</a:t>
            </a:r>
            <a:endParaRPr lang="en-ZA" dirty="0"/>
          </a:p>
        </p:txBody>
      </p:sp>
      <p:cxnSp>
        <p:nvCxnSpPr>
          <p:cNvPr id="66" name="Straight Connector 65">
            <a:extLst>
              <a:ext uri="{FF2B5EF4-FFF2-40B4-BE49-F238E27FC236}">
                <a16:creationId xmlns:a16="http://schemas.microsoft.com/office/drawing/2014/main" id="{CB9F8E8C-DB5C-7E9D-11E5-9C8FBA04C257}"/>
              </a:ext>
            </a:extLst>
          </p:cNvPr>
          <p:cNvCxnSpPr>
            <a:cxnSpLocks noGrp="1" noRot="1" noMove="1" noResize="1" noEditPoints="1" noAdjustHandles="1" noChangeArrowheads="1" noChangeShapeType="1"/>
          </p:cNvCxnSpPr>
          <p:nvPr userDrawn="1"/>
        </p:nvCxnSpPr>
        <p:spPr>
          <a:xfrm>
            <a:off x="10305614" y="4189717"/>
            <a:ext cx="1333923"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E1B587AD-EC03-F15C-42E6-D5CF3E55F12F}"/>
              </a:ext>
            </a:extLst>
          </p:cNvPr>
          <p:cNvCxnSpPr>
            <a:cxnSpLocks noGrp="1" noRot="1" noMove="1" noResize="1" noEditPoints="1" noAdjustHandles="1" noChangeArrowheads="1" noChangeShapeType="1"/>
          </p:cNvCxnSpPr>
          <p:nvPr userDrawn="1"/>
        </p:nvCxnSpPr>
        <p:spPr>
          <a:xfrm>
            <a:off x="586959" y="2945361"/>
            <a:ext cx="2969634" cy="0"/>
          </a:xfrm>
          <a:prstGeom prst="straightConnector1">
            <a:avLst/>
          </a:prstGeom>
          <a:ln w="41275">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 Placeholder 26">
            <a:extLst>
              <a:ext uri="{FF2B5EF4-FFF2-40B4-BE49-F238E27FC236}">
                <a16:creationId xmlns:a16="http://schemas.microsoft.com/office/drawing/2014/main" id="{E80DC062-3499-49B7-2455-4687F4D9B620}"/>
              </a:ext>
            </a:extLst>
          </p:cNvPr>
          <p:cNvSpPr>
            <a:spLocks noGrp="1"/>
          </p:cNvSpPr>
          <p:nvPr>
            <p:ph type="body" sz="quarter" idx="78" hasCustomPrompt="1"/>
          </p:nvPr>
        </p:nvSpPr>
        <p:spPr>
          <a:xfrm>
            <a:off x="756401" y="2683299"/>
            <a:ext cx="2630750" cy="153888"/>
          </a:xfrm>
          <a:prstGeom prst="rect">
            <a:avLst/>
          </a:prstGeom>
        </p:spPr>
        <p:txBody>
          <a:bodyPr wrap="square" lIns="0" tIns="0" rIns="0" bIns="0">
            <a:spAutoFit/>
          </a:bodyPr>
          <a:lstStyle>
            <a:lvl1pPr marL="0" indent="0" algn="ctr">
              <a:lnSpc>
                <a:spcPts val="1200"/>
              </a:lnSpc>
              <a:spcBef>
                <a:spcPts val="0"/>
              </a:spcBef>
              <a:buNone/>
              <a:defRPr sz="1100" b="1" spc="40" baseline="0">
                <a:solidFill>
                  <a:schemeClr val="accent5"/>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SECTION HEADING</a:t>
            </a:r>
            <a:endParaRPr lang="en-ZA" dirty="0"/>
          </a:p>
        </p:txBody>
      </p:sp>
      <p:cxnSp>
        <p:nvCxnSpPr>
          <p:cNvPr id="75" name="Straight Arrow Connector 74">
            <a:extLst>
              <a:ext uri="{FF2B5EF4-FFF2-40B4-BE49-F238E27FC236}">
                <a16:creationId xmlns:a16="http://schemas.microsoft.com/office/drawing/2014/main" id="{76125056-E385-4892-8298-D8E57B487408}"/>
              </a:ext>
            </a:extLst>
          </p:cNvPr>
          <p:cNvCxnSpPr>
            <a:cxnSpLocks noGrp="1" noRot="1" noMove="1" noResize="1" noEditPoints="1" noAdjustHandles="1" noChangeArrowheads="1" noChangeShapeType="1"/>
          </p:cNvCxnSpPr>
          <p:nvPr userDrawn="1"/>
        </p:nvCxnSpPr>
        <p:spPr>
          <a:xfrm>
            <a:off x="3613063" y="2945050"/>
            <a:ext cx="2969634" cy="0"/>
          </a:xfrm>
          <a:prstGeom prst="straightConnector1">
            <a:avLst/>
          </a:prstGeom>
          <a:ln w="41275">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Text Placeholder 26">
            <a:extLst>
              <a:ext uri="{FF2B5EF4-FFF2-40B4-BE49-F238E27FC236}">
                <a16:creationId xmlns:a16="http://schemas.microsoft.com/office/drawing/2014/main" id="{ADD7E445-4F97-E9E3-1EBB-36BC1726BFDB}"/>
              </a:ext>
            </a:extLst>
          </p:cNvPr>
          <p:cNvSpPr>
            <a:spLocks noGrp="1"/>
          </p:cNvSpPr>
          <p:nvPr>
            <p:ph type="body" sz="quarter" idx="79" hasCustomPrompt="1"/>
          </p:nvPr>
        </p:nvSpPr>
        <p:spPr>
          <a:xfrm>
            <a:off x="3780070" y="2683299"/>
            <a:ext cx="2634802" cy="153888"/>
          </a:xfrm>
          <a:prstGeom prst="rect">
            <a:avLst/>
          </a:prstGeom>
        </p:spPr>
        <p:txBody>
          <a:bodyPr wrap="square" lIns="0" tIns="0" rIns="0" bIns="0">
            <a:spAutoFit/>
          </a:bodyPr>
          <a:lstStyle>
            <a:lvl1pPr marL="0" indent="0" algn="ctr">
              <a:lnSpc>
                <a:spcPts val="1200"/>
              </a:lnSpc>
              <a:spcBef>
                <a:spcPts val="0"/>
              </a:spcBef>
              <a:buNone/>
              <a:defRPr sz="1100" b="1" spc="40" baseline="0">
                <a:solidFill>
                  <a:schemeClr val="accent5"/>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SECTION HEADING</a:t>
            </a:r>
            <a:endParaRPr lang="en-ZA" dirty="0"/>
          </a:p>
        </p:txBody>
      </p:sp>
      <p:cxnSp>
        <p:nvCxnSpPr>
          <p:cNvPr id="77" name="Straight Arrow Connector 76">
            <a:extLst>
              <a:ext uri="{FF2B5EF4-FFF2-40B4-BE49-F238E27FC236}">
                <a16:creationId xmlns:a16="http://schemas.microsoft.com/office/drawing/2014/main" id="{FE2610E3-91E3-C0A4-8D31-0CC5950205FE}"/>
              </a:ext>
            </a:extLst>
          </p:cNvPr>
          <p:cNvCxnSpPr>
            <a:cxnSpLocks noGrp="1" noRot="1" noMove="1" noResize="1" noEditPoints="1" noAdjustHandles="1" noChangeArrowheads="1" noChangeShapeType="1"/>
          </p:cNvCxnSpPr>
          <p:nvPr userDrawn="1"/>
        </p:nvCxnSpPr>
        <p:spPr>
          <a:xfrm>
            <a:off x="6634894" y="2945050"/>
            <a:ext cx="2969634" cy="0"/>
          </a:xfrm>
          <a:prstGeom prst="straightConnector1">
            <a:avLst/>
          </a:prstGeom>
          <a:ln w="41275">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Text Placeholder 26">
            <a:extLst>
              <a:ext uri="{FF2B5EF4-FFF2-40B4-BE49-F238E27FC236}">
                <a16:creationId xmlns:a16="http://schemas.microsoft.com/office/drawing/2014/main" id="{66577232-0192-363C-6613-321E956987E5}"/>
              </a:ext>
            </a:extLst>
          </p:cNvPr>
          <p:cNvSpPr>
            <a:spLocks noGrp="1"/>
          </p:cNvSpPr>
          <p:nvPr>
            <p:ph type="body" sz="quarter" idx="80" hasCustomPrompt="1"/>
          </p:nvPr>
        </p:nvSpPr>
        <p:spPr>
          <a:xfrm>
            <a:off x="6805152" y="2683299"/>
            <a:ext cx="2630748" cy="153888"/>
          </a:xfrm>
          <a:prstGeom prst="rect">
            <a:avLst/>
          </a:prstGeom>
        </p:spPr>
        <p:txBody>
          <a:bodyPr wrap="square" lIns="0" tIns="0" rIns="0" bIns="0">
            <a:spAutoFit/>
          </a:bodyPr>
          <a:lstStyle>
            <a:lvl1pPr marL="0" indent="0" algn="ctr">
              <a:lnSpc>
                <a:spcPts val="1200"/>
              </a:lnSpc>
              <a:spcBef>
                <a:spcPts val="0"/>
              </a:spcBef>
              <a:buNone/>
              <a:defRPr sz="1100" b="1" spc="40" baseline="0">
                <a:solidFill>
                  <a:schemeClr val="accent5"/>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SECTION HEADING</a:t>
            </a:r>
            <a:endParaRPr lang="en-ZA" dirty="0"/>
          </a:p>
        </p:txBody>
      </p:sp>
      <p:sp>
        <p:nvSpPr>
          <p:cNvPr id="82" name="Text Placeholder 15">
            <a:extLst>
              <a:ext uri="{FF2B5EF4-FFF2-40B4-BE49-F238E27FC236}">
                <a16:creationId xmlns:a16="http://schemas.microsoft.com/office/drawing/2014/main" id="{46014F44-5D6D-F396-A7CE-257D9BBBB9FA}"/>
              </a:ext>
            </a:extLst>
          </p:cNvPr>
          <p:cNvSpPr>
            <a:spLocks noGrp="1"/>
          </p:cNvSpPr>
          <p:nvPr>
            <p:ph type="body" sz="quarter" idx="81" hasCustomPrompt="1"/>
          </p:nvPr>
        </p:nvSpPr>
        <p:spPr>
          <a:xfrm>
            <a:off x="587375" y="6149000"/>
            <a:ext cx="9017154" cy="296428"/>
          </a:xfrm>
          <a:prstGeom prst="rect">
            <a:avLst/>
          </a:prstGeom>
        </p:spPr>
        <p:txBody>
          <a:bodyPr lIns="0" tIns="0" rIns="0" bIns="0" anchor="b" anchorCtr="0">
            <a:spAutoFit/>
          </a:bodyPr>
          <a:lstStyle>
            <a:lvl1pPr marL="0" indent="0" algn="l">
              <a:lnSpc>
                <a:spcPts val="1200"/>
              </a:lnSpc>
              <a:spcBef>
                <a:spcPts val="0"/>
              </a:spcBef>
              <a:buNone/>
              <a:defRPr sz="900" spc="30" baseline="0">
                <a:solidFill>
                  <a:schemeClr val="accent5"/>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Descriptive introductory text here. No longer than 2 lines maximum. Insert descriptive text here. No longer than 2 lines of copy maximum. Insert descriptive text here. No longer than 2 lines of copy maximum. Insert descriptive text here. No longer than 2 lines please. </a:t>
            </a:r>
            <a:endParaRPr lang="en-ZA" dirty="0"/>
          </a:p>
        </p:txBody>
      </p:sp>
      <p:sp>
        <p:nvSpPr>
          <p:cNvPr id="84" name="Text Placeholder 26">
            <a:extLst>
              <a:ext uri="{FF2B5EF4-FFF2-40B4-BE49-F238E27FC236}">
                <a16:creationId xmlns:a16="http://schemas.microsoft.com/office/drawing/2014/main" id="{682D5CF5-9AE4-8428-9B9D-6DEEA47929DE}"/>
              </a:ext>
            </a:extLst>
          </p:cNvPr>
          <p:cNvSpPr>
            <a:spLocks noGrp="1"/>
          </p:cNvSpPr>
          <p:nvPr>
            <p:ph type="body" sz="quarter" idx="82" hasCustomPrompt="1"/>
          </p:nvPr>
        </p:nvSpPr>
        <p:spPr>
          <a:xfrm>
            <a:off x="2098491"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85" name="Text Placeholder 26">
            <a:extLst>
              <a:ext uri="{FF2B5EF4-FFF2-40B4-BE49-F238E27FC236}">
                <a16:creationId xmlns:a16="http://schemas.microsoft.com/office/drawing/2014/main" id="{447FD37F-D073-74FD-2CCE-5A7ADD98E8A5}"/>
              </a:ext>
            </a:extLst>
          </p:cNvPr>
          <p:cNvSpPr>
            <a:spLocks noGrp="1"/>
          </p:cNvSpPr>
          <p:nvPr>
            <p:ph type="body" sz="quarter" idx="83" hasCustomPrompt="1"/>
          </p:nvPr>
        </p:nvSpPr>
        <p:spPr>
          <a:xfrm>
            <a:off x="3613063"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86" name="Text Placeholder 26">
            <a:extLst>
              <a:ext uri="{FF2B5EF4-FFF2-40B4-BE49-F238E27FC236}">
                <a16:creationId xmlns:a16="http://schemas.microsoft.com/office/drawing/2014/main" id="{B04B1D3A-E874-35D2-E250-177F1586E178}"/>
              </a:ext>
            </a:extLst>
          </p:cNvPr>
          <p:cNvSpPr>
            <a:spLocks noGrp="1"/>
          </p:cNvSpPr>
          <p:nvPr>
            <p:ph type="body" sz="quarter" idx="84" hasCustomPrompt="1"/>
          </p:nvPr>
        </p:nvSpPr>
        <p:spPr>
          <a:xfrm>
            <a:off x="5126212"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87" name="Text Placeholder 26">
            <a:extLst>
              <a:ext uri="{FF2B5EF4-FFF2-40B4-BE49-F238E27FC236}">
                <a16:creationId xmlns:a16="http://schemas.microsoft.com/office/drawing/2014/main" id="{A2FC7FDB-1C66-1C94-4BD6-54558E1B21F2}"/>
              </a:ext>
            </a:extLst>
          </p:cNvPr>
          <p:cNvSpPr>
            <a:spLocks noGrp="1"/>
          </p:cNvSpPr>
          <p:nvPr>
            <p:ph type="body" sz="quarter" idx="85" hasCustomPrompt="1"/>
          </p:nvPr>
        </p:nvSpPr>
        <p:spPr>
          <a:xfrm>
            <a:off x="6635709"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88" name="Text Placeholder 26">
            <a:extLst>
              <a:ext uri="{FF2B5EF4-FFF2-40B4-BE49-F238E27FC236}">
                <a16:creationId xmlns:a16="http://schemas.microsoft.com/office/drawing/2014/main" id="{B09CE758-443F-7C5C-3151-CA878BCA2613}"/>
              </a:ext>
            </a:extLst>
          </p:cNvPr>
          <p:cNvSpPr>
            <a:spLocks noGrp="1"/>
          </p:cNvSpPr>
          <p:nvPr>
            <p:ph type="body" sz="quarter" idx="86" hasCustomPrompt="1"/>
          </p:nvPr>
        </p:nvSpPr>
        <p:spPr>
          <a:xfrm>
            <a:off x="8146426" y="3686934"/>
            <a:ext cx="1454606" cy="307777"/>
          </a:xfrm>
          <a:prstGeom prst="rect">
            <a:avLst/>
          </a:prstGeom>
        </p:spPr>
        <p:txBody>
          <a:bodyPr wrap="square" lIns="144000" tIns="0" rIns="144000" bIns="0">
            <a:spAutoFit/>
          </a:bodyPr>
          <a:lstStyle>
            <a:lvl1pPr marL="0" indent="0" algn="ctr">
              <a:lnSpc>
                <a:spcPts val="1200"/>
              </a:lnSpc>
              <a:buNone/>
              <a:defRPr sz="10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EDIT 2 LINE HEADING</a:t>
            </a:r>
            <a:endParaRPr lang="en-ZA" dirty="0"/>
          </a:p>
        </p:txBody>
      </p:sp>
      <p:sp>
        <p:nvSpPr>
          <p:cNvPr id="90" name="Freeform 9">
            <a:extLst>
              <a:ext uri="{FF2B5EF4-FFF2-40B4-BE49-F238E27FC236}">
                <a16:creationId xmlns:a16="http://schemas.microsoft.com/office/drawing/2014/main" id="{42762781-06FD-3E65-CDA8-12728377E499}"/>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Tree>
    <p:extLst>
      <p:ext uri="{BB962C8B-B14F-4D97-AF65-F5344CB8AC3E}">
        <p14:creationId xmlns:p14="http://schemas.microsoft.com/office/powerpoint/2010/main" val="322355600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P10 | SINGLE HEAD + 8 Step">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3672AA80-5F2E-A6C1-9C92-E0D341D77159}"/>
              </a:ext>
            </a:extLst>
          </p:cNvPr>
          <p:cNvGrpSpPr>
            <a:grpSpLocks noGrp="1" noUngrp="1" noRot="1" noMove="1" noResize="1"/>
          </p:cNvGrpSpPr>
          <p:nvPr userDrawn="1"/>
        </p:nvGrpSpPr>
        <p:grpSpPr>
          <a:xfrm>
            <a:off x="6111051" y="1314994"/>
            <a:ext cx="3334067" cy="5120393"/>
            <a:chOff x="6111051" y="1314994"/>
            <a:chExt cx="3334067" cy="5120393"/>
          </a:xfrm>
        </p:grpSpPr>
        <p:sp>
          <p:nvSpPr>
            <p:cNvPr id="108" name="Oval 107">
              <a:extLst>
                <a:ext uri="{FF2B5EF4-FFF2-40B4-BE49-F238E27FC236}">
                  <a16:creationId xmlns:a16="http://schemas.microsoft.com/office/drawing/2014/main" id="{6A8F07EA-B1FF-C16D-4CBB-AA03F4F244D6}"/>
                </a:ext>
              </a:extLst>
            </p:cNvPr>
            <p:cNvSpPr>
              <a:spLocks noGrp="1" noRot="1" noMove="1" noResize="1" noEditPoints="1" noAdjustHandles="1" noChangeArrowheads="1" noChangeShapeType="1"/>
            </p:cNvSpPr>
            <p:nvPr userDrawn="1"/>
          </p:nvSpPr>
          <p:spPr>
            <a:xfrm>
              <a:off x="6111051" y="1382772"/>
              <a:ext cx="360000" cy="360000"/>
            </a:xfrm>
            <a:prstGeom prst="ellipse">
              <a:avLst/>
            </a:prstGeom>
            <a:solidFill>
              <a:schemeClr val="tx2"/>
            </a:solidFill>
            <a:ln w="19050">
              <a:solidFill>
                <a:schemeClr val="tx2"/>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109" name="Oval 108">
              <a:extLst>
                <a:ext uri="{FF2B5EF4-FFF2-40B4-BE49-F238E27FC236}">
                  <a16:creationId xmlns:a16="http://schemas.microsoft.com/office/drawing/2014/main" id="{591D32B4-DD48-EB78-DF96-E7F9C88D7665}"/>
                </a:ext>
              </a:extLst>
            </p:cNvPr>
            <p:cNvSpPr>
              <a:spLocks noGrp="1" noRot="1" noMove="1" noResize="1" noEditPoints="1" noAdjustHandles="1" noChangeArrowheads="1" noChangeShapeType="1"/>
            </p:cNvSpPr>
            <p:nvPr userDrawn="1"/>
          </p:nvSpPr>
          <p:spPr>
            <a:xfrm>
              <a:off x="6111051" y="2739343"/>
              <a:ext cx="360000" cy="360000"/>
            </a:xfrm>
            <a:prstGeom prst="ellipse">
              <a:avLst/>
            </a:prstGeom>
            <a:solidFill>
              <a:schemeClr val="accent1"/>
            </a:solidFill>
            <a:ln w="19050">
              <a:solidFill>
                <a:schemeClr val="accent1"/>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110" name="Oval 109">
              <a:extLst>
                <a:ext uri="{FF2B5EF4-FFF2-40B4-BE49-F238E27FC236}">
                  <a16:creationId xmlns:a16="http://schemas.microsoft.com/office/drawing/2014/main" id="{D99173B5-267F-C00C-88C1-85DDA5D99C9D}"/>
                </a:ext>
              </a:extLst>
            </p:cNvPr>
            <p:cNvSpPr>
              <a:spLocks noGrp="1" noRot="1" noMove="1" noResize="1" noEditPoints="1" noAdjustHandles="1" noChangeArrowheads="1" noChangeShapeType="1"/>
            </p:cNvSpPr>
            <p:nvPr userDrawn="1"/>
          </p:nvSpPr>
          <p:spPr>
            <a:xfrm>
              <a:off x="6111051" y="4095914"/>
              <a:ext cx="360000" cy="360000"/>
            </a:xfrm>
            <a:prstGeom prst="ellipse">
              <a:avLst/>
            </a:prstGeom>
            <a:solidFill>
              <a:schemeClr val="accent2"/>
            </a:solidFill>
            <a:ln w="19050">
              <a:solidFill>
                <a:schemeClr val="accent2"/>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111" name="Oval 110">
              <a:extLst>
                <a:ext uri="{FF2B5EF4-FFF2-40B4-BE49-F238E27FC236}">
                  <a16:creationId xmlns:a16="http://schemas.microsoft.com/office/drawing/2014/main" id="{CA3A4FDA-7B32-86B5-CCB2-4F1180677448}"/>
                </a:ext>
              </a:extLst>
            </p:cNvPr>
            <p:cNvSpPr>
              <a:spLocks noGrp="1" noRot="1" noMove="1" noResize="1" noEditPoints="1" noAdjustHandles="1" noChangeArrowheads="1" noChangeShapeType="1"/>
            </p:cNvSpPr>
            <p:nvPr userDrawn="1"/>
          </p:nvSpPr>
          <p:spPr>
            <a:xfrm>
              <a:off x="6112253" y="5450742"/>
              <a:ext cx="360000" cy="360000"/>
            </a:xfrm>
            <a:prstGeom prst="ellipse">
              <a:avLst/>
            </a:prstGeom>
            <a:solidFill>
              <a:schemeClr val="accent3"/>
            </a:solidFill>
            <a:ln w="19050">
              <a:solidFill>
                <a:schemeClr val="accent3"/>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117" name="Oval 116">
              <a:extLst>
                <a:ext uri="{FF2B5EF4-FFF2-40B4-BE49-F238E27FC236}">
                  <a16:creationId xmlns:a16="http://schemas.microsoft.com/office/drawing/2014/main" id="{6211AB00-D0CD-2D98-9A4F-69BDFB46602A}"/>
                </a:ext>
              </a:extLst>
            </p:cNvPr>
            <p:cNvSpPr>
              <a:spLocks noGrp="1" noRot="1" noMove="1" noResize="1" noEditPoints="1" noAdjustHandles="1" noChangeArrowheads="1" noChangeShapeType="1"/>
            </p:cNvSpPr>
            <p:nvPr userDrawn="1"/>
          </p:nvSpPr>
          <p:spPr>
            <a:xfrm>
              <a:off x="9083916" y="1377226"/>
              <a:ext cx="360000" cy="360000"/>
            </a:xfrm>
            <a:prstGeom prst="ellipse">
              <a:avLst/>
            </a:prstGeom>
            <a:solidFill>
              <a:schemeClr val="accent4"/>
            </a:solidFill>
            <a:ln w="19050">
              <a:solidFill>
                <a:schemeClr val="accent4"/>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05</a:t>
              </a:r>
            </a:p>
          </p:txBody>
        </p:sp>
        <p:sp>
          <p:nvSpPr>
            <p:cNvPr id="118" name="Oval 117">
              <a:extLst>
                <a:ext uri="{FF2B5EF4-FFF2-40B4-BE49-F238E27FC236}">
                  <a16:creationId xmlns:a16="http://schemas.microsoft.com/office/drawing/2014/main" id="{7D896AF5-4EF5-EC3E-4CAF-C7C5EE4D002D}"/>
                </a:ext>
              </a:extLst>
            </p:cNvPr>
            <p:cNvSpPr>
              <a:spLocks noGrp="1" noRot="1" noMove="1" noResize="1" noEditPoints="1" noAdjustHandles="1" noChangeArrowheads="1" noChangeShapeType="1"/>
            </p:cNvSpPr>
            <p:nvPr userDrawn="1"/>
          </p:nvSpPr>
          <p:spPr>
            <a:xfrm>
              <a:off x="9083916" y="2733797"/>
              <a:ext cx="360000" cy="360000"/>
            </a:xfrm>
            <a:prstGeom prst="ellipse">
              <a:avLst/>
            </a:prstGeom>
            <a:solidFill>
              <a:schemeClr val="accent5"/>
            </a:solidFill>
            <a:ln w="19050">
              <a:solidFill>
                <a:schemeClr val="accent5"/>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06</a:t>
              </a:r>
            </a:p>
          </p:txBody>
        </p:sp>
        <p:sp>
          <p:nvSpPr>
            <p:cNvPr id="119" name="Oval 118">
              <a:extLst>
                <a:ext uri="{FF2B5EF4-FFF2-40B4-BE49-F238E27FC236}">
                  <a16:creationId xmlns:a16="http://schemas.microsoft.com/office/drawing/2014/main" id="{8781777F-BCE0-0D66-1340-2F886EDB4103}"/>
                </a:ext>
              </a:extLst>
            </p:cNvPr>
            <p:cNvSpPr>
              <a:spLocks noGrp="1" noRot="1" noMove="1" noResize="1" noEditPoints="1" noAdjustHandles="1" noChangeArrowheads="1" noChangeShapeType="1"/>
            </p:cNvSpPr>
            <p:nvPr userDrawn="1"/>
          </p:nvSpPr>
          <p:spPr>
            <a:xfrm>
              <a:off x="9083916" y="4090368"/>
              <a:ext cx="360000" cy="360000"/>
            </a:xfrm>
            <a:prstGeom prst="ellipse">
              <a:avLst/>
            </a:prstGeom>
            <a:solidFill>
              <a:schemeClr val="accent6"/>
            </a:solidFill>
            <a:ln w="19050">
              <a:solidFill>
                <a:schemeClr val="accent6"/>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07</a:t>
              </a:r>
            </a:p>
          </p:txBody>
        </p:sp>
        <p:sp>
          <p:nvSpPr>
            <p:cNvPr id="120" name="Oval 119">
              <a:extLst>
                <a:ext uri="{FF2B5EF4-FFF2-40B4-BE49-F238E27FC236}">
                  <a16:creationId xmlns:a16="http://schemas.microsoft.com/office/drawing/2014/main" id="{FF93237B-5256-B78C-D6C1-666B8BCD5BB4}"/>
                </a:ext>
              </a:extLst>
            </p:cNvPr>
            <p:cNvSpPr>
              <a:spLocks noGrp="1" noRot="1" noMove="1" noResize="1" noEditPoints="1" noAdjustHandles="1" noChangeArrowheads="1" noChangeShapeType="1"/>
            </p:cNvSpPr>
            <p:nvPr userDrawn="1"/>
          </p:nvSpPr>
          <p:spPr>
            <a:xfrm>
              <a:off x="9085118" y="5445196"/>
              <a:ext cx="360000" cy="360000"/>
            </a:xfrm>
            <a:prstGeom prst="ellipse">
              <a:avLst/>
            </a:prstGeom>
            <a:solidFill>
              <a:schemeClr val="tx1">
                <a:lumMod val="75000"/>
              </a:schemeClr>
            </a:solidFill>
            <a:ln w="19050">
              <a:solidFill>
                <a:schemeClr val="tx1">
                  <a:lumMod val="75000"/>
                </a:schemeClr>
              </a:solidFill>
            </a:ln>
            <a:effectLst>
              <a:outerShdw blurRad="508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08</a:t>
              </a:r>
            </a:p>
          </p:txBody>
        </p:sp>
        <p:cxnSp>
          <p:nvCxnSpPr>
            <p:cNvPr id="33" name="Straight Connector 32">
              <a:extLst>
                <a:ext uri="{FF2B5EF4-FFF2-40B4-BE49-F238E27FC236}">
                  <a16:creationId xmlns:a16="http://schemas.microsoft.com/office/drawing/2014/main" id="{3627A14F-83AD-578F-C38C-A715B740250E}"/>
                </a:ext>
              </a:extLst>
            </p:cNvPr>
            <p:cNvCxnSpPr>
              <a:cxnSpLocks noGrp="1" noRot="1" noMove="1" noResize="1" noEditPoints="1" noAdjustHandles="1" noChangeArrowheads="1" noChangeShapeType="1"/>
            </p:cNvCxnSpPr>
            <p:nvPr userDrawn="1"/>
          </p:nvCxnSpPr>
          <p:spPr>
            <a:xfrm>
              <a:off x="8882535" y="1314994"/>
              <a:ext cx="0" cy="51203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31" name="Graphic 30">
            <a:extLst>
              <a:ext uri="{FF2B5EF4-FFF2-40B4-BE49-F238E27FC236}">
                <a16:creationId xmlns:a16="http://schemas.microsoft.com/office/drawing/2014/main" id="{A42F0EB4-78AE-E58A-8286-BF6F0571E32A}"/>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39903" y="1165642"/>
            <a:ext cx="5418792" cy="5418784"/>
          </a:xfrm>
          <a:prstGeom prst="rect">
            <a:avLst/>
          </a:prstGeom>
          <a:effectLst/>
        </p:spPr>
      </p:pic>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310864"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73" name="Freeform: Shape 72">
            <a:extLst>
              <a:ext uri="{FF2B5EF4-FFF2-40B4-BE49-F238E27FC236}">
                <a16:creationId xmlns:a16="http://schemas.microsoft.com/office/drawing/2014/main" id="{44A8F1B9-72F1-9FBB-071C-2C2B34CAE475}"/>
              </a:ext>
            </a:extLst>
          </p:cNvPr>
          <p:cNvSpPr>
            <a:spLocks noGrp="1" noRot="1" noMove="1" noResize="1" noEditPoints="1" noAdjustHandles="1" noChangeArrowheads="1" noChangeShapeType="1"/>
          </p:cNvSpPr>
          <p:nvPr/>
        </p:nvSpPr>
        <p:spPr>
          <a:xfrm>
            <a:off x="588170" y="3921872"/>
            <a:ext cx="1663166" cy="1730574"/>
          </a:xfrm>
          <a:custGeom>
            <a:avLst/>
            <a:gdLst>
              <a:gd name="connsiteX0" fmla="*/ 1662980 w 1663166"/>
              <a:gd name="connsiteY0" fmla="*/ 784435 h 1730574"/>
              <a:gd name="connsiteX1" fmla="*/ 1338077 w 1663166"/>
              <a:gd name="connsiteY1" fmla="*/ 0 h 1730574"/>
              <a:gd name="connsiteX2" fmla="*/ 0 w 1663166"/>
              <a:gd name="connsiteY2" fmla="*/ 0 h 1730574"/>
              <a:gd name="connsiteX3" fmla="*/ 716840 w 1663166"/>
              <a:gd name="connsiteY3" fmla="*/ 1730574 h 1730574"/>
              <a:gd name="connsiteX4" fmla="*/ 1663166 w 1663166"/>
              <a:gd name="connsiteY4" fmla="*/ 784248 h 1730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3166" h="1730574">
                <a:moveTo>
                  <a:pt x="1662980" y="784435"/>
                </a:moveTo>
                <a:cubicBezTo>
                  <a:pt x="1470652" y="576983"/>
                  <a:pt x="1349467" y="302496"/>
                  <a:pt x="1338077" y="0"/>
                </a:cubicBezTo>
                <a:lnTo>
                  <a:pt x="0" y="0"/>
                </a:lnTo>
                <a:cubicBezTo>
                  <a:pt x="11950" y="671839"/>
                  <a:pt x="282703" y="1280565"/>
                  <a:pt x="716840" y="1730574"/>
                </a:cubicBezTo>
                <a:lnTo>
                  <a:pt x="1663166" y="784248"/>
                </a:lnTo>
                <a:close/>
              </a:path>
            </a:pathLst>
          </a:custGeom>
          <a:solidFill>
            <a:schemeClr val="accent5"/>
          </a:solidFill>
          <a:ln w="18668" cap="flat">
            <a:noFill/>
            <a:prstDash val="solid"/>
            <a:miter/>
          </a:ln>
        </p:spPr>
        <p:txBody>
          <a:bodyPr rtlCol="0" anchor="ctr"/>
          <a:lstStyle/>
          <a:p>
            <a:endParaRPr lang="en-ZA"/>
          </a:p>
        </p:txBody>
      </p:sp>
      <p:sp>
        <p:nvSpPr>
          <p:cNvPr id="74" name="Freeform: Shape 73">
            <a:extLst>
              <a:ext uri="{FF2B5EF4-FFF2-40B4-BE49-F238E27FC236}">
                <a16:creationId xmlns:a16="http://schemas.microsoft.com/office/drawing/2014/main" id="{AE2C8A71-7AB7-3091-8B39-65113542E59C}"/>
              </a:ext>
            </a:extLst>
          </p:cNvPr>
          <p:cNvSpPr>
            <a:spLocks noGrp="1" noRot="1" noMove="1" noResize="1" noEditPoints="1" noAdjustHandles="1" noChangeArrowheads="1" noChangeShapeType="1"/>
          </p:cNvSpPr>
          <p:nvPr/>
        </p:nvSpPr>
        <p:spPr>
          <a:xfrm>
            <a:off x="588170" y="2097748"/>
            <a:ext cx="1663166" cy="1730761"/>
          </a:xfrm>
          <a:custGeom>
            <a:avLst/>
            <a:gdLst>
              <a:gd name="connsiteX0" fmla="*/ 1338264 w 1663166"/>
              <a:gd name="connsiteY0" fmla="*/ 1730761 h 1730761"/>
              <a:gd name="connsiteX1" fmla="*/ 1663166 w 1663166"/>
              <a:gd name="connsiteY1" fmla="*/ 946326 h 1730761"/>
              <a:gd name="connsiteX2" fmla="*/ 716840 w 1663166"/>
              <a:gd name="connsiteY2" fmla="*/ 0 h 1730761"/>
              <a:gd name="connsiteX3" fmla="*/ 0 w 1663166"/>
              <a:gd name="connsiteY3" fmla="*/ 1730761 h 1730761"/>
              <a:gd name="connsiteX4" fmla="*/ 1338264 w 1663166"/>
              <a:gd name="connsiteY4" fmla="*/ 1730761 h 1730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3166" h="1730761">
                <a:moveTo>
                  <a:pt x="1338264" y="1730761"/>
                </a:moveTo>
                <a:cubicBezTo>
                  <a:pt x="1349654" y="1428266"/>
                  <a:pt x="1470652" y="1153965"/>
                  <a:pt x="1663166" y="946326"/>
                </a:cubicBezTo>
                <a:lnTo>
                  <a:pt x="716840" y="0"/>
                </a:lnTo>
                <a:cubicBezTo>
                  <a:pt x="282703" y="450196"/>
                  <a:pt x="11950" y="1058922"/>
                  <a:pt x="0" y="1730761"/>
                </a:cubicBezTo>
                <a:lnTo>
                  <a:pt x="1338264" y="1730761"/>
                </a:lnTo>
                <a:close/>
              </a:path>
            </a:pathLst>
          </a:custGeom>
          <a:solidFill>
            <a:schemeClr val="accent6"/>
          </a:solidFill>
          <a:ln w="18668" cap="flat">
            <a:noFill/>
            <a:prstDash val="solid"/>
            <a:miter/>
          </a:ln>
        </p:spPr>
        <p:txBody>
          <a:bodyPr rtlCol="0" anchor="ctr"/>
          <a:lstStyle/>
          <a:p>
            <a:endParaRPr lang="en-ZA"/>
          </a:p>
        </p:txBody>
      </p:sp>
      <p:sp>
        <p:nvSpPr>
          <p:cNvPr id="75" name="Freeform: Shape 74">
            <a:extLst>
              <a:ext uri="{FF2B5EF4-FFF2-40B4-BE49-F238E27FC236}">
                <a16:creationId xmlns:a16="http://schemas.microsoft.com/office/drawing/2014/main" id="{71812B3A-9D5E-F12C-770C-7C578B43E262}"/>
              </a:ext>
            </a:extLst>
          </p:cNvPr>
          <p:cNvSpPr>
            <a:spLocks noGrp="1" noRot="1" noMove="1" noResize="1" noEditPoints="1" noAdjustHandles="1" noChangeArrowheads="1" noChangeShapeType="1"/>
          </p:cNvSpPr>
          <p:nvPr/>
        </p:nvSpPr>
        <p:spPr>
          <a:xfrm>
            <a:off x="1370924" y="1314994"/>
            <a:ext cx="1730761" cy="1663166"/>
          </a:xfrm>
          <a:custGeom>
            <a:avLst/>
            <a:gdLst>
              <a:gd name="connsiteX0" fmla="*/ 946326 w 1730761"/>
              <a:gd name="connsiteY0" fmla="*/ 1662980 h 1663166"/>
              <a:gd name="connsiteX1" fmla="*/ 1730761 w 1730761"/>
              <a:gd name="connsiteY1" fmla="*/ 1338077 h 1663166"/>
              <a:gd name="connsiteX2" fmla="*/ 1730761 w 1730761"/>
              <a:gd name="connsiteY2" fmla="*/ 0 h 1663166"/>
              <a:gd name="connsiteX3" fmla="*/ 0 w 1730761"/>
              <a:gd name="connsiteY3" fmla="*/ 716840 h 1663166"/>
              <a:gd name="connsiteX4" fmla="*/ 946326 w 1730761"/>
              <a:gd name="connsiteY4" fmla="*/ 1663166 h 1663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61" h="1663166">
                <a:moveTo>
                  <a:pt x="946326" y="1662980"/>
                </a:moveTo>
                <a:cubicBezTo>
                  <a:pt x="1153965" y="1470652"/>
                  <a:pt x="1428266" y="1349467"/>
                  <a:pt x="1730761" y="1338077"/>
                </a:cubicBezTo>
                <a:lnTo>
                  <a:pt x="1730761" y="0"/>
                </a:lnTo>
                <a:cubicBezTo>
                  <a:pt x="1058922" y="11950"/>
                  <a:pt x="450196" y="282703"/>
                  <a:pt x="0" y="716840"/>
                </a:cubicBezTo>
                <a:lnTo>
                  <a:pt x="946326" y="1663166"/>
                </a:lnTo>
                <a:close/>
              </a:path>
            </a:pathLst>
          </a:custGeom>
          <a:solidFill>
            <a:schemeClr val="tx1">
              <a:lumMod val="75000"/>
            </a:schemeClr>
          </a:solidFill>
          <a:ln w="18668" cap="flat">
            <a:noFill/>
            <a:prstDash val="solid"/>
            <a:miter/>
          </a:ln>
        </p:spPr>
        <p:txBody>
          <a:bodyPr rtlCol="0" anchor="ctr"/>
          <a:lstStyle/>
          <a:p>
            <a:endParaRPr lang="en-ZA"/>
          </a:p>
        </p:txBody>
      </p:sp>
      <p:sp>
        <p:nvSpPr>
          <p:cNvPr id="76" name="Freeform: Shape 75">
            <a:extLst>
              <a:ext uri="{FF2B5EF4-FFF2-40B4-BE49-F238E27FC236}">
                <a16:creationId xmlns:a16="http://schemas.microsoft.com/office/drawing/2014/main" id="{EE9D3F9A-AB80-65B5-D0F5-CA12A1C1D435}"/>
              </a:ext>
            </a:extLst>
          </p:cNvPr>
          <p:cNvSpPr>
            <a:spLocks noGrp="1" noRot="1" noMove="1" noResize="1" noEditPoints="1" noAdjustHandles="1" noChangeArrowheads="1" noChangeShapeType="1"/>
          </p:cNvSpPr>
          <p:nvPr/>
        </p:nvSpPr>
        <p:spPr>
          <a:xfrm>
            <a:off x="3195048" y="1314994"/>
            <a:ext cx="1730761" cy="1663166"/>
          </a:xfrm>
          <a:custGeom>
            <a:avLst/>
            <a:gdLst>
              <a:gd name="connsiteX0" fmla="*/ 0 w 1730761"/>
              <a:gd name="connsiteY0" fmla="*/ 0 h 1663166"/>
              <a:gd name="connsiteX1" fmla="*/ 0 w 1730761"/>
              <a:gd name="connsiteY1" fmla="*/ 1338264 h 1663166"/>
              <a:gd name="connsiteX2" fmla="*/ 784435 w 1730761"/>
              <a:gd name="connsiteY2" fmla="*/ 1663166 h 1663166"/>
              <a:gd name="connsiteX3" fmla="*/ 1730761 w 1730761"/>
              <a:gd name="connsiteY3" fmla="*/ 716840 h 1663166"/>
              <a:gd name="connsiteX4" fmla="*/ 0 w 1730761"/>
              <a:gd name="connsiteY4" fmla="*/ 0 h 1663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61" h="1663166">
                <a:moveTo>
                  <a:pt x="0" y="0"/>
                </a:moveTo>
                <a:lnTo>
                  <a:pt x="0" y="1338264"/>
                </a:lnTo>
                <a:cubicBezTo>
                  <a:pt x="302496" y="1349654"/>
                  <a:pt x="576796" y="1470652"/>
                  <a:pt x="784435" y="1663166"/>
                </a:cubicBezTo>
                <a:lnTo>
                  <a:pt x="1730761" y="716840"/>
                </a:lnTo>
                <a:cubicBezTo>
                  <a:pt x="1280565" y="282703"/>
                  <a:pt x="671839" y="11950"/>
                  <a:pt x="0" y="0"/>
                </a:cubicBezTo>
                <a:close/>
              </a:path>
            </a:pathLst>
          </a:custGeom>
          <a:solidFill>
            <a:schemeClr val="tx2"/>
          </a:solidFill>
          <a:ln w="18668" cap="flat">
            <a:noFill/>
            <a:prstDash val="solid"/>
            <a:miter/>
          </a:ln>
        </p:spPr>
        <p:txBody>
          <a:bodyPr rtlCol="0" anchor="ctr"/>
          <a:lstStyle/>
          <a:p>
            <a:endParaRPr lang="en-ZA"/>
          </a:p>
        </p:txBody>
      </p:sp>
      <p:sp>
        <p:nvSpPr>
          <p:cNvPr id="77" name="Freeform: Shape 76">
            <a:extLst>
              <a:ext uri="{FF2B5EF4-FFF2-40B4-BE49-F238E27FC236}">
                <a16:creationId xmlns:a16="http://schemas.microsoft.com/office/drawing/2014/main" id="{80533EFF-1C82-CDED-C29D-A7B26BAABF03}"/>
              </a:ext>
            </a:extLst>
          </p:cNvPr>
          <p:cNvSpPr>
            <a:spLocks noGrp="1" noRot="1" noMove="1" noResize="1" noEditPoints="1" noAdjustHandles="1" noChangeArrowheads="1" noChangeShapeType="1"/>
          </p:cNvSpPr>
          <p:nvPr/>
        </p:nvSpPr>
        <p:spPr>
          <a:xfrm>
            <a:off x="4045397" y="3921872"/>
            <a:ext cx="1663166" cy="1730761"/>
          </a:xfrm>
          <a:custGeom>
            <a:avLst/>
            <a:gdLst>
              <a:gd name="connsiteX0" fmla="*/ 324903 w 1663166"/>
              <a:gd name="connsiteY0" fmla="*/ 0 h 1730761"/>
              <a:gd name="connsiteX1" fmla="*/ 0 w 1663166"/>
              <a:gd name="connsiteY1" fmla="*/ 784435 h 1730761"/>
              <a:gd name="connsiteX2" fmla="*/ 946326 w 1663166"/>
              <a:gd name="connsiteY2" fmla="*/ 1730761 h 1730761"/>
              <a:gd name="connsiteX3" fmla="*/ 1663167 w 1663166"/>
              <a:gd name="connsiteY3" fmla="*/ 187 h 1730761"/>
              <a:gd name="connsiteX4" fmla="*/ 324903 w 1663166"/>
              <a:gd name="connsiteY4" fmla="*/ 187 h 17307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3166" h="1730761">
                <a:moveTo>
                  <a:pt x="324903" y="0"/>
                </a:moveTo>
                <a:cubicBezTo>
                  <a:pt x="313513" y="302496"/>
                  <a:pt x="192515" y="576796"/>
                  <a:pt x="0" y="784435"/>
                </a:cubicBezTo>
                <a:lnTo>
                  <a:pt x="946326" y="1730761"/>
                </a:lnTo>
                <a:cubicBezTo>
                  <a:pt x="1380464" y="1280565"/>
                  <a:pt x="1651216" y="672026"/>
                  <a:pt x="1663167" y="187"/>
                </a:cubicBezTo>
                <a:lnTo>
                  <a:pt x="324903" y="187"/>
                </a:lnTo>
                <a:close/>
              </a:path>
            </a:pathLst>
          </a:custGeom>
          <a:solidFill>
            <a:schemeClr val="accent2"/>
          </a:solidFill>
          <a:ln w="18668" cap="flat">
            <a:noFill/>
            <a:prstDash val="solid"/>
            <a:miter/>
          </a:ln>
        </p:spPr>
        <p:txBody>
          <a:bodyPr rtlCol="0" anchor="ctr"/>
          <a:lstStyle/>
          <a:p>
            <a:endParaRPr lang="en-ZA"/>
          </a:p>
        </p:txBody>
      </p:sp>
      <p:sp>
        <p:nvSpPr>
          <p:cNvPr id="78" name="Freeform: Shape 77">
            <a:extLst>
              <a:ext uri="{FF2B5EF4-FFF2-40B4-BE49-F238E27FC236}">
                <a16:creationId xmlns:a16="http://schemas.microsoft.com/office/drawing/2014/main" id="{98EAA8E1-5322-B507-8F5C-FE55885E22AD}"/>
              </a:ext>
            </a:extLst>
          </p:cNvPr>
          <p:cNvSpPr>
            <a:spLocks noGrp="1" noRot="1" noMove="1" noResize="1" noEditPoints="1" noAdjustHandles="1" noChangeArrowheads="1" noChangeShapeType="1"/>
          </p:cNvSpPr>
          <p:nvPr/>
        </p:nvSpPr>
        <p:spPr>
          <a:xfrm>
            <a:off x="4045397" y="2097935"/>
            <a:ext cx="1663166" cy="1730574"/>
          </a:xfrm>
          <a:custGeom>
            <a:avLst/>
            <a:gdLst>
              <a:gd name="connsiteX0" fmla="*/ 0 w 1663166"/>
              <a:gd name="connsiteY0" fmla="*/ 946139 h 1730574"/>
              <a:gd name="connsiteX1" fmla="*/ 324903 w 1663166"/>
              <a:gd name="connsiteY1" fmla="*/ 1730574 h 1730574"/>
              <a:gd name="connsiteX2" fmla="*/ 1663167 w 1663166"/>
              <a:gd name="connsiteY2" fmla="*/ 1730574 h 1730574"/>
              <a:gd name="connsiteX3" fmla="*/ 946326 w 1663166"/>
              <a:gd name="connsiteY3" fmla="*/ 0 h 1730574"/>
              <a:gd name="connsiteX4" fmla="*/ 0 w 1663166"/>
              <a:gd name="connsiteY4" fmla="*/ 946326 h 1730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63166" h="1730574">
                <a:moveTo>
                  <a:pt x="0" y="946139"/>
                </a:moveTo>
                <a:cubicBezTo>
                  <a:pt x="192328" y="1153779"/>
                  <a:pt x="313513" y="1428079"/>
                  <a:pt x="324903" y="1730574"/>
                </a:cubicBezTo>
                <a:lnTo>
                  <a:pt x="1663167" y="1730574"/>
                </a:lnTo>
                <a:cubicBezTo>
                  <a:pt x="1651216" y="1058735"/>
                  <a:pt x="1380464" y="450009"/>
                  <a:pt x="946326" y="0"/>
                </a:cubicBezTo>
                <a:lnTo>
                  <a:pt x="0" y="946326"/>
                </a:lnTo>
                <a:close/>
              </a:path>
            </a:pathLst>
          </a:custGeom>
          <a:solidFill>
            <a:schemeClr val="accent1"/>
          </a:solidFill>
          <a:ln w="18668" cap="flat">
            <a:noFill/>
            <a:prstDash val="solid"/>
            <a:miter/>
          </a:ln>
        </p:spPr>
        <p:txBody>
          <a:bodyPr rtlCol="0" anchor="ctr"/>
          <a:lstStyle/>
          <a:p>
            <a:endParaRPr lang="en-ZA"/>
          </a:p>
        </p:txBody>
      </p:sp>
      <p:sp>
        <p:nvSpPr>
          <p:cNvPr id="79" name="Freeform: Shape 78">
            <a:extLst>
              <a:ext uri="{FF2B5EF4-FFF2-40B4-BE49-F238E27FC236}">
                <a16:creationId xmlns:a16="http://schemas.microsoft.com/office/drawing/2014/main" id="{7D48ED36-BABB-9104-60B4-BC680A8191C2}"/>
              </a:ext>
            </a:extLst>
          </p:cNvPr>
          <p:cNvSpPr>
            <a:spLocks noGrp="1" noRot="1" noMove="1" noResize="1" noEditPoints="1" noAdjustHandles="1" noChangeArrowheads="1" noChangeShapeType="1"/>
          </p:cNvSpPr>
          <p:nvPr/>
        </p:nvSpPr>
        <p:spPr>
          <a:xfrm>
            <a:off x="3195048" y="4772221"/>
            <a:ext cx="1730574" cy="1663166"/>
          </a:xfrm>
          <a:custGeom>
            <a:avLst/>
            <a:gdLst>
              <a:gd name="connsiteX0" fmla="*/ 784435 w 1730574"/>
              <a:gd name="connsiteY0" fmla="*/ 0 h 1663166"/>
              <a:gd name="connsiteX1" fmla="*/ 0 w 1730574"/>
              <a:gd name="connsiteY1" fmla="*/ 324903 h 1663166"/>
              <a:gd name="connsiteX2" fmla="*/ 0 w 1730574"/>
              <a:gd name="connsiteY2" fmla="*/ 1663167 h 1663166"/>
              <a:gd name="connsiteX3" fmla="*/ 1730574 w 1730574"/>
              <a:gd name="connsiteY3" fmla="*/ 946326 h 1663166"/>
              <a:gd name="connsiteX4" fmla="*/ 784248 w 1730574"/>
              <a:gd name="connsiteY4" fmla="*/ 0 h 1663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574" h="1663166">
                <a:moveTo>
                  <a:pt x="784435" y="0"/>
                </a:moveTo>
                <a:cubicBezTo>
                  <a:pt x="576796" y="192328"/>
                  <a:pt x="302496" y="313513"/>
                  <a:pt x="0" y="324903"/>
                </a:cubicBezTo>
                <a:lnTo>
                  <a:pt x="0" y="1663167"/>
                </a:lnTo>
                <a:cubicBezTo>
                  <a:pt x="671839" y="1651216"/>
                  <a:pt x="1280565" y="1380464"/>
                  <a:pt x="1730574" y="946326"/>
                </a:cubicBezTo>
                <a:lnTo>
                  <a:pt x="784248" y="0"/>
                </a:lnTo>
                <a:close/>
              </a:path>
            </a:pathLst>
          </a:custGeom>
          <a:solidFill>
            <a:schemeClr val="accent3"/>
          </a:solidFill>
          <a:ln w="18668" cap="flat">
            <a:noFill/>
            <a:prstDash val="solid"/>
            <a:miter/>
          </a:ln>
        </p:spPr>
        <p:txBody>
          <a:bodyPr rtlCol="0" anchor="ctr"/>
          <a:lstStyle/>
          <a:p>
            <a:endParaRPr lang="en-ZA"/>
          </a:p>
        </p:txBody>
      </p:sp>
      <p:sp>
        <p:nvSpPr>
          <p:cNvPr id="80" name="Freeform: Shape 79">
            <a:extLst>
              <a:ext uri="{FF2B5EF4-FFF2-40B4-BE49-F238E27FC236}">
                <a16:creationId xmlns:a16="http://schemas.microsoft.com/office/drawing/2014/main" id="{4CBFEBC6-A351-8682-B738-82A23DAD6A18}"/>
              </a:ext>
            </a:extLst>
          </p:cNvPr>
          <p:cNvSpPr>
            <a:spLocks noGrp="1" noRot="1" noMove="1" noResize="1" noEditPoints="1" noAdjustHandles="1" noChangeArrowheads="1" noChangeShapeType="1"/>
          </p:cNvSpPr>
          <p:nvPr/>
        </p:nvSpPr>
        <p:spPr>
          <a:xfrm>
            <a:off x="1370924" y="4772221"/>
            <a:ext cx="1730761" cy="1663166"/>
          </a:xfrm>
          <a:custGeom>
            <a:avLst/>
            <a:gdLst>
              <a:gd name="connsiteX0" fmla="*/ 1730761 w 1730761"/>
              <a:gd name="connsiteY0" fmla="*/ 324903 h 1663166"/>
              <a:gd name="connsiteX1" fmla="*/ 946326 w 1730761"/>
              <a:gd name="connsiteY1" fmla="*/ 0 h 1663166"/>
              <a:gd name="connsiteX2" fmla="*/ 0 w 1730761"/>
              <a:gd name="connsiteY2" fmla="*/ 946326 h 1663166"/>
              <a:gd name="connsiteX3" fmla="*/ 1730575 w 1730761"/>
              <a:gd name="connsiteY3" fmla="*/ 1663167 h 1663166"/>
              <a:gd name="connsiteX4" fmla="*/ 1730575 w 1730761"/>
              <a:gd name="connsiteY4" fmla="*/ 324903 h 1663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61" h="1663166">
                <a:moveTo>
                  <a:pt x="1730761" y="324903"/>
                </a:moveTo>
                <a:cubicBezTo>
                  <a:pt x="1428266" y="313513"/>
                  <a:pt x="1153965" y="192515"/>
                  <a:pt x="946326" y="0"/>
                </a:cubicBezTo>
                <a:lnTo>
                  <a:pt x="0" y="946326"/>
                </a:lnTo>
                <a:cubicBezTo>
                  <a:pt x="450196" y="1380464"/>
                  <a:pt x="1058735" y="1651216"/>
                  <a:pt x="1730575" y="1663167"/>
                </a:cubicBezTo>
                <a:lnTo>
                  <a:pt x="1730575" y="324903"/>
                </a:lnTo>
                <a:close/>
              </a:path>
            </a:pathLst>
          </a:custGeom>
          <a:solidFill>
            <a:schemeClr val="accent4"/>
          </a:solidFill>
          <a:ln w="18668" cap="flat">
            <a:noFill/>
            <a:prstDash val="solid"/>
            <a:miter/>
          </a:ln>
        </p:spPr>
        <p:txBody>
          <a:bodyPr rtlCol="0" anchor="ctr"/>
          <a:lstStyle/>
          <a:p>
            <a:endParaRPr lang="en-ZA"/>
          </a:p>
        </p:txBody>
      </p:sp>
      <p:grpSp>
        <p:nvGrpSpPr>
          <p:cNvPr id="83" name="Graphic 63">
            <a:extLst>
              <a:ext uri="{FF2B5EF4-FFF2-40B4-BE49-F238E27FC236}">
                <a16:creationId xmlns:a16="http://schemas.microsoft.com/office/drawing/2014/main" id="{6EC28BC7-BDE6-FF09-1D1F-295F398128AE}"/>
              </a:ext>
            </a:extLst>
          </p:cNvPr>
          <p:cNvGrpSpPr>
            <a:grpSpLocks noGrp="1" noUngrp="1" noRot="1" noMove="1" noResize="1"/>
          </p:cNvGrpSpPr>
          <p:nvPr/>
        </p:nvGrpSpPr>
        <p:grpSpPr>
          <a:xfrm>
            <a:off x="3010376" y="1753800"/>
            <a:ext cx="264777" cy="264777"/>
            <a:chOff x="5960063" y="1753800"/>
            <a:chExt cx="264777" cy="264777"/>
          </a:xfrm>
        </p:grpSpPr>
        <p:sp>
          <p:nvSpPr>
            <p:cNvPr id="84" name="Freeform: Shape 83">
              <a:extLst>
                <a:ext uri="{FF2B5EF4-FFF2-40B4-BE49-F238E27FC236}">
                  <a16:creationId xmlns:a16="http://schemas.microsoft.com/office/drawing/2014/main" id="{398F626F-197A-DE17-4022-A3C0A1C6821B}"/>
                </a:ext>
              </a:extLst>
            </p:cNvPr>
            <p:cNvSpPr>
              <a:spLocks noGrp="1" noRot="1" noMove="1" noResize="1" noEditPoints="1" noAdjustHandles="1" noChangeArrowheads="1" noChangeShapeType="1"/>
            </p:cNvSpPr>
            <p:nvPr/>
          </p:nvSpPr>
          <p:spPr>
            <a:xfrm>
              <a:off x="5960063" y="17538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85" name="Freeform: Shape 84">
              <a:extLst>
                <a:ext uri="{FF2B5EF4-FFF2-40B4-BE49-F238E27FC236}">
                  <a16:creationId xmlns:a16="http://schemas.microsoft.com/office/drawing/2014/main" id="{B73D2FC1-84CF-6ADF-BD82-7DE5772FAAB0}"/>
                </a:ext>
              </a:extLst>
            </p:cNvPr>
            <p:cNvSpPr>
              <a:spLocks noGrp="1" noRot="1" noMove="1" noResize="1" noEditPoints="1" noAdjustHandles="1" noChangeArrowheads="1" noChangeShapeType="1"/>
            </p:cNvSpPr>
            <p:nvPr/>
          </p:nvSpPr>
          <p:spPr>
            <a:xfrm>
              <a:off x="6049878" y="1817473"/>
              <a:ext cx="98217" cy="137430"/>
            </a:xfrm>
            <a:custGeom>
              <a:avLst/>
              <a:gdLst>
                <a:gd name="connsiteX0" fmla="*/ 98218 w 98217"/>
                <a:gd name="connsiteY0" fmla="*/ 68715 h 137430"/>
                <a:gd name="connsiteX1" fmla="*/ 68715 w 98217"/>
                <a:gd name="connsiteY1" fmla="*/ 98218 h 137430"/>
                <a:gd name="connsiteX2" fmla="*/ 29503 w 98217"/>
                <a:gd name="connsiteY2" fmla="*/ 137430 h 137430"/>
                <a:gd name="connsiteX3" fmla="*/ 0 w 98217"/>
                <a:gd name="connsiteY3" fmla="*/ 107741 h 137430"/>
                <a:gd name="connsiteX4" fmla="*/ 39026 w 98217"/>
                <a:gd name="connsiteY4" fmla="*/ 68715 h 137430"/>
                <a:gd name="connsiteX5" fmla="*/ 0 w 98217"/>
                <a:gd name="connsiteY5" fmla="*/ 29503 h 137430"/>
                <a:gd name="connsiteX6" fmla="*/ 29503 w 98217"/>
                <a:gd name="connsiteY6" fmla="*/ 0 h 137430"/>
                <a:gd name="connsiteX7" fmla="*/ 68715 w 98217"/>
                <a:gd name="connsiteY7" fmla="*/ 39026 h 137430"/>
                <a:gd name="connsiteX8" fmla="*/ 98218 w 98217"/>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217" h="137430">
                  <a:moveTo>
                    <a:pt x="98218" y="68715"/>
                  </a:moveTo>
                  <a:lnTo>
                    <a:pt x="68715" y="98218"/>
                  </a:lnTo>
                  <a:lnTo>
                    <a:pt x="29503" y="137430"/>
                  </a:lnTo>
                  <a:lnTo>
                    <a:pt x="0" y="107741"/>
                  </a:lnTo>
                  <a:lnTo>
                    <a:pt x="39026" y="68715"/>
                  </a:lnTo>
                  <a:lnTo>
                    <a:pt x="0" y="29503"/>
                  </a:lnTo>
                  <a:lnTo>
                    <a:pt x="29503" y="0"/>
                  </a:lnTo>
                  <a:lnTo>
                    <a:pt x="68715" y="39026"/>
                  </a:lnTo>
                  <a:lnTo>
                    <a:pt x="98218" y="68715"/>
                  </a:lnTo>
                  <a:close/>
                </a:path>
              </a:pathLst>
            </a:custGeom>
            <a:solidFill>
              <a:schemeClr val="tx1"/>
            </a:solidFill>
            <a:ln w="18672" cap="flat">
              <a:noFill/>
              <a:prstDash val="solid"/>
              <a:miter/>
            </a:ln>
          </p:spPr>
          <p:txBody>
            <a:bodyPr rtlCol="0" anchor="ctr"/>
            <a:lstStyle/>
            <a:p>
              <a:endParaRPr lang="en-ZA"/>
            </a:p>
          </p:txBody>
        </p:sp>
      </p:grpSp>
      <p:grpSp>
        <p:nvGrpSpPr>
          <p:cNvPr id="86" name="Graphic 63">
            <a:extLst>
              <a:ext uri="{FF2B5EF4-FFF2-40B4-BE49-F238E27FC236}">
                <a16:creationId xmlns:a16="http://schemas.microsoft.com/office/drawing/2014/main" id="{6C7EAC31-1BBB-5E11-099D-835FBCEE7235}"/>
              </a:ext>
            </a:extLst>
          </p:cNvPr>
          <p:cNvGrpSpPr>
            <a:grpSpLocks noGrp="1" noUngrp="1" noRot="1" noMove="1" noResize="1"/>
          </p:cNvGrpSpPr>
          <p:nvPr/>
        </p:nvGrpSpPr>
        <p:grpSpPr>
          <a:xfrm>
            <a:off x="3010376" y="5720601"/>
            <a:ext cx="264777" cy="264777"/>
            <a:chOff x="5960063" y="5720601"/>
            <a:chExt cx="264777" cy="264777"/>
          </a:xfrm>
        </p:grpSpPr>
        <p:sp>
          <p:nvSpPr>
            <p:cNvPr id="87" name="Freeform: Shape 86">
              <a:extLst>
                <a:ext uri="{FF2B5EF4-FFF2-40B4-BE49-F238E27FC236}">
                  <a16:creationId xmlns:a16="http://schemas.microsoft.com/office/drawing/2014/main" id="{B2B9158D-8677-6ADB-3469-C6D06182717B}"/>
                </a:ext>
              </a:extLst>
            </p:cNvPr>
            <p:cNvSpPr>
              <a:spLocks noGrp="1" noRot="1" noMove="1" noResize="1" noEditPoints="1" noAdjustHandles="1" noChangeArrowheads="1" noChangeShapeType="1"/>
            </p:cNvSpPr>
            <p:nvPr/>
          </p:nvSpPr>
          <p:spPr>
            <a:xfrm>
              <a:off x="5960063" y="5720601"/>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3" y="264777"/>
                    <a:pt x="0" y="205505"/>
                    <a:pt x="0" y="132389"/>
                  </a:cubicBezTo>
                  <a:cubicBezTo>
                    <a:pt x="0" y="59272"/>
                    <a:pt x="59273"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88" name="Freeform: Shape 87">
              <a:extLst>
                <a:ext uri="{FF2B5EF4-FFF2-40B4-BE49-F238E27FC236}">
                  <a16:creationId xmlns:a16="http://schemas.microsoft.com/office/drawing/2014/main" id="{4400FD6A-2F62-6CCA-D21C-75CA0A11D164}"/>
                </a:ext>
              </a:extLst>
            </p:cNvPr>
            <p:cNvSpPr>
              <a:spLocks noGrp="1" noRot="1" noMove="1" noResize="1" noEditPoints="1" noAdjustHandles="1" noChangeArrowheads="1" noChangeShapeType="1"/>
            </p:cNvSpPr>
            <p:nvPr/>
          </p:nvSpPr>
          <p:spPr>
            <a:xfrm>
              <a:off x="6036621" y="5784274"/>
              <a:ext cx="98404" cy="137430"/>
            </a:xfrm>
            <a:custGeom>
              <a:avLst/>
              <a:gdLst>
                <a:gd name="connsiteX0" fmla="*/ 0 w 98404"/>
                <a:gd name="connsiteY0" fmla="*/ 68715 h 137430"/>
                <a:gd name="connsiteX1" fmla="*/ 29689 w 98404"/>
                <a:gd name="connsiteY1" fmla="*/ 39026 h 137430"/>
                <a:gd name="connsiteX2" fmla="*/ 68715 w 98404"/>
                <a:gd name="connsiteY2" fmla="*/ 0 h 137430"/>
                <a:gd name="connsiteX3" fmla="*/ 98404 w 98404"/>
                <a:gd name="connsiteY3" fmla="*/ 29689 h 137430"/>
                <a:gd name="connsiteX4" fmla="*/ 59192 w 98404"/>
                <a:gd name="connsiteY4" fmla="*/ 68715 h 137430"/>
                <a:gd name="connsiteX5" fmla="*/ 98404 w 98404"/>
                <a:gd name="connsiteY5" fmla="*/ 107741 h 137430"/>
                <a:gd name="connsiteX6" fmla="*/ 68715 w 98404"/>
                <a:gd name="connsiteY6" fmla="*/ 137430 h 137430"/>
                <a:gd name="connsiteX7" fmla="*/ 29689 w 98404"/>
                <a:gd name="connsiteY7" fmla="*/ 98218 h 137430"/>
                <a:gd name="connsiteX8" fmla="*/ 0 w 98404"/>
                <a:gd name="connsiteY8" fmla="*/ 68715 h 137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4" h="137430">
                  <a:moveTo>
                    <a:pt x="0" y="68715"/>
                  </a:moveTo>
                  <a:lnTo>
                    <a:pt x="29689" y="39026"/>
                  </a:lnTo>
                  <a:lnTo>
                    <a:pt x="68715" y="0"/>
                  </a:lnTo>
                  <a:lnTo>
                    <a:pt x="98404" y="29689"/>
                  </a:lnTo>
                  <a:lnTo>
                    <a:pt x="59192" y="68715"/>
                  </a:lnTo>
                  <a:lnTo>
                    <a:pt x="98404" y="107741"/>
                  </a:lnTo>
                  <a:lnTo>
                    <a:pt x="68715" y="137430"/>
                  </a:lnTo>
                  <a:lnTo>
                    <a:pt x="29689" y="98218"/>
                  </a:lnTo>
                  <a:lnTo>
                    <a:pt x="0" y="68715"/>
                  </a:lnTo>
                  <a:close/>
                </a:path>
              </a:pathLst>
            </a:custGeom>
            <a:solidFill>
              <a:schemeClr val="tx1"/>
            </a:solidFill>
            <a:ln w="18672" cap="flat">
              <a:noFill/>
              <a:prstDash val="solid"/>
              <a:miter/>
            </a:ln>
          </p:spPr>
          <p:txBody>
            <a:bodyPr rtlCol="0" anchor="ctr"/>
            <a:lstStyle/>
            <a:p>
              <a:endParaRPr lang="en-ZA"/>
            </a:p>
          </p:txBody>
        </p:sp>
      </p:grpSp>
      <p:grpSp>
        <p:nvGrpSpPr>
          <p:cNvPr id="89" name="Graphic 63">
            <a:extLst>
              <a:ext uri="{FF2B5EF4-FFF2-40B4-BE49-F238E27FC236}">
                <a16:creationId xmlns:a16="http://schemas.microsoft.com/office/drawing/2014/main" id="{F039CEE6-86BD-0D55-BA58-0BB3A57B8B14}"/>
              </a:ext>
            </a:extLst>
          </p:cNvPr>
          <p:cNvGrpSpPr>
            <a:grpSpLocks noGrp="1" noUngrp="1" noRot="1" noMove="1" noResize="1"/>
          </p:cNvGrpSpPr>
          <p:nvPr/>
        </p:nvGrpSpPr>
        <p:grpSpPr>
          <a:xfrm>
            <a:off x="4993779" y="3737200"/>
            <a:ext cx="264777" cy="264777"/>
            <a:chOff x="7943466" y="3737200"/>
            <a:chExt cx="264777" cy="264777"/>
          </a:xfrm>
        </p:grpSpPr>
        <p:sp>
          <p:nvSpPr>
            <p:cNvPr id="90" name="Freeform: Shape 89">
              <a:extLst>
                <a:ext uri="{FF2B5EF4-FFF2-40B4-BE49-F238E27FC236}">
                  <a16:creationId xmlns:a16="http://schemas.microsoft.com/office/drawing/2014/main" id="{DB1C4F89-2B9D-47FC-5988-D9DCAADE21EF}"/>
                </a:ext>
              </a:extLst>
            </p:cNvPr>
            <p:cNvSpPr>
              <a:spLocks noGrp="1" noRot="1" noMove="1" noResize="1" noEditPoints="1" noAdjustHandles="1" noChangeArrowheads="1" noChangeShapeType="1"/>
            </p:cNvSpPr>
            <p:nvPr/>
          </p:nvSpPr>
          <p:spPr>
            <a:xfrm>
              <a:off x="7943466" y="37372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91" name="Freeform: Shape 90">
              <a:extLst>
                <a:ext uri="{FF2B5EF4-FFF2-40B4-BE49-F238E27FC236}">
                  <a16:creationId xmlns:a16="http://schemas.microsoft.com/office/drawing/2014/main" id="{5D3E2B30-44FB-710A-5533-B6C623ADCDC8}"/>
                </a:ext>
              </a:extLst>
            </p:cNvPr>
            <p:cNvSpPr>
              <a:spLocks noGrp="1" noRot="1" noMove="1" noResize="1" noEditPoints="1" noAdjustHandles="1" noChangeArrowheads="1" noChangeShapeType="1"/>
            </p:cNvSpPr>
            <p:nvPr/>
          </p:nvSpPr>
          <p:spPr>
            <a:xfrm>
              <a:off x="8007139" y="3827015"/>
              <a:ext cx="137430" cy="98217"/>
            </a:xfrm>
            <a:custGeom>
              <a:avLst/>
              <a:gdLst>
                <a:gd name="connsiteX0" fmla="*/ 68715 w 137430"/>
                <a:gd name="connsiteY0" fmla="*/ 98218 h 98217"/>
                <a:gd name="connsiteX1" fmla="*/ 39026 w 137430"/>
                <a:gd name="connsiteY1" fmla="*/ 68715 h 98217"/>
                <a:gd name="connsiteX2" fmla="*/ 0 w 137430"/>
                <a:gd name="connsiteY2" fmla="*/ 29503 h 98217"/>
                <a:gd name="connsiteX3" fmla="*/ 29689 w 137430"/>
                <a:gd name="connsiteY3" fmla="*/ 0 h 98217"/>
                <a:gd name="connsiteX4" fmla="*/ 68715 w 137430"/>
                <a:gd name="connsiteY4" fmla="*/ 39026 h 98217"/>
                <a:gd name="connsiteX5" fmla="*/ 107741 w 137430"/>
                <a:gd name="connsiteY5" fmla="*/ 0 h 98217"/>
                <a:gd name="connsiteX6" fmla="*/ 137430 w 137430"/>
                <a:gd name="connsiteY6" fmla="*/ 29503 h 98217"/>
                <a:gd name="connsiteX7" fmla="*/ 98218 w 137430"/>
                <a:gd name="connsiteY7" fmla="*/ 68715 h 98217"/>
                <a:gd name="connsiteX8" fmla="*/ 68715 w 137430"/>
                <a:gd name="connsiteY8" fmla="*/ 98218 h 98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430" h="98217">
                  <a:moveTo>
                    <a:pt x="68715" y="98218"/>
                  </a:moveTo>
                  <a:lnTo>
                    <a:pt x="39026" y="68715"/>
                  </a:lnTo>
                  <a:lnTo>
                    <a:pt x="0" y="29503"/>
                  </a:lnTo>
                  <a:lnTo>
                    <a:pt x="29689" y="0"/>
                  </a:lnTo>
                  <a:lnTo>
                    <a:pt x="68715" y="39026"/>
                  </a:lnTo>
                  <a:lnTo>
                    <a:pt x="107741" y="0"/>
                  </a:lnTo>
                  <a:lnTo>
                    <a:pt x="137430" y="29503"/>
                  </a:lnTo>
                  <a:lnTo>
                    <a:pt x="98218" y="68715"/>
                  </a:lnTo>
                  <a:lnTo>
                    <a:pt x="68715" y="98218"/>
                  </a:lnTo>
                  <a:close/>
                </a:path>
              </a:pathLst>
            </a:custGeom>
            <a:solidFill>
              <a:schemeClr val="tx1"/>
            </a:solidFill>
            <a:ln w="18672" cap="flat">
              <a:noFill/>
              <a:prstDash val="solid"/>
              <a:miter/>
            </a:ln>
          </p:spPr>
          <p:txBody>
            <a:bodyPr rtlCol="0" anchor="ctr"/>
            <a:lstStyle/>
            <a:p>
              <a:endParaRPr lang="en-ZA"/>
            </a:p>
          </p:txBody>
        </p:sp>
      </p:grpSp>
      <p:grpSp>
        <p:nvGrpSpPr>
          <p:cNvPr id="92" name="Graphic 63">
            <a:extLst>
              <a:ext uri="{FF2B5EF4-FFF2-40B4-BE49-F238E27FC236}">
                <a16:creationId xmlns:a16="http://schemas.microsoft.com/office/drawing/2014/main" id="{0BAEA8E6-B739-D1D7-1EBC-D30EE9B2C97C}"/>
              </a:ext>
            </a:extLst>
          </p:cNvPr>
          <p:cNvGrpSpPr>
            <a:grpSpLocks noGrp="1" noUngrp="1" noRot="1" noMove="1" noResize="1"/>
          </p:cNvGrpSpPr>
          <p:nvPr/>
        </p:nvGrpSpPr>
        <p:grpSpPr>
          <a:xfrm>
            <a:off x="1026974" y="3737200"/>
            <a:ext cx="264777" cy="264777"/>
            <a:chOff x="3976661" y="3737200"/>
            <a:chExt cx="264777" cy="264777"/>
          </a:xfrm>
        </p:grpSpPr>
        <p:sp>
          <p:nvSpPr>
            <p:cNvPr id="93" name="Freeform: Shape 92">
              <a:extLst>
                <a:ext uri="{FF2B5EF4-FFF2-40B4-BE49-F238E27FC236}">
                  <a16:creationId xmlns:a16="http://schemas.microsoft.com/office/drawing/2014/main" id="{DFB13B8D-6185-A1BF-0390-409F4E0A4934}"/>
                </a:ext>
              </a:extLst>
            </p:cNvPr>
            <p:cNvSpPr>
              <a:spLocks noGrp="1" noRot="1" noMove="1" noResize="1" noEditPoints="1" noAdjustHandles="1" noChangeArrowheads="1" noChangeShapeType="1"/>
            </p:cNvSpPr>
            <p:nvPr/>
          </p:nvSpPr>
          <p:spPr>
            <a:xfrm>
              <a:off x="3976661" y="3737200"/>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94" name="Freeform: Shape 93">
              <a:extLst>
                <a:ext uri="{FF2B5EF4-FFF2-40B4-BE49-F238E27FC236}">
                  <a16:creationId xmlns:a16="http://schemas.microsoft.com/office/drawing/2014/main" id="{EBBB664B-A147-A0ED-8D59-A257044149E6}"/>
                </a:ext>
              </a:extLst>
            </p:cNvPr>
            <p:cNvSpPr>
              <a:spLocks noGrp="1" noRot="1" noMove="1" noResize="1" noEditPoints="1" noAdjustHandles="1" noChangeArrowheads="1" noChangeShapeType="1"/>
            </p:cNvSpPr>
            <p:nvPr/>
          </p:nvSpPr>
          <p:spPr>
            <a:xfrm>
              <a:off x="4040334" y="3813758"/>
              <a:ext cx="137430" cy="98404"/>
            </a:xfrm>
            <a:custGeom>
              <a:avLst/>
              <a:gdLst>
                <a:gd name="connsiteX0" fmla="*/ 68715 w 137430"/>
                <a:gd name="connsiteY0" fmla="*/ 0 h 98404"/>
                <a:gd name="connsiteX1" fmla="*/ 98218 w 137430"/>
                <a:gd name="connsiteY1" fmla="*/ 29689 h 98404"/>
                <a:gd name="connsiteX2" fmla="*/ 137430 w 137430"/>
                <a:gd name="connsiteY2" fmla="*/ 68715 h 98404"/>
                <a:gd name="connsiteX3" fmla="*/ 107741 w 137430"/>
                <a:gd name="connsiteY3" fmla="*/ 98404 h 98404"/>
                <a:gd name="connsiteX4" fmla="*/ 68715 w 137430"/>
                <a:gd name="connsiteY4" fmla="*/ 59192 h 98404"/>
                <a:gd name="connsiteX5" fmla="*/ 29503 w 137430"/>
                <a:gd name="connsiteY5" fmla="*/ 98404 h 98404"/>
                <a:gd name="connsiteX6" fmla="*/ 0 w 137430"/>
                <a:gd name="connsiteY6" fmla="*/ 68715 h 98404"/>
                <a:gd name="connsiteX7" fmla="*/ 39026 w 137430"/>
                <a:gd name="connsiteY7" fmla="*/ 29689 h 98404"/>
                <a:gd name="connsiteX8" fmla="*/ 68715 w 137430"/>
                <a:gd name="connsiteY8" fmla="*/ 0 h 98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430" h="98404">
                  <a:moveTo>
                    <a:pt x="68715" y="0"/>
                  </a:moveTo>
                  <a:lnTo>
                    <a:pt x="98218" y="29689"/>
                  </a:lnTo>
                  <a:lnTo>
                    <a:pt x="137430" y="68715"/>
                  </a:lnTo>
                  <a:lnTo>
                    <a:pt x="107741" y="98404"/>
                  </a:lnTo>
                  <a:lnTo>
                    <a:pt x="68715" y="59192"/>
                  </a:lnTo>
                  <a:lnTo>
                    <a:pt x="29503" y="98404"/>
                  </a:lnTo>
                  <a:lnTo>
                    <a:pt x="0" y="68715"/>
                  </a:lnTo>
                  <a:lnTo>
                    <a:pt x="39026" y="29689"/>
                  </a:lnTo>
                  <a:lnTo>
                    <a:pt x="68715" y="0"/>
                  </a:lnTo>
                  <a:close/>
                </a:path>
              </a:pathLst>
            </a:custGeom>
            <a:solidFill>
              <a:schemeClr val="tx1"/>
            </a:solidFill>
            <a:ln w="18672" cap="flat">
              <a:noFill/>
              <a:prstDash val="solid"/>
              <a:miter/>
            </a:ln>
          </p:spPr>
          <p:txBody>
            <a:bodyPr rtlCol="0" anchor="ctr"/>
            <a:lstStyle/>
            <a:p>
              <a:endParaRPr lang="en-ZA"/>
            </a:p>
          </p:txBody>
        </p:sp>
      </p:grpSp>
      <p:grpSp>
        <p:nvGrpSpPr>
          <p:cNvPr id="95" name="Graphic 63">
            <a:extLst>
              <a:ext uri="{FF2B5EF4-FFF2-40B4-BE49-F238E27FC236}">
                <a16:creationId xmlns:a16="http://schemas.microsoft.com/office/drawing/2014/main" id="{849F9709-8987-746B-A447-99FF1D227E0F}"/>
              </a:ext>
            </a:extLst>
          </p:cNvPr>
          <p:cNvGrpSpPr>
            <a:grpSpLocks noGrp="1" noUngrp="1" noRot="1" noMove="1" noResize="1"/>
          </p:cNvGrpSpPr>
          <p:nvPr/>
        </p:nvGrpSpPr>
        <p:grpSpPr>
          <a:xfrm>
            <a:off x="4412874" y="5139697"/>
            <a:ext cx="264777" cy="264777"/>
            <a:chOff x="7362561" y="5139697"/>
            <a:chExt cx="264777" cy="264777"/>
          </a:xfrm>
        </p:grpSpPr>
        <p:sp>
          <p:nvSpPr>
            <p:cNvPr id="96" name="Freeform: Shape 95">
              <a:extLst>
                <a:ext uri="{FF2B5EF4-FFF2-40B4-BE49-F238E27FC236}">
                  <a16:creationId xmlns:a16="http://schemas.microsoft.com/office/drawing/2014/main" id="{8F1D93FA-3F53-4116-EA5E-43C7F1159E97}"/>
                </a:ext>
              </a:extLst>
            </p:cNvPr>
            <p:cNvSpPr>
              <a:spLocks noGrp="1" noRot="1" noMove="1" noResize="1" noEditPoints="1" noAdjustHandles="1" noChangeArrowheads="1" noChangeShapeType="1"/>
            </p:cNvSpPr>
            <p:nvPr/>
          </p:nvSpPr>
          <p:spPr>
            <a:xfrm>
              <a:off x="7362561" y="5139697"/>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97" name="Freeform: Shape 96">
              <a:extLst>
                <a:ext uri="{FF2B5EF4-FFF2-40B4-BE49-F238E27FC236}">
                  <a16:creationId xmlns:a16="http://schemas.microsoft.com/office/drawing/2014/main" id="{667644A4-B355-1A90-3E3C-6DF660989ECB}"/>
                </a:ext>
              </a:extLst>
            </p:cNvPr>
            <p:cNvSpPr>
              <a:spLocks noGrp="1" noRot="1" noMove="1" noResize="1" noEditPoints="1" noAdjustHandles="1" noChangeArrowheads="1" noChangeShapeType="1"/>
            </p:cNvSpPr>
            <p:nvPr/>
          </p:nvSpPr>
          <p:spPr>
            <a:xfrm>
              <a:off x="7455551" y="5214201"/>
              <a:ext cx="97097" cy="97283"/>
            </a:xfrm>
            <a:custGeom>
              <a:avLst/>
              <a:gdLst>
                <a:gd name="connsiteX0" fmla="*/ 0 w 97097"/>
                <a:gd name="connsiteY0" fmla="*/ 97284 h 97283"/>
                <a:gd name="connsiteX1" fmla="*/ 0 w 97097"/>
                <a:gd name="connsiteY1" fmla="*/ 55457 h 97283"/>
                <a:gd name="connsiteX2" fmla="*/ 0 w 97097"/>
                <a:gd name="connsiteY2" fmla="*/ 0 h 97283"/>
                <a:gd name="connsiteX3" fmla="*/ 41827 w 97097"/>
                <a:gd name="connsiteY3" fmla="*/ 0 h 97283"/>
                <a:gd name="connsiteX4" fmla="*/ 41827 w 97097"/>
                <a:gd name="connsiteY4" fmla="*/ 55457 h 97283"/>
                <a:gd name="connsiteX5" fmla="*/ 97097 w 97097"/>
                <a:gd name="connsiteY5" fmla="*/ 55457 h 97283"/>
                <a:gd name="connsiteX6" fmla="*/ 97097 w 97097"/>
                <a:gd name="connsiteY6" fmla="*/ 97284 h 97283"/>
                <a:gd name="connsiteX7" fmla="*/ 41827 w 97097"/>
                <a:gd name="connsiteY7" fmla="*/ 97284 h 97283"/>
                <a:gd name="connsiteX8" fmla="*/ 0 w 97097"/>
                <a:gd name="connsiteY8" fmla="*/ 97284 h 97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097" h="97283">
                  <a:moveTo>
                    <a:pt x="0" y="97284"/>
                  </a:moveTo>
                  <a:lnTo>
                    <a:pt x="0" y="55457"/>
                  </a:lnTo>
                  <a:lnTo>
                    <a:pt x="0" y="0"/>
                  </a:lnTo>
                  <a:lnTo>
                    <a:pt x="41827" y="0"/>
                  </a:lnTo>
                  <a:lnTo>
                    <a:pt x="41827" y="55457"/>
                  </a:lnTo>
                  <a:lnTo>
                    <a:pt x="97097" y="55457"/>
                  </a:lnTo>
                  <a:lnTo>
                    <a:pt x="97097" y="97284"/>
                  </a:lnTo>
                  <a:lnTo>
                    <a:pt x="41827" y="97284"/>
                  </a:lnTo>
                  <a:lnTo>
                    <a:pt x="0" y="97284"/>
                  </a:lnTo>
                  <a:close/>
                </a:path>
              </a:pathLst>
            </a:custGeom>
            <a:solidFill>
              <a:schemeClr val="tx1"/>
            </a:solidFill>
            <a:ln w="18672" cap="flat">
              <a:noFill/>
              <a:prstDash val="solid"/>
              <a:miter/>
            </a:ln>
          </p:spPr>
          <p:txBody>
            <a:bodyPr rtlCol="0" anchor="ctr"/>
            <a:lstStyle/>
            <a:p>
              <a:endParaRPr lang="en-ZA"/>
            </a:p>
          </p:txBody>
        </p:sp>
      </p:grpSp>
      <p:grpSp>
        <p:nvGrpSpPr>
          <p:cNvPr id="98" name="Graphic 63">
            <a:extLst>
              <a:ext uri="{FF2B5EF4-FFF2-40B4-BE49-F238E27FC236}">
                <a16:creationId xmlns:a16="http://schemas.microsoft.com/office/drawing/2014/main" id="{54974D9B-0C36-C5FB-C1DA-E1FAF3AA39A6}"/>
              </a:ext>
            </a:extLst>
          </p:cNvPr>
          <p:cNvGrpSpPr>
            <a:grpSpLocks noGrp="1" noUngrp="1" noRot="1" noMove="1" noResize="1"/>
          </p:cNvGrpSpPr>
          <p:nvPr/>
        </p:nvGrpSpPr>
        <p:grpSpPr>
          <a:xfrm>
            <a:off x="1607878" y="2334703"/>
            <a:ext cx="264777" cy="264777"/>
            <a:chOff x="4557565" y="2334703"/>
            <a:chExt cx="264777" cy="264777"/>
          </a:xfrm>
        </p:grpSpPr>
        <p:sp>
          <p:nvSpPr>
            <p:cNvPr id="99" name="Freeform: Shape 98">
              <a:extLst>
                <a:ext uri="{FF2B5EF4-FFF2-40B4-BE49-F238E27FC236}">
                  <a16:creationId xmlns:a16="http://schemas.microsoft.com/office/drawing/2014/main" id="{07DCCA91-34AC-BDDB-D85A-E17E5CB371C0}"/>
                </a:ext>
              </a:extLst>
            </p:cNvPr>
            <p:cNvSpPr>
              <a:spLocks noGrp="1" noRot="1" noMove="1" noResize="1" noEditPoints="1" noAdjustHandles="1" noChangeArrowheads="1" noChangeShapeType="1"/>
            </p:cNvSpPr>
            <p:nvPr/>
          </p:nvSpPr>
          <p:spPr>
            <a:xfrm>
              <a:off x="4557565" y="2334703"/>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100" name="Freeform: Shape 99">
              <a:extLst>
                <a:ext uri="{FF2B5EF4-FFF2-40B4-BE49-F238E27FC236}">
                  <a16:creationId xmlns:a16="http://schemas.microsoft.com/office/drawing/2014/main" id="{74BA2AFD-1796-C078-C22E-D0A1B70D4BED}"/>
                </a:ext>
              </a:extLst>
            </p:cNvPr>
            <p:cNvSpPr>
              <a:spLocks noGrp="1" noRot="1" noMove="1" noResize="1" noEditPoints="1" noAdjustHandles="1" noChangeArrowheads="1" noChangeShapeType="1"/>
            </p:cNvSpPr>
            <p:nvPr/>
          </p:nvSpPr>
          <p:spPr>
            <a:xfrm>
              <a:off x="4632068" y="2427693"/>
              <a:ext cx="97284" cy="97097"/>
            </a:xfrm>
            <a:custGeom>
              <a:avLst/>
              <a:gdLst>
                <a:gd name="connsiteX0" fmla="*/ 97284 w 97284"/>
                <a:gd name="connsiteY0" fmla="*/ 0 h 97097"/>
                <a:gd name="connsiteX1" fmla="*/ 97284 w 97284"/>
                <a:gd name="connsiteY1" fmla="*/ 41827 h 97097"/>
                <a:gd name="connsiteX2" fmla="*/ 97284 w 97284"/>
                <a:gd name="connsiteY2" fmla="*/ 97097 h 97097"/>
                <a:gd name="connsiteX3" fmla="*/ 55458 w 97284"/>
                <a:gd name="connsiteY3" fmla="*/ 97097 h 97097"/>
                <a:gd name="connsiteX4" fmla="*/ 55458 w 97284"/>
                <a:gd name="connsiteY4" fmla="*/ 41827 h 97097"/>
                <a:gd name="connsiteX5" fmla="*/ 0 w 97284"/>
                <a:gd name="connsiteY5" fmla="*/ 41827 h 97097"/>
                <a:gd name="connsiteX6" fmla="*/ 0 w 97284"/>
                <a:gd name="connsiteY6" fmla="*/ 0 h 97097"/>
                <a:gd name="connsiteX7" fmla="*/ 55458 w 97284"/>
                <a:gd name="connsiteY7" fmla="*/ 0 h 97097"/>
                <a:gd name="connsiteX8" fmla="*/ 97284 w 97284"/>
                <a:gd name="connsiteY8" fmla="*/ 0 h 9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284" h="97097">
                  <a:moveTo>
                    <a:pt x="97284" y="0"/>
                  </a:moveTo>
                  <a:lnTo>
                    <a:pt x="97284" y="41827"/>
                  </a:lnTo>
                  <a:lnTo>
                    <a:pt x="97284" y="97097"/>
                  </a:lnTo>
                  <a:lnTo>
                    <a:pt x="55458" y="97097"/>
                  </a:lnTo>
                  <a:lnTo>
                    <a:pt x="55458" y="41827"/>
                  </a:lnTo>
                  <a:lnTo>
                    <a:pt x="0" y="41827"/>
                  </a:lnTo>
                  <a:lnTo>
                    <a:pt x="0" y="0"/>
                  </a:lnTo>
                  <a:lnTo>
                    <a:pt x="55458" y="0"/>
                  </a:lnTo>
                  <a:lnTo>
                    <a:pt x="97284" y="0"/>
                  </a:lnTo>
                  <a:close/>
                </a:path>
              </a:pathLst>
            </a:custGeom>
            <a:solidFill>
              <a:schemeClr val="tx1"/>
            </a:solidFill>
            <a:ln w="18672" cap="flat">
              <a:noFill/>
              <a:prstDash val="solid"/>
              <a:miter/>
            </a:ln>
          </p:spPr>
          <p:txBody>
            <a:bodyPr rtlCol="0" anchor="ctr"/>
            <a:lstStyle/>
            <a:p>
              <a:endParaRPr lang="en-ZA"/>
            </a:p>
          </p:txBody>
        </p:sp>
      </p:grpSp>
      <p:grpSp>
        <p:nvGrpSpPr>
          <p:cNvPr id="101" name="Graphic 63">
            <a:extLst>
              <a:ext uri="{FF2B5EF4-FFF2-40B4-BE49-F238E27FC236}">
                <a16:creationId xmlns:a16="http://schemas.microsoft.com/office/drawing/2014/main" id="{649E09EA-E96C-F30B-72E3-D799BB5A7231}"/>
              </a:ext>
            </a:extLst>
          </p:cNvPr>
          <p:cNvGrpSpPr>
            <a:grpSpLocks noGrp="1" noUngrp="1" noRot="1" noMove="1" noResize="1"/>
          </p:cNvGrpSpPr>
          <p:nvPr/>
        </p:nvGrpSpPr>
        <p:grpSpPr>
          <a:xfrm>
            <a:off x="4412874" y="2334703"/>
            <a:ext cx="264777" cy="264777"/>
            <a:chOff x="7362561" y="2334703"/>
            <a:chExt cx="264777" cy="264777"/>
          </a:xfrm>
        </p:grpSpPr>
        <p:sp>
          <p:nvSpPr>
            <p:cNvPr id="102" name="Freeform: Shape 101">
              <a:extLst>
                <a:ext uri="{FF2B5EF4-FFF2-40B4-BE49-F238E27FC236}">
                  <a16:creationId xmlns:a16="http://schemas.microsoft.com/office/drawing/2014/main" id="{16C37337-1816-01B8-D918-AF1CE71D8E7F}"/>
                </a:ext>
              </a:extLst>
            </p:cNvPr>
            <p:cNvSpPr>
              <a:spLocks noGrp="1" noRot="1" noMove="1" noResize="1" noEditPoints="1" noAdjustHandles="1" noChangeArrowheads="1" noChangeShapeType="1"/>
            </p:cNvSpPr>
            <p:nvPr/>
          </p:nvSpPr>
          <p:spPr>
            <a:xfrm>
              <a:off x="7362561" y="2334703"/>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103" name="Freeform: Shape 102">
              <a:extLst>
                <a:ext uri="{FF2B5EF4-FFF2-40B4-BE49-F238E27FC236}">
                  <a16:creationId xmlns:a16="http://schemas.microsoft.com/office/drawing/2014/main" id="{CADC3099-7151-06DD-6F6A-82618272BF21}"/>
                </a:ext>
              </a:extLst>
            </p:cNvPr>
            <p:cNvSpPr>
              <a:spLocks noGrp="1" noRot="1" noMove="1" noResize="1" noEditPoints="1" noAdjustHandles="1" noChangeArrowheads="1" noChangeShapeType="1"/>
            </p:cNvSpPr>
            <p:nvPr/>
          </p:nvSpPr>
          <p:spPr>
            <a:xfrm>
              <a:off x="7437065" y="2409207"/>
              <a:ext cx="97284" cy="97284"/>
            </a:xfrm>
            <a:custGeom>
              <a:avLst/>
              <a:gdLst>
                <a:gd name="connsiteX0" fmla="*/ 97284 w 97284"/>
                <a:gd name="connsiteY0" fmla="*/ 97284 h 97284"/>
                <a:gd name="connsiteX1" fmla="*/ 55457 w 97284"/>
                <a:gd name="connsiteY1" fmla="*/ 97284 h 97284"/>
                <a:gd name="connsiteX2" fmla="*/ 0 w 97284"/>
                <a:gd name="connsiteY2" fmla="*/ 97284 h 97284"/>
                <a:gd name="connsiteX3" fmla="*/ 0 w 97284"/>
                <a:gd name="connsiteY3" fmla="*/ 55458 h 97284"/>
                <a:gd name="connsiteX4" fmla="*/ 55457 w 97284"/>
                <a:gd name="connsiteY4" fmla="*/ 55458 h 97284"/>
                <a:gd name="connsiteX5" fmla="*/ 55457 w 97284"/>
                <a:gd name="connsiteY5" fmla="*/ 0 h 97284"/>
                <a:gd name="connsiteX6" fmla="*/ 97284 w 97284"/>
                <a:gd name="connsiteY6" fmla="*/ 0 h 97284"/>
                <a:gd name="connsiteX7" fmla="*/ 97284 w 97284"/>
                <a:gd name="connsiteY7" fmla="*/ 55458 h 97284"/>
                <a:gd name="connsiteX8" fmla="*/ 97284 w 97284"/>
                <a:gd name="connsiteY8" fmla="*/ 97284 h 9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284" h="97284">
                  <a:moveTo>
                    <a:pt x="97284" y="97284"/>
                  </a:moveTo>
                  <a:lnTo>
                    <a:pt x="55457" y="97284"/>
                  </a:lnTo>
                  <a:lnTo>
                    <a:pt x="0" y="97284"/>
                  </a:lnTo>
                  <a:lnTo>
                    <a:pt x="0" y="55458"/>
                  </a:lnTo>
                  <a:lnTo>
                    <a:pt x="55457" y="55458"/>
                  </a:lnTo>
                  <a:lnTo>
                    <a:pt x="55457" y="0"/>
                  </a:lnTo>
                  <a:lnTo>
                    <a:pt x="97284" y="0"/>
                  </a:lnTo>
                  <a:lnTo>
                    <a:pt x="97284" y="55458"/>
                  </a:lnTo>
                  <a:lnTo>
                    <a:pt x="97284" y="97284"/>
                  </a:lnTo>
                  <a:close/>
                </a:path>
              </a:pathLst>
            </a:custGeom>
            <a:solidFill>
              <a:schemeClr val="tx1"/>
            </a:solidFill>
            <a:ln w="18672" cap="flat">
              <a:noFill/>
              <a:prstDash val="solid"/>
              <a:miter/>
            </a:ln>
          </p:spPr>
          <p:txBody>
            <a:bodyPr rtlCol="0" anchor="ctr"/>
            <a:lstStyle/>
            <a:p>
              <a:endParaRPr lang="en-ZA" dirty="0"/>
            </a:p>
          </p:txBody>
        </p:sp>
      </p:grpSp>
      <p:grpSp>
        <p:nvGrpSpPr>
          <p:cNvPr id="104" name="Graphic 63">
            <a:extLst>
              <a:ext uri="{FF2B5EF4-FFF2-40B4-BE49-F238E27FC236}">
                <a16:creationId xmlns:a16="http://schemas.microsoft.com/office/drawing/2014/main" id="{D7942BC3-77C8-BB27-99D3-72D58CFD1B39}"/>
              </a:ext>
            </a:extLst>
          </p:cNvPr>
          <p:cNvGrpSpPr>
            <a:grpSpLocks noGrp="1" noUngrp="1" noRot="1" noMove="1" noResize="1"/>
          </p:cNvGrpSpPr>
          <p:nvPr/>
        </p:nvGrpSpPr>
        <p:grpSpPr>
          <a:xfrm>
            <a:off x="1607878" y="5139697"/>
            <a:ext cx="264777" cy="264777"/>
            <a:chOff x="4557565" y="5139697"/>
            <a:chExt cx="264777" cy="264777"/>
          </a:xfrm>
        </p:grpSpPr>
        <p:sp>
          <p:nvSpPr>
            <p:cNvPr id="105" name="Freeform: Shape 104">
              <a:extLst>
                <a:ext uri="{FF2B5EF4-FFF2-40B4-BE49-F238E27FC236}">
                  <a16:creationId xmlns:a16="http://schemas.microsoft.com/office/drawing/2014/main" id="{4DCBE54B-783C-2FD2-7862-AD7D8980184E}"/>
                </a:ext>
              </a:extLst>
            </p:cNvPr>
            <p:cNvSpPr>
              <a:spLocks noGrp="1" noRot="1" noMove="1" noResize="1" noEditPoints="1" noAdjustHandles="1" noChangeArrowheads="1" noChangeShapeType="1"/>
            </p:cNvSpPr>
            <p:nvPr/>
          </p:nvSpPr>
          <p:spPr>
            <a:xfrm>
              <a:off x="4557565" y="5139697"/>
              <a:ext cx="264777" cy="264777"/>
            </a:xfrm>
            <a:custGeom>
              <a:avLst/>
              <a:gdLst>
                <a:gd name="connsiteX0" fmla="*/ 264777 w 264777"/>
                <a:gd name="connsiteY0" fmla="*/ 132389 h 264777"/>
                <a:gd name="connsiteX1" fmla="*/ 132389 w 264777"/>
                <a:gd name="connsiteY1" fmla="*/ 264777 h 264777"/>
                <a:gd name="connsiteX2" fmla="*/ 0 w 264777"/>
                <a:gd name="connsiteY2" fmla="*/ 132389 h 264777"/>
                <a:gd name="connsiteX3" fmla="*/ 132389 w 264777"/>
                <a:gd name="connsiteY3" fmla="*/ 0 h 264777"/>
                <a:gd name="connsiteX4" fmla="*/ 264777 w 264777"/>
                <a:gd name="connsiteY4" fmla="*/ 132389 h 264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77" h="264777">
                  <a:moveTo>
                    <a:pt x="264777" y="132389"/>
                  </a:moveTo>
                  <a:cubicBezTo>
                    <a:pt x="264777" y="205505"/>
                    <a:pt x="205505" y="264777"/>
                    <a:pt x="132389" y="264777"/>
                  </a:cubicBezTo>
                  <a:cubicBezTo>
                    <a:pt x="59272" y="264777"/>
                    <a:pt x="0" y="205505"/>
                    <a:pt x="0" y="132389"/>
                  </a:cubicBezTo>
                  <a:cubicBezTo>
                    <a:pt x="0" y="59272"/>
                    <a:pt x="59272" y="0"/>
                    <a:pt x="132389" y="0"/>
                  </a:cubicBezTo>
                  <a:cubicBezTo>
                    <a:pt x="205505" y="0"/>
                    <a:pt x="264777" y="59272"/>
                    <a:pt x="264777" y="132389"/>
                  </a:cubicBezTo>
                  <a:close/>
                </a:path>
              </a:pathLst>
            </a:custGeom>
            <a:solidFill>
              <a:srgbClr val="FFFFFF"/>
            </a:solidFill>
            <a:ln w="18672" cap="flat">
              <a:noFill/>
              <a:prstDash val="solid"/>
              <a:miter/>
            </a:ln>
          </p:spPr>
          <p:txBody>
            <a:bodyPr rtlCol="0" anchor="ctr"/>
            <a:lstStyle/>
            <a:p>
              <a:endParaRPr lang="en-ZA"/>
            </a:p>
          </p:txBody>
        </p:sp>
        <p:sp>
          <p:nvSpPr>
            <p:cNvPr id="106" name="Freeform: Shape 105">
              <a:extLst>
                <a:ext uri="{FF2B5EF4-FFF2-40B4-BE49-F238E27FC236}">
                  <a16:creationId xmlns:a16="http://schemas.microsoft.com/office/drawing/2014/main" id="{9A1CE294-939F-18E6-ED80-6DBC3FACBDE1}"/>
                </a:ext>
              </a:extLst>
            </p:cNvPr>
            <p:cNvSpPr>
              <a:spLocks noGrp="1" noRot="1" noMove="1" noResize="1" noEditPoints="1" noAdjustHandles="1" noChangeArrowheads="1" noChangeShapeType="1"/>
            </p:cNvSpPr>
            <p:nvPr/>
          </p:nvSpPr>
          <p:spPr>
            <a:xfrm>
              <a:off x="4650554" y="5232686"/>
              <a:ext cx="97097" cy="97097"/>
            </a:xfrm>
            <a:custGeom>
              <a:avLst/>
              <a:gdLst>
                <a:gd name="connsiteX0" fmla="*/ 0 w 97097"/>
                <a:gd name="connsiteY0" fmla="*/ 0 h 97097"/>
                <a:gd name="connsiteX1" fmla="*/ 41827 w 97097"/>
                <a:gd name="connsiteY1" fmla="*/ 0 h 97097"/>
                <a:gd name="connsiteX2" fmla="*/ 97097 w 97097"/>
                <a:gd name="connsiteY2" fmla="*/ 0 h 97097"/>
                <a:gd name="connsiteX3" fmla="*/ 97097 w 97097"/>
                <a:gd name="connsiteY3" fmla="*/ 41827 h 97097"/>
                <a:gd name="connsiteX4" fmla="*/ 41827 w 97097"/>
                <a:gd name="connsiteY4" fmla="*/ 41827 h 97097"/>
                <a:gd name="connsiteX5" fmla="*/ 41827 w 97097"/>
                <a:gd name="connsiteY5" fmla="*/ 97097 h 97097"/>
                <a:gd name="connsiteX6" fmla="*/ 0 w 97097"/>
                <a:gd name="connsiteY6" fmla="*/ 97097 h 97097"/>
                <a:gd name="connsiteX7" fmla="*/ 0 w 97097"/>
                <a:gd name="connsiteY7" fmla="*/ 41827 h 97097"/>
                <a:gd name="connsiteX8" fmla="*/ 0 w 97097"/>
                <a:gd name="connsiteY8" fmla="*/ 0 h 97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7097" h="97097">
                  <a:moveTo>
                    <a:pt x="0" y="0"/>
                  </a:moveTo>
                  <a:lnTo>
                    <a:pt x="41827" y="0"/>
                  </a:lnTo>
                  <a:lnTo>
                    <a:pt x="97097" y="0"/>
                  </a:lnTo>
                  <a:lnTo>
                    <a:pt x="97097" y="41827"/>
                  </a:lnTo>
                  <a:lnTo>
                    <a:pt x="41827" y="41827"/>
                  </a:lnTo>
                  <a:lnTo>
                    <a:pt x="41827" y="97097"/>
                  </a:lnTo>
                  <a:lnTo>
                    <a:pt x="0" y="97097"/>
                  </a:lnTo>
                  <a:lnTo>
                    <a:pt x="0" y="41827"/>
                  </a:lnTo>
                  <a:lnTo>
                    <a:pt x="0" y="0"/>
                  </a:lnTo>
                  <a:close/>
                </a:path>
              </a:pathLst>
            </a:custGeom>
            <a:solidFill>
              <a:schemeClr val="tx1"/>
            </a:solidFill>
            <a:ln w="18672" cap="flat">
              <a:noFill/>
              <a:prstDash val="solid"/>
              <a:miter/>
            </a:ln>
          </p:spPr>
          <p:txBody>
            <a:bodyPr rtlCol="0" anchor="ctr"/>
            <a:lstStyle/>
            <a:p>
              <a:endParaRPr lang="en-ZA"/>
            </a:p>
          </p:txBody>
        </p:sp>
      </p:grpSp>
      <p:grpSp>
        <p:nvGrpSpPr>
          <p:cNvPr id="71" name="Group 70">
            <a:extLst>
              <a:ext uri="{FF2B5EF4-FFF2-40B4-BE49-F238E27FC236}">
                <a16:creationId xmlns:a16="http://schemas.microsoft.com/office/drawing/2014/main" id="{3B7AAB14-CCFF-9A26-0568-426AAB4706D2}"/>
              </a:ext>
            </a:extLst>
          </p:cNvPr>
          <p:cNvGrpSpPr>
            <a:grpSpLocks noGrp="1" noUngrp="1" noRot="1" noMove="1" noResize="1"/>
          </p:cNvGrpSpPr>
          <p:nvPr userDrawn="1"/>
        </p:nvGrpSpPr>
        <p:grpSpPr>
          <a:xfrm>
            <a:off x="1745870" y="2472694"/>
            <a:ext cx="2800886" cy="2800886"/>
            <a:chOff x="4695557" y="2472694"/>
            <a:chExt cx="2800886" cy="2800886"/>
          </a:xfrm>
        </p:grpSpPr>
        <p:pic>
          <p:nvPicPr>
            <p:cNvPr id="68" name="Graphic 67">
              <a:extLst>
                <a:ext uri="{FF2B5EF4-FFF2-40B4-BE49-F238E27FC236}">
                  <a16:creationId xmlns:a16="http://schemas.microsoft.com/office/drawing/2014/main" id="{F692B406-38AE-5155-1542-A4B575564418}"/>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695557" y="2472694"/>
              <a:ext cx="2800886" cy="2800886"/>
            </a:xfrm>
            <a:prstGeom prst="rect">
              <a:avLst/>
            </a:prstGeom>
            <a:effectLst>
              <a:outerShdw blurRad="50800" dist="38100" dir="5400000" algn="t" rotWithShape="0">
                <a:prstClr val="black">
                  <a:alpha val="20000"/>
                </a:prstClr>
              </a:outerShdw>
            </a:effectLst>
          </p:spPr>
        </p:pic>
        <p:pic>
          <p:nvPicPr>
            <p:cNvPr id="70" name="Graphic 69">
              <a:extLst>
                <a:ext uri="{FF2B5EF4-FFF2-40B4-BE49-F238E27FC236}">
                  <a16:creationId xmlns:a16="http://schemas.microsoft.com/office/drawing/2014/main" id="{98C92A07-C8EA-83DA-4667-0CE8767C582B}"/>
                </a:ext>
              </a:extLst>
            </p:cNvPr>
            <p:cNvPicPr>
              <a:picLocks noGrp="1" noRot="1" noChangeAspec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4872945" y="2650084"/>
              <a:ext cx="2446110" cy="2446106"/>
            </a:xfrm>
            <a:prstGeom prst="rect">
              <a:avLst/>
            </a:prstGeom>
            <a:effectLst>
              <a:outerShdw blurRad="50800" dist="38100" dir="5400000" algn="t" rotWithShape="0">
                <a:prstClr val="black">
                  <a:alpha val="20000"/>
                </a:prstClr>
              </a:outerShdw>
            </a:effectLst>
          </p:spPr>
        </p:pic>
      </p:grpSp>
      <p:sp>
        <p:nvSpPr>
          <p:cNvPr id="112" name="Text Placeholder 4">
            <a:extLst>
              <a:ext uri="{FF2B5EF4-FFF2-40B4-BE49-F238E27FC236}">
                <a16:creationId xmlns:a16="http://schemas.microsoft.com/office/drawing/2014/main" id="{8278E410-3849-4BBD-6166-0D34001A4975}"/>
              </a:ext>
            </a:extLst>
          </p:cNvPr>
          <p:cNvSpPr>
            <a:spLocks noGrp="1"/>
          </p:cNvSpPr>
          <p:nvPr>
            <p:ph type="body" sz="quarter" idx="40" hasCustomPrompt="1"/>
          </p:nvPr>
        </p:nvSpPr>
        <p:spPr>
          <a:xfrm>
            <a:off x="2214496" y="2950697"/>
            <a:ext cx="1863634" cy="1863630"/>
          </a:xfrm>
          <a:prstGeom prst="rect">
            <a:avLst/>
          </a:prstGeom>
        </p:spPr>
        <p:txBody>
          <a:bodyPr lIns="0" tIns="0" rIns="0" bIns="0" anchor="ctr" anchorCtr="0">
            <a:noAutofit/>
          </a:bodyPr>
          <a:lstStyle>
            <a:lvl1pPr marL="0" indent="0" algn="ctr">
              <a:lnSpc>
                <a:spcPts val="2000"/>
              </a:lnSpc>
              <a:buFont typeface="Calibri" panose="020F0502020204030204" pitchFamily="34" charset="0"/>
              <a:buNone/>
              <a:defRPr lang="en-GB" sz="2000" b="1" kern="1200" spc="30" baseline="0" noProof="0" dirty="0">
                <a:solidFill>
                  <a:schemeClr val="tx2"/>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DIAGRAM HEADING</a:t>
            </a:r>
          </a:p>
        </p:txBody>
      </p:sp>
      <p:sp>
        <p:nvSpPr>
          <p:cNvPr id="3" name="Text Placeholder 4">
            <a:extLst>
              <a:ext uri="{FF2B5EF4-FFF2-40B4-BE49-F238E27FC236}">
                <a16:creationId xmlns:a16="http://schemas.microsoft.com/office/drawing/2014/main" id="{6F1CDDD8-3918-D26F-71C5-21F71B1AA94D}"/>
              </a:ext>
            </a:extLst>
          </p:cNvPr>
          <p:cNvSpPr>
            <a:spLocks noGrp="1"/>
          </p:cNvSpPr>
          <p:nvPr>
            <p:ph type="body" sz="quarter" idx="39" hasCustomPrompt="1"/>
          </p:nvPr>
        </p:nvSpPr>
        <p:spPr>
          <a:xfrm>
            <a:off x="6584753" y="1510602"/>
            <a:ext cx="209520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 name="Text Placeholder 22">
            <a:extLst>
              <a:ext uri="{FF2B5EF4-FFF2-40B4-BE49-F238E27FC236}">
                <a16:creationId xmlns:a16="http://schemas.microsoft.com/office/drawing/2014/main" id="{7292E65C-BB4D-952A-1FDD-AE6D252D05A1}"/>
              </a:ext>
            </a:extLst>
          </p:cNvPr>
          <p:cNvSpPr>
            <a:spLocks noGrp="1"/>
          </p:cNvSpPr>
          <p:nvPr>
            <p:ph type="body" sz="quarter" idx="66" hasCustomPrompt="1"/>
          </p:nvPr>
        </p:nvSpPr>
        <p:spPr>
          <a:xfrm>
            <a:off x="6584753" y="1768509"/>
            <a:ext cx="2095200"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5" name="Text Placeholder 4">
            <a:extLst>
              <a:ext uri="{FF2B5EF4-FFF2-40B4-BE49-F238E27FC236}">
                <a16:creationId xmlns:a16="http://schemas.microsoft.com/office/drawing/2014/main" id="{912DB32B-6FC4-681D-2426-7EA14E32A2AC}"/>
              </a:ext>
            </a:extLst>
          </p:cNvPr>
          <p:cNvSpPr>
            <a:spLocks noGrp="1"/>
          </p:cNvSpPr>
          <p:nvPr>
            <p:ph type="body" sz="quarter" idx="67" hasCustomPrompt="1"/>
          </p:nvPr>
        </p:nvSpPr>
        <p:spPr>
          <a:xfrm>
            <a:off x="6584753" y="2865763"/>
            <a:ext cx="209520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6" name="Text Placeholder 22">
            <a:extLst>
              <a:ext uri="{FF2B5EF4-FFF2-40B4-BE49-F238E27FC236}">
                <a16:creationId xmlns:a16="http://schemas.microsoft.com/office/drawing/2014/main" id="{B2D0241C-CAB9-63B8-B87E-D061288A56D4}"/>
              </a:ext>
            </a:extLst>
          </p:cNvPr>
          <p:cNvSpPr>
            <a:spLocks noGrp="1"/>
          </p:cNvSpPr>
          <p:nvPr>
            <p:ph type="body" sz="quarter" idx="68" hasCustomPrompt="1"/>
          </p:nvPr>
        </p:nvSpPr>
        <p:spPr>
          <a:xfrm>
            <a:off x="6584753" y="3123670"/>
            <a:ext cx="2095200"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 name="Text Placeholder 4">
            <a:extLst>
              <a:ext uri="{FF2B5EF4-FFF2-40B4-BE49-F238E27FC236}">
                <a16:creationId xmlns:a16="http://schemas.microsoft.com/office/drawing/2014/main" id="{F15D315D-BFC7-6157-4598-E991D43676C0}"/>
              </a:ext>
            </a:extLst>
          </p:cNvPr>
          <p:cNvSpPr>
            <a:spLocks noGrp="1"/>
          </p:cNvSpPr>
          <p:nvPr>
            <p:ph type="body" sz="quarter" idx="69" hasCustomPrompt="1"/>
          </p:nvPr>
        </p:nvSpPr>
        <p:spPr>
          <a:xfrm>
            <a:off x="6584753" y="4220924"/>
            <a:ext cx="209520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8" name="Text Placeholder 22">
            <a:extLst>
              <a:ext uri="{FF2B5EF4-FFF2-40B4-BE49-F238E27FC236}">
                <a16:creationId xmlns:a16="http://schemas.microsoft.com/office/drawing/2014/main" id="{98031A94-73AE-1D99-D011-775AB79A87EB}"/>
              </a:ext>
            </a:extLst>
          </p:cNvPr>
          <p:cNvSpPr>
            <a:spLocks noGrp="1"/>
          </p:cNvSpPr>
          <p:nvPr>
            <p:ph type="body" sz="quarter" idx="70" hasCustomPrompt="1"/>
          </p:nvPr>
        </p:nvSpPr>
        <p:spPr>
          <a:xfrm>
            <a:off x="6584753" y="4478831"/>
            <a:ext cx="2095200"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9" name="Text Placeholder 4">
            <a:extLst>
              <a:ext uri="{FF2B5EF4-FFF2-40B4-BE49-F238E27FC236}">
                <a16:creationId xmlns:a16="http://schemas.microsoft.com/office/drawing/2014/main" id="{0DBCD78B-BA88-B75A-9577-9A7EE8AAAD0E}"/>
              </a:ext>
            </a:extLst>
          </p:cNvPr>
          <p:cNvSpPr>
            <a:spLocks noGrp="1"/>
          </p:cNvSpPr>
          <p:nvPr>
            <p:ph type="body" sz="quarter" idx="71" hasCustomPrompt="1"/>
          </p:nvPr>
        </p:nvSpPr>
        <p:spPr>
          <a:xfrm>
            <a:off x="6584753" y="5576322"/>
            <a:ext cx="209520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0" name="Text Placeholder 22">
            <a:extLst>
              <a:ext uri="{FF2B5EF4-FFF2-40B4-BE49-F238E27FC236}">
                <a16:creationId xmlns:a16="http://schemas.microsoft.com/office/drawing/2014/main" id="{BA4D6BAD-F7AD-EB59-86FB-F933FE59E25E}"/>
              </a:ext>
            </a:extLst>
          </p:cNvPr>
          <p:cNvSpPr>
            <a:spLocks noGrp="1"/>
          </p:cNvSpPr>
          <p:nvPr>
            <p:ph type="body" sz="quarter" idx="72" hasCustomPrompt="1"/>
          </p:nvPr>
        </p:nvSpPr>
        <p:spPr>
          <a:xfrm>
            <a:off x="6584753" y="5834229"/>
            <a:ext cx="2095200"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19" name="Text Placeholder 4">
            <a:extLst>
              <a:ext uri="{FF2B5EF4-FFF2-40B4-BE49-F238E27FC236}">
                <a16:creationId xmlns:a16="http://schemas.microsoft.com/office/drawing/2014/main" id="{721A22FD-0C8D-DF32-4BE7-458A690D766C}"/>
              </a:ext>
            </a:extLst>
          </p:cNvPr>
          <p:cNvSpPr>
            <a:spLocks noGrp="1"/>
          </p:cNvSpPr>
          <p:nvPr>
            <p:ph type="body" sz="quarter" idx="73" hasCustomPrompt="1"/>
          </p:nvPr>
        </p:nvSpPr>
        <p:spPr>
          <a:xfrm>
            <a:off x="9545184" y="1507220"/>
            <a:ext cx="2094374"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0" name="Text Placeholder 22">
            <a:extLst>
              <a:ext uri="{FF2B5EF4-FFF2-40B4-BE49-F238E27FC236}">
                <a16:creationId xmlns:a16="http://schemas.microsoft.com/office/drawing/2014/main" id="{FD7C0C9E-B2F2-F42B-E66E-6CACFB4D28B2}"/>
              </a:ext>
            </a:extLst>
          </p:cNvPr>
          <p:cNvSpPr>
            <a:spLocks noGrp="1"/>
          </p:cNvSpPr>
          <p:nvPr>
            <p:ph type="body" sz="quarter" idx="74" hasCustomPrompt="1"/>
          </p:nvPr>
        </p:nvSpPr>
        <p:spPr>
          <a:xfrm>
            <a:off x="9545184" y="1765127"/>
            <a:ext cx="2094361"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1" name="Text Placeholder 4">
            <a:extLst>
              <a:ext uri="{FF2B5EF4-FFF2-40B4-BE49-F238E27FC236}">
                <a16:creationId xmlns:a16="http://schemas.microsoft.com/office/drawing/2014/main" id="{D0DABA85-5CC1-54DC-4BFD-60E3A0DF2791}"/>
              </a:ext>
            </a:extLst>
          </p:cNvPr>
          <p:cNvSpPr>
            <a:spLocks noGrp="1"/>
          </p:cNvSpPr>
          <p:nvPr>
            <p:ph type="body" sz="quarter" idx="75" hasCustomPrompt="1"/>
          </p:nvPr>
        </p:nvSpPr>
        <p:spPr>
          <a:xfrm>
            <a:off x="9545184" y="2862381"/>
            <a:ext cx="2094374"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2" name="Text Placeholder 22">
            <a:extLst>
              <a:ext uri="{FF2B5EF4-FFF2-40B4-BE49-F238E27FC236}">
                <a16:creationId xmlns:a16="http://schemas.microsoft.com/office/drawing/2014/main" id="{632D73BC-73AA-6ECD-18F0-F15DB7182175}"/>
              </a:ext>
            </a:extLst>
          </p:cNvPr>
          <p:cNvSpPr>
            <a:spLocks noGrp="1"/>
          </p:cNvSpPr>
          <p:nvPr>
            <p:ph type="body" sz="quarter" idx="76" hasCustomPrompt="1"/>
          </p:nvPr>
        </p:nvSpPr>
        <p:spPr>
          <a:xfrm>
            <a:off x="9545184" y="3120288"/>
            <a:ext cx="2094361"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3" name="Text Placeholder 4">
            <a:extLst>
              <a:ext uri="{FF2B5EF4-FFF2-40B4-BE49-F238E27FC236}">
                <a16:creationId xmlns:a16="http://schemas.microsoft.com/office/drawing/2014/main" id="{6562A2C1-9877-AD6E-D73B-90FE369C1835}"/>
              </a:ext>
            </a:extLst>
          </p:cNvPr>
          <p:cNvSpPr>
            <a:spLocks noGrp="1"/>
          </p:cNvSpPr>
          <p:nvPr>
            <p:ph type="body" sz="quarter" idx="77" hasCustomPrompt="1"/>
          </p:nvPr>
        </p:nvSpPr>
        <p:spPr>
          <a:xfrm>
            <a:off x="9545184" y="4217542"/>
            <a:ext cx="2094374"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4" name="Text Placeholder 22">
            <a:extLst>
              <a:ext uri="{FF2B5EF4-FFF2-40B4-BE49-F238E27FC236}">
                <a16:creationId xmlns:a16="http://schemas.microsoft.com/office/drawing/2014/main" id="{BA58C529-DDF3-0865-74DF-5E197A80528F}"/>
              </a:ext>
            </a:extLst>
          </p:cNvPr>
          <p:cNvSpPr>
            <a:spLocks noGrp="1"/>
          </p:cNvSpPr>
          <p:nvPr>
            <p:ph type="body" sz="quarter" idx="78" hasCustomPrompt="1"/>
          </p:nvPr>
        </p:nvSpPr>
        <p:spPr>
          <a:xfrm>
            <a:off x="9545184" y="4475449"/>
            <a:ext cx="2094361"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5" name="Text Placeholder 4">
            <a:extLst>
              <a:ext uri="{FF2B5EF4-FFF2-40B4-BE49-F238E27FC236}">
                <a16:creationId xmlns:a16="http://schemas.microsoft.com/office/drawing/2014/main" id="{DD4526A8-8552-4D53-B508-38709DC2A46F}"/>
              </a:ext>
            </a:extLst>
          </p:cNvPr>
          <p:cNvSpPr>
            <a:spLocks noGrp="1"/>
          </p:cNvSpPr>
          <p:nvPr>
            <p:ph type="body" sz="quarter" idx="79" hasCustomPrompt="1"/>
          </p:nvPr>
        </p:nvSpPr>
        <p:spPr>
          <a:xfrm>
            <a:off x="9545184" y="5572940"/>
            <a:ext cx="2094374"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tx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6" name="Text Placeholder 22">
            <a:extLst>
              <a:ext uri="{FF2B5EF4-FFF2-40B4-BE49-F238E27FC236}">
                <a16:creationId xmlns:a16="http://schemas.microsoft.com/office/drawing/2014/main" id="{86FBB3A0-1C4B-6E81-0EEE-29B9FEF8724E}"/>
              </a:ext>
            </a:extLst>
          </p:cNvPr>
          <p:cNvSpPr>
            <a:spLocks noGrp="1"/>
          </p:cNvSpPr>
          <p:nvPr>
            <p:ph type="body" sz="quarter" idx="80" hasCustomPrompt="1"/>
          </p:nvPr>
        </p:nvSpPr>
        <p:spPr>
          <a:xfrm>
            <a:off x="9545184" y="5830847"/>
            <a:ext cx="2094361"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28" name="Text Placeholder 26">
            <a:extLst>
              <a:ext uri="{FF2B5EF4-FFF2-40B4-BE49-F238E27FC236}">
                <a16:creationId xmlns:a16="http://schemas.microsoft.com/office/drawing/2014/main" id="{36B79A9E-268D-EBBE-1416-87DA79B6DEC2}"/>
              </a:ext>
            </a:extLst>
          </p:cNvPr>
          <p:cNvSpPr>
            <a:spLocks noGrp="1"/>
          </p:cNvSpPr>
          <p:nvPr>
            <p:ph type="body" sz="quarter" idx="81" hasCustomPrompt="1"/>
          </p:nvPr>
        </p:nvSpPr>
        <p:spPr>
          <a:xfrm>
            <a:off x="3347877" y="1751821"/>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15" name="Text Placeholder 26">
            <a:extLst>
              <a:ext uri="{FF2B5EF4-FFF2-40B4-BE49-F238E27FC236}">
                <a16:creationId xmlns:a16="http://schemas.microsoft.com/office/drawing/2014/main" id="{77885F47-5D16-E168-5001-8BEEE7DE06DC}"/>
              </a:ext>
            </a:extLst>
          </p:cNvPr>
          <p:cNvSpPr>
            <a:spLocks noGrp="1"/>
          </p:cNvSpPr>
          <p:nvPr>
            <p:ph type="body" sz="quarter" idx="82" hasCustomPrompt="1"/>
          </p:nvPr>
        </p:nvSpPr>
        <p:spPr>
          <a:xfrm>
            <a:off x="4448859" y="2852805"/>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16" name="Text Placeholder 26">
            <a:extLst>
              <a:ext uri="{FF2B5EF4-FFF2-40B4-BE49-F238E27FC236}">
                <a16:creationId xmlns:a16="http://schemas.microsoft.com/office/drawing/2014/main" id="{9ABC9D5A-E2DE-24FD-4F6A-289720C6E2E4}"/>
              </a:ext>
            </a:extLst>
          </p:cNvPr>
          <p:cNvSpPr>
            <a:spLocks noGrp="1"/>
          </p:cNvSpPr>
          <p:nvPr>
            <p:ph type="body" sz="quarter" idx="83" hasCustomPrompt="1"/>
          </p:nvPr>
        </p:nvSpPr>
        <p:spPr>
          <a:xfrm>
            <a:off x="4447435" y="4389624"/>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17" name="Text Placeholder 26">
            <a:extLst>
              <a:ext uri="{FF2B5EF4-FFF2-40B4-BE49-F238E27FC236}">
                <a16:creationId xmlns:a16="http://schemas.microsoft.com/office/drawing/2014/main" id="{90D8EEEC-6500-D587-849A-1FC5C8163330}"/>
              </a:ext>
            </a:extLst>
          </p:cNvPr>
          <p:cNvSpPr>
            <a:spLocks noGrp="1"/>
          </p:cNvSpPr>
          <p:nvPr>
            <p:ph type="body" sz="quarter" idx="84" hasCustomPrompt="1"/>
          </p:nvPr>
        </p:nvSpPr>
        <p:spPr>
          <a:xfrm>
            <a:off x="3369241" y="5447879"/>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18" name="Text Placeholder 26">
            <a:extLst>
              <a:ext uri="{FF2B5EF4-FFF2-40B4-BE49-F238E27FC236}">
                <a16:creationId xmlns:a16="http://schemas.microsoft.com/office/drawing/2014/main" id="{F5773F90-41DA-AA24-61B9-E2016D6E53DF}"/>
              </a:ext>
            </a:extLst>
          </p:cNvPr>
          <p:cNvSpPr>
            <a:spLocks noGrp="1"/>
          </p:cNvSpPr>
          <p:nvPr>
            <p:ph type="body" sz="quarter" idx="85" hasCustomPrompt="1"/>
          </p:nvPr>
        </p:nvSpPr>
        <p:spPr>
          <a:xfrm>
            <a:off x="1829622" y="5446746"/>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27" name="Text Placeholder 26">
            <a:extLst>
              <a:ext uri="{FF2B5EF4-FFF2-40B4-BE49-F238E27FC236}">
                <a16:creationId xmlns:a16="http://schemas.microsoft.com/office/drawing/2014/main" id="{B87C3FCC-97BD-6E1D-B3E3-245FE921A315}"/>
              </a:ext>
            </a:extLst>
          </p:cNvPr>
          <p:cNvSpPr>
            <a:spLocks noGrp="1"/>
          </p:cNvSpPr>
          <p:nvPr>
            <p:ph type="body" sz="quarter" idx="86" hasCustomPrompt="1"/>
          </p:nvPr>
        </p:nvSpPr>
        <p:spPr>
          <a:xfrm>
            <a:off x="782014" y="4385818"/>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29" name="Text Placeholder 26">
            <a:extLst>
              <a:ext uri="{FF2B5EF4-FFF2-40B4-BE49-F238E27FC236}">
                <a16:creationId xmlns:a16="http://schemas.microsoft.com/office/drawing/2014/main" id="{3CE76D04-BEDD-0239-F518-8C10A2F3F5D6}"/>
              </a:ext>
            </a:extLst>
          </p:cNvPr>
          <p:cNvSpPr>
            <a:spLocks noGrp="1"/>
          </p:cNvSpPr>
          <p:nvPr>
            <p:ph type="body" sz="quarter" idx="87" hasCustomPrompt="1"/>
          </p:nvPr>
        </p:nvSpPr>
        <p:spPr>
          <a:xfrm>
            <a:off x="763415" y="2850509"/>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
        <p:nvSpPr>
          <p:cNvPr id="30" name="Text Placeholder 26">
            <a:extLst>
              <a:ext uri="{FF2B5EF4-FFF2-40B4-BE49-F238E27FC236}">
                <a16:creationId xmlns:a16="http://schemas.microsoft.com/office/drawing/2014/main" id="{7CEC69DB-A7D1-22A4-D5FB-CB7B97DFFDD2}"/>
              </a:ext>
            </a:extLst>
          </p:cNvPr>
          <p:cNvSpPr>
            <a:spLocks noGrp="1"/>
          </p:cNvSpPr>
          <p:nvPr>
            <p:ph type="body" sz="quarter" idx="88" hasCustomPrompt="1"/>
          </p:nvPr>
        </p:nvSpPr>
        <p:spPr>
          <a:xfrm>
            <a:off x="1829622" y="1751821"/>
            <a:ext cx="1061753" cy="564257"/>
          </a:xfrm>
          <a:prstGeom prst="rect">
            <a:avLst/>
          </a:prstGeom>
        </p:spPr>
        <p:txBody>
          <a:bodyPr wrap="square" lIns="0" tIns="0" rIns="0" bIns="0" anchor="ctr" anchorCtr="0">
            <a:spAutoFit/>
          </a:bodyPr>
          <a:lstStyle>
            <a:lvl1pPr marL="0" indent="0" algn="ctr">
              <a:lnSpc>
                <a:spcPts val="1100"/>
              </a:lnSpc>
              <a:spcBef>
                <a:spcPts val="0"/>
              </a:spcBef>
              <a:buNone/>
              <a:defRPr sz="11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INSERT SHORT HEADING HERE</a:t>
            </a:r>
            <a:endParaRPr lang="en-ZA" dirty="0"/>
          </a:p>
        </p:txBody>
      </p:sp>
    </p:spTree>
    <p:extLst>
      <p:ext uri="{BB962C8B-B14F-4D97-AF65-F5344CB8AC3E}">
        <p14:creationId xmlns:p14="http://schemas.microsoft.com/office/powerpoint/2010/main" val="166423468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P10 | Double HEAD + Intro + 8 Ste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2358639"/>
            <a:ext cx="12192000" cy="4087410"/>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5" name="Rectangle: Rounded Corners 64">
            <a:extLst>
              <a:ext uri="{FF2B5EF4-FFF2-40B4-BE49-F238E27FC236}">
                <a16:creationId xmlns:a16="http://schemas.microsoft.com/office/drawing/2014/main" id="{93167A2D-C8C4-8660-AF98-2EFAEB2BAE56}"/>
              </a:ext>
            </a:extLst>
          </p:cNvPr>
          <p:cNvSpPr>
            <a:spLocks noGrp="1" noRot="1" noMove="1" noResize="1" noEditPoints="1" noAdjustHandles="1" noChangeArrowheads="1" noChangeShapeType="1"/>
          </p:cNvSpPr>
          <p:nvPr userDrawn="1"/>
        </p:nvSpPr>
        <p:spPr>
          <a:xfrm>
            <a:off x="1424422" y="3524226"/>
            <a:ext cx="10248593" cy="177135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8" name="Graphic 66">
            <a:extLst>
              <a:ext uri="{FF2B5EF4-FFF2-40B4-BE49-F238E27FC236}">
                <a16:creationId xmlns:a16="http://schemas.microsoft.com/office/drawing/2014/main" id="{D1B9F000-61AD-9BA0-36B6-E51939478205}"/>
              </a:ext>
            </a:extLst>
          </p:cNvPr>
          <p:cNvSpPr>
            <a:spLocks noGrp="1" noRot="1" noMove="1" noResize="1" noEditPoints="1" noAdjustHandles="1" noChangeArrowheads="1" noChangeShapeType="1"/>
          </p:cNvSpPr>
          <p:nvPr/>
        </p:nvSpPr>
        <p:spPr>
          <a:xfrm>
            <a:off x="10773282" y="3745334"/>
            <a:ext cx="664567" cy="1329134"/>
          </a:xfrm>
          <a:custGeom>
            <a:avLst/>
            <a:gdLst>
              <a:gd name="connsiteX0" fmla="*/ 0 w 746804"/>
              <a:gd name="connsiteY0" fmla="*/ 0 h 1493609"/>
              <a:gd name="connsiteX1" fmla="*/ 746805 w 746804"/>
              <a:gd name="connsiteY1" fmla="*/ 746805 h 1493609"/>
              <a:gd name="connsiteX2" fmla="*/ 746805 w 746804"/>
              <a:gd name="connsiteY2" fmla="*/ 746805 h 1493609"/>
              <a:gd name="connsiteX3" fmla="*/ 0 w 746804"/>
              <a:gd name="connsiteY3" fmla="*/ 1493609 h 1493609"/>
            </a:gdLst>
            <a:ahLst/>
            <a:cxnLst>
              <a:cxn ang="0">
                <a:pos x="connsiteX0" y="connsiteY0"/>
              </a:cxn>
              <a:cxn ang="0">
                <a:pos x="connsiteX1" y="connsiteY1"/>
              </a:cxn>
              <a:cxn ang="0">
                <a:pos x="connsiteX2" y="connsiteY2"/>
              </a:cxn>
              <a:cxn ang="0">
                <a:pos x="connsiteX3" y="connsiteY3"/>
              </a:cxn>
            </a:cxnLst>
            <a:rect l="l" t="t" r="r" b="b"/>
            <a:pathLst>
              <a:path w="746804" h="1493609">
                <a:moveTo>
                  <a:pt x="0" y="0"/>
                </a:moveTo>
                <a:cubicBezTo>
                  <a:pt x="412472" y="0"/>
                  <a:pt x="746805" y="334333"/>
                  <a:pt x="746805" y="746805"/>
                </a:cubicBezTo>
                <a:lnTo>
                  <a:pt x="746805" y="746805"/>
                </a:lnTo>
                <a:cubicBezTo>
                  <a:pt x="746805" y="1159276"/>
                  <a:pt x="412472" y="1493609"/>
                  <a:pt x="0" y="1493609"/>
                </a:cubicBezTo>
              </a:path>
            </a:pathLst>
          </a:custGeom>
          <a:noFill/>
          <a:ln w="53671" cap="flat">
            <a:gradFill>
              <a:gsLst>
                <a:gs pos="0">
                  <a:schemeClr val="accent2"/>
                </a:gs>
                <a:gs pos="100000">
                  <a:srgbClr val="005D78"/>
                </a:gs>
              </a:gsLst>
              <a:lin ang="5400000" scaled="1"/>
            </a:gradFill>
            <a:prstDash val="solid"/>
            <a:miter/>
            <a:tailEnd type="triangle"/>
          </a:ln>
        </p:spPr>
        <p:txBody>
          <a:bodyPr rtlCol="0" anchor="ctr"/>
          <a:lstStyle/>
          <a:p>
            <a:endParaRPr lang="en-ZA"/>
          </a:p>
        </p:txBody>
      </p:sp>
      <p:cxnSp>
        <p:nvCxnSpPr>
          <p:cNvPr id="70" name="Straight Connector 69">
            <a:extLst>
              <a:ext uri="{FF2B5EF4-FFF2-40B4-BE49-F238E27FC236}">
                <a16:creationId xmlns:a16="http://schemas.microsoft.com/office/drawing/2014/main" id="{6D862328-0DE0-B209-F60C-88E42451AFE0}"/>
              </a:ext>
            </a:extLst>
          </p:cNvPr>
          <p:cNvCxnSpPr>
            <a:cxnSpLocks noGrp="1" noRot="1" noMove="1" noResize="1" noEditPoints="1" noAdjustHandles="1" noChangeArrowheads="1" noChangeShapeType="1"/>
          </p:cNvCxnSpPr>
          <p:nvPr userDrawn="1"/>
        </p:nvCxnSpPr>
        <p:spPr>
          <a:xfrm flipH="1">
            <a:off x="598206" y="5055325"/>
            <a:ext cx="8028270" cy="0"/>
          </a:xfrm>
          <a:prstGeom prst="line">
            <a:avLst/>
          </a:prstGeom>
          <a:noFill/>
          <a:ln w="53671" cap="flat">
            <a:gradFill>
              <a:gsLst>
                <a:gs pos="0">
                  <a:schemeClr val="accent1"/>
                </a:gs>
                <a:gs pos="37605">
                  <a:schemeClr val="accent4"/>
                </a:gs>
                <a:gs pos="66000">
                  <a:schemeClr val="accent6"/>
                </a:gs>
                <a:gs pos="100000">
                  <a:srgbClr val="005D78"/>
                </a:gs>
              </a:gsLst>
              <a:lin ang="10800000" scaled="0"/>
            </a:gradFill>
            <a:prstDash val="solid"/>
            <a:miter/>
            <a:tailEnd type="triangle"/>
          </a:ln>
        </p:spPr>
      </p:cxnSp>
      <p:cxnSp>
        <p:nvCxnSpPr>
          <p:cNvPr id="83" name="Straight Connector 82">
            <a:extLst>
              <a:ext uri="{FF2B5EF4-FFF2-40B4-BE49-F238E27FC236}">
                <a16:creationId xmlns:a16="http://schemas.microsoft.com/office/drawing/2014/main" id="{97E22F63-8F7F-2C0F-56E8-2422BE85BA38}"/>
              </a:ext>
            </a:extLst>
          </p:cNvPr>
          <p:cNvCxnSpPr>
            <a:cxnSpLocks noGrp="1" noRot="1" noMove="1" noResize="1" noEditPoints="1" noAdjustHandles="1" noChangeArrowheads="1" noChangeShapeType="1"/>
          </p:cNvCxnSpPr>
          <p:nvPr userDrawn="1"/>
        </p:nvCxnSpPr>
        <p:spPr>
          <a:xfrm flipH="1">
            <a:off x="692209" y="3745334"/>
            <a:ext cx="10085835" cy="0"/>
          </a:xfrm>
          <a:prstGeom prst="line">
            <a:avLst/>
          </a:prstGeom>
          <a:noFill/>
          <a:ln w="53671" cap="flat">
            <a:gradFill>
              <a:gsLst>
                <a:gs pos="18336">
                  <a:schemeClr val="tx1">
                    <a:lumMod val="60000"/>
                    <a:lumOff val="40000"/>
                  </a:schemeClr>
                </a:gs>
                <a:gs pos="0">
                  <a:schemeClr val="tx1">
                    <a:lumMod val="60000"/>
                    <a:lumOff val="40000"/>
                  </a:schemeClr>
                </a:gs>
                <a:gs pos="56000">
                  <a:srgbClr val="37465B"/>
                </a:gs>
                <a:gs pos="32000">
                  <a:schemeClr val="accent3"/>
                </a:gs>
                <a:gs pos="81000">
                  <a:schemeClr val="accent2"/>
                </a:gs>
              </a:gsLst>
              <a:lin ang="10800000" scaled="0"/>
            </a:gradFill>
            <a:prstDash val="solid"/>
            <a:miter/>
            <a:headEnd type="none"/>
            <a:tailEnd type="oval"/>
          </a:ln>
        </p:spPr>
      </p:cxnSp>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1424423" y="2507514"/>
            <a:ext cx="2160000" cy="18429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Text Placeholder 17">
            <a:extLst>
              <a:ext uri="{FF2B5EF4-FFF2-40B4-BE49-F238E27FC236}">
                <a16:creationId xmlns:a16="http://schemas.microsoft.com/office/drawing/2014/main" id="{8C0AA479-DCE4-B4FF-FE3E-CE972909D104}"/>
              </a:ext>
            </a:extLst>
          </p:cNvPr>
          <p:cNvSpPr>
            <a:spLocks noGrp="1"/>
          </p:cNvSpPr>
          <p:nvPr userDrawn="1">
            <p:ph type="body" sz="quarter" idx="58"/>
          </p:nvPr>
        </p:nvSpPr>
        <p:spPr>
          <a:xfrm>
            <a:off x="162242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806183" y="2507513"/>
            <a:ext cx="2160000" cy="18429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81738" y="2507513"/>
            <a:ext cx="2160000" cy="184297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553975" y="2507512"/>
            <a:ext cx="2160000" cy="18429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76E168F1-DE39-824E-14D0-2E8BF8630F6F}"/>
              </a:ext>
            </a:extLst>
          </p:cNvPr>
          <p:cNvSpPr>
            <a:spLocks noGrp="1" noRot="1" noMove="1" noResize="1" noEditPoints="1" noAdjustHandles="1" noChangeArrowheads="1" noChangeShapeType="1"/>
          </p:cNvSpPr>
          <p:nvPr userDrawn="1"/>
        </p:nvSpPr>
        <p:spPr>
          <a:xfrm>
            <a:off x="1424423" y="4469316"/>
            <a:ext cx="2160000" cy="18429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2D4B2CEA-3461-4B11-8313-BC47D2B4B5D9}"/>
              </a:ext>
            </a:extLst>
          </p:cNvPr>
          <p:cNvSpPr>
            <a:spLocks noGrp="1" noRot="1" noMove="1" noResize="1" noEditPoints="1" noAdjustHandles="1" noChangeArrowheads="1" noChangeShapeType="1"/>
          </p:cNvSpPr>
          <p:nvPr userDrawn="1"/>
        </p:nvSpPr>
        <p:spPr>
          <a:xfrm>
            <a:off x="3806183" y="4469315"/>
            <a:ext cx="2160000" cy="18429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BDD48E65-096A-CBE6-F31A-797E44DB733D}"/>
              </a:ext>
            </a:extLst>
          </p:cNvPr>
          <p:cNvSpPr>
            <a:spLocks noGrp="1" noRot="1" noMove="1" noResize="1" noEditPoints="1" noAdjustHandles="1" noChangeArrowheads="1" noChangeShapeType="1"/>
          </p:cNvSpPr>
          <p:nvPr userDrawn="1"/>
        </p:nvSpPr>
        <p:spPr>
          <a:xfrm>
            <a:off x="6181738" y="4469315"/>
            <a:ext cx="2160000" cy="1842975"/>
          </a:xfrm>
          <a:prstGeom prst="rect">
            <a:avLst/>
          </a:prstGeom>
          <a:solidFill>
            <a:srgbClr val="85C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756E3BF4-1F1F-655C-8948-7908A0767134}"/>
              </a:ext>
            </a:extLst>
          </p:cNvPr>
          <p:cNvSpPr>
            <a:spLocks noGrp="1" noRot="1" noMove="1" noResize="1" noEditPoints="1" noAdjustHandles="1" noChangeArrowheads="1" noChangeShapeType="1"/>
          </p:cNvSpPr>
          <p:nvPr userDrawn="1"/>
        </p:nvSpPr>
        <p:spPr>
          <a:xfrm>
            <a:off x="8553975" y="4469314"/>
            <a:ext cx="2160000" cy="184297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Oval 20">
            <a:extLst>
              <a:ext uri="{FF2B5EF4-FFF2-40B4-BE49-F238E27FC236}">
                <a16:creationId xmlns:a16="http://schemas.microsoft.com/office/drawing/2014/main" id="{6C122693-A04F-434B-8C26-0C8F469D5B07}"/>
              </a:ext>
            </a:extLst>
          </p:cNvPr>
          <p:cNvSpPr>
            <a:spLocks noGrp="1" noRot="1" noChangeAspect="1" noMove="1" noResize="1" noEditPoints="1" noAdjustHandles="1" noChangeArrowheads="1" noChangeShapeType="1"/>
          </p:cNvSpPr>
          <p:nvPr userDrawn="1"/>
        </p:nvSpPr>
        <p:spPr>
          <a:xfrm>
            <a:off x="1622423" y="2689345"/>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tx2"/>
                </a:solidFill>
                <a:latin typeface="+mj-lt"/>
              </a:rPr>
              <a:t>01</a:t>
            </a:r>
          </a:p>
        </p:txBody>
      </p:sp>
      <p:sp>
        <p:nvSpPr>
          <p:cNvPr id="26" name="Oval 25">
            <a:extLst>
              <a:ext uri="{FF2B5EF4-FFF2-40B4-BE49-F238E27FC236}">
                <a16:creationId xmlns:a16="http://schemas.microsoft.com/office/drawing/2014/main" id="{C04D3905-7FAD-739F-0C54-F388D7742855}"/>
              </a:ext>
            </a:extLst>
          </p:cNvPr>
          <p:cNvSpPr>
            <a:spLocks noGrp="1" noRot="1" noChangeAspect="1" noMove="1" noResize="1" noEditPoints="1" noAdjustHandles="1" noChangeArrowheads="1" noChangeShapeType="1"/>
          </p:cNvSpPr>
          <p:nvPr userDrawn="1"/>
        </p:nvSpPr>
        <p:spPr>
          <a:xfrm>
            <a:off x="4004183" y="2689345"/>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3"/>
                </a:solidFill>
                <a:latin typeface="+mj-lt"/>
              </a:rPr>
              <a:t>02</a:t>
            </a:r>
          </a:p>
        </p:txBody>
      </p:sp>
      <p:sp>
        <p:nvSpPr>
          <p:cNvPr id="28" name="Oval 27">
            <a:extLst>
              <a:ext uri="{FF2B5EF4-FFF2-40B4-BE49-F238E27FC236}">
                <a16:creationId xmlns:a16="http://schemas.microsoft.com/office/drawing/2014/main" id="{DE7F7145-68BA-2FC6-7F4D-766EBF34EB22}"/>
              </a:ext>
            </a:extLst>
          </p:cNvPr>
          <p:cNvSpPr>
            <a:spLocks noGrp="1" noRot="1" noChangeAspect="1" noMove="1" noResize="1" noEditPoints="1" noAdjustHandles="1" noChangeArrowheads="1" noChangeShapeType="1"/>
          </p:cNvSpPr>
          <p:nvPr userDrawn="1"/>
        </p:nvSpPr>
        <p:spPr>
          <a:xfrm>
            <a:off x="6379738" y="2689345"/>
            <a:ext cx="360000" cy="360000"/>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rgbClr val="37465B"/>
                </a:solidFill>
                <a:latin typeface="+mj-lt"/>
              </a:rPr>
              <a:t>03</a:t>
            </a:r>
          </a:p>
        </p:txBody>
      </p:sp>
      <p:sp>
        <p:nvSpPr>
          <p:cNvPr id="31" name="Oval 30">
            <a:extLst>
              <a:ext uri="{FF2B5EF4-FFF2-40B4-BE49-F238E27FC236}">
                <a16:creationId xmlns:a16="http://schemas.microsoft.com/office/drawing/2014/main" id="{AF85D4ED-4595-0B32-B83C-D720A2115668}"/>
              </a:ext>
            </a:extLst>
          </p:cNvPr>
          <p:cNvSpPr>
            <a:spLocks noGrp="1" noRot="1" noChangeAspect="1" noMove="1" noResize="1" noEditPoints="1" noAdjustHandles="1" noChangeArrowheads="1" noChangeShapeType="1"/>
          </p:cNvSpPr>
          <p:nvPr userDrawn="1"/>
        </p:nvSpPr>
        <p:spPr>
          <a:xfrm>
            <a:off x="8751975" y="2689345"/>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2"/>
                </a:solidFill>
                <a:latin typeface="+mj-lt"/>
              </a:rPr>
              <a:t>04</a:t>
            </a:r>
          </a:p>
        </p:txBody>
      </p:sp>
      <p:sp>
        <p:nvSpPr>
          <p:cNvPr id="32" name="Oval 31">
            <a:extLst>
              <a:ext uri="{FF2B5EF4-FFF2-40B4-BE49-F238E27FC236}">
                <a16:creationId xmlns:a16="http://schemas.microsoft.com/office/drawing/2014/main" id="{07EE3730-FD08-9F0D-F9F8-901B54930E04}"/>
              </a:ext>
            </a:extLst>
          </p:cNvPr>
          <p:cNvSpPr>
            <a:spLocks noGrp="1" noRot="1" noChangeAspect="1" noMove="1" noResize="1" noEditPoints="1" noAdjustHandles="1" noChangeArrowheads="1" noChangeShapeType="1"/>
          </p:cNvSpPr>
          <p:nvPr userDrawn="1"/>
        </p:nvSpPr>
        <p:spPr>
          <a:xfrm>
            <a:off x="1622423" y="4657556"/>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08</a:t>
            </a:r>
          </a:p>
        </p:txBody>
      </p:sp>
      <p:sp>
        <p:nvSpPr>
          <p:cNvPr id="33" name="Oval 32">
            <a:extLst>
              <a:ext uri="{FF2B5EF4-FFF2-40B4-BE49-F238E27FC236}">
                <a16:creationId xmlns:a16="http://schemas.microsoft.com/office/drawing/2014/main" id="{E876AEED-5C47-ACA6-F907-32E3697C8523}"/>
              </a:ext>
            </a:extLst>
          </p:cNvPr>
          <p:cNvSpPr>
            <a:spLocks noGrp="1" noRot="1" noChangeAspect="1" noMove="1" noResize="1" noEditPoints="1" noAdjustHandles="1" noChangeArrowheads="1" noChangeShapeType="1"/>
          </p:cNvSpPr>
          <p:nvPr userDrawn="1"/>
        </p:nvSpPr>
        <p:spPr>
          <a:xfrm>
            <a:off x="4004183" y="4657556"/>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solidFill>
                <a:latin typeface="+mj-lt"/>
              </a:rPr>
              <a:t>07</a:t>
            </a:r>
          </a:p>
        </p:txBody>
      </p:sp>
      <p:sp>
        <p:nvSpPr>
          <p:cNvPr id="34" name="Oval 33">
            <a:extLst>
              <a:ext uri="{FF2B5EF4-FFF2-40B4-BE49-F238E27FC236}">
                <a16:creationId xmlns:a16="http://schemas.microsoft.com/office/drawing/2014/main" id="{4AAAC7A1-507C-4A41-3B45-E3F0509BEFC1}"/>
              </a:ext>
            </a:extLst>
          </p:cNvPr>
          <p:cNvSpPr>
            <a:spLocks noGrp="1" noRot="1" noChangeAspect="1" noMove="1" noResize="1" noEditPoints="1" noAdjustHandles="1" noChangeArrowheads="1" noChangeShapeType="1"/>
          </p:cNvSpPr>
          <p:nvPr userDrawn="1"/>
        </p:nvSpPr>
        <p:spPr>
          <a:xfrm>
            <a:off x="6379738" y="4657556"/>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6"/>
                </a:solidFill>
                <a:latin typeface="+mj-lt"/>
              </a:rPr>
              <a:t>06</a:t>
            </a:r>
          </a:p>
        </p:txBody>
      </p:sp>
      <p:sp>
        <p:nvSpPr>
          <p:cNvPr id="35" name="Oval 34">
            <a:extLst>
              <a:ext uri="{FF2B5EF4-FFF2-40B4-BE49-F238E27FC236}">
                <a16:creationId xmlns:a16="http://schemas.microsoft.com/office/drawing/2014/main" id="{F9E7D5AF-2AB4-8C38-F4A1-3C62F1BD9528}"/>
              </a:ext>
            </a:extLst>
          </p:cNvPr>
          <p:cNvSpPr>
            <a:spLocks noGrp="1" noRot="1" noChangeAspect="1" noMove="1" noResize="1" noEditPoints="1" noAdjustHandles="1" noChangeArrowheads="1" noChangeShapeType="1"/>
          </p:cNvSpPr>
          <p:nvPr userDrawn="1"/>
        </p:nvSpPr>
        <p:spPr>
          <a:xfrm>
            <a:off x="8751975" y="4657556"/>
            <a:ext cx="360000" cy="360000"/>
          </a:xfrm>
          <a:prstGeom prst="ellipse">
            <a:avLst/>
          </a:prstGeom>
          <a:solidFill>
            <a:schemeClr val="bg1"/>
          </a:solidFill>
          <a:ln w="19050">
            <a:solidFill>
              <a:schemeClr val="accent4">
                <a:lumMod val="50000"/>
              </a:schemeClr>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lumMod val="50000"/>
                  </a:schemeClr>
                </a:solidFill>
                <a:latin typeface="+mj-lt"/>
              </a:rPr>
              <a:t>05</a:t>
            </a:r>
          </a:p>
        </p:txBody>
      </p:sp>
      <p:sp>
        <p:nvSpPr>
          <p:cNvPr id="19" name="Text Placeholder 15">
            <a:extLst>
              <a:ext uri="{FF2B5EF4-FFF2-40B4-BE49-F238E27FC236}">
                <a16:creationId xmlns:a16="http://schemas.microsoft.com/office/drawing/2014/main" id="{DAFCD38B-DAA2-BEFA-0841-D4CC29E32D64}"/>
              </a:ext>
            </a:extLst>
          </p:cNvPr>
          <p:cNvSpPr>
            <a:spLocks noGrp="1"/>
          </p:cNvSpPr>
          <p:nvPr userDrawn="1">
            <p:ph type="body" sz="quarter" idx="57" hasCustomPrompt="1"/>
          </p:nvPr>
        </p:nvSpPr>
        <p:spPr>
          <a:xfrm>
            <a:off x="587375" y="1747932"/>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userDrawn="1">
            <p:ph type="body" sz="quarter" idx="41" hasCustomPrompt="1"/>
          </p:nvPr>
        </p:nvSpPr>
        <p:spPr>
          <a:xfrm>
            <a:off x="1622423"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0" name="Text Placeholder 36">
            <a:extLst>
              <a:ext uri="{FF2B5EF4-FFF2-40B4-BE49-F238E27FC236}">
                <a16:creationId xmlns:a16="http://schemas.microsoft.com/office/drawing/2014/main" id="{83C12ADB-2B40-0E9B-FE15-76F50D013A79}"/>
              </a:ext>
            </a:extLst>
          </p:cNvPr>
          <p:cNvSpPr>
            <a:spLocks noGrp="1"/>
          </p:cNvSpPr>
          <p:nvPr userDrawn="1">
            <p:ph type="body" sz="quarter" idx="43" hasCustomPrompt="1"/>
          </p:nvPr>
        </p:nvSpPr>
        <p:spPr>
          <a:xfrm>
            <a:off x="4004183"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2" name="Text Placeholder 36">
            <a:extLst>
              <a:ext uri="{FF2B5EF4-FFF2-40B4-BE49-F238E27FC236}">
                <a16:creationId xmlns:a16="http://schemas.microsoft.com/office/drawing/2014/main" id="{5A91FA76-7D6E-2C3B-C076-6C723299DE68}"/>
              </a:ext>
            </a:extLst>
          </p:cNvPr>
          <p:cNvSpPr>
            <a:spLocks noGrp="1"/>
          </p:cNvSpPr>
          <p:nvPr userDrawn="1">
            <p:ph type="body" sz="quarter" idx="45" hasCustomPrompt="1"/>
          </p:nvPr>
        </p:nvSpPr>
        <p:spPr>
          <a:xfrm>
            <a:off x="6379738"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4" name="Text Placeholder 36">
            <a:extLst>
              <a:ext uri="{FF2B5EF4-FFF2-40B4-BE49-F238E27FC236}">
                <a16:creationId xmlns:a16="http://schemas.microsoft.com/office/drawing/2014/main" id="{9E1BB8FE-E849-2294-743D-1038A1EC6871}"/>
              </a:ext>
            </a:extLst>
          </p:cNvPr>
          <p:cNvSpPr>
            <a:spLocks noGrp="1"/>
          </p:cNvSpPr>
          <p:nvPr userDrawn="1">
            <p:ph type="body" sz="quarter" idx="47" hasCustomPrompt="1"/>
          </p:nvPr>
        </p:nvSpPr>
        <p:spPr>
          <a:xfrm>
            <a:off x="8751975"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6" name="Text Placeholder 36">
            <a:extLst>
              <a:ext uri="{FF2B5EF4-FFF2-40B4-BE49-F238E27FC236}">
                <a16:creationId xmlns:a16="http://schemas.microsoft.com/office/drawing/2014/main" id="{76A3D5DC-DD3B-2C1E-2BA9-899A25255E82}"/>
              </a:ext>
            </a:extLst>
          </p:cNvPr>
          <p:cNvSpPr>
            <a:spLocks noGrp="1"/>
          </p:cNvSpPr>
          <p:nvPr userDrawn="1">
            <p:ph type="body" sz="quarter" idx="49" hasCustomPrompt="1"/>
          </p:nvPr>
        </p:nvSpPr>
        <p:spPr>
          <a:xfrm>
            <a:off x="1622423"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8" name="Text Placeholder 36">
            <a:extLst>
              <a:ext uri="{FF2B5EF4-FFF2-40B4-BE49-F238E27FC236}">
                <a16:creationId xmlns:a16="http://schemas.microsoft.com/office/drawing/2014/main" id="{5470B633-94F6-3D09-D13A-1840A95D150F}"/>
              </a:ext>
            </a:extLst>
          </p:cNvPr>
          <p:cNvSpPr>
            <a:spLocks noGrp="1"/>
          </p:cNvSpPr>
          <p:nvPr userDrawn="1">
            <p:ph type="body" sz="quarter" idx="51" hasCustomPrompt="1"/>
          </p:nvPr>
        </p:nvSpPr>
        <p:spPr>
          <a:xfrm>
            <a:off x="4004183"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0" name="Text Placeholder 36">
            <a:extLst>
              <a:ext uri="{FF2B5EF4-FFF2-40B4-BE49-F238E27FC236}">
                <a16:creationId xmlns:a16="http://schemas.microsoft.com/office/drawing/2014/main" id="{3E3FBC37-5CC7-E830-9FD0-97CAC91554BF}"/>
              </a:ext>
            </a:extLst>
          </p:cNvPr>
          <p:cNvSpPr>
            <a:spLocks noGrp="1"/>
          </p:cNvSpPr>
          <p:nvPr userDrawn="1">
            <p:ph type="body" sz="quarter" idx="53" hasCustomPrompt="1"/>
          </p:nvPr>
        </p:nvSpPr>
        <p:spPr>
          <a:xfrm>
            <a:off x="6379738"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2" name="Text Placeholder 36">
            <a:extLst>
              <a:ext uri="{FF2B5EF4-FFF2-40B4-BE49-F238E27FC236}">
                <a16:creationId xmlns:a16="http://schemas.microsoft.com/office/drawing/2014/main" id="{C45CD18C-C13F-9AE0-C9E8-9BE62C4D5142}"/>
              </a:ext>
            </a:extLst>
          </p:cNvPr>
          <p:cNvSpPr>
            <a:spLocks noGrp="1"/>
          </p:cNvSpPr>
          <p:nvPr userDrawn="1">
            <p:ph type="body" sz="quarter" idx="55" hasCustomPrompt="1"/>
          </p:nvPr>
        </p:nvSpPr>
        <p:spPr>
          <a:xfrm>
            <a:off x="8751975"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0" name="Text Placeholder 17">
            <a:extLst>
              <a:ext uri="{FF2B5EF4-FFF2-40B4-BE49-F238E27FC236}">
                <a16:creationId xmlns:a16="http://schemas.microsoft.com/office/drawing/2014/main" id="{D7DCC97B-458A-EE95-EDEA-C855B69626EB}"/>
              </a:ext>
            </a:extLst>
          </p:cNvPr>
          <p:cNvSpPr>
            <a:spLocks noGrp="1"/>
          </p:cNvSpPr>
          <p:nvPr userDrawn="1">
            <p:ph type="body" sz="quarter" idx="59"/>
          </p:nvPr>
        </p:nvSpPr>
        <p:spPr>
          <a:xfrm>
            <a:off x="4004470"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2" name="Text Placeholder 17">
            <a:extLst>
              <a:ext uri="{FF2B5EF4-FFF2-40B4-BE49-F238E27FC236}">
                <a16:creationId xmlns:a16="http://schemas.microsoft.com/office/drawing/2014/main" id="{8FE70E33-C386-190D-9919-EF7D3E749FD7}"/>
              </a:ext>
            </a:extLst>
          </p:cNvPr>
          <p:cNvSpPr>
            <a:spLocks noGrp="1"/>
          </p:cNvSpPr>
          <p:nvPr userDrawn="1">
            <p:ph type="body" sz="quarter" idx="60"/>
          </p:nvPr>
        </p:nvSpPr>
        <p:spPr>
          <a:xfrm>
            <a:off x="638002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3" name="Text Placeholder 17">
            <a:extLst>
              <a:ext uri="{FF2B5EF4-FFF2-40B4-BE49-F238E27FC236}">
                <a16:creationId xmlns:a16="http://schemas.microsoft.com/office/drawing/2014/main" id="{41C14FA7-90A8-A17E-2ED9-E4D69DD5721E}"/>
              </a:ext>
            </a:extLst>
          </p:cNvPr>
          <p:cNvSpPr>
            <a:spLocks noGrp="1"/>
          </p:cNvSpPr>
          <p:nvPr userDrawn="1">
            <p:ph type="body" sz="quarter" idx="61"/>
          </p:nvPr>
        </p:nvSpPr>
        <p:spPr>
          <a:xfrm>
            <a:off x="875197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4" name="Text Placeholder 17">
            <a:extLst>
              <a:ext uri="{FF2B5EF4-FFF2-40B4-BE49-F238E27FC236}">
                <a16:creationId xmlns:a16="http://schemas.microsoft.com/office/drawing/2014/main" id="{6965271A-C351-0064-A8EE-DD6B7B0C1095}"/>
              </a:ext>
            </a:extLst>
          </p:cNvPr>
          <p:cNvSpPr>
            <a:spLocks noGrp="1"/>
          </p:cNvSpPr>
          <p:nvPr userDrawn="1">
            <p:ph type="body" sz="quarter" idx="62"/>
          </p:nvPr>
        </p:nvSpPr>
        <p:spPr>
          <a:xfrm>
            <a:off x="162242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5" name="Text Placeholder 17">
            <a:extLst>
              <a:ext uri="{FF2B5EF4-FFF2-40B4-BE49-F238E27FC236}">
                <a16:creationId xmlns:a16="http://schemas.microsoft.com/office/drawing/2014/main" id="{96ED1C35-F84E-F2CA-F7CC-307C99B78216}"/>
              </a:ext>
            </a:extLst>
          </p:cNvPr>
          <p:cNvSpPr>
            <a:spLocks noGrp="1"/>
          </p:cNvSpPr>
          <p:nvPr userDrawn="1">
            <p:ph type="body" sz="quarter" idx="63"/>
          </p:nvPr>
        </p:nvSpPr>
        <p:spPr>
          <a:xfrm>
            <a:off x="4004470"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30" name="Text Placeholder 17">
            <a:extLst>
              <a:ext uri="{FF2B5EF4-FFF2-40B4-BE49-F238E27FC236}">
                <a16:creationId xmlns:a16="http://schemas.microsoft.com/office/drawing/2014/main" id="{DE3DE8D7-DB71-EA14-851D-E7F15431377A}"/>
              </a:ext>
            </a:extLst>
          </p:cNvPr>
          <p:cNvSpPr>
            <a:spLocks noGrp="1"/>
          </p:cNvSpPr>
          <p:nvPr userDrawn="1">
            <p:ph type="body" sz="quarter" idx="64"/>
          </p:nvPr>
        </p:nvSpPr>
        <p:spPr>
          <a:xfrm>
            <a:off x="638002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36" name="Text Placeholder 17">
            <a:extLst>
              <a:ext uri="{FF2B5EF4-FFF2-40B4-BE49-F238E27FC236}">
                <a16:creationId xmlns:a16="http://schemas.microsoft.com/office/drawing/2014/main" id="{7B5B66F9-D916-90B5-F731-52DD2555E33F}"/>
              </a:ext>
            </a:extLst>
          </p:cNvPr>
          <p:cNvSpPr>
            <a:spLocks noGrp="1"/>
          </p:cNvSpPr>
          <p:nvPr userDrawn="1">
            <p:ph type="body" sz="quarter" idx="65"/>
          </p:nvPr>
        </p:nvSpPr>
        <p:spPr>
          <a:xfrm>
            <a:off x="875197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cxnSp>
        <p:nvCxnSpPr>
          <p:cNvPr id="38" name="Straight Connector 15">
            <a:extLst>
              <a:ext uri="{FF2B5EF4-FFF2-40B4-BE49-F238E27FC236}">
                <a16:creationId xmlns:a16="http://schemas.microsoft.com/office/drawing/2014/main" id="{D3131FF5-FC38-3537-8316-A1CD75034DDD}"/>
              </a:ext>
            </a:extLst>
          </p:cNvPr>
          <p:cNvCxnSpPr>
            <a:cxnSpLocks/>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88200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P10 | 1_Double HEAD + Intro + Repeat 8 Ste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2358639"/>
            <a:ext cx="12192000" cy="4087410"/>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65" name="Rectangle: Rounded Corners 64">
            <a:extLst>
              <a:ext uri="{FF2B5EF4-FFF2-40B4-BE49-F238E27FC236}">
                <a16:creationId xmlns:a16="http://schemas.microsoft.com/office/drawing/2014/main" id="{93167A2D-C8C4-8660-AF98-2EFAEB2BAE56}"/>
              </a:ext>
            </a:extLst>
          </p:cNvPr>
          <p:cNvSpPr>
            <a:spLocks noGrp="1" noRot="1" noMove="1" noResize="1" noEditPoints="1" noAdjustHandles="1" noChangeArrowheads="1" noChangeShapeType="1"/>
          </p:cNvSpPr>
          <p:nvPr userDrawn="1"/>
        </p:nvSpPr>
        <p:spPr>
          <a:xfrm>
            <a:off x="505508" y="3524226"/>
            <a:ext cx="11167508" cy="1771350"/>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8" name="Graphic 66">
            <a:extLst>
              <a:ext uri="{FF2B5EF4-FFF2-40B4-BE49-F238E27FC236}">
                <a16:creationId xmlns:a16="http://schemas.microsoft.com/office/drawing/2014/main" id="{D1B9F000-61AD-9BA0-36B6-E51939478205}"/>
              </a:ext>
            </a:extLst>
          </p:cNvPr>
          <p:cNvSpPr>
            <a:spLocks noGrp="1" noRot="1" noMove="1" noResize="1" noEditPoints="1" noAdjustHandles="1" noChangeArrowheads="1" noChangeShapeType="1"/>
          </p:cNvSpPr>
          <p:nvPr/>
        </p:nvSpPr>
        <p:spPr>
          <a:xfrm>
            <a:off x="10773282" y="3745334"/>
            <a:ext cx="664567" cy="1329134"/>
          </a:xfrm>
          <a:custGeom>
            <a:avLst/>
            <a:gdLst>
              <a:gd name="connsiteX0" fmla="*/ 0 w 746804"/>
              <a:gd name="connsiteY0" fmla="*/ 0 h 1493609"/>
              <a:gd name="connsiteX1" fmla="*/ 746805 w 746804"/>
              <a:gd name="connsiteY1" fmla="*/ 746805 h 1493609"/>
              <a:gd name="connsiteX2" fmla="*/ 746805 w 746804"/>
              <a:gd name="connsiteY2" fmla="*/ 746805 h 1493609"/>
              <a:gd name="connsiteX3" fmla="*/ 0 w 746804"/>
              <a:gd name="connsiteY3" fmla="*/ 1493609 h 1493609"/>
            </a:gdLst>
            <a:ahLst/>
            <a:cxnLst>
              <a:cxn ang="0">
                <a:pos x="connsiteX0" y="connsiteY0"/>
              </a:cxn>
              <a:cxn ang="0">
                <a:pos x="connsiteX1" y="connsiteY1"/>
              </a:cxn>
              <a:cxn ang="0">
                <a:pos x="connsiteX2" y="connsiteY2"/>
              </a:cxn>
              <a:cxn ang="0">
                <a:pos x="connsiteX3" y="connsiteY3"/>
              </a:cxn>
            </a:cxnLst>
            <a:rect l="l" t="t" r="r" b="b"/>
            <a:pathLst>
              <a:path w="746804" h="1493609">
                <a:moveTo>
                  <a:pt x="0" y="0"/>
                </a:moveTo>
                <a:cubicBezTo>
                  <a:pt x="412472" y="0"/>
                  <a:pt x="746805" y="334333"/>
                  <a:pt x="746805" y="746805"/>
                </a:cubicBezTo>
                <a:lnTo>
                  <a:pt x="746805" y="746805"/>
                </a:lnTo>
                <a:cubicBezTo>
                  <a:pt x="746805" y="1159276"/>
                  <a:pt x="412472" y="1493609"/>
                  <a:pt x="0" y="1493609"/>
                </a:cubicBezTo>
              </a:path>
            </a:pathLst>
          </a:custGeom>
          <a:noFill/>
          <a:ln w="53671" cap="flat">
            <a:gradFill>
              <a:gsLst>
                <a:gs pos="0">
                  <a:schemeClr val="accent2"/>
                </a:gs>
                <a:gs pos="100000">
                  <a:srgbClr val="005D78"/>
                </a:gs>
              </a:gsLst>
              <a:lin ang="5400000" scaled="1"/>
            </a:gradFill>
            <a:prstDash val="solid"/>
            <a:miter/>
            <a:tailEnd type="triangle"/>
          </a:ln>
        </p:spPr>
        <p:txBody>
          <a:bodyPr rtlCol="0" anchor="ctr"/>
          <a:lstStyle/>
          <a:p>
            <a:endParaRPr lang="en-ZA"/>
          </a:p>
        </p:txBody>
      </p:sp>
      <p:cxnSp>
        <p:nvCxnSpPr>
          <p:cNvPr id="70" name="Straight Connector 69">
            <a:extLst>
              <a:ext uri="{FF2B5EF4-FFF2-40B4-BE49-F238E27FC236}">
                <a16:creationId xmlns:a16="http://schemas.microsoft.com/office/drawing/2014/main" id="{6D862328-0DE0-B209-F60C-88E42451AFE0}"/>
              </a:ext>
            </a:extLst>
          </p:cNvPr>
          <p:cNvCxnSpPr>
            <a:cxnSpLocks noGrp="1" noRot="1" noMove="1" noResize="1" noEditPoints="1" noAdjustHandles="1" noChangeArrowheads="1" noChangeShapeType="1"/>
          </p:cNvCxnSpPr>
          <p:nvPr userDrawn="1"/>
        </p:nvCxnSpPr>
        <p:spPr>
          <a:xfrm flipH="1">
            <a:off x="1369669" y="5074468"/>
            <a:ext cx="7256807" cy="0"/>
          </a:xfrm>
          <a:prstGeom prst="line">
            <a:avLst/>
          </a:prstGeom>
          <a:noFill/>
          <a:ln w="53671" cap="flat">
            <a:gradFill>
              <a:gsLst>
                <a:gs pos="0">
                  <a:schemeClr val="accent1"/>
                </a:gs>
                <a:gs pos="37605">
                  <a:schemeClr val="accent4"/>
                </a:gs>
                <a:gs pos="66000">
                  <a:schemeClr val="accent6"/>
                </a:gs>
                <a:gs pos="100000">
                  <a:srgbClr val="005D78"/>
                </a:gs>
              </a:gsLst>
              <a:lin ang="10800000" scaled="0"/>
            </a:gradFill>
            <a:prstDash val="solid"/>
            <a:miter/>
            <a:tailEnd type="none"/>
          </a:ln>
        </p:spPr>
      </p:cxnSp>
      <p:cxnSp>
        <p:nvCxnSpPr>
          <p:cNvPr id="83" name="Straight Connector 82">
            <a:extLst>
              <a:ext uri="{FF2B5EF4-FFF2-40B4-BE49-F238E27FC236}">
                <a16:creationId xmlns:a16="http://schemas.microsoft.com/office/drawing/2014/main" id="{97E22F63-8F7F-2C0F-56E8-2422BE85BA38}"/>
              </a:ext>
            </a:extLst>
          </p:cNvPr>
          <p:cNvCxnSpPr>
            <a:cxnSpLocks noGrp="1" noRot="1" noMove="1" noResize="1" noEditPoints="1" noAdjustHandles="1" noChangeArrowheads="1" noChangeShapeType="1"/>
          </p:cNvCxnSpPr>
          <p:nvPr userDrawn="1"/>
        </p:nvCxnSpPr>
        <p:spPr>
          <a:xfrm flipH="1">
            <a:off x="3552825" y="3745334"/>
            <a:ext cx="7225219" cy="0"/>
          </a:xfrm>
          <a:prstGeom prst="line">
            <a:avLst/>
          </a:prstGeom>
          <a:noFill/>
          <a:ln w="53671" cap="flat">
            <a:gradFill>
              <a:gsLst>
                <a:gs pos="0">
                  <a:schemeClr val="tx2"/>
                </a:gs>
                <a:gs pos="49000">
                  <a:srgbClr val="37465B"/>
                </a:gs>
                <a:gs pos="23000">
                  <a:schemeClr val="accent3"/>
                </a:gs>
                <a:gs pos="76000">
                  <a:schemeClr val="accent2"/>
                </a:gs>
              </a:gsLst>
              <a:lin ang="10800000" scaled="0"/>
            </a:gradFill>
            <a:prstDash val="solid"/>
            <a:miter/>
            <a:headEnd type="none"/>
            <a:tailEnd type="none"/>
          </a:ln>
        </p:spPr>
      </p:cxnSp>
      <p:sp>
        <p:nvSpPr>
          <p:cNvPr id="2" name="Rectangle 1">
            <a:extLst>
              <a:ext uri="{FF2B5EF4-FFF2-40B4-BE49-F238E27FC236}">
                <a16:creationId xmlns:a16="http://schemas.microsoft.com/office/drawing/2014/main" id="{058ADADF-1103-7328-BD79-4F2E88F764B2}"/>
              </a:ext>
            </a:extLst>
          </p:cNvPr>
          <p:cNvSpPr>
            <a:spLocks noGrp="1" noRot="1" noMove="1" noResize="1" noEditPoints="1" noAdjustHandles="1" noChangeArrowheads="1" noChangeShapeType="1"/>
          </p:cNvSpPr>
          <p:nvPr userDrawn="1"/>
        </p:nvSpPr>
        <p:spPr>
          <a:xfrm>
            <a:off x="1424423" y="2507514"/>
            <a:ext cx="2160000" cy="18429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Text Placeholder 17">
            <a:extLst>
              <a:ext uri="{FF2B5EF4-FFF2-40B4-BE49-F238E27FC236}">
                <a16:creationId xmlns:a16="http://schemas.microsoft.com/office/drawing/2014/main" id="{8C0AA479-DCE4-B4FF-FE3E-CE972909D104}"/>
              </a:ext>
            </a:extLst>
          </p:cNvPr>
          <p:cNvSpPr>
            <a:spLocks noGrp="1"/>
          </p:cNvSpPr>
          <p:nvPr userDrawn="1">
            <p:ph type="body" sz="quarter" idx="58"/>
          </p:nvPr>
        </p:nvSpPr>
        <p:spPr>
          <a:xfrm>
            <a:off x="162242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4" name="Rectangle 3">
            <a:extLst>
              <a:ext uri="{FF2B5EF4-FFF2-40B4-BE49-F238E27FC236}">
                <a16:creationId xmlns:a16="http://schemas.microsoft.com/office/drawing/2014/main" id="{499FBA58-8BFA-4101-0CF9-67E79F6FD168}"/>
              </a:ext>
            </a:extLst>
          </p:cNvPr>
          <p:cNvSpPr>
            <a:spLocks noGrp="1" noRot="1" noMove="1" noResize="1" noEditPoints="1" noAdjustHandles="1" noChangeArrowheads="1" noChangeShapeType="1"/>
          </p:cNvSpPr>
          <p:nvPr userDrawn="1"/>
        </p:nvSpPr>
        <p:spPr>
          <a:xfrm>
            <a:off x="3806183" y="2507513"/>
            <a:ext cx="2160000" cy="18429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Rectangle 6">
            <a:extLst>
              <a:ext uri="{FF2B5EF4-FFF2-40B4-BE49-F238E27FC236}">
                <a16:creationId xmlns:a16="http://schemas.microsoft.com/office/drawing/2014/main" id="{D43E53DF-62E2-B566-8287-ED1909D37E34}"/>
              </a:ext>
            </a:extLst>
          </p:cNvPr>
          <p:cNvSpPr>
            <a:spLocks noGrp="1" noRot="1" noMove="1" noResize="1" noEditPoints="1" noAdjustHandles="1" noChangeArrowheads="1" noChangeShapeType="1"/>
          </p:cNvSpPr>
          <p:nvPr userDrawn="1"/>
        </p:nvSpPr>
        <p:spPr>
          <a:xfrm>
            <a:off x="6181738" y="2507513"/>
            <a:ext cx="2160000" cy="184297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4CFC66EF-1F75-14D1-4E9A-43DFF13FBC7A}"/>
              </a:ext>
            </a:extLst>
          </p:cNvPr>
          <p:cNvSpPr>
            <a:spLocks noGrp="1" noRot="1" noMove="1" noResize="1" noEditPoints="1" noAdjustHandles="1" noChangeArrowheads="1" noChangeShapeType="1"/>
          </p:cNvSpPr>
          <p:nvPr userDrawn="1"/>
        </p:nvSpPr>
        <p:spPr>
          <a:xfrm>
            <a:off x="8553975" y="2507512"/>
            <a:ext cx="2160000" cy="18429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ectangle 9">
            <a:extLst>
              <a:ext uri="{FF2B5EF4-FFF2-40B4-BE49-F238E27FC236}">
                <a16:creationId xmlns:a16="http://schemas.microsoft.com/office/drawing/2014/main" id="{76E168F1-DE39-824E-14D0-2E8BF8630F6F}"/>
              </a:ext>
            </a:extLst>
          </p:cNvPr>
          <p:cNvSpPr>
            <a:spLocks noGrp="1" noRot="1" noMove="1" noResize="1" noEditPoints="1" noAdjustHandles="1" noChangeArrowheads="1" noChangeShapeType="1"/>
          </p:cNvSpPr>
          <p:nvPr userDrawn="1"/>
        </p:nvSpPr>
        <p:spPr>
          <a:xfrm>
            <a:off x="1424423" y="4469316"/>
            <a:ext cx="2160000" cy="18429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Rectangle 14">
            <a:extLst>
              <a:ext uri="{FF2B5EF4-FFF2-40B4-BE49-F238E27FC236}">
                <a16:creationId xmlns:a16="http://schemas.microsoft.com/office/drawing/2014/main" id="{2D4B2CEA-3461-4B11-8313-BC47D2B4B5D9}"/>
              </a:ext>
            </a:extLst>
          </p:cNvPr>
          <p:cNvSpPr>
            <a:spLocks noGrp="1" noRot="1" noMove="1" noResize="1" noEditPoints="1" noAdjustHandles="1" noChangeArrowheads="1" noChangeShapeType="1"/>
          </p:cNvSpPr>
          <p:nvPr userDrawn="1"/>
        </p:nvSpPr>
        <p:spPr>
          <a:xfrm>
            <a:off x="3806183" y="4469315"/>
            <a:ext cx="2160000" cy="18429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15">
            <a:extLst>
              <a:ext uri="{FF2B5EF4-FFF2-40B4-BE49-F238E27FC236}">
                <a16:creationId xmlns:a16="http://schemas.microsoft.com/office/drawing/2014/main" id="{BDD48E65-096A-CBE6-F31A-797E44DB733D}"/>
              </a:ext>
            </a:extLst>
          </p:cNvPr>
          <p:cNvSpPr>
            <a:spLocks noGrp="1" noRot="1" noMove="1" noResize="1" noEditPoints="1" noAdjustHandles="1" noChangeArrowheads="1" noChangeShapeType="1"/>
          </p:cNvSpPr>
          <p:nvPr userDrawn="1"/>
        </p:nvSpPr>
        <p:spPr>
          <a:xfrm>
            <a:off x="6181738" y="4469315"/>
            <a:ext cx="2160000" cy="1842975"/>
          </a:xfrm>
          <a:prstGeom prst="rect">
            <a:avLst/>
          </a:prstGeom>
          <a:solidFill>
            <a:srgbClr val="85C3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Rectangle 16">
            <a:extLst>
              <a:ext uri="{FF2B5EF4-FFF2-40B4-BE49-F238E27FC236}">
                <a16:creationId xmlns:a16="http://schemas.microsoft.com/office/drawing/2014/main" id="{756E3BF4-1F1F-655C-8948-7908A0767134}"/>
              </a:ext>
            </a:extLst>
          </p:cNvPr>
          <p:cNvSpPr>
            <a:spLocks noGrp="1" noRot="1" noMove="1" noResize="1" noEditPoints="1" noAdjustHandles="1" noChangeArrowheads="1" noChangeShapeType="1"/>
          </p:cNvSpPr>
          <p:nvPr userDrawn="1"/>
        </p:nvSpPr>
        <p:spPr>
          <a:xfrm>
            <a:off x="8553975" y="4469314"/>
            <a:ext cx="2160000" cy="184297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Oval 20">
            <a:extLst>
              <a:ext uri="{FF2B5EF4-FFF2-40B4-BE49-F238E27FC236}">
                <a16:creationId xmlns:a16="http://schemas.microsoft.com/office/drawing/2014/main" id="{6C122693-A04F-434B-8C26-0C8F469D5B07}"/>
              </a:ext>
            </a:extLst>
          </p:cNvPr>
          <p:cNvSpPr>
            <a:spLocks noGrp="1" noRot="1" noChangeAspect="1" noMove="1" noResize="1" noEditPoints="1" noAdjustHandles="1" noChangeArrowheads="1" noChangeShapeType="1"/>
          </p:cNvSpPr>
          <p:nvPr userDrawn="1"/>
        </p:nvSpPr>
        <p:spPr>
          <a:xfrm>
            <a:off x="1622423" y="2689345"/>
            <a:ext cx="360000" cy="360000"/>
          </a:xfrm>
          <a:prstGeom prst="ellipse">
            <a:avLst/>
          </a:prstGeom>
          <a:solidFill>
            <a:schemeClr val="bg1"/>
          </a:solidFill>
          <a:ln w="19050">
            <a:solidFill>
              <a:schemeClr val="tx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tx2"/>
                </a:solidFill>
                <a:latin typeface="+mj-lt"/>
              </a:rPr>
              <a:t>01</a:t>
            </a:r>
          </a:p>
        </p:txBody>
      </p:sp>
      <p:sp>
        <p:nvSpPr>
          <p:cNvPr id="26" name="Oval 25">
            <a:extLst>
              <a:ext uri="{FF2B5EF4-FFF2-40B4-BE49-F238E27FC236}">
                <a16:creationId xmlns:a16="http://schemas.microsoft.com/office/drawing/2014/main" id="{C04D3905-7FAD-739F-0C54-F388D7742855}"/>
              </a:ext>
            </a:extLst>
          </p:cNvPr>
          <p:cNvSpPr>
            <a:spLocks noGrp="1" noRot="1" noChangeAspect="1" noMove="1" noResize="1" noEditPoints="1" noAdjustHandles="1" noChangeArrowheads="1" noChangeShapeType="1"/>
          </p:cNvSpPr>
          <p:nvPr userDrawn="1"/>
        </p:nvSpPr>
        <p:spPr>
          <a:xfrm>
            <a:off x="4004183" y="2689345"/>
            <a:ext cx="360000" cy="360000"/>
          </a:xfrm>
          <a:prstGeom prst="ellipse">
            <a:avLst/>
          </a:prstGeom>
          <a:solidFill>
            <a:schemeClr val="bg1"/>
          </a:solidFill>
          <a:ln w="19050">
            <a:solidFill>
              <a:schemeClr val="accent3"/>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3"/>
                </a:solidFill>
                <a:latin typeface="+mj-lt"/>
              </a:rPr>
              <a:t>02</a:t>
            </a:r>
          </a:p>
        </p:txBody>
      </p:sp>
      <p:sp>
        <p:nvSpPr>
          <p:cNvPr id="28" name="Oval 27">
            <a:extLst>
              <a:ext uri="{FF2B5EF4-FFF2-40B4-BE49-F238E27FC236}">
                <a16:creationId xmlns:a16="http://schemas.microsoft.com/office/drawing/2014/main" id="{DE7F7145-68BA-2FC6-7F4D-766EBF34EB22}"/>
              </a:ext>
            </a:extLst>
          </p:cNvPr>
          <p:cNvSpPr>
            <a:spLocks noGrp="1" noRot="1" noChangeAspect="1" noMove="1" noResize="1" noEditPoints="1" noAdjustHandles="1" noChangeArrowheads="1" noChangeShapeType="1"/>
          </p:cNvSpPr>
          <p:nvPr userDrawn="1"/>
        </p:nvSpPr>
        <p:spPr>
          <a:xfrm>
            <a:off x="6379738" y="2689345"/>
            <a:ext cx="360000" cy="360000"/>
          </a:xfrm>
          <a:prstGeom prst="ellipse">
            <a:avLst/>
          </a:prstGeom>
          <a:solidFill>
            <a:schemeClr val="bg1"/>
          </a:solidFill>
          <a:ln w="19050">
            <a:solidFill>
              <a:schemeClr val="accent5"/>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rgbClr val="37465B"/>
                </a:solidFill>
                <a:latin typeface="+mj-lt"/>
              </a:rPr>
              <a:t>03</a:t>
            </a:r>
          </a:p>
        </p:txBody>
      </p:sp>
      <p:sp>
        <p:nvSpPr>
          <p:cNvPr id="31" name="Oval 30">
            <a:extLst>
              <a:ext uri="{FF2B5EF4-FFF2-40B4-BE49-F238E27FC236}">
                <a16:creationId xmlns:a16="http://schemas.microsoft.com/office/drawing/2014/main" id="{AF85D4ED-4595-0B32-B83C-D720A2115668}"/>
              </a:ext>
            </a:extLst>
          </p:cNvPr>
          <p:cNvSpPr>
            <a:spLocks noGrp="1" noRot="1" noChangeAspect="1" noMove="1" noResize="1" noEditPoints="1" noAdjustHandles="1" noChangeArrowheads="1" noChangeShapeType="1"/>
          </p:cNvSpPr>
          <p:nvPr userDrawn="1"/>
        </p:nvSpPr>
        <p:spPr>
          <a:xfrm>
            <a:off x="8751975" y="2689345"/>
            <a:ext cx="360000" cy="360000"/>
          </a:xfrm>
          <a:prstGeom prst="ellipse">
            <a:avLst/>
          </a:prstGeom>
          <a:solidFill>
            <a:schemeClr val="bg1"/>
          </a:solidFill>
          <a:ln w="19050">
            <a:solidFill>
              <a:schemeClr val="accent2"/>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2"/>
                </a:solidFill>
                <a:latin typeface="+mj-lt"/>
              </a:rPr>
              <a:t>04</a:t>
            </a:r>
          </a:p>
        </p:txBody>
      </p:sp>
      <p:sp>
        <p:nvSpPr>
          <p:cNvPr id="32" name="Oval 31">
            <a:extLst>
              <a:ext uri="{FF2B5EF4-FFF2-40B4-BE49-F238E27FC236}">
                <a16:creationId xmlns:a16="http://schemas.microsoft.com/office/drawing/2014/main" id="{07EE3730-FD08-9F0D-F9F8-901B54930E04}"/>
              </a:ext>
            </a:extLst>
          </p:cNvPr>
          <p:cNvSpPr>
            <a:spLocks noGrp="1" noRot="1" noChangeAspect="1" noMove="1" noResize="1" noEditPoints="1" noAdjustHandles="1" noChangeArrowheads="1" noChangeShapeType="1"/>
          </p:cNvSpPr>
          <p:nvPr userDrawn="1"/>
        </p:nvSpPr>
        <p:spPr>
          <a:xfrm>
            <a:off x="1622423" y="4657556"/>
            <a:ext cx="360000" cy="360000"/>
          </a:xfrm>
          <a:prstGeom prst="ellipse">
            <a:avLst/>
          </a:prstGeom>
          <a:solidFill>
            <a:schemeClr val="bg1"/>
          </a:solidFill>
          <a:ln w="19050">
            <a:solidFill>
              <a:schemeClr val="accent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1"/>
                </a:solidFill>
                <a:latin typeface="+mj-lt"/>
              </a:rPr>
              <a:t>08</a:t>
            </a:r>
          </a:p>
        </p:txBody>
      </p:sp>
      <p:sp>
        <p:nvSpPr>
          <p:cNvPr id="33" name="Oval 32">
            <a:extLst>
              <a:ext uri="{FF2B5EF4-FFF2-40B4-BE49-F238E27FC236}">
                <a16:creationId xmlns:a16="http://schemas.microsoft.com/office/drawing/2014/main" id="{E876AEED-5C47-ACA6-F907-32E3697C8523}"/>
              </a:ext>
            </a:extLst>
          </p:cNvPr>
          <p:cNvSpPr>
            <a:spLocks noGrp="1" noRot="1" noChangeAspect="1" noMove="1" noResize="1" noEditPoints="1" noAdjustHandles="1" noChangeArrowheads="1" noChangeShapeType="1"/>
          </p:cNvSpPr>
          <p:nvPr userDrawn="1"/>
        </p:nvSpPr>
        <p:spPr>
          <a:xfrm>
            <a:off x="4004183" y="4657556"/>
            <a:ext cx="360000" cy="360000"/>
          </a:xfrm>
          <a:prstGeom prst="ellipse">
            <a:avLst/>
          </a:prstGeom>
          <a:solidFill>
            <a:schemeClr val="bg1"/>
          </a:solidFill>
          <a:ln w="19050">
            <a:solidFill>
              <a:schemeClr val="accent4"/>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solidFill>
                <a:latin typeface="+mj-lt"/>
              </a:rPr>
              <a:t>07</a:t>
            </a:r>
          </a:p>
        </p:txBody>
      </p:sp>
      <p:sp>
        <p:nvSpPr>
          <p:cNvPr id="34" name="Oval 33">
            <a:extLst>
              <a:ext uri="{FF2B5EF4-FFF2-40B4-BE49-F238E27FC236}">
                <a16:creationId xmlns:a16="http://schemas.microsoft.com/office/drawing/2014/main" id="{4AAAC7A1-507C-4A41-3B45-E3F0509BEFC1}"/>
              </a:ext>
            </a:extLst>
          </p:cNvPr>
          <p:cNvSpPr>
            <a:spLocks noGrp="1" noRot="1" noChangeAspect="1" noMove="1" noResize="1" noEditPoints="1" noAdjustHandles="1" noChangeArrowheads="1" noChangeShapeType="1"/>
          </p:cNvSpPr>
          <p:nvPr userDrawn="1"/>
        </p:nvSpPr>
        <p:spPr>
          <a:xfrm>
            <a:off x="6379738" y="4657556"/>
            <a:ext cx="360000" cy="360000"/>
          </a:xfrm>
          <a:prstGeom prst="ellipse">
            <a:avLst/>
          </a:prstGeom>
          <a:solidFill>
            <a:schemeClr val="bg1"/>
          </a:solidFill>
          <a:ln w="19050">
            <a:solidFill>
              <a:schemeClr val="accent6"/>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6"/>
                </a:solidFill>
                <a:latin typeface="+mj-lt"/>
              </a:rPr>
              <a:t>06</a:t>
            </a:r>
          </a:p>
        </p:txBody>
      </p:sp>
      <p:sp>
        <p:nvSpPr>
          <p:cNvPr id="35" name="Oval 34">
            <a:extLst>
              <a:ext uri="{FF2B5EF4-FFF2-40B4-BE49-F238E27FC236}">
                <a16:creationId xmlns:a16="http://schemas.microsoft.com/office/drawing/2014/main" id="{F9E7D5AF-2AB4-8C38-F4A1-3C62F1BD9528}"/>
              </a:ext>
            </a:extLst>
          </p:cNvPr>
          <p:cNvSpPr>
            <a:spLocks noGrp="1" noRot="1" noChangeAspect="1" noMove="1" noResize="1" noEditPoints="1" noAdjustHandles="1" noChangeArrowheads="1" noChangeShapeType="1"/>
          </p:cNvSpPr>
          <p:nvPr userDrawn="1"/>
        </p:nvSpPr>
        <p:spPr>
          <a:xfrm>
            <a:off x="8751975" y="4657556"/>
            <a:ext cx="360000" cy="360000"/>
          </a:xfrm>
          <a:prstGeom prst="ellipse">
            <a:avLst/>
          </a:prstGeom>
          <a:solidFill>
            <a:schemeClr val="bg1"/>
          </a:solidFill>
          <a:ln w="19050">
            <a:solidFill>
              <a:schemeClr val="accent4">
                <a:lumMod val="50000"/>
              </a:schemeClr>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accent4">
                    <a:lumMod val="50000"/>
                  </a:schemeClr>
                </a:solidFill>
                <a:latin typeface="+mj-lt"/>
              </a:rPr>
              <a:t>05</a:t>
            </a:r>
          </a:p>
        </p:txBody>
      </p:sp>
      <p:sp>
        <p:nvSpPr>
          <p:cNvPr id="19" name="Text Placeholder 15">
            <a:extLst>
              <a:ext uri="{FF2B5EF4-FFF2-40B4-BE49-F238E27FC236}">
                <a16:creationId xmlns:a16="http://schemas.microsoft.com/office/drawing/2014/main" id="{DAFCD38B-DAA2-BEFA-0841-D4CC29E32D64}"/>
              </a:ext>
            </a:extLst>
          </p:cNvPr>
          <p:cNvSpPr>
            <a:spLocks noGrp="1"/>
          </p:cNvSpPr>
          <p:nvPr userDrawn="1">
            <p:ph type="body" sz="quarter" idx="57" hasCustomPrompt="1"/>
          </p:nvPr>
        </p:nvSpPr>
        <p:spPr>
          <a:xfrm>
            <a:off x="587375" y="1747932"/>
            <a:ext cx="11052175" cy="396320"/>
          </a:xfrm>
          <a:prstGeom prst="rect">
            <a:avLst/>
          </a:prstGeom>
        </p:spPr>
        <p:txBody>
          <a:bodyPr lIns="0" tIns="0" rIns="0" bIns="0"/>
          <a:lstStyle>
            <a:lvl1pPr marL="0" indent="0" algn="ctr">
              <a:lnSpc>
                <a:spcPts val="16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37" name="Text Placeholder 36">
            <a:extLst>
              <a:ext uri="{FF2B5EF4-FFF2-40B4-BE49-F238E27FC236}">
                <a16:creationId xmlns:a16="http://schemas.microsoft.com/office/drawing/2014/main" id="{FE98BECC-660D-5790-7538-13E28446F9AE}"/>
              </a:ext>
            </a:extLst>
          </p:cNvPr>
          <p:cNvSpPr>
            <a:spLocks noGrp="1"/>
          </p:cNvSpPr>
          <p:nvPr userDrawn="1">
            <p:ph type="body" sz="quarter" idx="41" hasCustomPrompt="1"/>
          </p:nvPr>
        </p:nvSpPr>
        <p:spPr>
          <a:xfrm>
            <a:off x="1622423"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0" name="Text Placeholder 36">
            <a:extLst>
              <a:ext uri="{FF2B5EF4-FFF2-40B4-BE49-F238E27FC236}">
                <a16:creationId xmlns:a16="http://schemas.microsoft.com/office/drawing/2014/main" id="{83C12ADB-2B40-0E9B-FE15-76F50D013A79}"/>
              </a:ext>
            </a:extLst>
          </p:cNvPr>
          <p:cNvSpPr>
            <a:spLocks noGrp="1"/>
          </p:cNvSpPr>
          <p:nvPr userDrawn="1">
            <p:ph type="body" sz="quarter" idx="43" hasCustomPrompt="1"/>
          </p:nvPr>
        </p:nvSpPr>
        <p:spPr>
          <a:xfrm>
            <a:off x="4004183"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2" name="Text Placeholder 36">
            <a:extLst>
              <a:ext uri="{FF2B5EF4-FFF2-40B4-BE49-F238E27FC236}">
                <a16:creationId xmlns:a16="http://schemas.microsoft.com/office/drawing/2014/main" id="{5A91FA76-7D6E-2C3B-C076-6C723299DE68}"/>
              </a:ext>
            </a:extLst>
          </p:cNvPr>
          <p:cNvSpPr>
            <a:spLocks noGrp="1"/>
          </p:cNvSpPr>
          <p:nvPr userDrawn="1">
            <p:ph type="body" sz="quarter" idx="45" hasCustomPrompt="1"/>
          </p:nvPr>
        </p:nvSpPr>
        <p:spPr>
          <a:xfrm>
            <a:off x="6379738"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4" name="Text Placeholder 36">
            <a:extLst>
              <a:ext uri="{FF2B5EF4-FFF2-40B4-BE49-F238E27FC236}">
                <a16:creationId xmlns:a16="http://schemas.microsoft.com/office/drawing/2014/main" id="{9E1BB8FE-E849-2294-743D-1038A1EC6871}"/>
              </a:ext>
            </a:extLst>
          </p:cNvPr>
          <p:cNvSpPr>
            <a:spLocks noGrp="1"/>
          </p:cNvSpPr>
          <p:nvPr userDrawn="1">
            <p:ph type="body" sz="quarter" idx="47" hasCustomPrompt="1"/>
          </p:nvPr>
        </p:nvSpPr>
        <p:spPr>
          <a:xfrm>
            <a:off x="8751975" y="3217644"/>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6" name="Text Placeholder 36">
            <a:extLst>
              <a:ext uri="{FF2B5EF4-FFF2-40B4-BE49-F238E27FC236}">
                <a16:creationId xmlns:a16="http://schemas.microsoft.com/office/drawing/2014/main" id="{76A3D5DC-DD3B-2C1E-2BA9-899A25255E82}"/>
              </a:ext>
            </a:extLst>
          </p:cNvPr>
          <p:cNvSpPr>
            <a:spLocks noGrp="1"/>
          </p:cNvSpPr>
          <p:nvPr userDrawn="1">
            <p:ph type="body" sz="quarter" idx="49" hasCustomPrompt="1"/>
          </p:nvPr>
        </p:nvSpPr>
        <p:spPr>
          <a:xfrm>
            <a:off x="1622423"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48" name="Text Placeholder 36">
            <a:extLst>
              <a:ext uri="{FF2B5EF4-FFF2-40B4-BE49-F238E27FC236}">
                <a16:creationId xmlns:a16="http://schemas.microsoft.com/office/drawing/2014/main" id="{5470B633-94F6-3D09-D13A-1840A95D150F}"/>
              </a:ext>
            </a:extLst>
          </p:cNvPr>
          <p:cNvSpPr>
            <a:spLocks noGrp="1"/>
          </p:cNvSpPr>
          <p:nvPr userDrawn="1">
            <p:ph type="body" sz="quarter" idx="51" hasCustomPrompt="1"/>
          </p:nvPr>
        </p:nvSpPr>
        <p:spPr>
          <a:xfrm>
            <a:off x="4004183"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0" name="Text Placeholder 36">
            <a:extLst>
              <a:ext uri="{FF2B5EF4-FFF2-40B4-BE49-F238E27FC236}">
                <a16:creationId xmlns:a16="http://schemas.microsoft.com/office/drawing/2014/main" id="{3E3FBC37-5CC7-E830-9FD0-97CAC91554BF}"/>
              </a:ext>
            </a:extLst>
          </p:cNvPr>
          <p:cNvSpPr>
            <a:spLocks noGrp="1"/>
          </p:cNvSpPr>
          <p:nvPr userDrawn="1">
            <p:ph type="body" sz="quarter" idx="53" hasCustomPrompt="1"/>
          </p:nvPr>
        </p:nvSpPr>
        <p:spPr>
          <a:xfrm>
            <a:off x="6379738"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52" name="Text Placeholder 36">
            <a:extLst>
              <a:ext uri="{FF2B5EF4-FFF2-40B4-BE49-F238E27FC236}">
                <a16:creationId xmlns:a16="http://schemas.microsoft.com/office/drawing/2014/main" id="{C45CD18C-C13F-9AE0-C9E8-9BE62C4D5142}"/>
              </a:ext>
            </a:extLst>
          </p:cNvPr>
          <p:cNvSpPr>
            <a:spLocks noGrp="1"/>
          </p:cNvSpPr>
          <p:nvPr userDrawn="1">
            <p:ph type="body" sz="quarter" idx="55" hasCustomPrompt="1"/>
          </p:nvPr>
        </p:nvSpPr>
        <p:spPr>
          <a:xfrm>
            <a:off x="8751975" y="5191856"/>
            <a:ext cx="1764000" cy="304699"/>
          </a:xfrm>
          <a:prstGeom prst="rect">
            <a:avLst/>
          </a:prstGeom>
        </p:spPr>
        <p:txBody>
          <a:bodyPr wrap="square" lIns="0" tIns="0" rIns="0" bIns="0">
            <a:spAutoFit/>
          </a:bodyPr>
          <a:lstStyle>
            <a:lvl1pPr marL="0" indent="0" algn="l">
              <a:buNone/>
              <a:defRPr sz="1100" b="1" spc="40" baseline="0">
                <a:solidFill>
                  <a:schemeClr val="bg1"/>
                </a:solidFill>
                <a:latin typeface="+mj-lt"/>
              </a:defRPr>
            </a:lvl1pPr>
            <a:lvl2pPr marL="457200" indent="0" algn="ctr">
              <a:buNone/>
              <a:defRPr sz="1100">
                <a:latin typeface="+mj-lt"/>
              </a:defRPr>
            </a:lvl2pPr>
            <a:lvl3pPr marL="914400" indent="0" algn="ctr">
              <a:buNone/>
              <a:defRPr sz="1100">
                <a:latin typeface="+mj-lt"/>
              </a:defRPr>
            </a:lvl3pPr>
            <a:lvl4pPr marL="1371600" indent="0" algn="ctr">
              <a:buNone/>
              <a:defRPr sz="1100">
                <a:latin typeface="+mj-lt"/>
              </a:defRPr>
            </a:lvl4pPr>
            <a:lvl5pPr marL="1828800" indent="0" algn="ctr">
              <a:buNone/>
              <a:defRPr sz="1100">
                <a:latin typeface="+mj-lt"/>
              </a:defRPr>
            </a:lvl5pPr>
          </a:lstStyle>
          <a:p>
            <a:pPr lvl="0"/>
            <a:r>
              <a:rPr lang="en-US" dirty="0"/>
              <a:t>Click to edit heading over two lines only</a:t>
            </a:r>
            <a:endParaRPr lang="en-ZA" dirty="0"/>
          </a:p>
        </p:txBody>
      </p:sp>
      <p:sp>
        <p:nvSpPr>
          <p:cNvPr id="20" name="Text Placeholder 17">
            <a:extLst>
              <a:ext uri="{FF2B5EF4-FFF2-40B4-BE49-F238E27FC236}">
                <a16:creationId xmlns:a16="http://schemas.microsoft.com/office/drawing/2014/main" id="{D7DCC97B-458A-EE95-EDEA-C855B69626EB}"/>
              </a:ext>
            </a:extLst>
          </p:cNvPr>
          <p:cNvSpPr>
            <a:spLocks noGrp="1"/>
          </p:cNvSpPr>
          <p:nvPr userDrawn="1">
            <p:ph type="body" sz="quarter" idx="59"/>
          </p:nvPr>
        </p:nvSpPr>
        <p:spPr>
          <a:xfrm>
            <a:off x="4004470"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2" name="Text Placeholder 17">
            <a:extLst>
              <a:ext uri="{FF2B5EF4-FFF2-40B4-BE49-F238E27FC236}">
                <a16:creationId xmlns:a16="http://schemas.microsoft.com/office/drawing/2014/main" id="{8FE70E33-C386-190D-9919-EF7D3E749FD7}"/>
              </a:ext>
            </a:extLst>
          </p:cNvPr>
          <p:cNvSpPr>
            <a:spLocks noGrp="1"/>
          </p:cNvSpPr>
          <p:nvPr userDrawn="1">
            <p:ph type="body" sz="quarter" idx="60"/>
          </p:nvPr>
        </p:nvSpPr>
        <p:spPr>
          <a:xfrm>
            <a:off x="638002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3" name="Text Placeholder 17">
            <a:extLst>
              <a:ext uri="{FF2B5EF4-FFF2-40B4-BE49-F238E27FC236}">
                <a16:creationId xmlns:a16="http://schemas.microsoft.com/office/drawing/2014/main" id="{41C14FA7-90A8-A17E-2ED9-E4D69DD5721E}"/>
              </a:ext>
            </a:extLst>
          </p:cNvPr>
          <p:cNvSpPr>
            <a:spLocks noGrp="1"/>
          </p:cNvSpPr>
          <p:nvPr userDrawn="1">
            <p:ph type="body" sz="quarter" idx="61"/>
          </p:nvPr>
        </p:nvSpPr>
        <p:spPr>
          <a:xfrm>
            <a:off x="8751975" y="3675586"/>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4" name="Text Placeholder 17">
            <a:extLst>
              <a:ext uri="{FF2B5EF4-FFF2-40B4-BE49-F238E27FC236}">
                <a16:creationId xmlns:a16="http://schemas.microsoft.com/office/drawing/2014/main" id="{6965271A-C351-0064-A8EE-DD6B7B0C1095}"/>
              </a:ext>
            </a:extLst>
          </p:cNvPr>
          <p:cNvSpPr>
            <a:spLocks noGrp="1"/>
          </p:cNvSpPr>
          <p:nvPr userDrawn="1">
            <p:ph type="body" sz="quarter" idx="62"/>
          </p:nvPr>
        </p:nvSpPr>
        <p:spPr>
          <a:xfrm>
            <a:off x="162242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25" name="Text Placeholder 17">
            <a:extLst>
              <a:ext uri="{FF2B5EF4-FFF2-40B4-BE49-F238E27FC236}">
                <a16:creationId xmlns:a16="http://schemas.microsoft.com/office/drawing/2014/main" id="{96ED1C35-F84E-F2CA-F7CC-307C99B78216}"/>
              </a:ext>
            </a:extLst>
          </p:cNvPr>
          <p:cNvSpPr>
            <a:spLocks noGrp="1"/>
          </p:cNvSpPr>
          <p:nvPr userDrawn="1">
            <p:ph type="body" sz="quarter" idx="63"/>
          </p:nvPr>
        </p:nvSpPr>
        <p:spPr>
          <a:xfrm>
            <a:off x="4004470"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30" name="Text Placeholder 17">
            <a:extLst>
              <a:ext uri="{FF2B5EF4-FFF2-40B4-BE49-F238E27FC236}">
                <a16:creationId xmlns:a16="http://schemas.microsoft.com/office/drawing/2014/main" id="{DE3DE8D7-DB71-EA14-851D-E7F15431377A}"/>
              </a:ext>
            </a:extLst>
          </p:cNvPr>
          <p:cNvSpPr>
            <a:spLocks noGrp="1"/>
          </p:cNvSpPr>
          <p:nvPr userDrawn="1">
            <p:ph type="body" sz="quarter" idx="64"/>
          </p:nvPr>
        </p:nvSpPr>
        <p:spPr>
          <a:xfrm>
            <a:off x="638002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sp>
        <p:nvSpPr>
          <p:cNvPr id="36" name="Text Placeholder 17">
            <a:extLst>
              <a:ext uri="{FF2B5EF4-FFF2-40B4-BE49-F238E27FC236}">
                <a16:creationId xmlns:a16="http://schemas.microsoft.com/office/drawing/2014/main" id="{7B5B66F9-D916-90B5-F731-52DD2555E33F}"/>
              </a:ext>
            </a:extLst>
          </p:cNvPr>
          <p:cNvSpPr>
            <a:spLocks noGrp="1"/>
          </p:cNvSpPr>
          <p:nvPr userDrawn="1">
            <p:ph type="body" sz="quarter" idx="65"/>
          </p:nvPr>
        </p:nvSpPr>
        <p:spPr>
          <a:xfrm>
            <a:off x="8751975" y="5653763"/>
            <a:ext cx="1763713" cy="457200"/>
          </a:xfrm>
          <a:prstGeom prst="rect">
            <a:avLst/>
          </a:prstGeom>
        </p:spPr>
        <p:txBody>
          <a:bodyPr lIns="0" tIns="0" rIns="0" bIns="0"/>
          <a:lstStyle>
            <a:lvl1pPr marL="0" indent="0">
              <a:spcBef>
                <a:spcPts val="600"/>
              </a:spcBef>
              <a:buNone/>
              <a:defRPr sz="1100">
                <a:solidFill>
                  <a:schemeClr val="bg1"/>
                </a:solidFill>
              </a:defRPr>
            </a:lvl1pPr>
            <a:lvl2pPr marL="457200" indent="0">
              <a:buNone/>
              <a:defRPr sz="1000">
                <a:solidFill>
                  <a:srgbClr val="FFFF00"/>
                </a:solidFill>
              </a:defRPr>
            </a:lvl2pPr>
            <a:lvl3pPr marL="914400" indent="0">
              <a:buNone/>
              <a:defRPr sz="1000">
                <a:solidFill>
                  <a:srgbClr val="FFFF00"/>
                </a:solidFill>
              </a:defRPr>
            </a:lvl3pPr>
            <a:lvl4pPr marL="1371600" indent="0">
              <a:buNone/>
              <a:defRPr sz="1000">
                <a:solidFill>
                  <a:srgbClr val="FFFF00"/>
                </a:solidFill>
              </a:defRPr>
            </a:lvl4pPr>
            <a:lvl5pPr marL="1828800" indent="0">
              <a:buNone/>
              <a:defRPr sz="1000">
                <a:solidFill>
                  <a:srgbClr val="FFFF00"/>
                </a:solidFill>
              </a:defRPr>
            </a:lvl5pPr>
          </a:lstStyle>
          <a:p>
            <a:pPr lvl="0"/>
            <a:r>
              <a:rPr lang="en-US" dirty="0"/>
              <a:t>Click to edit Master text styles</a:t>
            </a:r>
          </a:p>
        </p:txBody>
      </p:sp>
      <p:cxnSp>
        <p:nvCxnSpPr>
          <p:cNvPr id="38" name="Straight Connector 15">
            <a:extLst>
              <a:ext uri="{FF2B5EF4-FFF2-40B4-BE49-F238E27FC236}">
                <a16:creationId xmlns:a16="http://schemas.microsoft.com/office/drawing/2014/main" id="{D3131FF5-FC38-3537-8316-A1CD75034DDD}"/>
              </a:ext>
            </a:extLst>
          </p:cNvPr>
          <p:cNvCxnSpPr>
            <a:cxnSpLocks/>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Graphic 66">
            <a:extLst>
              <a:ext uri="{FF2B5EF4-FFF2-40B4-BE49-F238E27FC236}">
                <a16:creationId xmlns:a16="http://schemas.microsoft.com/office/drawing/2014/main" id="{C3718E07-1321-15F7-7D84-8E9E5328A25B}"/>
              </a:ext>
            </a:extLst>
          </p:cNvPr>
          <p:cNvSpPr>
            <a:spLocks noGrp="1" noRot="1" noMove="1" noResize="1" noEditPoints="1" noAdjustHandles="1" noChangeArrowheads="1" noChangeShapeType="1"/>
          </p:cNvSpPr>
          <p:nvPr userDrawn="1"/>
        </p:nvSpPr>
        <p:spPr>
          <a:xfrm flipH="1" flipV="1">
            <a:off x="705102" y="3745334"/>
            <a:ext cx="664567" cy="1329134"/>
          </a:xfrm>
          <a:custGeom>
            <a:avLst/>
            <a:gdLst>
              <a:gd name="connsiteX0" fmla="*/ 0 w 746804"/>
              <a:gd name="connsiteY0" fmla="*/ 0 h 1493609"/>
              <a:gd name="connsiteX1" fmla="*/ 746805 w 746804"/>
              <a:gd name="connsiteY1" fmla="*/ 746805 h 1493609"/>
              <a:gd name="connsiteX2" fmla="*/ 746805 w 746804"/>
              <a:gd name="connsiteY2" fmla="*/ 746805 h 1493609"/>
              <a:gd name="connsiteX3" fmla="*/ 0 w 746804"/>
              <a:gd name="connsiteY3" fmla="*/ 1493609 h 1493609"/>
            </a:gdLst>
            <a:ahLst/>
            <a:cxnLst>
              <a:cxn ang="0">
                <a:pos x="connsiteX0" y="connsiteY0"/>
              </a:cxn>
              <a:cxn ang="0">
                <a:pos x="connsiteX1" y="connsiteY1"/>
              </a:cxn>
              <a:cxn ang="0">
                <a:pos x="connsiteX2" y="connsiteY2"/>
              </a:cxn>
              <a:cxn ang="0">
                <a:pos x="connsiteX3" y="connsiteY3"/>
              </a:cxn>
            </a:cxnLst>
            <a:rect l="l" t="t" r="r" b="b"/>
            <a:pathLst>
              <a:path w="746804" h="1493609">
                <a:moveTo>
                  <a:pt x="0" y="0"/>
                </a:moveTo>
                <a:cubicBezTo>
                  <a:pt x="412472" y="0"/>
                  <a:pt x="746805" y="334333"/>
                  <a:pt x="746805" y="746805"/>
                </a:cubicBezTo>
                <a:lnTo>
                  <a:pt x="746805" y="746805"/>
                </a:lnTo>
                <a:cubicBezTo>
                  <a:pt x="746805" y="1159276"/>
                  <a:pt x="412472" y="1493609"/>
                  <a:pt x="0" y="1493609"/>
                </a:cubicBezTo>
              </a:path>
            </a:pathLst>
          </a:custGeom>
          <a:noFill/>
          <a:ln w="53671" cap="flat">
            <a:gradFill>
              <a:gsLst>
                <a:gs pos="0">
                  <a:schemeClr val="accent1"/>
                </a:gs>
                <a:gs pos="100000">
                  <a:schemeClr val="tx2"/>
                </a:gs>
              </a:gsLst>
              <a:lin ang="5400000" scaled="1"/>
            </a:gradFill>
            <a:prstDash val="solid"/>
            <a:miter/>
            <a:tailEnd type="triangle"/>
          </a:ln>
        </p:spPr>
        <p:txBody>
          <a:bodyPr rtlCol="0" anchor="ctr"/>
          <a:lstStyle/>
          <a:p>
            <a:endParaRPr lang="en-ZA"/>
          </a:p>
        </p:txBody>
      </p:sp>
    </p:spTree>
    <p:extLst>
      <p:ext uri="{BB962C8B-B14F-4D97-AF65-F5344CB8AC3E}">
        <p14:creationId xmlns:p14="http://schemas.microsoft.com/office/powerpoint/2010/main" val="1289267857"/>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P11 | HEAD + INTRO + Triad Infographic">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D957ED3E-FC0E-6B89-B22B-0412A73DC297}"/>
              </a:ext>
            </a:extLst>
          </p:cNvPr>
          <p:cNvGrpSpPr>
            <a:grpSpLocks noGrp="1" noUngrp="1" noRot="1" noMove="1" noResize="1"/>
          </p:cNvGrpSpPr>
          <p:nvPr userDrawn="1"/>
        </p:nvGrpSpPr>
        <p:grpSpPr>
          <a:xfrm>
            <a:off x="6248995" y="1664706"/>
            <a:ext cx="5390546" cy="4782245"/>
            <a:chOff x="6248995" y="1664706"/>
            <a:chExt cx="5390546" cy="4782245"/>
          </a:xfrm>
        </p:grpSpPr>
        <p:cxnSp>
          <p:nvCxnSpPr>
            <p:cNvPr id="35" name="Straight Arrow Connector 34">
              <a:extLst>
                <a:ext uri="{FF2B5EF4-FFF2-40B4-BE49-F238E27FC236}">
                  <a16:creationId xmlns:a16="http://schemas.microsoft.com/office/drawing/2014/main" id="{6003356F-ED51-535E-5BCC-3E594AE39684}"/>
                </a:ext>
              </a:extLst>
            </p:cNvPr>
            <p:cNvCxnSpPr>
              <a:cxnSpLocks noGrp="1" noRot="1" noMove="1" noResize="1" noEditPoints="1" noAdjustHandles="1" noChangeArrowheads="1" noChangeShapeType="1"/>
            </p:cNvCxnSpPr>
            <p:nvPr userDrawn="1"/>
          </p:nvCxnSpPr>
          <p:spPr>
            <a:xfrm flipH="1">
              <a:off x="8299932" y="5708117"/>
              <a:ext cx="1434618" cy="0"/>
            </a:xfrm>
            <a:prstGeom prst="straightConnector1">
              <a:avLst/>
            </a:prstGeom>
            <a:ln w="31750">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C28DA941-B4CC-66D9-D94C-BB663CA96B4A}"/>
                </a:ext>
              </a:extLst>
            </p:cNvPr>
            <p:cNvCxnSpPr>
              <a:cxnSpLocks noGrp="1" noRot="1" noMove="1" noResize="1" noEditPoints="1" noAdjustHandles="1" noChangeArrowheads="1" noChangeShapeType="1"/>
            </p:cNvCxnSpPr>
            <p:nvPr userDrawn="1"/>
          </p:nvCxnSpPr>
          <p:spPr>
            <a:xfrm>
              <a:off x="9635507" y="3318886"/>
              <a:ext cx="664675" cy="1098333"/>
            </a:xfrm>
            <a:prstGeom prst="straightConnector1">
              <a:avLst/>
            </a:prstGeom>
            <a:ln w="31750">
              <a:tailEnd type="triangle" w="lg" len="lg"/>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2B287D20-07C0-B40A-0902-2586D947C38C}"/>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7228462" y="2644173"/>
              <a:ext cx="3428134" cy="2822411"/>
            </a:xfrm>
            <a:prstGeom prst="rect">
              <a:avLst/>
            </a:prstGeom>
          </p:spPr>
        </p:pic>
        <p:sp>
          <p:nvSpPr>
            <p:cNvPr id="23" name="Freeform: Shape 22">
              <a:extLst>
                <a:ext uri="{FF2B5EF4-FFF2-40B4-BE49-F238E27FC236}">
                  <a16:creationId xmlns:a16="http://schemas.microsoft.com/office/drawing/2014/main" id="{99D9DB46-F496-BADB-529B-40142419CF09}"/>
                </a:ext>
              </a:extLst>
            </p:cNvPr>
            <p:cNvSpPr>
              <a:spLocks noGrp="1" noRot="1" noMove="1" noResize="1" noEditPoints="1" noAdjustHandles="1" noChangeArrowheads="1" noChangeShapeType="1"/>
            </p:cNvSpPr>
            <p:nvPr/>
          </p:nvSpPr>
          <p:spPr>
            <a:xfrm>
              <a:off x="7965252" y="1664706"/>
              <a:ext cx="1957902" cy="1957902"/>
            </a:xfrm>
            <a:custGeom>
              <a:avLst/>
              <a:gdLst>
                <a:gd name="connsiteX0" fmla="*/ 1957902 w 1957902"/>
                <a:gd name="connsiteY0" fmla="*/ 978951 h 1957902"/>
                <a:gd name="connsiteX1" fmla="*/ 978951 w 1957902"/>
                <a:gd name="connsiteY1" fmla="*/ 1957902 h 1957902"/>
                <a:gd name="connsiteX2" fmla="*/ 0 w 1957902"/>
                <a:gd name="connsiteY2" fmla="*/ 978951 h 1957902"/>
                <a:gd name="connsiteX3" fmla="*/ 978951 w 1957902"/>
                <a:gd name="connsiteY3" fmla="*/ 0 h 1957902"/>
                <a:gd name="connsiteX4" fmla="*/ 1957902 w 1957902"/>
                <a:gd name="connsiteY4" fmla="*/ 978951 h 1957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902" h="1957902">
                  <a:moveTo>
                    <a:pt x="1957902" y="978951"/>
                  </a:moveTo>
                  <a:cubicBezTo>
                    <a:pt x="1957902" y="1519611"/>
                    <a:pt x="1519611" y="1957902"/>
                    <a:pt x="978951" y="1957902"/>
                  </a:cubicBezTo>
                  <a:cubicBezTo>
                    <a:pt x="438291" y="1957902"/>
                    <a:pt x="0" y="1519611"/>
                    <a:pt x="0" y="978951"/>
                  </a:cubicBezTo>
                  <a:cubicBezTo>
                    <a:pt x="0" y="438291"/>
                    <a:pt x="438291" y="0"/>
                    <a:pt x="978951" y="0"/>
                  </a:cubicBezTo>
                  <a:cubicBezTo>
                    <a:pt x="1519611" y="0"/>
                    <a:pt x="1957902" y="438291"/>
                    <a:pt x="1957902" y="978951"/>
                  </a:cubicBezTo>
                  <a:close/>
                </a:path>
              </a:pathLst>
            </a:custGeom>
            <a:solidFill>
              <a:schemeClr val="accent2"/>
            </a:solidFill>
            <a:ln w="12875"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A30A2880-1A1E-7D38-9D98-5273B55AD523}"/>
                </a:ext>
              </a:extLst>
            </p:cNvPr>
            <p:cNvSpPr>
              <a:spLocks noGrp="1" noRot="1" noMove="1" noResize="1" noEditPoints="1" noAdjustHandles="1" noChangeArrowheads="1" noChangeShapeType="1"/>
            </p:cNvSpPr>
            <p:nvPr/>
          </p:nvSpPr>
          <p:spPr>
            <a:xfrm>
              <a:off x="8435783" y="2643657"/>
              <a:ext cx="1016841" cy="978822"/>
            </a:xfrm>
            <a:custGeom>
              <a:avLst/>
              <a:gdLst>
                <a:gd name="connsiteX0" fmla="*/ 508421 w 1016841"/>
                <a:gd name="connsiteY0" fmla="*/ 0 h 978822"/>
                <a:gd name="connsiteX1" fmla="*/ 1016841 w 1016841"/>
                <a:gd name="connsiteY1" fmla="*/ 836671 h 978822"/>
                <a:gd name="connsiteX2" fmla="*/ 508421 w 1016841"/>
                <a:gd name="connsiteY2" fmla="*/ 978822 h 978822"/>
                <a:gd name="connsiteX3" fmla="*/ 0 w 1016841"/>
                <a:gd name="connsiteY3" fmla="*/ 836671 h 978822"/>
                <a:gd name="connsiteX4" fmla="*/ 508421 w 1016841"/>
                <a:gd name="connsiteY4" fmla="*/ 0 h 978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6841" h="978822">
                  <a:moveTo>
                    <a:pt x="508421" y="0"/>
                  </a:moveTo>
                  <a:lnTo>
                    <a:pt x="1016841" y="836671"/>
                  </a:lnTo>
                  <a:cubicBezTo>
                    <a:pt x="868632" y="926885"/>
                    <a:pt x="694648" y="978822"/>
                    <a:pt x="508421" y="978822"/>
                  </a:cubicBezTo>
                  <a:cubicBezTo>
                    <a:pt x="322193" y="978822"/>
                    <a:pt x="148209" y="926885"/>
                    <a:pt x="0" y="836671"/>
                  </a:cubicBezTo>
                  <a:lnTo>
                    <a:pt x="508421" y="0"/>
                  </a:lnTo>
                  <a:close/>
                </a:path>
              </a:pathLst>
            </a:custGeom>
            <a:solidFill>
              <a:srgbClr val="37465B">
                <a:alpha val="20000"/>
              </a:srgbClr>
            </a:solidFill>
            <a:ln w="12875"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986568E9-10C0-328C-57D8-3E7279A396F8}"/>
                </a:ext>
              </a:extLst>
            </p:cNvPr>
            <p:cNvSpPr>
              <a:spLocks noGrp="1" noRot="1" noMove="1" noResize="1" noEditPoints="1" noAdjustHandles="1" noChangeArrowheads="1" noChangeShapeType="1"/>
            </p:cNvSpPr>
            <p:nvPr/>
          </p:nvSpPr>
          <p:spPr>
            <a:xfrm>
              <a:off x="6248995" y="4489049"/>
              <a:ext cx="1957902" cy="1957902"/>
            </a:xfrm>
            <a:custGeom>
              <a:avLst/>
              <a:gdLst>
                <a:gd name="connsiteX0" fmla="*/ 1957902 w 1957902"/>
                <a:gd name="connsiteY0" fmla="*/ 978951 h 1957902"/>
                <a:gd name="connsiteX1" fmla="*/ 978951 w 1957902"/>
                <a:gd name="connsiteY1" fmla="*/ 1957902 h 1957902"/>
                <a:gd name="connsiteX2" fmla="*/ 0 w 1957902"/>
                <a:gd name="connsiteY2" fmla="*/ 978951 h 1957902"/>
                <a:gd name="connsiteX3" fmla="*/ 978951 w 1957902"/>
                <a:gd name="connsiteY3" fmla="*/ 0 h 1957902"/>
                <a:gd name="connsiteX4" fmla="*/ 1957902 w 1957902"/>
                <a:gd name="connsiteY4" fmla="*/ 978951 h 1957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902" h="1957902">
                  <a:moveTo>
                    <a:pt x="1957902" y="978951"/>
                  </a:moveTo>
                  <a:cubicBezTo>
                    <a:pt x="1957902" y="1519611"/>
                    <a:pt x="1519611" y="1957902"/>
                    <a:pt x="978951" y="1957902"/>
                  </a:cubicBezTo>
                  <a:cubicBezTo>
                    <a:pt x="438291" y="1957902"/>
                    <a:pt x="0" y="1519611"/>
                    <a:pt x="0" y="978951"/>
                  </a:cubicBezTo>
                  <a:cubicBezTo>
                    <a:pt x="0" y="438291"/>
                    <a:pt x="438291" y="0"/>
                    <a:pt x="978951" y="0"/>
                  </a:cubicBezTo>
                  <a:cubicBezTo>
                    <a:pt x="1519611" y="0"/>
                    <a:pt x="1957902" y="438291"/>
                    <a:pt x="1957902" y="978951"/>
                  </a:cubicBezTo>
                  <a:close/>
                </a:path>
              </a:pathLst>
            </a:custGeom>
            <a:solidFill>
              <a:schemeClr val="accent4"/>
            </a:solidFill>
            <a:ln w="12875"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02CF23C2-15F3-61F6-1A0B-ED68036B10CA}"/>
                </a:ext>
              </a:extLst>
            </p:cNvPr>
            <p:cNvSpPr>
              <a:spLocks noGrp="1" noRot="1" noMove="1" noResize="1" noEditPoints="1" noAdjustHandles="1" noChangeArrowheads="1" noChangeShapeType="1"/>
            </p:cNvSpPr>
            <p:nvPr/>
          </p:nvSpPr>
          <p:spPr>
            <a:xfrm>
              <a:off x="9681639" y="4489049"/>
              <a:ext cx="1957902" cy="1957902"/>
            </a:xfrm>
            <a:custGeom>
              <a:avLst/>
              <a:gdLst>
                <a:gd name="connsiteX0" fmla="*/ 1957902 w 1957902"/>
                <a:gd name="connsiteY0" fmla="*/ 978951 h 1957902"/>
                <a:gd name="connsiteX1" fmla="*/ 978951 w 1957902"/>
                <a:gd name="connsiteY1" fmla="*/ 1957902 h 1957902"/>
                <a:gd name="connsiteX2" fmla="*/ 0 w 1957902"/>
                <a:gd name="connsiteY2" fmla="*/ 978951 h 1957902"/>
                <a:gd name="connsiteX3" fmla="*/ 978951 w 1957902"/>
                <a:gd name="connsiteY3" fmla="*/ 0 h 1957902"/>
                <a:gd name="connsiteX4" fmla="*/ 1957902 w 1957902"/>
                <a:gd name="connsiteY4" fmla="*/ 978951 h 1957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7902" h="1957902">
                  <a:moveTo>
                    <a:pt x="1957902" y="978951"/>
                  </a:moveTo>
                  <a:cubicBezTo>
                    <a:pt x="1957902" y="1519611"/>
                    <a:pt x="1519611" y="1957902"/>
                    <a:pt x="978951" y="1957902"/>
                  </a:cubicBezTo>
                  <a:cubicBezTo>
                    <a:pt x="438292" y="1957902"/>
                    <a:pt x="0" y="1519611"/>
                    <a:pt x="0" y="978951"/>
                  </a:cubicBezTo>
                  <a:cubicBezTo>
                    <a:pt x="0" y="438291"/>
                    <a:pt x="438292" y="0"/>
                    <a:pt x="978951" y="0"/>
                  </a:cubicBezTo>
                  <a:cubicBezTo>
                    <a:pt x="1519611" y="0"/>
                    <a:pt x="1957902" y="438291"/>
                    <a:pt x="1957902" y="978951"/>
                  </a:cubicBezTo>
                  <a:close/>
                </a:path>
              </a:pathLst>
            </a:custGeom>
            <a:solidFill>
              <a:schemeClr val="accent3"/>
            </a:solidFill>
            <a:ln w="12875"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F917CB52-93D9-6A9A-26D7-0B21BBDA4855}"/>
                </a:ext>
              </a:extLst>
            </p:cNvPr>
            <p:cNvSpPr>
              <a:spLocks noGrp="1" noRot="1" noMove="1" noResize="1" noEditPoints="1" noAdjustHandles="1" noChangeArrowheads="1" noChangeShapeType="1"/>
            </p:cNvSpPr>
            <p:nvPr/>
          </p:nvSpPr>
          <p:spPr>
            <a:xfrm>
              <a:off x="7227817" y="4631330"/>
              <a:ext cx="978951" cy="836670"/>
            </a:xfrm>
            <a:custGeom>
              <a:avLst/>
              <a:gdLst>
                <a:gd name="connsiteX0" fmla="*/ 978951 w 978951"/>
                <a:gd name="connsiteY0" fmla="*/ 836671 h 836670"/>
                <a:gd name="connsiteX1" fmla="*/ 0 w 978951"/>
                <a:gd name="connsiteY1" fmla="*/ 836671 h 836670"/>
                <a:gd name="connsiteX2" fmla="*/ 508421 w 978951"/>
                <a:gd name="connsiteY2" fmla="*/ 0 h 836670"/>
                <a:gd name="connsiteX3" fmla="*/ 978951 w 978951"/>
                <a:gd name="connsiteY3" fmla="*/ 836671 h 836670"/>
              </a:gdLst>
              <a:ahLst/>
              <a:cxnLst>
                <a:cxn ang="0">
                  <a:pos x="connsiteX0" y="connsiteY0"/>
                </a:cxn>
                <a:cxn ang="0">
                  <a:pos x="connsiteX1" y="connsiteY1"/>
                </a:cxn>
                <a:cxn ang="0">
                  <a:pos x="connsiteX2" y="connsiteY2"/>
                </a:cxn>
                <a:cxn ang="0">
                  <a:pos x="connsiteX3" y="connsiteY3"/>
                </a:cxn>
              </a:cxnLst>
              <a:rect l="l" t="t" r="r" b="b"/>
              <a:pathLst>
                <a:path w="978951" h="836670">
                  <a:moveTo>
                    <a:pt x="978951" y="836671"/>
                  </a:moveTo>
                  <a:lnTo>
                    <a:pt x="0" y="836671"/>
                  </a:lnTo>
                  <a:lnTo>
                    <a:pt x="508421" y="0"/>
                  </a:lnTo>
                  <a:cubicBezTo>
                    <a:pt x="790533" y="171664"/>
                    <a:pt x="978951" y="482258"/>
                    <a:pt x="978951" y="836671"/>
                  </a:cubicBezTo>
                  <a:close/>
                </a:path>
              </a:pathLst>
            </a:custGeom>
            <a:solidFill>
              <a:srgbClr val="37465B">
                <a:alpha val="20000"/>
              </a:srgbClr>
            </a:solidFill>
            <a:ln w="12875"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74D1740A-4558-E377-34C8-0159B939047E}"/>
                </a:ext>
              </a:extLst>
            </p:cNvPr>
            <p:cNvSpPr>
              <a:spLocks noGrp="1" noRot="1" noMove="1" noResize="1" noEditPoints="1" noAdjustHandles="1" noChangeArrowheads="1" noChangeShapeType="1"/>
            </p:cNvSpPr>
            <p:nvPr/>
          </p:nvSpPr>
          <p:spPr>
            <a:xfrm>
              <a:off x="9681639" y="4631330"/>
              <a:ext cx="978951" cy="836670"/>
            </a:xfrm>
            <a:custGeom>
              <a:avLst/>
              <a:gdLst>
                <a:gd name="connsiteX0" fmla="*/ 978951 w 978951"/>
                <a:gd name="connsiteY0" fmla="*/ 836671 h 836670"/>
                <a:gd name="connsiteX1" fmla="*/ 0 w 978951"/>
                <a:gd name="connsiteY1" fmla="*/ 836671 h 836670"/>
                <a:gd name="connsiteX2" fmla="*/ 470530 w 978951"/>
                <a:gd name="connsiteY2" fmla="*/ 0 h 836670"/>
                <a:gd name="connsiteX3" fmla="*/ 978951 w 978951"/>
                <a:gd name="connsiteY3" fmla="*/ 836671 h 836670"/>
              </a:gdLst>
              <a:ahLst/>
              <a:cxnLst>
                <a:cxn ang="0">
                  <a:pos x="connsiteX0" y="connsiteY0"/>
                </a:cxn>
                <a:cxn ang="0">
                  <a:pos x="connsiteX1" y="connsiteY1"/>
                </a:cxn>
                <a:cxn ang="0">
                  <a:pos x="connsiteX2" y="connsiteY2"/>
                </a:cxn>
                <a:cxn ang="0">
                  <a:pos x="connsiteX3" y="connsiteY3"/>
                </a:cxn>
              </a:cxnLst>
              <a:rect l="l" t="t" r="r" b="b"/>
              <a:pathLst>
                <a:path w="978951" h="836670">
                  <a:moveTo>
                    <a:pt x="978951" y="836671"/>
                  </a:moveTo>
                  <a:lnTo>
                    <a:pt x="0" y="836671"/>
                  </a:lnTo>
                  <a:cubicBezTo>
                    <a:pt x="0" y="482258"/>
                    <a:pt x="188418" y="171664"/>
                    <a:pt x="470530" y="0"/>
                  </a:cubicBezTo>
                  <a:lnTo>
                    <a:pt x="978951" y="836671"/>
                  </a:lnTo>
                  <a:close/>
                </a:path>
              </a:pathLst>
            </a:custGeom>
            <a:solidFill>
              <a:srgbClr val="37465B">
                <a:alpha val="20000"/>
              </a:srgbClr>
            </a:solidFill>
            <a:ln w="12875" cap="flat">
              <a:noFill/>
              <a:prstDash val="solid"/>
              <a:miter/>
            </a:ln>
          </p:spPr>
          <p:txBody>
            <a:bodyPr rtlCol="0" anchor="ctr"/>
            <a:lstStyle/>
            <a:p>
              <a:endParaRPr lang="en-GB"/>
            </a:p>
          </p:txBody>
        </p:sp>
        <p:cxnSp>
          <p:nvCxnSpPr>
            <p:cNvPr id="37" name="Straight Arrow Connector 36">
              <a:extLst>
                <a:ext uri="{FF2B5EF4-FFF2-40B4-BE49-F238E27FC236}">
                  <a16:creationId xmlns:a16="http://schemas.microsoft.com/office/drawing/2014/main" id="{BEE12D5E-E0E5-E26A-4298-44EE6B289FB6}"/>
                </a:ext>
              </a:extLst>
            </p:cNvPr>
            <p:cNvCxnSpPr>
              <a:cxnSpLocks noGrp="1" noRot="1" noMove="1" noResize="1" noEditPoints="1" noAdjustHandles="1" noChangeArrowheads="1" noChangeShapeType="1"/>
            </p:cNvCxnSpPr>
            <p:nvPr userDrawn="1"/>
          </p:nvCxnSpPr>
          <p:spPr>
            <a:xfrm flipV="1">
              <a:off x="7523976" y="3452813"/>
              <a:ext cx="655212" cy="1082392"/>
            </a:xfrm>
            <a:prstGeom prst="straightConnector1">
              <a:avLst/>
            </a:prstGeom>
            <a:ln w="31750">
              <a:tailEnd type="triangle" w="lg" len="lg"/>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9CDE7663-F469-61D5-4E9B-3042AD0051B1}"/>
                </a:ext>
              </a:extLst>
            </p:cNvPr>
            <p:cNvSpPr>
              <a:spLocks noGrp="1" noRot="1" noMove="1" noResize="1" noEditPoints="1" noAdjustHandles="1" noChangeArrowheads="1" noChangeShapeType="1"/>
            </p:cNvSpPr>
            <p:nvPr userDrawn="1"/>
          </p:nvSpPr>
          <p:spPr>
            <a:xfrm>
              <a:off x="9911096" y="4968833"/>
              <a:ext cx="360000" cy="360000"/>
            </a:xfrm>
            <a:prstGeom prst="ellipse">
              <a:avLst/>
            </a:prstGeom>
            <a:solidFill>
              <a:schemeClr val="accent3"/>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41" name="Oval 40">
              <a:extLst>
                <a:ext uri="{FF2B5EF4-FFF2-40B4-BE49-F238E27FC236}">
                  <a16:creationId xmlns:a16="http://schemas.microsoft.com/office/drawing/2014/main" id="{B8E2D2A1-1119-48BE-A8A8-0FFEF70A833C}"/>
                </a:ext>
              </a:extLst>
            </p:cNvPr>
            <p:cNvSpPr>
              <a:spLocks noGrp="1" noRot="1" noMove="1" noResize="1" noEditPoints="1" noAdjustHandles="1" noChangeArrowheads="1" noChangeShapeType="1"/>
            </p:cNvSpPr>
            <p:nvPr userDrawn="1"/>
          </p:nvSpPr>
          <p:spPr>
            <a:xfrm>
              <a:off x="8762529" y="3080213"/>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42" name="Oval 41">
              <a:extLst>
                <a:ext uri="{FF2B5EF4-FFF2-40B4-BE49-F238E27FC236}">
                  <a16:creationId xmlns:a16="http://schemas.microsoft.com/office/drawing/2014/main" id="{4018D6EB-6D1B-FABE-6897-130078E82C19}"/>
                </a:ext>
              </a:extLst>
            </p:cNvPr>
            <p:cNvSpPr>
              <a:spLocks noGrp="1" noRot="1" noMove="1" noResize="1" noEditPoints="1" noAdjustHandles="1" noChangeArrowheads="1" noChangeShapeType="1"/>
            </p:cNvSpPr>
            <p:nvPr userDrawn="1"/>
          </p:nvSpPr>
          <p:spPr>
            <a:xfrm>
              <a:off x="7615213" y="4968833"/>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grpSp>
      <p:sp>
        <p:nvSpPr>
          <p:cNvPr id="57" name="Rectangle 56">
            <a:extLst>
              <a:ext uri="{FF2B5EF4-FFF2-40B4-BE49-F238E27FC236}">
                <a16:creationId xmlns:a16="http://schemas.microsoft.com/office/drawing/2014/main" id="{D1EDADC2-7A87-BE83-BAAA-2BD1F3042F67}"/>
              </a:ext>
            </a:extLst>
          </p:cNvPr>
          <p:cNvSpPr>
            <a:spLocks noGrp="1" noRot="1" noMove="1" noResize="1" noEditPoints="1" noAdjustHandles="1" noChangeArrowheads="1" noChangeShapeType="1"/>
          </p:cNvSpPr>
          <p:nvPr userDrawn="1"/>
        </p:nvSpPr>
        <p:spPr>
          <a:xfrm>
            <a:off x="0" y="0"/>
            <a:ext cx="5682953"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7" name="Text Placeholder 4">
            <a:extLst>
              <a:ext uri="{FF2B5EF4-FFF2-40B4-BE49-F238E27FC236}">
                <a16:creationId xmlns:a16="http://schemas.microsoft.com/office/drawing/2014/main" id="{8127DF1C-13D0-7B49-F894-3D3BA31BFDA6}"/>
              </a:ext>
            </a:extLst>
          </p:cNvPr>
          <p:cNvSpPr>
            <a:spLocks noGrp="1"/>
          </p:cNvSpPr>
          <p:nvPr>
            <p:ph type="body" sz="quarter" idx="84" hasCustomPrompt="1"/>
          </p:nvPr>
        </p:nvSpPr>
        <p:spPr>
          <a:xfrm>
            <a:off x="963971" y="3109212"/>
            <a:ext cx="396126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74" name="Text Placeholder 4">
            <a:extLst>
              <a:ext uri="{FF2B5EF4-FFF2-40B4-BE49-F238E27FC236}">
                <a16:creationId xmlns:a16="http://schemas.microsoft.com/office/drawing/2014/main" id="{0A80EF2C-1E92-C947-2639-979677FE52FC}"/>
              </a:ext>
            </a:extLst>
          </p:cNvPr>
          <p:cNvSpPr>
            <a:spLocks noGrp="1"/>
          </p:cNvSpPr>
          <p:nvPr>
            <p:ph type="body" sz="quarter" idx="88" hasCustomPrompt="1"/>
          </p:nvPr>
        </p:nvSpPr>
        <p:spPr>
          <a:xfrm>
            <a:off x="963971" y="4273873"/>
            <a:ext cx="396126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75" name="Text Placeholder 4">
            <a:extLst>
              <a:ext uri="{FF2B5EF4-FFF2-40B4-BE49-F238E27FC236}">
                <a16:creationId xmlns:a16="http://schemas.microsoft.com/office/drawing/2014/main" id="{097F40D0-6061-6FAE-B666-159A5464BD4C}"/>
              </a:ext>
            </a:extLst>
          </p:cNvPr>
          <p:cNvSpPr>
            <a:spLocks noGrp="1"/>
          </p:cNvSpPr>
          <p:nvPr>
            <p:ph type="body" sz="quarter" idx="89" hasCustomPrompt="1"/>
          </p:nvPr>
        </p:nvSpPr>
        <p:spPr>
          <a:xfrm>
            <a:off x="963971" y="5438534"/>
            <a:ext cx="3961260"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69" name="Text Placeholder 15">
            <a:extLst>
              <a:ext uri="{FF2B5EF4-FFF2-40B4-BE49-F238E27FC236}">
                <a16:creationId xmlns:a16="http://schemas.microsoft.com/office/drawing/2014/main" id="{2F017791-74B7-66AF-69A9-BFFAC745D0C7}"/>
              </a:ext>
            </a:extLst>
          </p:cNvPr>
          <p:cNvSpPr>
            <a:spLocks noGrp="1"/>
          </p:cNvSpPr>
          <p:nvPr>
            <p:ph type="body" sz="quarter" idx="57" hasCustomPrompt="1"/>
          </p:nvPr>
        </p:nvSpPr>
        <p:spPr>
          <a:xfrm>
            <a:off x="588166" y="1763293"/>
            <a:ext cx="4340409" cy="56060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three lines maximum. Insert introductory text here. No longer than three lines maximum. </a:t>
            </a:r>
            <a:endParaRPr lang="en-ZA" dirty="0"/>
          </a:p>
        </p:txBody>
      </p:sp>
      <p:sp>
        <p:nvSpPr>
          <p:cNvPr id="6" name="Text Placeholder 4">
            <a:extLst>
              <a:ext uri="{FF2B5EF4-FFF2-40B4-BE49-F238E27FC236}">
                <a16:creationId xmlns:a16="http://schemas.microsoft.com/office/drawing/2014/main" id="{91F541EA-1442-A627-D2BE-7C37818F793F}"/>
              </a:ext>
            </a:extLst>
          </p:cNvPr>
          <p:cNvSpPr>
            <a:spLocks noGrp="1"/>
          </p:cNvSpPr>
          <p:nvPr>
            <p:ph type="body" sz="quarter" idx="39" hasCustomPrompt="1"/>
          </p:nvPr>
        </p:nvSpPr>
        <p:spPr>
          <a:xfrm rot="18121776">
            <a:off x="7065248" y="3714021"/>
            <a:ext cx="1368000" cy="191143"/>
          </a:xfrm>
          <a:prstGeom prst="rect">
            <a:avLst/>
          </a:prstGeom>
        </p:spPr>
        <p:txBody>
          <a:bodyPr lIns="0" tIns="0" rIns="0" bIns="0">
            <a:spAutoFit/>
          </a:bodyPr>
          <a:lstStyle>
            <a:lvl1pPr marL="0" indent="0" algn="l">
              <a:lnSpc>
                <a:spcPts val="1600"/>
              </a:lnSpc>
              <a:buFont typeface="Calibri" panose="020F0502020204030204" pitchFamily="34" charset="0"/>
              <a:buNone/>
              <a:defRPr sz="1000">
                <a:solidFill>
                  <a:schemeClr val="tx1">
                    <a:lumMod val="75000"/>
                  </a:schemeClr>
                </a:solidFill>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Short Descriptor</a:t>
            </a:r>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53026"/>
            <a:ext cx="4340409"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4">
            <a:extLst>
              <a:ext uri="{FF2B5EF4-FFF2-40B4-BE49-F238E27FC236}">
                <a16:creationId xmlns:a16="http://schemas.microsoft.com/office/drawing/2014/main" id="{D55A6DFF-82D5-090D-58CD-B14BB510F4BE}"/>
              </a:ext>
            </a:extLst>
          </p:cNvPr>
          <p:cNvSpPr>
            <a:spLocks noGrp="1"/>
          </p:cNvSpPr>
          <p:nvPr>
            <p:ph type="body" sz="quarter" idx="41" hasCustomPrompt="1"/>
          </p:nvPr>
        </p:nvSpPr>
        <p:spPr>
          <a:xfrm>
            <a:off x="8016794" y="3581529"/>
            <a:ext cx="1863634" cy="1863630"/>
          </a:xfrm>
          <a:prstGeom prst="rect">
            <a:avLst/>
          </a:prstGeom>
        </p:spPr>
        <p:txBody>
          <a:bodyPr lIns="0" tIns="0" rIns="0" bIns="180000" anchor="ctr" anchorCtr="0">
            <a:noAutofit/>
          </a:bodyPr>
          <a:lstStyle>
            <a:lvl1pPr marL="0" indent="0" algn="ctr">
              <a:lnSpc>
                <a:spcPts val="2000"/>
              </a:lnSpc>
              <a:spcBef>
                <a:spcPts val="0"/>
              </a:spcBef>
              <a:buFont typeface="Calibri" panose="020F0502020204030204" pitchFamily="34" charset="0"/>
              <a:buNone/>
              <a:defRPr lang="en-GB" sz="2000" b="1" kern="1200" spc="30" baseline="0" noProof="0" dirty="0">
                <a:solidFill>
                  <a:schemeClr val="tx2"/>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EDIT DIAGRAM HEADING</a:t>
            </a:r>
          </a:p>
        </p:txBody>
      </p:sp>
      <p:sp>
        <p:nvSpPr>
          <p:cNvPr id="44" name="Text Placeholder 26">
            <a:extLst>
              <a:ext uri="{FF2B5EF4-FFF2-40B4-BE49-F238E27FC236}">
                <a16:creationId xmlns:a16="http://schemas.microsoft.com/office/drawing/2014/main" id="{BEC6FDE3-F7F0-BBFA-50F1-24F98D64804A}"/>
              </a:ext>
            </a:extLst>
          </p:cNvPr>
          <p:cNvSpPr>
            <a:spLocks noGrp="1"/>
          </p:cNvSpPr>
          <p:nvPr>
            <p:ph type="body" sz="quarter" idx="81" hasCustomPrompt="1"/>
          </p:nvPr>
        </p:nvSpPr>
        <p:spPr>
          <a:xfrm>
            <a:off x="8179188" y="2299957"/>
            <a:ext cx="1528355" cy="218008"/>
          </a:xfrm>
          <a:prstGeom prst="rect">
            <a:avLst/>
          </a:prstGeom>
        </p:spPr>
        <p:txBody>
          <a:bodyPr wrap="square" lIns="0" tIns="0" rIns="0" bIns="0" anchor="b"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45" name="Text Placeholder 26">
            <a:extLst>
              <a:ext uri="{FF2B5EF4-FFF2-40B4-BE49-F238E27FC236}">
                <a16:creationId xmlns:a16="http://schemas.microsoft.com/office/drawing/2014/main" id="{76A87E46-DC3F-3555-06D4-F2814CC59305}"/>
              </a:ext>
            </a:extLst>
          </p:cNvPr>
          <p:cNvSpPr>
            <a:spLocks noGrp="1"/>
          </p:cNvSpPr>
          <p:nvPr>
            <p:ph type="body" sz="quarter" idx="82" hasCustomPrompt="1"/>
          </p:nvPr>
        </p:nvSpPr>
        <p:spPr>
          <a:xfrm>
            <a:off x="6465908" y="5600021"/>
            <a:ext cx="1528355" cy="218008"/>
          </a:xfrm>
          <a:prstGeom prst="rect">
            <a:avLst/>
          </a:prstGeom>
        </p:spPr>
        <p:txBody>
          <a:bodyPr wrap="square" lIns="0" tIns="0" rIns="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46" name="Text Placeholder 26">
            <a:extLst>
              <a:ext uri="{FF2B5EF4-FFF2-40B4-BE49-F238E27FC236}">
                <a16:creationId xmlns:a16="http://schemas.microsoft.com/office/drawing/2014/main" id="{87904F64-6D61-527A-280B-8107686EA175}"/>
              </a:ext>
            </a:extLst>
          </p:cNvPr>
          <p:cNvSpPr>
            <a:spLocks noGrp="1"/>
          </p:cNvSpPr>
          <p:nvPr>
            <p:ph type="body" sz="quarter" idx="83" hasCustomPrompt="1"/>
          </p:nvPr>
        </p:nvSpPr>
        <p:spPr>
          <a:xfrm>
            <a:off x="9880428" y="5598798"/>
            <a:ext cx="1528355" cy="218008"/>
          </a:xfrm>
          <a:prstGeom prst="rect">
            <a:avLst/>
          </a:prstGeom>
        </p:spPr>
        <p:txBody>
          <a:bodyPr wrap="square" lIns="0" tIns="0" rIns="0" bIns="0" anchor="t"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48" name="Text Placeholder 22">
            <a:extLst>
              <a:ext uri="{FF2B5EF4-FFF2-40B4-BE49-F238E27FC236}">
                <a16:creationId xmlns:a16="http://schemas.microsoft.com/office/drawing/2014/main" id="{3BA38D46-6974-1A4E-24A2-DF2E7C1271DE}"/>
              </a:ext>
            </a:extLst>
          </p:cNvPr>
          <p:cNvSpPr>
            <a:spLocks noGrp="1"/>
          </p:cNvSpPr>
          <p:nvPr>
            <p:ph type="body" sz="quarter" idx="66" hasCustomPrompt="1"/>
          </p:nvPr>
        </p:nvSpPr>
        <p:spPr>
          <a:xfrm>
            <a:off x="963971" y="3361769"/>
            <a:ext cx="3961260" cy="153888"/>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50" name="Text Placeholder 22">
            <a:extLst>
              <a:ext uri="{FF2B5EF4-FFF2-40B4-BE49-F238E27FC236}">
                <a16:creationId xmlns:a16="http://schemas.microsoft.com/office/drawing/2014/main" id="{D71BC426-F33A-3D38-3BDD-D67A2B25F548}"/>
              </a:ext>
            </a:extLst>
          </p:cNvPr>
          <p:cNvSpPr>
            <a:spLocks noGrp="1"/>
          </p:cNvSpPr>
          <p:nvPr>
            <p:ph type="body" sz="quarter" idx="68" hasCustomPrompt="1"/>
          </p:nvPr>
        </p:nvSpPr>
        <p:spPr>
          <a:xfrm>
            <a:off x="963971" y="4526430"/>
            <a:ext cx="3961260" cy="153888"/>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52" name="Text Placeholder 22">
            <a:extLst>
              <a:ext uri="{FF2B5EF4-FFF2-40B4-BE49-F238E27FC236}">
                <a16:creationId xmlns:a16="http://schemas.microsoft.com/office/drawing/2014/main" id="{2D3147A5-4271-D5DA-0AE1-2A8E069827E9}"/>
              </a:ext>
            </a:extLst>
          </p:cNvPr>
          <p:cNvSpPr>
            <a:spLocks noGrp="1"/>
          </p:cNvSpPr>
          <p:nvPr>
            <p:ph type="body" sz="quarter" idx="70" hasCustomPrompt="1"/>
          </p:nvPr>
        </p:nvSpPr>
        <p:spPr>
          <a:xfrm>
            <a:off x="963971" y="5691091"/>
            <a:ext cx="3961260" cy="153888"/>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53" name="Text Placeholder 4">
            <a:extLst>
              <a:ext uri="{FF2B5EF4-FFF2-40B4-BE49-F238E27FC236}">
                <a16:creationId xmlns:a16="http://schemas.microsoft.com/office/drawing/2014/main" id="{FF742DB8-0DD7-1C92-A974-24911FDD1082}"/>
              </a:ext>
            </a:extLst>
          </p:cNvPr>
          <p:cNvSpPr>
            <a:spLocks noGrp="1"/>
          </p:cNvSpPr>
          <p:nvPr>
            <p:ph type="body" sz="quarter" idx="85" hasCustomPrompt="1"/>
          </p:nvPr>
        </p:nvSpPr>
        <p:spPr>
          <a:xfrm rot="3478224" flipH="1">
            <a:off x="9508477" y="3763880"/>
            <a:ext cx="1368000" cy="191143"/>
          </a:xfrm>
          <a:prstGeom prst="rect">
            <a:avLst/>
          </a:prstGeom>
        </p:spPr>
        <p:txBody>
          <a:bodyPr lIns="0" tIns="0" rIns="0" bIns="0">
            <a:spAutoFit/>
          </a:bodyPr>
          <a:lstStyle>
            <a:lvl1pPr marL="0" indent="0" algn="l">
              <a:lnSpc>
                <a:spcPts val="1600"/>
              </a:lnSpc>
              <a:buFont typeface="Calibri" panose="020F0502020204030204" pitchFamily="34" charset="0"/>
              <a:buNone/>
              <a:defRPr sz="1000">
                <a:solidFill>
                  <a:schemeClr val="tx1">
                    <a:lumMod val="75000"/>
                  </a:schemeClr>
                </a:solidFill>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Short Descriptor</a:t>
            </a:r>
          </a:p>
        </p:txBody>
      </p:sp>
      <p:sp>
        <p:nvSpPr>
          <p:cNvPr id="56" name="Text Placeholder 55">
            <a:extLst>
              <a:ext uri="{FF2B5EF4-FFF2-40B4-BE49-F238E27FC236}">
                <a16:creationId xmlns:a16="http://schemas.microsoft.com/office/drawing/2014/main" id="{DA8E1FBD-40BA-2774-2184-3F43B3D9B346}"/>
              </a:ext>
            </a:extLst>
          </p:cNvPr>
          <p:cNvSpPr>
            <a:spLocks noGrp="1"/>
          </p:cNvSpPr>
          <p:nvPr>
            <p:ph type="body" sz="quarter" idx="86" hasCustomPrompt="1"/>
          </p:nvPr>
        </p:nvSpPr>
        <p:spPr>
          <a:xfrm>
            <a:off x="8207063" y="5801969"/>
            <a:ext cx="1474788" cy="138499"/>
          </a:xfrm>
          <a:prstGeom prst="rect">
            <a:avLst/>
          </a:prstGeom>
        </p:spPr>
        <p:txBody>
          <a:bodyPr lIns="0" tIns="0" rIns="0" bIns="0">
            <a:spAutoFit/>
          </a:bodyPr>
          <a:lstStyle>
            <a:lvl1pPr marL="0" indent="0" algn="r">
              <a:buFontTx/>
              <a:buNone/>
              <a:defRPr sz="1000">
                <a:solidFill>
                  <a:schemeClr val="tx1">
                    <a:lumMod val="75000"/>
                  </a:schemeClr>
                </a:solidFill>
              </a:defRPr>
            </a:lvl1pPr>
            <a:lvl2pPr marL="457200" indent="0">
              <a:buFontTx/>
              <a:buNone/>
              <a:defRPr sz="900"/>
            </a:lvl2pPr>
            <a:lvl3pPr marL="914400" indent="0">
              <a:buFontTx/>
              <a:buNone/>
              <a:defRPr sz="900"/>
            </a:lvl3pPr>
            <a:lvl4pPr marL="1371600" indent="0">
              <a:buFontTx/>
              <a:buNone/>
              <a:defRPr sz="900"/>
            </a:lvl4pPr>
            <a:lvl5pPr marL="1828800" indent="0">
              <a:buFontTx/>
              <a:buNone/>
              <a:defRPr sz="900"/>
            </a:lvl5pPr>
          </a:lstStyle>
          <a:p>
            <a:pPr lvl="0"/>
            <a:r>
              <a:rPr lang="en-US" dirty="0"/>
              <a:t>Short Descriptor</a:t>
            </a:r>
            <a:endParaRPr lang="en-GB" dirty="0"/>
          </a:p>
        </p:txBody>
      </p:sp>
      <p:sp>
        <p:nvSpPr>
          <p:cNvPr id="68" name="Text Placeholder 4">
            <a:extLst>
              <a:ext uri="{FF2B5EF4-FFF2-40B4-BE49-F238E27FC236}">
                <a16:creationId xmlns:a16="http://schemas.microsoft.com/office/drawing/2014/main" id="{C132F80B-DB62-24A7-EDEB-9B0A070EB2B9}"/>
              </a:ext>
            </a:extLst>
          </p:cNvPr>
          <p:cNvSpPr>
            <a:spLocks noGrp="1"/>
          </p:cNvSpPr>
          <p:nvPr>
            <p:ph type="body" sz="quarter" idx="87" hasCustomPrompt="1"/>
          </p:nvPr>
        </p:nvSpPr>
        <p:spPr>
          <a:xfrm>
            <a:off x="6248995" y="1012636"/>
            <a:ext cx="5390545" cy="190052"/>
          </a:xfrm>
          <a:prstGeom prst="rect">
            <a:avLst/>
          </a:prstGeom>
        </p:spPr>
        <p:txBody>
          <a:bodyPr wrap="square" lIns="0" tIns="0" rIns="0" bIns="0">
            <a:spAutoFit/>
          </a:bodyPr>
          <a:lstStyle>
            <a:lvl1pPr marL="0" indent="0" algn="ctr">
              <a:lnSpc>
                <a:spcPts val="1600"/>
              </a:lnSpc>
              <a:buFont typeface="Calibri" panose="020F0502020204030204" pitchFamily="34" charset="0"/>
              <a:buNone/>
              <a:defRPr sz="12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Heading</a:t>
            </a:r>
          </a:p>
        </p:txBody>
      </p:sp>
      <p:sp>
        <p:nvSpPr>
          <p:cNvPr id="71" name="TextBox 70">
            <a:extLst>
              <a:ext uri="{FF2B5EF4-FFF2-40B4-BE49-F238E27FC236}">
                <a16:creationId xmlns:a16="http://schemas.microsoft.com/office/drawing/2014/main" id="{AE5BB226-D6ED-6B68-A4E9-87753487AB63}"/>
              </a:ext>
            </a:extLst>
          </p:cNvPr>
          <p:cNvSpPr txBox="1">
            <a:spLocks noGrp="1" noRot="1" noMove="1" noResize="1" noEditPoints="1" noAdjustHandles="1" noChangeArrowheads="1" noChangeShapeType="1"/>
          </p:cNvSpPr>
          <p:nvPr userDrawn="1"/>
        </p:nvSpPr>
        <p:spPr>
          <a:xfrm>
            <a:off x="588166" y="3109212"/>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2"/>
                </a:solidFill>
              </a:rPr>
              <a:t>01</a:t>
            </a:r>
            <a:endParaRPr lang="en-GB" dirty="0">
              <a:solidFill>
                <a:schemeClr val="accent2"/>
              </a:solidFill>
            </a:endParaRPr>
          </a:p>
        </p:txBody>
      </p:sp>
      <p:sp>
        <p:nvSpPr>
          <p:cNvPr id="72" name="TextBox 71">
            <a:extLst>
              <a:ext uri="{FF2B5EF4-FFF2-40B4-BE49-F238E27FC236}">
                <a16:creationId xmlns:a16="http://schemas.microsoft.com/office/drawing/2014/main" id="{DFEE2684-1AA4-91EB-3142-C3721168CF85}"/>
              </a:ext>
            </a:extLst>
          </p:cNvPr>
          <p:cNvSpPr txBox="1">
            <a:spLocks noGrp="1" noRot="1" noMove="1" noResize="1" noEditPoints="1" noAdjustHandles="1" noChangeArrowheads="1" noChangeShapeType="1"/>
          </p:cNvSpPr>
          <p:nvPr userDrawn="1"/>
        </p:nvSpPr>
        <p:spPr>
          <a:xfrm>
            <a:off x="588166" y="4273873"/>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3"/>
                </a:solidFill>
              </a:rPr>
              <a:t>02</a:t>
            </a:r>
            <a:endParaRPr lang="en-GB" dirty="0">
              <a:solidFill>
                <a:schemeClr val="accent3"/>
              </a:solidFill>
            </a:endParaRPr>
          </a:p>
        </p:txBody>
      </p:sp>
      <p:sp>
        <p:nvSpPr>
          <p:cNvPr id="73" name="TextBox 72">
            <a:extLst>
              <a:ext uri="{FF2B5EF4-FFF2-40B4-BE49-F238E27FC236}">
                <a16:creationId xmlns:a16="http://schemas.microsoft.com/office/drawing/2014/main" id="{B14D14A7-100F-022B-128F-09A5068AF2A7}"/>
              </a:ext>
            </a:extLst>
          </p:cNvPr>
          <p:cNvSpPr txBox="1">
            <a:spLocks noGrp="1" noRot="1" noMove="1" noResize="1" noEditPoints="1" noAdjustHandles="1" noChangeArrowheads="1" noChangeShapeType="1"/>
          </p:cNvSpPr>
          <p:nvPr userDrawn="1"/>
        </p:nvSpPr>
        <p:spPr>
          <a:xfrm>
            <a:off x="588166" y="5438534"/>
            <a:ext cx="367343" cy="153888"/>
          </a:xfrm>
          <a:prstGeom prst="rect">
            <a:avLst/>
          </a:prstGeom>
        </p:spPr>
        <p:txBody>
          <a:bodyPr wrap="square" lIns="0" tIns="0" rIns="0" bIns="0">
            <a:spAutoFit/>
          </a:bodyPr>
          <a:lstStyle>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4"/>
                </a:solidFill>
              </a:rPr>
              <a:t>03</a:t>
            </a:r>
            <a:endParaRPr lang="en-GB" dirty="0">
              <a:solidFill>
                <a:schemeClr val="accent4"/>
              </a:solidFill>
            </a:endParaRPr>
          </a:p>
        </p:txBody>
      </p:sp>
    </p:spTree>
    <p:extLst>
      <p:ext uri="{BB962C8B-B14F-4D97-AF65-F5344CB8AC3E}">
        <p14:creationId xmlns:p14="http://schemas.microsoft.com/office/powerpoint/2010/main" val="90195169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P11 | HEAD + Triangle Infograph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pic>
        <p:nvPicPr>
          <p:cNvPr id="6" name="Graphic 5">
            <a:extLst>
              <a:ext uri="{FF2B5EF4-FFF2-40B4-BE49-F238E27FC236}">
                <a16:creationId xmlns:a16="http://schemas.microsoft.com/office/drawing/2014/main" id="{05509DE8-4856-B945-9C1B-698714ECE7AE}"/>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88166" y="1382218"/>
            <a:ext cx="6034825" cy="5063845"/>
          </a:xfrm>
          <a:prstGeom prst="rect">
            <a:avLst/>
          </a:prstGeom>
        </p:spPr>
      </p:pic>
      <p:sp>
        <p:nvSpPr>
          <p:cNvPr id="7" name="TextBox 6">
            <a:extLst>
              <a:ext uri="{FF2B5EF4-FFF2-40B4-BE49-F238E27FC236}">
                <a16:creationId xmlns:a16="http://schemas.microsoft.com/office/drawing/2014/main" id="{3319D2CD-A498-8516-27D8-BB64F86DC009}"/>
              </a:ext>
            </a:extLst>
          </p:cNvPr>
          <p:cNvSpPr txBox="1"/>
          <p:nvPr userDrawn="1"/>
        </p:nvSpPr>
        <p:spPr>
          <a:xfrm>
            <a:off x="3421907" y="2243935"/>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r>
              <a:rPr lang="en-ZA" dirty="0">
                <a:solidFill>
                  <a:schemeClr val="accent6">
                    <a:lumMod val="50000"/>
                  </a:schemeClr>
                </a:solidFill>
              </a:rPr>
              <a:t>01</a:t>
            </a:r>
            <a:endParaRPr lang="en-GB" dirty="0">
              <a:solidFill>
                <a:schemeClr val="accent6">
                  <a:lumMod val="50000"/>
                </a:schemeClr>
              </a:solidFill>
            </a:endParaRPr>
          </a:p>
        </p:txBody>
      </p:sp>
      <p:sp>
        <p:nvSpPr>
          <p:cNvPr id="10" name="Text Placeholder 9">
            <a:extLst>
              <a:ext uri="{FF2B5EF4-FFF2-40B4-BE49-F238E27FC236}">
                <a16:creationId xmlns:a16="http://schemas.microsoft.com/office/drawing/2014/main" id="{8126698F-FBD7-E3CD-E317-1F2FDEE8FB03}"/>
              </a:ext>
            </a:extLst>
          </p:cNvPr>
          <p:cNvSpPr>
            <a:spLocks noGrp="1"/>
          </p:cNvSpPr>
          <p:nvPr>
            <p:ph type="body" sz="quarter" idx="41" hasCustomPrompt="1"/>
          </p:nvPr>
        </p:nvSpPr>
        <p:spPr>
          <a:xfrm>
            <a:off x="2917397" y="2522538"/>
            <a:ext cx="1376363" cy="333375"/>
          </a:xfrm>
          <a:prstGeom prst="rect">
            <a:avLst/>
          </a:prstGeom>
        </p:spPr>
        <p:txBody>
          <a:bodyPr lIns="72000" tIns="0" rIns="72000" bIns="0" anchor="t" anchorCtr="0"/>
          <a:lstStyle>
            <a:lvl1pPr marL="0" indent="0" algn="ctr">
              <a:lnSpc>
                <a:spcPts val="1300"/>
              </a:lnSpc>
              <a:spcBef>
                <a:spcPts val="0"/>
              </a:spcBef>
              <a:buFontTx/>
              <a:buNone/>
              <a:defRPr sz="1200" b="1" spc="40" baseline="0">
                <a:solidFill>
                  <a:schemeClr val="bg1"/>
                </a:solidFill>
                <a:latin typeface="+mj-lt"/>
              </a:defRPr>
            </a:lvl1pPr>
            <a:lvl2pPr marL="457200" indent="0">
              <a:lnSpc>
                <a:spcPts val="1200"/>
              </a:lnSpc>
              <a:spcBef>
                <a:spcPts val="0"/>
              </a:spcBef>
              <a:buFontTx/>
              <a:buNone/>
              <a:defRPr sz="1100">
                <a:solidFill>
                  <a:schemeClr val="bg1"/>
                </a:solidFill>
                <a:latin typeface="+mj-lt"/>
              </a:defRPr>
            </a:lvl2pPr>
            <a:lvl3pPr marL="914400" indent="0">
              <a:lnSpc>
                <a:spcPts val="1200"/>
              </a:lnSpc>
              <a:spcBef>
                <a:spcPts val="0"/>
              </a:spcBef>
              <a:buFontTx/>
              <a:buNone/>
              <a:defRPr sz="1100">
                <a:solidFill>
                  <a:schemeClr val="bg1"/>
                </a:solidFill>
                <a:latin typeface="+mj-lt"/>
              </a:defRPr>
            </a:lvl3pPr>
            <a:lvl4pPr marL="1371600" indent="0">
              <a:lnSpc>
                <a:spcPts val="1200"/>
              </a:lnSpc>
              <a:spcBef>
                <a:spcPts val="0"/>
              </a:spcBef>
              <a:buFontTx/>
              <a:buNone/>
              <a:defRPr sz="1100">
                <a:solidFill>
                  <a:schemeClr val="bg1"/>
                </a:solidFill>
                <a:latin typeface="+mj-lt"/>
              </a:defRPr>
            </a:lvl4pPr>
            <a:lvl5pPr marL="1828800" indent="0">
              <a:lnSpc>
                <a:spcPts val="1200"/>
              </a:lnSpc>
              <a:spcBef>
                <a:spcPts val="0"/>
              </a:spcBef>
              <a:buFontTx/>
              <a:buNone/>
              <a:defRPr sz="1100">
                <a:solidFill>
                  <a:schemeClr val="bg1"/>
                </a:solidFill>
                <a:latin typeface="+mj-lt"/>
              </a:defRPr>
            </a:lvl5pPr>
          </a:lstStyle>
          <a:p>
            <a:pPr lvl="0"/>
            <a:r>
              <a:rPr lang="en-US" dirty="0"/>
              <a:t>Click to edit short Heading</a:t>
            </a:r>
            <a:endParaRPr lang="en-GB" dirty="0"/>
          </a:p>
        </p:txBody>
      </p:sp>
      <p:sp>
        <p:nvSpPr>
          <p:cNvPr id="15" name="Text Placeholder 9">
            <a:extLst>
              <a:ext uri="{FF2B5EF4-FFF2-40B4-BE49-F238E27FC236}">
                <a16:creationId xmlns:a16="http://schemas.microsoft.com/office/drawing/2014/main" id="{9D0A819D-7295-C9B0-6D8D-14633E9FACB6}"/>
              </a:ext>
            </a:extLst>
          </p:cNvPr>
          <p:cNvSpPr>
            <a:spLocks noGrp="1"/>
          </p:cNvSpPr>
          <p:nvPr>
            <p:ph type="body" sz="quarter" idx="42" hasCustomPrompt="1"/>
          </p:nvPr>
        </p:nvSpPr>
        <p:spPr>
          <a:xfrm>
            <a:off x="2917396" y="3540655"/>
            <a:ext cx="1376363" cy="333425"/>
          </a:xfrm>
          <a:prstGeom prst="rect">
            <a:avLst/>
          </a:prstGeom>
        </p:spPr>
        <p:txBody>
          <a:bodyPr wrap="square" lIns="72000" tIns="0" rIns="72000" bIns="0" anchor="t" anchorCtr="0">
            <a:spAutoFit/>
          </a:bodyPr>
          <a:lstStyle>
            <a:lvl1pPr marL="0" indent="0" algn="ctr">
              <a:lnSpc>
                <a:spcPts val="1300"/>
              </a:lnSpc>
              <a:spcBef>
                <a:spcPts val="0"/>
              </a:spcBef>
              <a:buFontTx/>
              <a:buNone/>
              <a:defRPr sz="1200" b="1" spc="40" baseline="0">
                <a:solidFill>
                  <a:schemeClr val="bg1"/>
                </a:solidFill>
                <a:latin typeface="+mj-lt"/>
              </a:defRPr>
            </a:lvl1pPr>
            <a:lvl2pPr marL="457200" indent="0">
              <a:lnSpc>
                <a:spcPts val="1200"/>
              </a:lnSpc>
              <a:spcBef>
                <a:spcPts val="0"/>
              </a:spcBef>
              <a:buFontTx/>
              <a:buNone/>
              <a:defRPr sz="1100">
                <a:solidFill>
                  <a:schemeClr val="bg1"/>
                </a:solidFill>
                <a:latin typeface="+mj-lt"/>
              </a:defRPr>
            </a:lvl2pPr>
            <a:lvl3pPr marL="914400" indent="0">
              <a:lnSpc>
                <a:spcPts val="1200"/>
              </a:lnSpc>
              <a:spcBef>
                <a:spcPts val="0"/>
              </a:spcBef>
              <a:buFontTx/>
              <a:buNone/>
              <a:defRPr sz="1100">
                <a:solidFill>
                  <a:schemeClr val="bg1"/>
                </a:solidFill>
                <a:latin typeface="+mj-lt"/>
              </a:defRPr>
            </a:lvl3pPr>
            <a:lvl4pPr marL="1371600" indent="0">
              <a:lnSpc>
                <a:spcPts val="1200"/>
              </a:lnSpc>
              <a:spcBef>
                <a:spcPts val="0"/>
              </a:spcBef>
              <a:buFontTx/>
              <a:buNone/>
              <a:defRPr sz="1100">
                <a:solidFill>
                  <a:schemeClr val="bg1"/>
                </a:solidFill>
                <a:latin typeface="+mj-lt"/>
              </a:defRPr>
            </a:lvl4pPr>
            <a:lvl5pPr marL="1828800" indent="0">
              <a:lnSpc>
                <a:spcPts val="1200"/>
              </a:lnSpc>
              <a:spcBef>
                <a:spcPts val="0"/>
              </a:spcBef>
              <a:buFontTx/>
              <a:buNone/>
              <a:defRPr sz="1100">
                <a:solidFill>
                  <a:schemeClr val="bg1"/>
                </a:solidFill>
                <a:latin typeface="+mj-lt"/>
              </a:defRPr>
            </a:lvl5pPr>
          </a:lstStyle>
          <a:p>
            <a:pPr lvl="0"/>
            <a:r>
              <a:rPr lang="en-US" dirty="0"/>
              <a:t>Click to edit short Heading</a:t>
            </a:r>
            <a:endParaRPr lang="en-GB" dirty="0"/>
          </a:p>
        </p:txBody>
      </p:sp>
      <p:sp>
        <p:nvSpPr>
          <p:cNvPr id="16" name="Text Placeholder 9">
            <a:extLst>
              <a:ext uri="{FF2B5EF4-FFF2-40B4-BE49-F238E27FC236}">
                <a16:creationId xmlns:a16="http://schemas.microsoft.com/office/drawing/2014/main" id="{0AB3F34A-F166-750E-0C61-8DDF00924792}"/>
              </a:ext>
            </a:extLst>
          </p:cNvPr>
          <p:cNvSpPr>
            <a:spLocks noGrp="1"/>
          </p:cNvSpPr>
          <p:nvPr>
            <p:ph type="body" sz="quarter" idx="43" hasCustomPrompt="1"/>
          </p:nvPr>
        </p:nvSpPr>
        <p:spPr>
          <a:xfrm>
            <a:off x="2917396" y="4693180"/>
            <a:ext cx="1376363" cy="333425"/>
          </a:xfrm>
          <a:prstGeom prst="rect">
            <a:avLst/>
          </a:prstGeom>
        </p:spPr>
        <p:txBody>
          <a:bodyPr wrap="square" lIns="72000" tIns="0" rIns="72000" bIns="0" anchor="t" anchorCtr="0">
            <a:spAutoFit/>
          </a:bodyPr>
          <a:lstStyle>
            <a:lvl1pPr marL="0" indent="0" algn="ctr">
              <a:lnSpc>
                <a:spcPts val="1300"/>
              </a:lnSpc>
              <a:spcBef>
                <a:spcPts val="0"/>
              </a:spcBef>
              <a:buFontTx/>
              <a:buNone/>
              <a:defRPr sz="1200" b="1" spc="40" baseline="0">
                <a:solidFill>
                  <a:schemeClr val="bg1"/>
                </a:solidFill>
                <a:latin typeface="+mj-lt"/>
              </a:defRPr>
            </a:lvl1pPr>
            <a:lvl2pPr marL="457200" indent="0">
              <a:lnSpc>
                <a:spcPts val="1200"/>
              </a:lnSpc>
              <a:spcBef>
                <a:spcPts val="0"/>
              </a:spcBef>
              <a:buFontTx/>
              <a:buNone/>
              <a:defRPr sz="1100">
                <a:solidFill>
                  <a:schemeClr val="bg1"/>
                </a:solidFill>
                <a:latin typeface="+mj-lt"/>
              </a:defRPr>
            </a:lvl2pPr>
            <a:lvl3pPr marL="914400" indent="0">
              <a:lnSpc>
                <a:spcPts val="1200"/>
              </a:lnSpc>
              <a:spcBef>
                <a:spcPts val="0"/>
              </a:spcBef>
              <a:buFontTx/>
              <a:buNone/>
              <a:defRPr sz="1100">
                <a:solidFill>
                  <a:schemeClr val="bg1"/>
                </a:solidFill>
                <a:latin typeface="+mj-lt"/>
              </a:defRPr>
            </a:lvl3pPr>
            <a:lvl4pPr marL="1371600" indent="0">
              <a:lnSpc>
                <a:spcPts val="1200"/>
              </a:lnSpc>
              <a:spcBef>
                <a:spcPts val="0"/>
              </a:spcBef>
              <a:buFontTx/>
              <a:buNone/>
              <a:defRPr sz="1100">
                <a:solidFill>
                  <a:schemeClr val="bg1"/>
                </a:solidFill>
                <a:latin typeface="+mj-lt"/>
              </a:defRPr>
            </a:lvl4pPr>
            <a:lvl5pPr marL="1828800" indent="0">
              <a:lnSpc>
                <a:spcPts val="1200"/>
              </a:lnSpc>
              <a:spcBef>
                <a:spcPts val="0"/>
              </a:spcBef>
              <a:buFontTx/>
              <a:buNone/>
              <a:defRPr sz="1100">
                <a:solidFill>
                  <a:schemeClr val="bg1"/>
                </a:solidFill>
                <a:latin typeface="+mj-lt"/>
              </a:defRPr>
            </a:lvl5pPr>
          </a:lstStyle>
          <a:p>
            <a:pPr lvl="0"/>
            <a:r>
              <a:rPr lang="en-US" dirty="0"/>
              <a:t>Click to edit short Heading</a:t>
            </a:r>
            <a:endParaRPr lang="en-GB" dirty="0"/>
          </a:p>
        </p:txBody>
      </p:sp>
      <p:sp>
        <p:nvSpPr>
          <p:cNvPr id="17" name="Text Placeholder 9">
            <a:extLst>
              <a:ext uri="{FF2B5EF4-FFF2-40B4-BE49-F238E27FC236}">
                <a16:creationId xmlns:a16="http://schemas.microsoft.com/office/drawing/2014/main" id="{31C19122-BE9D-4549-CA12-A89F2392D5D3}"/>
              </a:ext>
            </a:extLst>
          </p:cNvPr>
          <p:cNvSpPr>
            <a:spLocks noGrp="1"/>
          </p:cNvSpPr>
          <p:nvPr>
            <p:ph type="body" sz="quarter" idx="44" hasCustomPrompt="1"/>
          </p:nvPr>
        </p:nvSpPr>
        <p:spPr>
          <a:xfrm>
            <a:off x="2917395" y="5866117"/>
            <a:ext cx="1376363" cy="333425"/>
          </a:xfrm>
          <a:prstGeom prst="rect">
            <a:avLst/>
          </a:prstGeom>
        </p:spPr>
        <p:txBody>
          <a:bodyPr wrap="square" lIns="72000" tIns="0" rIns="72000" bIns="0" anchor="t" anchorCtr="0">
            <a:spAutoFit/>
          </a:bodyPr>
          <a:lstStyle>
            <a:lvl1pPr marL="0" indent="0" algn="ctr">
              <a:lnSpc>
                <a:spcPts val="1300"/>
              </a:lnSpc>
              <a:spcBef>
                <a:spcPts val="0"/>
              </a:spcBef>
              <a:buFontTx/>
              <a:buNone/>
              <a:defRPr sz="1200" b="1" spc="40" baseline="0">
                <a:solidFill>
                  <a:schemeClr val="bg1"/>
                </a:solidFill>
                <a:latin typeface="+mj-lt"/>
              </a:defRPr>
            </a:lvl1pPr>
            <a:lvl2pPr marL="457200" indent="0">
              <a:lnSpc>
                <a:spcPts val="1200"/>
              </a:lnSpc>
              <a:spcBef>
                <a:spcPts val="0"/>
              </a:spcBef>
              <a:buFontTx/>
              <a:buNone/>
              <a:defRPr sz="1100">
                <a:solidFill>
                  <a:schemeClr val="bg1"/>
                </a:solidFill>
                <a:latin typeface="+mj-lt"/>
              </a:defRPr>
            </a:lvl2pPr>
            <a:lvl3pPr marL="914400" indent="0">
              <a:lnSpc>
                <a:spcPts val="1200"/>
              </a:lnSpc>
              <a:spcBef>
                <a:spcPts val="0"/>
              </a:spcBef>
              <a:buFontTx/>
              <a:buNone/>
              <a:defRPr sz="1100">
                <a:solidFill>
                  <a:schemeClr val="bg1"/>
                </a:solidFill>
                <a:latin typeface="+mj-lt"/>
              </a:defRPr>
            </a:lvl3pPr>
            <a:lvl4pPr marL="1371600" indent="0">
              <a:lnSpc>
                <a:spcPts val="1200"/>
              </a:lnSpc>
              <a:spcBef>
                <a:spcPts val="0"/>
              </a:spcBef>
              <a:buFontTx/>
              <a:buNone/>
              <a:defRPr sz="1100">
                <a:solidFill>
                  <a:schemeClr val="bg1"/>
                </a:solidFill>
                <a:latin typeface="+mj-lt"/>
              </a:defRPr>
            </a:lvl4pPr>
            <a:lvl5pPr marL="1828800" indent="0">
              <a:lnSpc>
                <a:spcPts val="1200"/>
              </a:lnSpc>
              <a:spcBef>
                <a:spcPts val="0"/>
              </a:spcBef>
              <a:buFontTx/>
              <a:buNone/>
              <a:defRPr sz="1100">
                <a:solidFill>
                  <a:schemeClr val="bg1"/>
                </a:solidFill>
                <a:latin typeface="+mj-lt"/>
              </a:defRPr>
            </a:lvl5pPr>
          </a:lstStyle>
          <a:p>
            <a:pPr lvl="0"/>
            <a:r>
              <a:rPr lang="en-US" dirty="0"/>
              <a:t>Click to edit short Heading</a:t>
            </a:r>
            <a:endParaRPr lang="en-GB" dirty="0"/>
          </a:p>
        </p:txBody>
      </p:sp>
      <p:sp>
        <p:nvSpPr>
          <p:cNvPr id="19" name="TextBox 18">
            <a:extLst>
              <a:ext uri="{FF2B5EF4-FFF2-40B4-BE49-F238E27FC236}">
                <a16:creationId xmlns:a16="http://schemas.microsoft.com/office/drawing/2014/main" id="{9271BEFB-7B5E-880F-FFEA-31FD691C54B1}"/>
              </a:ext>
            </a:extLst>
          </p:cNvPr>
          <p:cNvSpPr txBox="1"/>
          <p:nvPr userDrawn="1"/>
        </p:nvSpPr>
        <p:spPr>
          <a:xfrm>
            <a:off x="3421907" y="3246690"/>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r>
              <a:rPr lang="en-ZA" dirty="0">
                <a:solidFill>
                  <a:schemeClr val="accent2">
                    <a:lumMod val="50000"/>
                  </a:schemeClr>
                </a:solidFill>
              </a:rPr>
              <a:t>02</a:t>
            </a:r>
            <a:endParaRPr lang="en-GB" dirty="0">
              <a:solidFill>
                <a:schemeClr val="accent2">
                  <a:lumMod val="50000"/>
                </a:schemeClr>
              </a:solidFill>
            </a:endParaRPr>
          </a:p>
        </p:txBody>
      </p:sp>
      <p:sp>
        <p:nvSpPr>
          <p:cNvPr id="20" name="TextBox 19">
            <a:extLst>
              <a:ext uri="{FF2B5EF4-FFF2-40B4-BE49-F238E27FC236}">
                <a16:creationId xmlns:a16="http://schemas.microsoft.com/office/drawing/2014/main" id="{2F5A0E25-C914-1307-238C-86122B05B44E}"/>
              </a:ext>
            </a:extLst>
          </p:cNvPr>
          <p:cNvSpPr txBox="1"/>
          <p:nvPr userDrawn="1"/>
        </p:nvSpPr>
        <p:spPr>
          <a:xfrm>
            <a:off x="3421907" y="4400677"/>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r>
              <a:rPr lang="en-ZA" dirty="0">
                <a:solidFill>
                  <a:schemeClr val="accent4">
                    <a:lumMod val="50000"/>
                  </a:schemeClr>
                </a:solidFill>
              </a:rPr>
              <a:t>03</a:t>
            </a:r>
            <a:endParaRPr lang="en-GB" dirty="0">
              <a:solidFill>
                <a:schemeClr val="accent4">
                  <a:lumMod val="50000"/>
                </a:schemeClr>
              </a:solidFill>
            </a:endParaRPr>
          </a:p>
        </p:txBody>
      </p:sp>
      <p:sp>
        <p:nvSpPr>
          <p:cNvPr id="21" name="TextBox 20">
            <a:extLst>
              <a:ext uri="{FF2B5EF4-FFF2-40B4-BE49-F238E27FC236}">
                <a16:creationId xmlns:a16="http://schemas.microsoft.com/office/drawing/2014/main" id="{4D5BF3F2-C8C1-2181-8258-320556D4CC4B}"/>
              </a:ext>
            </a:extLst>
          </p:cNvPr>
          <p:cNvSpPr txBox="1"/>
          <p:nvPr userDrawn="1"/>
        </p:nvSpPr>
        <p:spPr>
          <a:xfrm>
            <a:off x="3421907" y="5568464"/>
            <a:ext cx="367343"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ctr"/>
            <a:r>
              <a:rPr lang="en-ZA" dirty="0">
                <a:solidFill>
                  <a:schemeClr val="accent3">
                    <a:lumMod val="50000"/>
                  </a:schemeClr>
                </a:solidFill>
              </a:rPr>
              <a:t>04</a:t>
            </a:r>
            <a:endParaRPr lang="en-GB" dirty="0">
              <a:solidFill>
                <a:schemeClr val="accent3">
                  <a:lumMod val="50000"/>
                </a:schemeClr>
              </a:solidFill>
            </a:endParaRPr>
          </a:p>
        </p:txBody>
      </p:sp>
      <p:cxnSp>
        <p:nvCxnSpPr>
          <p:cNvPr id="23" name="Straight Connector 22">
            <a:extLst>
              <a:ext uri="{FF2B5EF4-FFF2-40B4-BE49-F238E27FC236}">
                <a16:creationId xmlns:a16="http://schemas.microsoft.com/office/drawing/2014/main" id="{0B5404E9-5225-09B7-C26E-3B1C50DD3A45}"/>
              </a:ext>
            </a:extLst>
          </p:cNvPr>
          <p:cNvCxnSpPr>
            <a:cxnSpLocks noGrp="1" noRot="1" noMove="1" noResize="1" noEditPoints="1" noAdjustHandles="1" noChangeArrowheads="1" noChangeShapeType="1"/>
          </p:cNvCxnSpPr>
          <p:nvPr userDrawn="1"/>
        </p:nvCxnSpPr>
        <p:spPr>
          <a:xfrm>
            <a:off x="4657017" y="1864817"/>
            <a:ext cx="698181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F3FFD19-A99D-C9F4-FB0F-BDE1F61F043F}"/>
              </a:ext>
            </a:extLst>
          </p:cNvPr>
          <p:cNvCxnSpPr>
            <a:cxnSpLocks noGrp="1" noRot="1" noMove="1" noResize="1" noEditPoints="1" noAdjustHandles="1" noChangeArrowheads="1" noChangeShapeType="1"/>
          </p:cNvCxnSpPr>
          <p:nvPr userDrawn="1"/>
        </p:nvCxnSpPr>
        <p:spPr>
          <a:xfrm>
            <a:off x="5295192" y="3034567"/>
            <a:ext cx="63436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8A0489A-779A-0F6A-2425-1670CF125E52}"/>
              </a:ext>
            </a:extLst>
          </p:cNvPr>
          <p:cNvCxnSpPr>
            <a:cxnSpLocks noGrp="1" noRot="1" noMove="1" noResize="1" noEditPoints="1" noAdjustHandles="1" noChangeArrowheads="1" noChangeShapeType="1"/>
          </p:cNvCxnSpPr>
          <p:nvPr userDrawn="1"/>
        </p:nvCxnSpPr>
        <p:spPr>
          <a:xfrm>
            <a:off x="5976230" y="4191071"/>
            <a:ext cx="56626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9FA611C-BD17-766C-F61F-0E8598CF0393}"/>
              </a:ext>
            </a:extLst>
          </p:cNvPr>
          <p:cNvCxnSpPr>
            <a:cxnSpLocks noGrp="1" noRot="1" noMove="1" noResize="1" noEditPoints="1" noAdjustHandles="1" noChangeArrowheads="1" noChangeShapeType="1"/>
          </p:cNvCxnSpPr>
          <p:nvPr userDrawn="1"/>
        </p:nvCxnSpPr>
        <p:spPr>
          <a:xfrm>
            <a:off x="6695367" y="5352473"/>
            <a:ext cx="494346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BCC41D7-9964-0592-1A71-0BD556194ED1}"/>
              </a:ext>
            </a:extLst>
          </p:cNvPr>
          <p:cNvCxnSpPr>
            <a:cxnSpLocks noGrp="1" noRot="1" noMove="1" noResize="1" noEditPoints="1" noAdjustHandles="1" noChangeArrowheads="1" noChangeShapeType="1"/>
          </p:cNvCxnSpPr>
          <p:nvPr userDrawn="1"/>
        </p:nvCxnSpPr>
        <p:spPr>
          <a:xfrm>
            <a:off x="7274718" y="1855292"/>
            <a:ext cx="4364115"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974257D-FCD5-98B4-27A9-C85A34E2F041}"/>
              </a:ext>
            </a:extLst>
          </p:cNvPr>
          <p:cNvCxnSpPr>
            <a:cxnSpLocks noGrp="1" noRot="1" noMove="1" noResize="1" noEditPoints="1" noAdjustHandles="1" noChangeArrowheads="1" noChangeShapeType="1"/>
          </p:cNvCxnSpPr>
          <p:nvPr userDrawn="1"/>
        </p:nvCxnSpPr>
        <p:spPr>
          <a:xfrm>
            <a:off x="7274011" y="3025042"/>
            <a:ext cx="436482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AB1E0E5-7747-0C82-7B8F-2300B249FD28}"/>
              </a:ext>
            </a:extLst>
          </p:cNvPr>
          <p:cNvCxnSpPr>
            <a:cxnSpLocks noGrp="1" noRot="1" noMove="1" noResize="1" noEditPoints="1" noAdjustHandles="1" noChangeArrowheads="1" noChangeShapeType="1"/>
          </p:cNvCxnSpPr>
          <p:nvPr userDrawn="1"/>
        </p:nvCxnSpPr>
        <p:spPr>
          <a:xfrm>
            <a:off x="7274718" y="4181546"/>
            <a:ext cx="4364115"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800EF36-1324-9E0D-D2A1-61CE0C1CC6A5}"/>
              </a:ext>
            </a:extLst>
          </p:cNvPr>
          <p:cNvCxnSpPr>
            <a:cxnSpLocks noGrp="1" noRot="1" noMove="1" noResize="1" noEditPoints="1" noAdjustHandles="1" noChangeArrowheads="1" noChangeShapeType="1"/>
          </p:cNvCxnSpPr>
          <p:nvPr userDrawn="1"/>
        </p:nvCxnSpPr>
        <p:spPr>
          <a:xfrm>
            <a:off x="7274718" y="5342948"/>
            <a:ext cx="4364115"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52" name="Text Placeholder 4">
            <a:extLst>
              <a:ext uri="{FF2B5EF4-FFF2-40B4-BE49-F238E27FC236}">
                <a16:creationId xmlns:a16="http://schemas.microsoft.com/office/drawing/2014/main" id="{20C73C93-7F44-065A-BCA1-BA9385B950EA}"/>
              </a:ext>
            </a:extLst>
          </p:cNvPr>
          <p:cNvSpPr>
            <a:spLocks noGrp="1"/>
          </p:cNvSpPr>
          <p:nvPr>
            <p:ph type="body" sz="quarter" idx="45" hasCustomPrompt="1"/>
          </p:nvPr>
        </p:nvSpPr>
        <p:spPr>
          <a:xfrm>
            <a:off x="588170" y="1394150"/>
            <a:ext cx="1932839" cy="179536"/>
          </a:xfrm>
          <a:prstGeom prst="rect">
            <a:avLst/>
          </a:prstGeom>
        </p:spPr>
        <p:txBody>
          <a:bodyPr wrap="square" lIns="0" tIns="0" rIns="0" bIns="0">
            <a:spAutoFit/>
          </a:bodyPr>
          <a:lstStyle>
            <a:lvl1pPr marL="0" indent="0">
              <a:lnSpc>
                <a:spcPts val="1400"/>
              </a:lnSpc>
              <a:spcBef>
                <a:spcPts val="0"/>
              </a:spcBef>
              <a:buFont typeface="Calibri" panose="020F0502020204030204" pitchFamily="34" charset="0"/>
              <a:buNone/>
              <a:defRPr sz="12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Heading</a:t>
            </a:r>
          </a:p>
        </p:txBody>
      </p:sp>
      <p:sp>
        <p:nvSpPr>
          <p:cNvPr id="56" name="Text Placeholder 4">
            <a:extLst>
              <a:ext uri="{FF2B5EF4-FFF2-40B4-BE49-F238E27FC236}">
                <a16:creationId xmlns:a16="http://schemas.microsoft.com/office/drawing/2014/main" id="{AFB98A54-571A-E862-DD5A-34F1311B675D}"/>
              </a:ext>
            </a:extLst>
          </p:cNvPr>
          <p:cNvSpPr>
            <a:spLocks noGrp="1"/>
          </p:cNvSpPr>
          <p:nvPr>
            <p:ph type="body" sz="quarter" idx="39" hasCustomPrompt="1"/>
          </p:nvPr>
        </p:nvSpPr>
        <p:spPr>
          <a:xfrm>
            <a:off x="7274718" y="1671650"/>
            <a:ext cx="4364115"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Sub-heading</a:t>
            </a:r>
          </a:p>
        </p:txBody>
      </p:sp>
      <p:sp>
        <p:nvSpPr>
          <p:cNvPr id="57" name="Text Placeholder 4">
            <a:extLst>
              <a:ext uri="{FF2B5EF4-FFF2-40B4-BE49-F238E27FC236}">
                <a16:creationId xmlns:a16="http://schemas.microsoft.com/office/drawing/2014/main" id="{E5260041-59E1-25E1-26C3-8D4EAD65336C}"/>
              </a:ext>
            </a:extLst>
          </p:cNvPr>
          <p:cNvSpPr>
            <a:spLocks noGrp="1"/>
          </p:cNvSpPr>
          <p:nvPr>
            <p:ph type="body" sz="quarter" idx="82"/>
          </p:nvPr>
        </p:nvSpPr>
        <p:spPr>
          <a:xfrm>
            <a:off x="7274011" y="1976038"/>
            <a:ext cx="4364822" cy="628442"/>
          </a:xfrm>
          <a:prstGeom prst="rect">
            <a:avLst/>
          </a:prstGeom>
        </p:spPr>
        <p:txBody>
          <a:bodyPr wrap="square" lIns="0" tIns="0" rIns="0" bIns="0">
            <a:spAutoFit/>
          </a:bodyPr>
          <a:lstStyle>
            <a:lvl1pPr marL="182563" indent="-182563">
              <a:lnSpc>
                <a:spcPct val="90000"/>
              </a:lnSpc>
              <a:spcBef>
                <a:spcPts val="300"/>
              </a:spcBef>
              <a:buFont typeface="Calibri" panose="020F0502020204030204" pitchFamily="34" charset="0"/>
              <a:buChar char="+"/>
              <a:defRPr sz="90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r>
              <a:rPr lang="en-GB" noProof="0" dirty="0"/>
              <a:t>Click to edit Master text styles</a:t>
            </a:r>
          </a:p>
          <a:p>
            <a:pPr lvl="0"/>
            <a:r>
              <a:rPr lang="en-GB" noProof="0" dirty="0"/>
              <a:t>Click to edit Master text styles</a:t>
            </a:r>
          </a:p>
          <a:p>
            <a:pPr lvl="0"/>
            <a:r>
              <a:rPr lang="en-GB" noProof="0" dirty="0"/>
              <a:t>Click to edit Master text styles</a:t>
            </a:r>
          </a:p>
        </p:txBody>
      </p:sp>
      <p:sp>
        <p:nvSpPr>
          <p:cNvPr id="64" name="Text Placeholder 4">
            <a:extLst>
              <a:ext uri="{FF2B5EF4-FFF2-40B4-BE49-F238E27FC236}">
                <a16:creationId xmlns:a16="http://schemas.microsoft.com/office/drawing/2014/main" id="{4C8DF49F-78BE-FF21-DB71-4FD15EED5E37}"/>
              </a:ext>
            </a:extLst>
          </p:cNvPr>
          <p:cNvSpPr>
            <a:spLocks noGrp="1"/>
          </p:cNvSpPr>
          <p:nvPr>
            <p:ph type="body" sz="quarter" idx="83" hasCustomPrompt="1"/>
          </p:nvPr>
        </p:nvSpPr>
        <p:spPr>
          <a:xfrm>
            <a:off x="7274718" y="2841400"/>
            <a:ext cx="4364115"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Sub-heading</a:t>
            </a:r>
          </a:p>
        </p:txBody>
      </p:sp>
      <p:sp>
        <p:nvSpPr>
          <p:cNvPr id="65" name="Text Placeholder 4">
            <a:extLst>
              <a:ext uri="{FF2B5EF4-FFF2-40B4-BE49-F238E27FC236}">
                <a16:creationId xmlns:a16="http://schemas.microsoft.com/office/drawing/2014/main" id="{D0B158A1-5EDA-0719-A307-68F1C84953C8}"/>
              </a:ext>
            </a:extLst>
          </p:cNvPr>
          <p:cNvSpPr>
            <a:spLocks noGrp="1"/>
          </p:cNvSpPr>
          <p:nvPr>
            <p:ph type="body" sz="quarter" idx="84"/>
          </p:nvPr>
        </p:nvSpPr>
        <p:spPr>
          <a:xfrm>
            <a:off x="7273304" y="3134802"/>
            <a:ext cx="4364822" cy="628442"/>
          </a:xfrm>
          <a:prstGeom prst="rect">
            <a:avLst/>
          </a:prstGeom>
        </p:spPr>
        <p:txBody>
          <a:bodyPr wrap="square" lIns="0" tIns="0" rIns="0" bIns="0">
            <a:spAutoFit/>
          </a:bodyPr>
          <a:lstStyle>
            <a:lvl1pPr marL="182563" indent="-182563">
              <a:lnSpc>
                <a:spcPct val="90000"/>
              </a:lnSpc>
              <a:spcBef>
                <a:spcPts val="300"/>
              </a:spcBef>
              <a:buFont typeface="Calibri" panose="020F0502020204030204" pitchFamily="34" charset="0"/>
              <a:buChar char="+"/>
              <a:defRPr sz="90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r>
              <a:rPr lang="en-GB" noProof="0" dirty="0"/>
              <a:t>Click to edit Master text styles</a:t>
            </a:r>
          </a:p>
          <a:p>
            <a:pPr lvl="0"/>
            <a:r>
              <a:rPr lang="en-GB" noProof="0" dirty="0"/>
              <a:t>Click to edit Master text styles</a:t>
            </a:r>
          </a:p>
          <a:p>
            <a:pPr lvl="0"/>
            <a:r>
              <a:rPr lang="en-GB" noProof="0" dirty="0"/>
              <a:t>Click to edit Master text styles</a:t>
            </a:r>
          </a:p>
        </p:txBody>
      </p:sp>
      <p:sp>
        <p:nvSpPr>
          <p:cNvPr id="66" name="Text Placeholder 4">
            <a:extLst>
              <a:ext uri="{FF2B5EF4-FFF2-40B4-BE49-F238E27FC236}">
                <a16:creationId xmlns:a16="http://schemas.microsoft.com/office/drawing/2014/main" id="{3F52FB23-C4BD-810A-E51E-D276D3616932}"/>
              </a:ext>
            </a:extLst>
          </p:cNvPr>
          <p:cNvSpPr>
            <a:spLocks noGrp="1"/>
          </p:cNvSpPr>
          <p:nvPr>
            <p:ph type="body" sz="quarter" idx="85" hasCustomPrompt="1"/>
          </p:nvPr>
        </p:nvSpPr>
        <p:spPr>
          <a:xfrm>
            <a:off x="7274718" y="3997904"/>
            <a:ext cx="4364115"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Sub-heading</a:t>
            </a:r>
          </a:p>
        </p:txBody>
      </p:sp>
      <p:sp>
        <p:nvSpPr>
          <p:cNvPr id="67" name="Text Placeholder 4">
            <a:extLst>
              <a:ext uri="{FF2B5EF4-FFF2-40B4-BE49-F238E27FC236}">
                <a16:creationId xmlns:a16="http://schemas.microsoft.com/office/drawing/2014/main" id="{6CCB6314-FDAA-9677-083C-DD9E6C83CF10}"/>
              </a:ext>
            </a:extLst>
          </p:cNvPr>
          <p:cNvSpPr>
            <a:spLocks noGrp="1"/>
          </p:cNvSpPr>
          <p:nvPr>
            <p:ph type="body" sz="quarter" idx="86"/>
          </p:nvPr>
        </p:nvSpPr>
        <p:spPr>
          <a:xfrm>
            <a:off x="7274321" y="4304116"/>
            <a:ext cx="4364822" cy="628442"/>
          </a:xfrm>
          <a:prstGeom prst="rect">
            <a:avLst/>
          </a:prstGeom>
        </p:spPr>
        <p:txBody>
          <a:bodyPr wrap="square" lIns="0" tIns="0" rIns="0" bIns="0">
            <a:spAutoFit/>
          </a:bodyPr>
          <a:lstStyle>
            <a:lvl1pPr marL="182563" indent="-182563">
              <a:lnSpc>
                <a:spcPct val="90000"/>
              </a:lnSpc>
              <a:spcBef>
                <a:spcPts val="300"/>
              </a:spcBef>
              <a:buFont typeface="Calibri" panose="020F0502020204030204" pitchFamily="34" charset="0"/>
              <a:buChar char="+"/>
              <a:defRPr sz="90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r>
              <a:rPr lang="en-GB" noProof="0" dirty="0"/>
              <a:t>Click to edit Master text styles</a:t>
            </a:r>
          </a:p>
          <a:p>
            <a:pPr lvl="0"/>
            <a:r>
              <a:rPr lang="en-GB" noProof="0" dirty="0"/>
              <a:t>Click to edit Master text styles</a:t>
            </a:r>
          </a:p>
          <a:p>
            <a:pPr lvl="0"/>
            <a:r>
              <a:rPr lang="en-GB" noProof="0" dirty="0"/>
              <a:t>Click to edit Master text styles</a:t>
            </a:r>
          </a:p>
        </p:txBody>
      </p:sp>
      <p:sp>
        <p:nvSpPr>
          <p:cNvPr id="68" name="Text Placeholder 4">
            <a:extLst>
              <a:ext uri="{FF2B5EF4-FFF2-40B4-BE49-F238E27FC236}">
                <a16:creationId xmlns:a16="http://schemas.microsoft.com/office/drawing/2014/main" id="{068DF2A7-EC2C-CA76-4103-AF746AEEFCD7}"/>
              </a:ext>
            </a:extLst>
          </p:cNvPr>
          <p:cNvSpPr>
            <a:spLocks noGrp="1"/>
          </p:cNvSpPr>
          <p:nvPr>
            <p:ph type="body" sz="quarter" idx="87" hasCustomPrompt="1"/>
          </p:nvPr>
        </p:nvSpPr>
        <p:spPr>
          <a:xfrm>
            <a:off x="7274718" y="5159306"/>
            <a:ext cx="4364115"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Sub-heading</a:t>
            </a:r>
          </a:p>
        </p:txBody>
      </p:sp>
      <p:sp>
        <p:nvSpPr>
          <p:cNvPr id="69" name="Text Placeholder 4">
            <a:extLst>
              <a:ext uri="{FF2B5EF4-FFF2-40B4-BE49-F238E27FC236}">
                <a16:creationId xmlns:a16="http://schemas.microsoft.com/office/drawing/2014/main" id="{2043BEC1-63D0-299D-899C-AA0137A9E585}"/>
              </a:ext>
            </a:extLst>
          </p:cNvPr>
          <p:cNvSpPr>
            <a:spLocks noGrp="1"/>
          </p:cNvSpPr>
          <p:nvPr>
            <p:ph type="body" sz="quarter" idx="88"/>
          </p:nvPr>
        </p:nvSpPr>
        <p:spPr>
          <a:xfrm>
            <a:off x="7274321" y="5445525"/>
            <a:ext cx="4364822" cy="628442"/>
          </a:xfrm>
          <a:prstGeom prst="rect">
            <a:avLst/>
          </a:prstGeom>
        </p:spPr>
        <p:txBody>
          <a:bodyPr wrap="square" lIns="0" tIns="0" rIns="0" bIns="0">
            <a:spAutoFit/>
          </a:bodyPr>
          <a:lstStyle>
            <a:lvl1pPr marL="182563" indent="-182563">
              <a:lnSpc>
                <a:spcPct val="90000"/>
              </a:lnSpc>
              <a:spcBef>
                <a:spcPts val="300"/>
              </a:spcBef>
              <a:buFont typeface="Calibri" panose="020F0502020204030204" pitchFamily="34" charset="0"/>
              <a:buChar char="+"/>
              <a:defRPr sz="900">
                <a:solidFill>
                  <a:schemeClr val="accent5">
                    <a:lumMod val="50000"/>
                  </a:schemeClr>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r>
              <a:rPr lang="en-GB" noProof="0" dirty="0"/>
              <a:t>Click to edit Master text styles</a:t>
            </a:r>
          </a:p>
          <a:p>
            <a:pPr lvl="0"/>
            <a:r>
              <a:rPr lang="en-GB" noProof="0" dirty="0"/>
              <a:t>Click to edit Master text styles</a:t>
            </a:r>
          </a:p>
          <a:p>
            <a:pPr lvl="0"/>
            <a:r>
              <a:rPr lang="en-GB" noProof="0" dirty="0"/>
              <a:t>Click to edit Master text styles</a:t>
            </a:r>
          </a:p>
        </p:txBody>
      </p:sp>
    </p:spTree>
    <p:extLst>
      <p:ext uri="{BB962C8B-B14F-4D97-AF65-F5344CB8AC3E}">
        <p14:creationId xmlns:p14="http://schemas.microsoft.com/office/powerpoint/2010/main" val="89726719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P11 | DOUBLE HEAD + Circular Infographic">
    <p:bg>
      <p:bgPr>
        <a:solidFill>
          <a:srgbClr val="EFF2F6"/>
        </a:solidFill>
        <a:effectLst/>
      </p:bgPr>
    </p:bg>
    <p:spTree>
      <p:nvGrpSpPr>
        <p:cNvPr id="1" name=""/>
        <p:cNvGrpSpPr/>
        <p:nvPr/>
      </p:nvGrpSpPr>
      <p:grpSpPr>
        <a:xfrm>
          <a:off x="0" y="0"/>
          <a:ext cx="0" cy="0"/>
          <a:chOff x="0" y="0"/>
          <a:chExt cx="0" cy="0"/>
        </a:xfrm>
      </p:grpSpPr>
      <p:grpSp>
        <p:nvGrpSpPr>
          <p:cNvPr id="75" name="Group 74">
            <a:extLst>
              <a:ext uri="{FF2B5EF4-FFF2-40B4-BE49-F238E27FC236}">
                <a16:creationId xmlns:a16="http://schemas.microsoft.com/office/drawing/2014/main" id="{1E115C68-861C-F1F9-55F9-6B597FBFC047}"/>
              </a:ext>
            </a:extLst>
          </p:cNvPr>
          <p:cNvGrpSpPr>
            <a:grpSpLocks noGrp="1" noUngrp="1" noRot="1" noMove="1" noResize="1"/>
          </p:cNvGrpSpPr>
          <p:nvPr userDrawn="1"/>
        </p:nvGrpSpPr>
        <p:grpSpPr>
          <a:xfrm>
            <a:off x="3005381" y="1572426"/>
            <a:ext cx="6175767" cy="4873623"/>
            <a:chOff x="3005381" y="1572426"/>
            <a:chExt cx="6175767" cy="4873623"/>
          </a:xfrm>
        </p:grpSpPr>
        <p:sp>
          <p:nvSpPr>
            <p:cNvPr id="5" name="Oval 4">
              <a:extLst>
                <a:ext uri="{FF2B5EF4-FFF2-40B4-BE49-F238E27FC236}">
                  <a16:creationId xmlns:a16="http://schemas.microsoft.com/office/drawing/2014/main" id="{14CBBEE4-6453-EF1C-FD37-B55EE67D1487}"/>
                </a:ext>
              </a:extLst>
            </p:cNvPr>
            <p:cNvSpPr>
              <a:spLocks noGrp="1" noRot="1" noMove="1" noResize="1" noEditPoints="1" noAdjustHandles="1" noChangeArrowheads="1" noChangeShapeType="1"/>
            </p:cNvSpPr>
            <p:nvPr userDrawn="1"/>
          </p:nvSpPr>
          <p:spPr>
            <a:xfrm>
              <a:off x="3659189" y="1572426"/>
              <a:ext cx="4873623" cy="4873623"/>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F70609A8-4BBD-F4B2-990E-681457E30E61}"/>
                </a:ext>
              </a:extLst>
            </p:cNvPr>
            <p:cNvSpPr>
              <a:spLocks noGrp="1" noRot="1" noMove="1" noResize="1" noEditPoints="1" noAdjustHandles="1" noChangeArrowheads="1" noChangeShapeType="1"/>
            </p:cNvSpPr>
            <p:nvPr userDrawn="1"/>
          </p:nvSpPr>
          <p:spPr>
            <a:xfrm>
              <a:off x="4106091" y="2019330"/>
              <a:ext cx="3979818" cy="3979816"/>
            </a:xfrm>
            <a:prstGeom prst="ellipse">
              <a:avLst/>
            </a:prstGeom>
            <a:solidFill>
              <a:schemeClr val="accent1"/>
            </a:solidFill>
            <a:ln w="19050">
              <a:noFill/>
            </a:ln>
            <a:effectLst>
              <a:outerShdw blurRad="114300" dist="63500" dir="45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en-GB" sz="1050" b="1">
                <a:solidFill>
                  <a:schemeClr val="bg1"/>
                </a:solidFill>
                <a:latin typeface="+mj-lt"/>
              </a:endParaRPr>
            </a:p>
          </p:txBody>
        </p:sp>
        <p:sp>
          <p:nvSpPr>
            <p:cNvPr id="9" name="Oval 8">
              <a:extLst>
                <a:ext uri="{FF2B5EF4-FFF2-40B4-BE49-F238E27FC236}">
                  <a16:creationId xmlns:a16="http://schemas.microsoft.com/office/drawing/2014/main" id="{632FA31C-192F-6788-8486-D82CD3197CB6}"/>
                </a:ext>
              </a:extLst>
            </p:cNvPr>
            <p:cNvSpPr>
              <a:spLocks noGrp="1" noRot="1" noMove="1" noResize="1" noEditPoints="1" noAdjustHandles="1" noChangeArrowheads="1" noChangeShapeType="1"/>
            </p:cNvSpPr>
            <p:nvPr userDrawn="1"/>
          </p:nvSpPr>
          <p:spPr>
            <a:xfrm>
              <a:off x="5905949" y="1839330"/>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10" name="Oval 9">
              <a:extLst>
                <a:ext uri="{FF2B5EF4-FFF2-40B4-BE49-F238E27FC236}">
                  <a16:creationId xmlns:a16="http://schemas.microsoft.com/office/drawing/2014/main" id="{8E9B74E5-BDAE-2BB0-5703-9B667AE7FEEE}"/>
                </a:ext>
              </a:extLst>
            </p:cNvPr>
            <p:cNvSpPr>
              <a:spLocks noGrp="1" noRot="1" noMove="1" noResize="1" noEditPoints="1" noAdjustHandles="1" noChangeArrowheads="1" noChangeShapeType="1"/>
            </p:cNvSpPr>
            <p:nvPr userDrawn="1"/>
          </p:nvSpPr>
          <p:spPr>
            <a:xfrm>
              <a:off x="7878603" y="3444512"/>
              <a:ext cx="360000" cy="360000"/>
            </a:xfrm>
            <a:prstGeom prst="ellipse">
              <a:avLst/>
            </a:prstGeom>
            <a:solidFill>
              <a:schemeClr val="accent3"/>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15" name="Oval 14">
              <a:extLst>
                <a:ext uri="{FF2B5EF4-FFF2-40B4-BE49-F238E27FC236}">
                  <a16:creationId xmlns:a16="http://schemas.microsoft.com/office/drawing/2014/main" id="{95ABF34E-01C5-5323-4BBC-E09E10BEA018}"/>
                </a:ext>
              </a:extLst>
            </p:cNvPr>
            <p:cNvSpPr>
              <a:spLocks noGrp="1" noRot="1" noMove="1" noResize="1" noEditPoints="1" noAdjustHandles="1" noChangeArrowheads="1" noChangeShapeType="1"/>
            </p:cNvSpPr>
            <p:nvPr userDrawn="1"/>
          </p:nvSpPr>
          <p:spPr>
            <a:xfrm>
              <a:off x="7467785" y="5038050"/>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16" name="Oval 15">
              <a:extLst>
                <a:ext uri="{FF2B5EF4-FFF2-40B4-BE49-F238E27FC236}">
                  <a16:creationId xmlns:a16="http://schemas.microsoft.com/office/drawing/2014/main" id="{6056EEFC-B568-296F-1BDC-E1D7EA7B4337}"/>
                </a:ext>
              </a:extLst>
            </p:cNvPr>
            <p:cNvSpPr>
              <a:spLocks noGrp="1" noRot="1" noMove="1" noResize="1" noEditPoints="1" noAdjustHandles="1" noChangeArrowheads="1" noChangeShapeType="1"/>
            </p:cNvSpPr>
            <p:nvPr userDrawn="1"/>
          </p:nvSpPr>
          <p:spPr>
            <a:xfrm>
              <a:off x="3953398" y="3443723"/>
              <a:ext cx="360000" cy="360000"/>
            </a:xfrm>
            <a:prstGeom prst="ellipse">
              <a:avLst/>
            </a:prstGeom>
            <a:solidFill>
              <a:schemeClr val="accent6"/>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05</a:t>
              </a:r>
            </a:p>
          </p:txBody>
        </p:sp>
        <p:sp>
          <p:nvSpPr>
            <p:cNvPr id="17" name="Oval 16">
              <a:extLst>
                <a:ext uri="{FF2B5EF4-FFF2-40B4-BE49-F238E27FC236}">
                  <a16:creationId xmlns:a16="http://schemas.microsoft.com/office/drawing/2014/main" id="{B1A57ACC-9B24-BE64-BAF5-2B2F19C2A74B}"/>
                </a:ext>
              </a:extLst>
            </p:cNvPr>
            <p:cNvSpPr>
              <a:spLocks noGrp="1" noRot="1" noMove="1" noResize="1" noEditPoints="1" noAdjustHandles="1" noChangeArrowheads="1" noChangeShapeType="1"/>
            </p:cNvSpPr>
            <p:nvPr userDrawn="1"/>
          </p:nvSpPr>
          <p:spPr>
            <a:xfrm>
              <a:off x="4347579" y="5038050"/>
              <a:ext cx="360000" cy="360000"/>
            </a:xfrm>
            <a:prstGeom prst="ellipse">
              <a:avLst/>
            </a:prstGeom>
            <a:solidFill>
              <a:schemeClr val="accent5"/>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grpSp>
          <p:nvGrpSpPr>
            <p:cNvPr id="23" name="Group 22">
              <a:extLst>
                <a:ext uri="{FF2B5EF4-FFF2-40B4-BE49-F238E27FC236}">
                  <a16:creationId xmlns:a16="http://schemas.microsoft.com/office/drawing/2014/main" id="{6F593D73-3098-3976-E22F-09A481C6DE3B}"/>
                </a:ext>
              </a:extLst>
            </p:cNvPr>
            <p:cNvGrpSpPr>
              <a:grpSpLocks noGrp="1" noUngrp="1" noRot="1" noMove="1" noResize="1"/>
            </p:cNvGrpSpPr>
            <p:nvPr userDrawn="1"/>
          </p:nvGrpSpPr>
          <p:grpSpPr>
            <a:xfrm>
              <a:off x="8936728" y="1897120"/>
              <a:ext cx="244420" cy="244420"/>
              <a:chOff x="4708302" y="1534749"/>
              <a:chExt cx="324000" cy="324000"/>
            </a:xfrm>
          </p:grpSpPr>
          <p:sp>
            <p:nvSpPr>
              <p:cNvPr id="24" name="Oval 23">
                <a:extLst>
                  <a:ext uri="{FF2B5EF4-FFF2-40B4-BE49-F238E27FC236}">
                    <a16:creationId xmlns:a16="http://schemas.microsoft.com/office/drawing/2014/main" id="{4FE07485-005F-A0CF-7535-B5DA1F340960}"/>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5" name="Graphic 24">
                <a:extLst>
                  <a:ext uri="{FF2B5EF4-FFF2-40B4-BE49-F238E27FC236}">
                    <a16:creationId xmlns:a16="http://schemas.microsoft.com/office/drawing/2014/main" id="{02579329-A800-9A79-2B70-D23A3576592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nvGrpSpPr>
            <p:cNvPr id="57" name="Group 56">
              <a:extLst>
                <a:ext uri="{FF2B5EF4-FFF2-40B4-BE49-F238E27FC236}">
                  <a16:creationId xmlns:a16="http://schemas.microsoft.com/office/drawing/2014/main" id="{7590D3C7-4419-AC4A-5241-171D02AF3B14}"/>
                </a:ext>
              </a:extLst>
            </p:cNvPr>
            <p:cNvGrpSpPr>
              <a:grpSpLocks noGrp="1" noUngrp="1" noRot="1" noMove="1" noResize="1"/>
            </p:cNvGrpSpPr>
            <p:nvPr userDrawn="1"/>
          </p:nvGrpSpPr>
          <p:grpSpPr>
            <a:xfrm>
              <a:off x="8936728" y="3499930"/>
              <a:ext cx="244420" cy="244420"/>
              <a:chOff x="4708302" y="1534749"/>
              <a:chExt cx="324000" cy="324000"/>
            </a:xfrm>
          </p:grpSpPr>
          <p:sp>
            <p:nvSpPr>
              <p:cNvPr id="58" name="Oval 57">
                <a:extLst>
                  <a:ext uri="{FF2B5EF4-FFF2-40B4-BE49-F238E27FC236}">
                    <a16:creationId xmlns:a16="http://schemas.microsoft.com/office/drawing/2014/main" id="{ED853837-5A8E-8346-AB3F-2DBA6C81A2DD}"/>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9" name="Graphic 58">
                <a:extLst>
                  <a:ext uri="{FF2B5EF4-FFF2-40B4-BE49-F238E27FC236}">
                    <a16:creationId xmlns:a16="http://schemas.microsoft.com/office/drawing/2014/main" id="{D215133E-4DF5-4DA4-C327-87ECC7FD6F2A}"/>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797565" y="1624013"/>
                <a:ext cx="145476" cy="145474"/>
              </a:xfrm>
              <a:prstGeom prst="rect">
                <a:avLst/>
              </a:prstGeom>
            </p:spPr>
          </p:pic>
        </p:grpSp>
        <p:grpSp>
          <p:nvGrpSpPr>
            <p:cNvPr id="60" name="Group 59">
              <a:extLst>
                <a:ext uri="{FF2B5EF4-FFF2-40B4-BE49-F238E27FC236}">
                  <a16:creationId xmlns:a16="http://schemas.microsoft.com/office/drawing/2014/main" id="{CAF4C6A2-9A9E-1D4A-CCAC-4995994994F6}"/>
                </a:ext>
              </a:extLst>
            </p:cNvPr>
            <p:cNvGrpSpPr>
              <a:grpSpLocks noGrp="1" noUngrp="1" noRot="1" noMove="1" noResize="1"/>
            </p:cNvGrpSpPr>
            <p:nvPr userDrawn="1"/>
          </p:nvGrpSpPr>
          <p:grpSpPr>
            <a:xfrm>
              <a:off x="8936728" y="5083897"/>
              <a:ext cx="244420" cy="244420"/>
              <a:chOff x="4708302" y="1534749"/>
              <a:chExt cx="324000" cy="324000"/>
            </a:xfrm>
          </p:grpSpPr>
          <p:sp>
            <p:nvSpPr>
              <p:cNvPr id="61" name="Oval 60">
                <a:extLst>
                  <a:ext uri="{FF2B5EF4-FFF2-40B4-BE49-F238E27FC236}">
                    <a16:creationId xmlns:a16="http://schemas.microsoft.com/office/drawing/2014/main" id="{6F59ECA5-B22F-72DF-9B1A-8FCD6718CC93}"/>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2" name="Graphic 61">
                <a:extLst>
                  <a:ext uri="{FF2B5EF4-FFF2-40B4-BE49-F238E27FC236}">
                    <a16:creationId xmlns:a16="http://schemas.microsoft.com/office/drawing/2014/main" id="{F70D4A38-4401-BCC1-3F1C-011F966CF360}"/>
                  </a:ext>
                </a:extLst>
              </p:cNvPr>
              <p:cNvPicPr>
                <a:picLocks noGrp="1" noRot="1" noChangeAspec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4797565" y="1624013"/>
                <a:ext cx="145476" cy="145474"/>
              </a:xfrm>
              <a:prstGeom prst="rect">
                <a:avLst/>
              </a:prstGeom>
            </p:spPr>
          </p:pic>
        </p:grpSp>
        <p:grpSp>
          <p:nvGrpSpPr>
            <p:cNvPr id="63" name="Group 62">
              <a:extLst>
                <a:ext uri="{FF2B5EF4-FFF2-40B4-BE49-F238E27FC236}">
                  <a16:creationId xmlns:a16="http://schemas.microsoft.com/office/drawing/2014/main" id="{C1D2BE27-BC73-65E3-08A8-792B4403AEE5}"/>
                </a:ext>
              </a:extLst>
            </p:cNvPr>
            <p:cNvGrpSpPr>
              <a:grpSpLocks noGrp="1" noUngrp="1" noRot="1" noMove="1" noResize="1"/>
            </p:cNvGrpSpPr>
            <p:nvPr userDrawn="1"/>
          </p:nvGrpSpPr>
          <p:grpSpPr>
            <a:xfrm>
              <a:off x="3005381" y="3499930"/>
              <a:ext cx="244420" cy="244420"/>
              <a:chOff x="4708302" y="1534749"/>
              <a:chExt cx="324000" cy="324000"/>
            </a:xfrm>
          </p:grpSpPr>
          <p:sp>
            <p:nvSpPr>
              <p:cNvPr id="64" name="Oval 63">
                <a:extLst>
                  <a:ext uri="{FF2B5EF4-FFF2-40B4-BE49-F238E27FC236}">
                    <a16:creationId xmlns:a16="http://schemas.microsoft.com/office/drawing/2014/main" id="{C0611A1C-30E3-296A-C500-A065172CCF13}"/>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5" name="Graphic 64">
                <a:extLst>
                  <a:ext uri="{FF2B5EF4-FFF2-40B4-BE49-F238E27FC236}">
                    <a16:creationId xmlns:a16="http://schemas.microsoft.com/office/drawing/2014/main" id="{CA904058-B195-6CED-5CE4-FDBA30E4AE40}"/>
                  </a:ext>
                </a:extLst>
              </p:cNvPr>
              <p:cNvPicPr>
                <a:picLocks noGrp="1" noRot="1" noChangeAspect="1" noMove="1" noResize="1" noEditPoints="1" noAdjustHandles="1" noChangeArrowheads="1" noChangeShapeType="1" noCrop="1"/>
              </p:cNvPicPr>
              <p:nvPr userDrawn="1"/>
            </p:nvPicPr>
            <p:blipFill>
              <a:blip r:embed="rId8">
                <a:extLst>
                  <a:ext uri="{96DAC541-7B7A-43D3-8B79-37D633B846F1}">
                    <asvg:svgBlip xmlns:asvg="http://schemas.microsoft.com/office/drawing/2016/SVG/main" r:embed="rId9"/>
                  </a:ext>
                </a:extLst>
              </a:blip>
              <a:stretch>
                <a:fillRect/>
              </a:stretch>
            </p:blipFill>
            <p:spPr>
              <a:xfrm>
                <a:off x="4797565" y="1624013"/>
                <a:ext cx="145476" cy="145474"/>
              </a:xfrm>
              <a:prstGeom prst="rect">
                <a:avLst/>
              </a:prstGeom>
            </p:spPr>
          </p:pic>
        </p:grpSp>
        <p:grpSp>
          <p:nvGrpSpPr>
            <p:cNvPr id="66" name="Group 65">
              <a:extLst>
                <a:ext uri="{FF2B5EF4-FFF2-40B4-BE49-F238E27FC236}">
                  <a16:creationId xmlns:a16="http://schemas.microsoft.com/office/drawing/2014/main" id="{CE44144E-CAD1-ED28-6715-7F64EDD6EC10}"/>
                </a:ext>
              </a:extLst>
            </p:cNvPr>
            <p:cNvGrpSpPr>
              <a:grpSpLocks noGrp="1" noUngrp="1" noRot="1" noMove="1" noResize="1"/>
            </p:cNvGrpSpPr>
            <p:nvPr userDrawn="1"/>
          </p:nvGrpSpPr>
          <p:grpSpPr>
            <a:xfrm>
              <a:off x="3005381" y="5083897"/>
              <a:ext cx="244420" cy="244420"/>
              <a:chOff x="4708302" y="1534749"/>
              <a:chExt cx="324000" cy="324000"/>
            </a:xfrm>
          </p:grpSpPr>
          <p:sp>
            <p:nvSpPr>
              <p:cNvPr id="67" name="Oval 66">
                <a:extLst>
                  <a:ext uri="{FF2B5EF4-FFF2-40B4-BE49-F238E27FC236}">
                    <a16:creationId xmlns:a16="http://schemas.microsoft.com/office/drawing/2014/main" id="{66D4C7E2-E05D-9F6C-B6BA-2DDF86446C48}"/>
                  </a:ext>
                </a:extLst>
              </p:cNvPr>
              <p:cNvSpPr>
                <a:spLocks noGrp="1" noRot="1" noChangeAspec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8" name="Graphic 67">
                <a:extLst>
                  <a:ext uri="{FF2B5EF4-FFF2-40B4-BE49-F238E27FC236}">
                    <a16:creationId xmlns:a16="http://schemas.microsoft.com/office/drawing/2014/main" id="{78C1AB98-DDA6-A68E-CD41-4D821AB758A0}"/>
                  </a:ext>
                </a:extLst>
              </p:cNvPr>
              <p:cNvPicPr>
                <a:picLocks noGrp="1" noRot="1" noChangeAspect="1" noMove="1" noResize="1" noEditPoints="1" noAdjustHandles="1" noChangeArrowheads="1" noChangeShapeType="1" noCrop="1"/>
              </p:cNvPicPr>
              <p:nvPr userDrawn="1"/>
            </p:nvPicPr>
            <p:blipFill>
              <a:blip r:embed="rId10">
                <a:extLst>
                  <a:ext uri="{96DAC541-7B7A-43D3-8B79-37D633B846F1}">
                    <asvg:svgBlip xmlns:asvg="http://schemas.microsoft.com/office/drawing/2016/SVG/main" r:embed="rId11"/>
                  </a:ext>
                </a:extLst>
              </a:blip>
              <a:stretch>
                <a:fillRect/>
              </a:stretch>
            </p:blipFill>
            <p:spPr>
              <a:xfrm>
                <a:off x="4797565" y="1624013"/>
                <a:ext cx="145476" cy="145474"/>
              </a:xfrm>
              <a:prstGeom prst="rect">
                <a:avLst/>
              </a:prstGeom>
            </p:spPr>
          </p:pic>
        </p:grpSp>
      </p:gr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userDrawn="1">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 name="Text Placeholder 4">
            <a:extLst>
              <a:ext uri="{FF2B5EF4-FFF2-40B4-BE49-F238E27FC236}">
                <a16:creationId xmlns:a16="http://schemas.microsoft.com/office/drawing/2014/main" id="{22D75C76-BCCA-1FC8-16C5-A4F3D566A7A8}"/>
              </a:ext>
            </a:extLst>
          </p:cNvPr>
          <p:cNvSpPr>
            <a:spLocks noGrp="1"/>
          </p:cNvSpPr>
          <p:nvPr userDrawn="1">
            <p:ph type="body" sz="quarter" idx="45" hasCustomPrompt="1"/>
          </p:nvPr>
        </p:nvSpPr>
        <p:spPr>
          <a:xfrm>
            <a:off x="588170" y="1750770"/>
            <a:ext cx="2813056" cy="359073"/>
          </a:xfrm>
          <a:prstGeom prst="rect">
            <a:avLst/>
          </a:prstGeom>
        </p:spPr>
        <p:txBody>
          <a:bodyPr wrap="square" lIns="0" tIns="0" rIns="0" bIns="0">
            <a:spAutoFit/>
          </a:bodyPr>
          <a:lstStyle>
            <a:lvl1pPr marL="0" indent="0">
              <a:lnSpc>
                <a:spcPts val="1400"/>
              </a:lnSpc>
              <a:spcBef>
                <a:spcPts val="0"/>
              </a:spcBef>
              <a:buFont typeface="Calibri" panose="020F0502020204030204" pitchFamily="34" charset="0"/>
              <a:buNone/>
              <a:defRPr sz="12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Infographic Heading. Can be two lines or more.</a:t>
            </a:r>
          </a:p>
        </p:txBody>
      </p:sp>
      <p:sp>
        <p:nvSpPr>
          <p:cNvPr id="22" name="Picture Placeholder 21">
            <a:extLst>
              <a:ext uri="{FF2B5EF4-FFF2-40B4-BE49-F238E27FC236}">
                <a16:creationId xmlns:a16="http://schemas.microsoft.com/office/drawing/2014/main" id="{449A7420-10D3-716A-C924-755D99339D7E}"/>
              </a:ext>
            </a:extLst>
          </p:cNvPr>
          <p:cNvSpPr>
            <a:spLocks noGrp="1"/>
          </p:cNvSpPr>
          <p:nvPr userDrawn="1">
            <p:ph type="pic" sz="quarter" idx="46"/>
          </p:nvPr>
        </p:nvSpPr>
        <p:spPr>
          <a:xfrm>
            <a:off x="4528986" y="2437606"/>
            <a:ext cx="3134028" cy="3134028"/>
          </a:xfrm>
          <a:prstGeom prst="ellipse">
            <a:avLst/>
          </a:prstGeom>
          <a:pattFill prst="ltUpDiag">
            <a:fgClr>
              <a:schemeClr val="accent5">
                <a:lumMod val="20000"/>
                <a:lumOff val="80000"/>
              </a:schemeClr>
            </a:fgClr>
            <a:bgClr>
              <a:schemeClr val="bg1"/>
            </a:bgClr>
          </a:pattFill>
          <a:effectLst>
            <a:outerShdw blurRad="76200" dist="63500" dir="8100000" algn="tr" rotWithShape="0">
              <a:prstClr val="black">
                <a:alpha val="25000"/>
              </a:prstClr>
            </a:outerShdw>
          </a:effectLst>
        </p:spPr>
        <p:txBody>
          <a:bodyPr/>
          <a:lstStyle>
            <a:lvl1pPr algn="ctr">
              <a:defRPr lang="en-GB" sz="1100"/>
            </a:lvl1pPr>
          </a:lstStyle>
          <a:p>
            <a:pPr marL="0" lvl="0" indent="0">
              <a:buNone/>
            </a:pPr>
            <a:endParaRPr lang="en-GB"/>
          </a:p>
        </p:txBody>
      </p:sp>
      <p:sp>
        <p:nvSpPr>
          <p:cNvPr id="33" name="Text Placeholder 22">
            <a:extLst>
              <a:ext uri="{FF2B5EF4-FFF2-40B4-BE49-F238E27FC236}">
                <a16:creationId xmlns:a16="http://schemas.microsoft.com/office/drawing/2014/main" id="{F812EE7E-01A3-8BD7-0522-9B37BBD347ED}"/>
              </a:ext>
            </a:extLst>
          </p:cNvPr>
          <p:cNvSpPr>
            <a:spLocks noGrp="1"/>
          </p:cNvSpPr>
          <p:nvPr userDrawn="1">
            <p:ph type="body" sz="quarter" idx="67" hasCustomPrompt="1"/>
          </p:nvPr>
        </p:nvSpPr>
        <p:spPr>
          <a:xfrm>
            <a:off x="9276018" y="2214976"/>
            <a:ext cx="2363523"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5" name="Text Placeholder 22">
            <a:extLst>
              <a:ext uri="{FF2B5EF4-FFF2-40B4-BE49-F238E27FC236}">
                <a16:creationId xmlns:a16="http://schemas.microsoft.com/office/drawing/2014/main" id="{34C944A8-D0AD-4FAF-1CF4-89E0914997F4}"/>
              </a:ext>
            </a:extLst>
          </p:cNvPr>
          <p:cNvSpPr>
            <a:spLocks noGrp="1"/>
          </p:cNvSpPr>
          <p:nvPr userDrawn="1">
            <p:ph type="body" sz="quarter" idx="69" hasCustomPrompt="1"/>
          </p:nvPr>
        </p:nvSpPr>
        <p:spPr>
          <a:xfrm>
            <a:off x="9276018" y="3822022"/>
            <a:ext cx="2363523"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37" name="Text Placeholder 22">
            <a:extLst>
              <a:ext uri="{FF2B5EF4-FFF2-40B4-BE49-F238E27FC236}">
                <a16:creationId xmlns:a16="http://schemas.microsoft.com/office/drawing/2014/main" id="{3D36B16E-0EA9-00CD-B23C-C16EFCA609AF}"/>
              </a:ext>
            </a:extLst>
          </p:cNvPr>
          <p:cNvSpPr>
            <a:spLocks noGrp="1"/>
          </p:cNvSpPr>
          <p:nvPr userDrawn="1">
            <p:ph type="body" sz="quarter" idx="71" hasCustomPrompt="1"/>
          </p:nvPr>
        </p:nvSpPr>
        <p:spPr>
          <a:xfrm>
            <a:off x="9276018" y="5410508"/>
            <a:ext cx="2363521"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52" name="Text Placeholder 4">
            <a:extLst>
              <a:ext uri="{FF2B5EF4-FFF2-40B4-BE49-F238E27FC236}">
                <a16:creationId xmlns:a16="http://schemas.microsoft.com/office/drawing/2014/main" id="{96C45D09-F190-F441-3E13-A9367F7586CE}"/>
              </a:ext>
            </a:extLst>
          </p:cNvPr>
          <p:cNvSpPr>
            <a:spLocks noGrp="1"/>
          </p:cNvSpPr>
          <p:nvPr userDrawn="1">
            <p:ph type="body" sz="quarter" idx="57" hasCustomPrompt="1"/>
          </p:nvPr>
        </p:nvSpPr>
        <p:spPr>
          <a:xfrm>
            <a:off x="9276018" y="1919451"/>
            <a:ext cx="236352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53" name="Text Placeholder 4">
            <a:extLst>
              <a:ext uri="{FF2B5EF4-FFF2-40B4-BE49-F238E27FC236}">
                <a16:creationId xmlns:a16="http://schemas.microsoft.com/office/drawing/2014/main" id="{5B889399-75ED-28F4-FFC3-FE420030FC7C}"/>
              </a:ext>
            </a:extLst>
          </p:cNvPr>
          <p:cNvSpPr>
            <a:spLocks noGrp="1"/>
          </p:cNvSpPr>
          <p:nvPr userDrawn="1">
            <p:ph type="body" sz="quarter" idx="72" hasCustomPrompt="1"/>
          </p:nvPr>
        </p:nvSpPr>
        <p:spPr>
          <a:xfrm>
            <a:off x="9276018" y="3528621"/>
            <a:ext cx="236352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54" name="Text Placeholder 4">
            <a:extLst>
              <a:ext uri="{FF2B5EF4-FFF2-40B4-BE49-F238E27FC236}">
                <a16:creationId xmlns:a16="http://schemas.microsoft.com/office/drawing/2014/main" id="{53AA6445-C56A-1003-CE57-0F717F3E6512}"/>
              </a:ext>
            </a:extLst>
          </p:cNvPr>
          <p:cNvSpPr>
            <a:spLocks noGrp="1"/>
          </p:cNvSpPr>
          <p:nvPr userDrawn="1">
            <p:ph type="body" sz="quarter" idx="73" hasCustomPrompt="1"/>
          </p:nvPr>
        </p:nvSpPr>
        <p:spPr>
          <a:xfrm>
            <a:off x="9276018" y="5115396"/>
            <a:ext cx="2363520"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55" name="Text Placeholder 4">
            <a:extLst>
              <a:ext uri="{FF2B5EF4-FFF2-40B4-BE49-F238E27FC236}">
                <a16:creationId xmlns:a16="http://schemas.microsoft.com/office/drawing/2014/main" id="{10CC301E-580D-D70A-5BD0-99E3C39F7477}"/>
              </a:ext>
            </a:extLst>
          </p:cNvPr>
          <p:cNvSpPr>
            <a:spLocks noGrp="1"/>
          </p:cNvSpPr>
          <p:nvPr userDrawn="1">
            <p:ph type="body" sz="quarter" idx="74" hasCustomPrompt="1"/>
          </p:nvPr>
        </p:nvSpPr>
        <p:spPr>
          <a:xfrm>
            <a:off x="514348" y="5125825"/>
            <a:ext cx="2363523" cy="187039"/>
          </a:xfrm>
          <a:prstGeom prst="rect">
            <a:avLst/>
          </a:prstGeom>
        </p:spPr>
        <p:txBody>
          <a:bodyPr wrap="square" lIns="0" tIns="0" rIns="0" bIns="0" anchor="ctr" anchorCtr="0">
            <a:spAutoFit/>
          </a:bodyPr>
          <a:lstStyle>
            <a:lvl1pPr marL="0" indent="0" algn="r">
              <a:lnSpc>
                <a:spcPts val="1600"/>
              </a:lnSpc>
              <a:buFont typeface="Calibri" panose="020F0502020204030204" pitchFamily="34" charset="0"/>
              <a:buNone/>
              <a:defRPr sz="1100" b="1" spc="30" baseline="0">
                <a:solidFill>
                  <a:schemeClr val="accent5"/>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56" name="Text Placeholder 4">
            <a:extLst>
              <a:ext uri="{FF2B5EF4-FFF2-40B4-BE49-F238E27FC236}">
                <a16:creationId xmlns:a16="http://schemas.microsoft.com/office/drawing/2014/main" id="{A9ED97D8-F03D-C1D7-D601-4ED8B607CB7D}"/>
              </a:ext>
            </a:extLst>
          </p:cNvPr>
          <p:cNvSpPr>
            <a:spLocks noGrp="1"/>
          </p:cNvSpPr>
          <p:nvPr userDrawn="1">
            <p:ph type="body" sz="quarter" idx="75" hasCustomPrompt="1"/>
          </p:nvPr>
        </p:nvSpPr>
        <p:spPr>
          <a:xfrm>
            <a:off x="514348" y="3528621"/>
            <a:ext cx="2363523" cy="187039"/>
          </a:xfrm>
          <a:prstGeom prst="rect">
            <a:avLst/>
          </a:prstGeom>
        </p:spPr>
        <p:txBody>
          <a:bodyPr wrap="square" lIns="0" tIns="0" rIns="0" bIns="0" anchor="ctr" anchorCtr="0">
            <a:spAutoFit/>
          </a:bodyPr>
          <a:lstStyle>
            <a:lvl1pPr marL="0" indent="0" algn="r">
              <a:lnSpc>
                <a:spcPts val="1600"/>
              </a:lnSpc>
              <a:buFont typeface="Calibri" panose="020F0502020204030204" pitchFamily="34" charset="0"/>
              <a:buNone/>
              <a:defRPr sz="11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70" name="Text Placeholder 22">
            <a:extLst>
              <a:ext uri="{FF2B5EF4-FFF2-40B4-BE49-F238E27FC236}">
                <a16:creationId xmlns:a16="http://schemas.microsoft.com/office/drawing/2014/main" id="{64FFB2E6-ED25-239D-F4B4-ABF7887F872A}"/>
              </a:ext>
            </a:extLst>
          </p:cNvPr>
          <p:cNvSpPr>
            <a:spLocks noGrp="1"/>
          </p:cNvSpPr>
          <p:nvPr userDrawn="1">
            <p:ph type="body" sz="quarter" idx="76" hasCustomPrompt="1"/>
          </p:nvPr>
        </p:nvSpPr>
        <p:spPr>
          <a:xfrm>
            <a:off x="514348" y="3822022"/>
            <a:ext cx="2363523" cy="307777"/>
          </a:xfrm>
          <a:prstGeom prst="rect">
            <a:avLst/>
          </a:prstGeom>
        </p:spPr>
        <p:txBody>
          <a:bodyPr wrap="square" lIns="0" tIns="0" rIns="0" bIns="0">
            <a:spAutoFit/>
          </a:bodyPr>
          <a:lstStyle>
            <a:lvl1pPr marL="0" indent="0" algn="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
        <p:nvSpPr>
          <p:cNvPr id="72" name="Text Placeholder 22">
            <a:extLst>
              <a:ext uri="{FF2B5EF4-FFF2-40B4-BE49-F238E27FC236}">
                <a16:creationId xmlns:a16="http://schemas.microsoft.com/office/drawing/2014/main" id="{377CC90C-21D7-CF63-4685-48AB8DEE1FAF}"/>
              </a:ext>
            </a:extLst>
          </p:cNvPr>
          <p:cNvSpPr>
            <a:spLocks noGrp="1"/>
          </p:cNvSpPr>
          <p:nvPr userDrawn="1">
            <p:ph type="body" sz="quarter" idx="77" hasCustomPrompt="1"/>
          </p:nvPr>
        </p:nvSpPr>
        <p:spPr>
          <a:xfrm>
            <a:off x="514348" y="5410508"/>
            <a:ext cx="2363523" cy="307777"/>
          </a:xfrm>
          <a:prstGeom prst="rect">
            <a:avLst/>
          </a:prstGeom>
        </p:spPr>
        <p:txBody>
          <a:bodyPr wrap="square" lIns="0" tIns="0" rIns="0" bIns="0">
            <a:spAutoFit/>
          </a:bodyPr>
          <a:lstStyle>
            <a:lvl1pPr marL="0" indent="0" algn="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Tree>
    <p:extLst>
      <p:ext uri="{BB962C8B-B14F-4D97-AF65-F5344CB8AC3E}">
        <p14:creationId xmlns:p14="http://schemas.microsoft.com/office/powerpoint/2010/main" val="123045460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P11 | 1_Title Slide - ONE LINE + SUB">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52A8667-6065-A40E-7DA9-E2EA5E58855E}"/>
              </a:ext>
            </a:extLst>
          </p:cNvPr>
          <p:cNvGrpSpPr>
            <a:grpSpLocks noGrp="1" noUngrp="1" noRot="1" noMove="1" noResize="1"/>
          </p:cNvGrpSpPr>
          <p:nvPr userDrawn="1"/>
        </p:nvGrpSpPr>
        <p:grpSpPr>
          <a:xfrm>
            <a:off x="3582946" y="1475394"/>
            <a:ext cx="5342240" cy="4463399"/>
            <a:chOff x="3582946" y="1475394"/>
            <a:chExt cx="5342240" cy="4463399"/>
          </a:xfrm>
        </p:grpSpPr>
        <p:cxnSp>
          <p:nvCxnSpPr>
            <p:cNvPr id="48" name="Straight Connector 47">
              <a:extLst>
                <a:ext uri="{FF2B5EF4-FFF2-40B4-BE49-F238E27FC236}">
                  <a16:creationId xmlns:a16="http://schemas.microsoft.com/office/drawing/2014/main" id="{92BB0C94-F245-FF4C-3944-4273AE24CDA4}"/>
                </a:ext>
              </a:extLst>
            </p:cNvPr>
            <p:cNvCxnSpPr>
              <a:cxnSpLocks noGrp="1" noRot="1" noMove="1" noResize="1" noEditPoints="1" noAdjustHandles="1" noChangeArrowheads="1" noChangeShapeType="1"/>
            </p:cNvCxnSpPr>
            <p:nvPr userDrawn="1"/>
          </p:nvCxnSpPr>
          <p:spPr>
            <a:xfrm>
              <a:off x="6999006" y="1814334"/>
              <a:ext cx="17860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0AC5ECB-13D1-D370-FCF8-F01DC83BC1AA}"/>
                </a:ext>
              </a:extLst>
            </p:cNvPr>
            <p:cNvCxnSpPr>
              <a:cxnSpLocks noGrp="1" noRot="1" noMove="1" noResize="1" noEditPoints="1" noAdjustHandles="1" noChangeArrowheads="1" noChangeShapeType="1"/>
            </p:cNvCxnSpPr>
            <p:nvPr userDrawn="1"/>
          </p:nvCxnSpPr>
          <p:spPr>
            <a:xfrm>
              <a:off x="6999006" y="2681610"/>
              <a:ext cx="17860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0BCC617-61A4-9F3E-F679-F57B952D3B25}"/>
                </a:ext>
              </a:extLst>
            </p:cNvPr>
            <p:cNvCxnSpPr>
              <a:cxnSpLocks noGrp="1" noRot="1" noMove="1" noResize="1" noEditPoints="1" noAdjustHandles="1" noChangeArrowheads="1" noChangeShapeType="1"/>
            </p:cNvCxnSpPr>
            <p:nvPr userDrawn="1"/>
          </p:nvCxnSpPr>
          <p:spPr>
            <a:xfrm>
              <a:off x="6999006" y="3547884"/>
              <a:ext cx="17860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E9A8DDF4-6FEB-ED33-9925-BCC283154ECE}"/>
                </a:ext>
              </a:extLst>
            </p:cNvPr>
            <p:cNvCxnSpPr>
              <a:cxnSpLocks noGrp="1" noRot="1" noMove="1" noResize="1" noEditPoints="1" noAdjustHandles="1" noChangeArrowheads="1" noChangeShapeType="1"/>
            </p:cNvCxnSpPr>
            <p:nvPr userDrawn="1"/>
          </p:nvCxnSpPr>
          <p:spPr>
            <a:xfrm>
              <a:off x="6999006" y="4419422"/>
              <a:ext cx="17860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B7200C1-B92B-5D8C-2F62-3D0B04F91441}"/>
                </a:ext>
              </a:extLst>
            </p:cNvPr>
            <p:cNvCxnSpPr>
              <a:cxnSpLocks noGrp="1" noRot="1" noMove="1" noResize="1" noEditPoints="1" noAdjustHandles="1" noChangeArrowheads="1" noChangeShapeType="1"/>
            </p:cNvCxnSpPr>
            <p:nvPr userDrawn="1"/>
          </p:nvCxnSpPr>
          <p:spPr>
            <a:xfrm>
              <a:off x="6999006" y="5286197"/>
              <a:ext cx="17860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C03C437C-E5CC-98DC-5EE5-BF7E7616CC76}"/>
                </a:ext>
              </a:extLst>
            </p:cNvPr>
            <p:cNvSpPr>
              <a:spLocks noGrp="1" noRot="1" noMove="1" noResize="1" noEditPoints="1" noAdjustHandles="1" noChangeArrowheads="1" noChangeShapeType="1"/>
            </p:cNvSpPr>
            <p:nvPr userDrawn="1"/>
          </p:nvSpPr>
          <p:spPr>
            <a:xfrm>
              <a:off x="8565186" y="1640888"/>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9" name="Oval 8">
              <a:extLst>
                <a:ext uri="{FF2B5EF4-FFF2-40B4-BE49-F238E27FC236}">
                  <a16:creationId xmlns:a16="http://schemas.microsoft.com/office/drawing/2014/main" id="{FE466071-5F5B-253F-21A6-D554744E8D98}"/>
                </a:ext>
              </a:extLst>
            </p:cNvPr>
            <p:cNvSpPr>
              <a:spLocks noGrp="1" noRot="1" noMove="1" noResize="1" noEditPoints="1" noAdjustHandles="1" noChangeArrowheads="1" noChangeShapeType="1"/>
            </p:cNvSpPr>
            <p:nvPr userDrawn="1"/>
          </p:nvSpPr>
          <p:spPr>
            <a:xfrm>
              <a:off x="8565186" y="2506215"/>
              <a:ext cx="360000" cy="360000"/>
            </a:xfrm>
            <a:prstGeom prst="ellipse">
              <a:avLst/>
            </a:prstGeom>
            <a:solidFill>
              <a:schemeClr val="accent3"/>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10" name="Oval 9">
              <a:extLst>
                <a:ext uri="{FF2B5EF4-FFF2-40B4-BE49-F238E27FC236}">
                  <a16:creationId xmlns:a16="http://schemas.microsoft.com/office/drawing/2014/main" id="{EB805DAA-580A-86E8-72E2-4EB4A5E99E9E}"/>
                </a:ext>
              </a:extLst>
            </p:cNvPr>
            <p:cNvSpPr>
              <a:spLocks noGrp="1" noRot="1" noMove="1" noResize="1" noEditPoints="1" noAdjustHandles="1" noChangeArrowheads="1" noChangeShapeType="1"/>
            </p:cNvSpPr>
            <p:nvPr userDrawn="1"/>
          </p:nvSpPr>
          <p:spPr>
            <a:xfrm>
              <a:off x="8565186" y="3373637"/>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15" name="Oval 14">
              <a:extLst>
                <a:ext uri="{FF2B5EF4-FFF2-40B4-BE49-F238E27FC236}">
                  <a16:creationId xmlns:a16="http://schemas.microsoft.com/office/drawing/2014/main" id="{7E7A86FD-6A6F-D4F0-01A0-7442DC1D94B1}"/>
                </a:ext>
              </a:extLst>
            </p:cNvPr>
            <p:cNvSpPr>
              <a:spLocks noGrp="1" noRot="1" noMove="1" noResize="1" noEditPoints="1" noAdjustHandles="1" noChangeArrowheads="1" noChangeShapeType="1"/>
            </p:cNvSpPr>
            <p:nvPr userDrawn="1"/>
          </p:nvSpPr>
          <p:spPr>
            <a:xfrm>
              <a:off x="8565186" y="5107944"/>
              <a:ext cx="360000" cy="360000"/>
            </a:xfrm>
            <a:prstGeom prst="ellipse">
              <a:avLst/>
            </a:prstGeom>
            <a:solidFill>
              <a:schemeClr val="accent6"/>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05</a:t>
              </a:r>
            </a:p>
          </p:txBody>
        </p:sp>
        <p:sp>
          <p:nvSpPr>
            <p:cNvPr id="16" name="Oval 15">
              <a:extLst>
                <a:ext uri="{FF2B5EF4-FFF2-40B4-BE49-F238E27FC236}">
                  <a16:creationId xmlns:a16="http://schemas.microsoft.com/office/drawing/2014/main" id="{60ADFB1D-5F5B-091B-13AE-ED1DF5A38028}"/>
                </a:ext>
              </a:extLst>
            </p:cNvPr>
            <p:cNvSpPr>
              <a:spLocks noGrp="1" noRot="1" noMove="1" noResize="1" noEditPoints="1" noAdjustHandles="1" noChangeArrowheads="1" noChangeShapeType="1"/>
            </p:cNvSpPr>
            <p:nvPr userDrawn="1"/>
          </p:nvSpPr>
          <p:spPr>
            <a:xfrm>
              <a:off x="8565186" y="4236577"/>
              <a:ext cx="360000" cy="360000"/>
            </a:xfrm>
            <a:prstGeom prst="ellipse">
              <a:avLst/>
            </a:prstGeom>
            <a:solidFill>
              <a:schemeClr val="accent5"/>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7" name="Oval 6">
              <a:extLst>
                <a:ext uri="{FF2B5EF4-FFF2-40B4-BE49-F238E27FC236}">
                  <a16:creationId xmlns:a16="http://schemas.microsoft.com/office/drawing/2014/main" id="{CB9686F9-59D7-13F4-C25F-110996C8B119}"/>
                </a:ext>
              </a:extLst>
            </p:cNvPr>
            <p:cNvSpPr>
              <a:spLocks noGrp="1" noRot="1" noMove="1" noResize="1" noEditPoints="1" noAdjustHandles="1" noChangeArrowheads="1" noChangeShapeType="1"/>
            </p:cNvSpPr>
            <p:nvPr userDrawn="1"/>
          </p:nvSpPr>
          <p:spPr>
            <a:xfrm>
              <a:off x="3582946" y="1475394"/>
              <a:ext cx="4463401" cy="4463399"/>
            </a:xfrm>
            <a:prstGeom prst="ellipse">
              <a:avLst/>
            </a:prstGeom>
            <a:solidFill>
              <a:srgbClr val="F5F7FA"/>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en-GB" sz="1050" b="1">
                <a:solidFill>
                  <a:schemeClr val="bg1"/>
                </a:solidFill>
                <a:latin typeface="+mj-lt"/>
              </a:endParaRPr>
            </a:p>
          </p:txBody>
        </p:sp>
        <p:grpSp>
          <p:nvGrpSpPr>
            <p:cNvPr id="17" name="Group 16">
              <a:extLst>
                <a:ext uri="{FF2B5EF4-FFF2-40B4-BE49-F238E27FC236}">
                  <a16:creationId xmlns:a16="http://schemas.microsoft.com/office/drawing/2014/main" id="{0C5A56E2-FCE6-98B7-86C2-D59384FF24B4}"/>
                </a:ext>
              </a:extLst>
            </p:cNvPr>
            <p:cNvGrpSpPr>
              <a:grpSpLocks noGrp="1" noUngrp="1" noRot="1" noChangeAspect="1" noMove="1" noResize="1"/>
            </p:cNvGrpSpPr>
            <p:nvPr userDrawn="1"/>
          </p:nvGrpSpPr>
          <p:grpSpPr>
            <a:xfrm>
              <a:off x="6857167" y="1661419"/>
              <a:ext cx="307388" cy="307388"/>
              <a:chOff x="4708302" y="1534749"/>
              <a:chExt cx="324000" cy="324000"/>
            </a:xfrm>
          </p:grpSpPr>
          <p:sp>
            <p:nvSpPr>
              <p:cNvPr id="31" name="Oval 30">
                <a:extLst>
                  <a:ext uri="{FF2B5EF4-FFF2-40B4-BE49-F238E27FC236}">
                    <a16:creationId xmlns:a16="http://schemas.microsoft.com/office/drawing/2014/main" id="{4D2AE500-CD27-E271-B7EB-8AD9ECE6BF2A}"/>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2" name="Graphic 31">
                <a:extLst>
                  <a:ext uri="{FF2B5EF4-FFF2-40B4-BE49-F238E27FC236}">
                    <a16:creationId xmlns:a16="http://schemas.microsoft.com/office/drawing/2014/main" id="{3C6A6BF5-1E6F-BB5B-01AE-216A0C2F5D66}"/>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797565" y="1624013"/>
                <a:ext cx="145476" cy="145474"/>
              </a:xfrm>
              <a:prstGeom prst="rect">
                <a:avLst/>
              </a:prstGeom>
            </p:spPr>
          </p:pic>
        </p:grpSp>
        <p:grpSp>
          <p:nvGrpSpPr>
            <p:cNvPr id="19" name="Group 18">
              <a:extLst>
                <a:ext uri="{FF2B5EF4-FFF2-40B4-BE49-F238E27FC236}">
                  <a16:creationId xmlns:a16="http://schemas.microsoft.com/office/drawing/2014/main" id="{CCA8A1BA-BDC6-AF74-B721-1CA38FB45E82}"/>
                </a:ext>
              </a:extLst>
            </p:cNvPr>
            <p:cNvGrpSpPr>
              <a:grpSpLocks noGrp="1" noUngrp="1" noRot="1" noChangeAspect="1" noMove="1" noResize="1"/>
            </p:cNvGrpSpPr>
            <p:nvPr userDrawn="1"/>
          </p:nvGrpSpPr>
          <p:grpSpPr>
            <a:xfrm>
              <a:off x="7641581" y="2530681"/>
              <a:ext cx="307388" cy="307388"/>
              <a:chOff x="4708302" y="1534749"/>
              <a:chExt cx="324000" cy="324000"/>
            </a:xfrm>
          </p:grpSpPr>
          <p:sp>
            <p:nvSpPr>
              <p:cNvPr id="29" name="Oval 28">
                <a:extLst>
                  <a:ext uri="{FF2B5EF4-FFF2-40B4-BE49-F238E27FC236}">
                    <a16:creationId xmlns:a16="http://schemas.microsoft.com/office/drawing/2014/main" id="{53E63B6D-F924-20D1-BFAF-2235A42BE25E}"/>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Graphic 29">
                <a:extLst>
                  <a:ext uri="{FF2B5EF4-FFF2-40B4-BE49-F238E27FC236}">
                    <a16:creationId xmlns:a16="http://schemas.microsoft.com/office/drawing/2014/main" id="{382E1569-402D-BBC7-CE40-07D9E2AE5C47}"/>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797565" y="1624013"/>
                <a:ext cx="145476" cy="145474"/>
              </a:xfrm>
              <a:prstGeom prst="rect">
                <a:avLst/>
              </a:prstGeom>
            </p:spPr>
          </p:pic>
        </p:grpSp>
        <p:grpSp>
          <p:nvGrpSpPr>
            <p:cNvPr id="20" name="Group 19">
              <a:extLst>
                <a:ext uri="{FF2B5EF4-FFF2-40B4-BE49-F238E27FC236}">
                  <a16:creationId xmlns:a16="http://schemas.microsoft.com/office/drawing/2014/main" id="{17CF4F4F-43D6-5E66-72EA-1896C2BA9D03}"/>
                </a:ext>
              </a:extLst>
            </p:cNvPr>
            <p:cNvGrpSpPr>
              <a:grpSpLocks noGrp="1" noUngrp="1" noRot="1" noChangeAspect="1" noMove="1" noResize="1"/>
            </p:cNvGrpSpPr>
            <p:nvPr userDrawn="1"/>
          </p:nvGrpSpPr>
          <p:grpSpPr>
            <a:xfrm>
              <a:off x="7896972" y="3399943"/>
              <a:ext cx="307388" cy="307388"/>
              <a:chOff x="4708302" y="1534749"/>
              <a:chExt cx="324000" cy="324000"/>
            </a:xfrm>
          </p:grpSpPr>
          <p:sp>
            <p:nvSpPr>
              <p:cNvPr id="27" name="Oval 26">
                <a:extLst>
                  <a:ext uri="{FF2B5EF4-FFF2-40B4-BE49-F238E27FC236}">
                    <a16:creationId xmlns:a16="http://schemas.microsoft.com/office/drawing/2014/main" id="{64AD6816-54C3-01B7-8ED1-452049DE8CFD}"/>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8" name="Graphic 27">
                <a:extLst>
                  <a:ext uri="{FF2B5EF4-FFF2-40B4-BE49-F238E27FC236}">
                    <a16:creationId xmlns:a16="http://schemas.microsoft.com/office/drawing/2014/main" id="{5AC1E015-FB5E-9E73-22C4-1CBF8A44C887}"/>
                  </a:ext>
                </a:extLst>
              </p:cNvPr>
              <p:cNvPicPr>
                <a:picLocks noGrp="1" noRo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4797565" y="1624013"/>
                <a:ext cx="145476" cy="145474"/>
              </a:xfrm>
              <a:prstGeom prst="rect">
                <a:avLst/>
              </a:prstGeom>
            </p:spPr>
          </p:pic>
        </p:grpSp>
        <p:grpSp>
          <p:nvGrpSpPr>
            <p:cNvPr id="21" name="Group 20">
              <a:extLst>
                <a:ext uri="{FF2B5EF4-FFF2-40B4-BE49-F238E27FC236}">
                  <a16:creationId xmlns:a16="http://schemas.microsoft.com/office/drawing/2014/main" id="{0CDC5FD3-2B74-A850-1B38-A8925DBBE399}"/>
                </a:ext>
              </a:extLst>
            </p:cNvPr>
            <p:cNvGrpSpPr>
              <a:grpSpLocks noGrp="1" noUngrp="1" noRot="1" noChangeAspect="1" noMove="1" noResize="1"/>
            </p:cNvGrpSpPr>
            <p:nvPr userDrawn="1"/>
          </p:nvGrpSpPr>
          <p:grpSpPr>
            <a:xfrm>
              <a:off x="7276737" y="5138467"/>
              <a:ext cx="307388" cy="307388"/>
              <a:chOff x="4708302" y="1534749"/>
              <a:chExt cx="324000" cy="324000"/>
            </a:xfrm>
          </p:grpSpPr>
          <p:sp>
            <p:nvSpPr>
              <p:cNvPr id="25" name="Oval 24">
                <a:extLst>
                  <a:ext uri="{FF2B5EF4-FFF2-40B4-BE49-F238E27FC236}">
                    <a16:creationId xmlns:a16="http://schemas.microsoft.com/office/drawing/2014/main" id="{02DA2C9A-A000-4DB7-06AD-F929226491D5}"/>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6" name="Graphic 25">
                <a:extLst>
                  <a:ext uri="{FF2B5EF4-FFF2-40B4-BE49-F238E27FC236}">
                    <a16:creationId xmlns:a16="http://schemas.microsoft.com/office/drawing/2014/main" id="{9089DA66-2F28-8274-18B5-9E29B6991DF7}"/>
                  </a:ext>
                </a:extLst>
              </p:cNvPr>
              <p:cNvPicPr>
                <a:picLocks noGrp="1" noRot="1" noMove="1" noResize="1" noEditPoints="1" noAdjustHandles="1" noChangeArrowheads="1" noChangeShapeType="1" noCrop="1"/>
              </p:cNvPicPr>
              <p:nvPr userDrawn="1"/>
            </p:nvPicPr>
            <p:blipFill>
              <a:blip r:embed="rId8">
                <a:extLst>
                  <a:ext uri="{96DAC541-7B7A-43D3-8B79-37D633B846F1}">
                    <asvg:svgBlip xmlns:asvg="http://schemas.microsoft.com/office/drawing/2016/SVG/main" r:embed="rId9"/>
                  </a:ext>
                </a:extLst>
              </a:blip>
              <a:stretch>
                <a:fillRect/>
              </a:stretch>
            </p:blipFill>
            <p:spPr>
              <a:xfrm>
                <a:off x="4797565" y="1624013"/>
                <a:ext cx="145476" cy="145474"/>
              </a:xfrm>
              <a:prstGeom prst="rect">
                <a:avLst/>
              </a:prstGeom>
            </p:spPr>
          </p:pic>
        </p:grpSp>
        <p:grpSp>
          <p:nvGrpSpPr>
            <p:cNvPr id="22" name="Group 21">
              <a:extLst>
                <a:ext uri="{FF2B5EF4-FFF2-40B4-BE49-F238E27FC236}">
                  <a16:creationId xmlns:a16="http://schemas.microsoft.com/office/drawing/2014/main" id="{F38422B5-1912-BB21-0213-684317A10D43}"/>
                </a:ext>
              </a:extLst>
            </p:cNvPr>
            <p:cNvGrpSpPr>
              <a:grpSpLocks noGrp="1" noUngrp="1" noRot="1" noChangeAspect="1" noMove="1" noResize="1"/>
            </p:cNvGrpSpPr>
            <p:nvPr userDrawn="1"/>
          </p:nvGrpSpPr>
          <p:grpSpPr>
            <a:xfrm>
              <a:off x="7796639" y="4269205"/>
              <a:ext cx="307388" cy="307388"/>
              <a:chOff x="4708302" y="1534749"/>
              <a:chExt cx="324000" cy="324000"/>
            </a:xfrm>
          </p:grpSpPr>
          <p:sp>
            <p:nvSpPr>
              <p:cNvPr id="23" name="Oval 22">
                <a:extLst>
                  <a:ext uri="{FF2B5EF4-FFF2-40B4-BE49-F238E27FC236}">
                    <a16:creationId xmlns:a16="http://schemas.microsoft.com/office/drawing/2014/main" id="{ED428D9B-9F58-1E17-A321-96C78F8EF781}"/>
                  </a:ext>
                </a:extLst>
              </p:cNvPr>
              <p:cNvSpPr>
                <a:spLocks noGrp="1" noRot="1" noMove="1" noResize="1" noEditPoints="1" noAdjustHandles="1" noChangeArrowheads="1" noChangeShapeType="1"/>
              </p:cNvSpPr>
              <p:nvPr userDrawn="1"/>
            </p:nvSpPr>
            <p:spPr>
              <a:xfrm>
                <a:off x="4708302" y="1534749"/>
                <a:ext cx="324000" cy="3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4" name="Graphic 23">
                <a:extLst>
                  <a:ext uri="{FF2B5EF4-FFF2-40B4-BE49-F238E27FC236}">
                    <a16:creationId xmlns:a16="http://schemas.microsoft.com/office/drawing/2014/main" id="{1344455C-40F7-8B0E-D5E6-F1C517C10523}"/>
                  </a:ext>
                </a:extLst>
              </p:cNvPr>
              <p:cNvPicPr>
                <a:picLocks noGrp="1" noRot="1" noMove="1" noResize="1" noEditPoints="1" noAdjustHandles="1" noChangeArrowheads="1" noChangeShapeType="1" noCrop="1"/>
              </p:cNvPicPr>
              <p:nvPr userDrawn="1"/>
            </p:nvPicPr>
            <p:blipFill>
              <a:blip r:embed="rId10">
                <a:extLst>
                  <a:ext uri="{96DAC541-7B7A-43D3-8B79-37D633B846F1}">
                    <asvg:svgBlip xmlns:asvg="http://schemas.microsoft.com/office/drawing/2016/SVG/main" r:embed="rId11"/>
                  </a:ext>
                </a:extLst>
              </a:blip>
              <a:stretch>
                <a:fillRect/>
              </a:stretch>
            </p:blipFill>
            <p:spPr>
              <a:xfrm>
                <a:off x="4797565" y="1624013"/>
                <a:ext cx="145476" cy="145474"/>
              </a:xfrm>
              <a:prstGeom prst="rect">
                <a:avLst/>
              </a:prstGeom>
            </p:spPr>
          </p:pic>
        </p:grpSp>
      </p:grpSp>
      <p:sp>
        <p:nvSpPr>
          <p:cNvPr id="62" name="Rectangle 61">
            <a:extLst>
              <a:ext uri="{FF2B5EF4-FFF2-40B4-BE49-F238E27FC236}">
                <a16:creationId xmlns:a16="http://schemas.microsoft.com/office/drawing/2014/main" id="{8D781E4F-1154-7514-5747-D2770710BAF8}"/>
              </a:ext>
            </a:extLst>
          </p:cNvPr>
          <p:cNvSpPr>
            <a:spLocks noGrp="1" noRot="1" noMove="1" noResize="1" noEditPoints="1" noAdjustHandles="1" noChangeArrowheads="1" noChangeShapeType="1"/>
          </p:cNvSpPr>
          <p:nvPr userDrawn="1"/>
        </p:nvSpPr>
        <p:spPr>
          <a:xfrm>
            <a:off x="1" y="1408719"/>
            <a:ext cx="3162299" cy="5066687"/>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7" name="Text Placeholder 15">
            <a:extLst>
              <a:ext uri="{FF2B5EF4-FFF2-40B4-BE49-F238E27FC236}">
                <a16:creationId xmlns:a16="http://schemas.microsoft.com/office/drawing/2014/main" id="{0457DC8D-ECAD-2914-7879-900A8D2D26B7}"/>
              </a:ext>
            </a:extLst>
          </p:cNvPr>
          <p:cNvSpPr>
            <a:spLocks noGrp="1"/>
          </p:cNvSpPr>
          <p:nvPr userDrawn="1">
            <p:ph type="body" sz="quarter" idx="57" hasCustomPrompt="1"/>
          </p:nvPr>
        </p:nvSpPr>
        <p:spPr>
          <a:xfrm>
            <a:off x="584949" y="1761079"/>
            <a:ext cx="2088358" cy="655308"/>
          </a:xfrm>
          <a:prstGeom prst="rect">
            <a:avLst/>
          </a:prstGeom>
        </p:spPr>
        <p:txBody>
          <a:bodyPr wrap="square" lIns="0" tIns="0" rIns="0" bIns="0">
            <a:spAutoFit/>
          </a:bodyPr>
          <a:lstStyle>
            <a:lvl1pPr marL="0" indent="0" algn="l">
              <a:lnSpc>
                <a:spcPts val="1300"/>
              </a:lnSpc>
              <a:spcBef>
                <a:spcPts val="0"/>
              </a:spcBef>
              <a:buNone/>
              <a:defRPr sz="1000" spc="4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4 lines maximum. Insert introductory text here. No longer than four.</a:t>
            </a:r>
            <a:endParaRPr lang="en-ZA" dirty="0"/>
          </a:p>
        </p:txBody>
      </p:sp>
      <p:sp>
        <p:nvSpPr>
          <p:cNvPr id="5" name="Text Placeholder 4">
            <a:extLst>
              <a:ext uri="{FF2B5EF4-FFF2-40B4-BE49-F238E27FC236}">
                <a16:creationId xmlns:a16="http://schemas.microsoft.com/office/drawing/2014/main" id="{ED8ED8ED-F7EB-DC3C-6D11-C35861E0788C}"/>
              </a:ext>
            </a:extLst>
          </p:cNvPr>
          <p:cNvSpPr>
            <a:spLocks noGrp="1"/>
          </p:cNvSpPr>
          <p:nvPr userDrawn="1">
            <p:ph type="body" sz="quarter" idx="40"/>
          </p:nvPr>
        </p:nvSpPr>
        <p:spPr>
          <a:xfrm>
            <a:off x="588168" y="2686051"/>
            <a:ext cx="2088358" cy="3437699"/>
          </a:xfrm>
          <a:prstGeom prst="rect">
            <a:avLst/>
          </a:prstGeom>
        </p:spPr>
        <p:txBody>
          <a:bodyPr lIns="0" tIns="0" rIns="0" bIns="0"/>
          <a:lstStyle>
            <a:lvl1pPr marL="228600" indent="-228600">
              <a:lnSpc>
                <a:spcPts val="1300"/>
              </a:lnSpc>
              <a:spcBef>
                <a:spcPts val="600"/>
              </a:spcBef>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p:txBody>
      </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3" name="Picture Placeholder 21">
            <a:extLst>
              <a:ext uri="{FF2B5EF4-FFF2-40B4-BE49-F238E27FC236}">
                <a16:creationId xmlns:a16="http://schemas.microsoft.com/office/drawing/2014/main" id="{20D15ED5-2490-6549-0B5A-BCBBEE7B49F5}"/>
              </a:ext>
            </a:extLst>
          </p:cNvPr>
          <p:cNvSpPr>
            <a:spLocks noGrp="1"/>
          </p:cNvSpPr>
          <p:nvPr userDrawn="1">
            <p:ph type="pic" sz="quarter" idx="46"/>
          </p:nvPr>
        </p:nvSpPr>
        <p:spPr>
          <a:xfrm>
            <a:off x="3987271" y="1879718"/>
            <a:ext cx="3654750" cy="3654750"/>
          </a:xfrm>
          <a:prstGeom prst="ellipse">
            <a:avLst/>
          </a:prstGeom>
          <a:pattFill prst="ltUpDiag">
            <a:fgClr>
              <a:schemeClr val="accent5">
                <a:lumMod val="20000"/>
                <a:lumOff val="80000"/>
              </a:schemeClr>
            </a:fgClr>
            <a:bgClr>
              <a:schemeClr val="bg1"/>
            </a:bgClr>
          </a:pattFill>
          <a:ln w="28575">
            <a:solidFill>
              <a:schemeClr val="bg1"/>
            </a:solidFill>
          </a:ln>
          <a:effectLst>
            <a:outerShdw blurRad="76200" dist="63500" dir="8100000" algn="tr" rotWithShape="0">
              <a:prstClr val="black">
                <a:alpha val="10000"/>
              </a:prstClr>
            </a:outerShdw>
          </a:effectLst>
        </p:spPr>
        <p:txBody>
          <a:bodyPr/>
          <a:lstStyle>
            <a:lvl1pPr algn="ctr">
              <a:defRPr lang="en-GB" sz="1100"/>
            </a:lvl1pPr>
          </a:lstStyle>
          <a:p>
            <a:pPr marL="0" lvl="0" indent="0">
              <a:buNone/>
            </a:pPr>
            <a:endParaRPr lang="en-GB" dirty="0"/>
          </a:p>
        </p:txBody>
      </p:sp>
      <p:sp>
        <p:nvSpPr>
          <p:cNvPr id="34" name="Text Placeholder 4">
            <a:extLst>
              <a:ext uri="{FF2B5EF4-FFF2-40B4-BE49-F238E27FC236}">
                <a16:creationId xmlns:a16="http://schemas.microsoft.com/office/drawing/2014/main" id="{715F6DF6-146C-941A-FD58-D7468E142ED9}"/>
              </a:ext>
            </a:extLst>
          </p:cNvPr>
          <p:cNvSpPr>
            <a:spLocks noGrp="1"/>
          </p:cNvSpPr>
          <p:nvPr userDrawn="1">
            <p:ph type="body" sz="quarter" idx="87" hasCustomPrompt="1"/>
          </p:nvPr>
        </p:nvSpPr>
        <p:spPr>
          <a:xfrm>
            <a:off x="3582946" y="6123750"/>
            <a:ext cx="8056598" cy="190052"/>
          </a:xfrm>
          <a:prstGeom prst="rect">
            <a:avLst/>
          </a:prstGeom>
        </p:spPr>
        <p:txBody>
          <a:bodyPr wrap="square" lIns="0" tIns="0" rIns="0" bIns="0" anchor="b" anchorCtr="0">
            <a:spAutoFit/>
          </a:bodyPr>
          <a:lstStyle>
            <a:lvl1pPr marL="0" indent="0" algn="ctr">
              <a:lnSpc>
                <a:spcPts val="1600"/>
              </a:lnSpc>
              <a:buFont typeface="Calibri" panose="020F0502020204030204" pitchFamily="34" charset="0"/>
              <a:buNone/>
              <a:defRPr sz="12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Heading</a:t>
            </a:r>
          </a:p>
        </p:txBody>
      </p:sp>
      <p:sp>
        <p:nvSpPr>
          <p:cNvPr id="36" name="Text Placeholder 4">
            <a:extLst>
              <a:ext uri="{FF2B5EF4-FFF2-40B4-BE49-F238E27FC236}">
                <a16:creationId xmlns:a16="http://schemas.microsoft.com/office/drawing/2014/main" id="{B5E13222-C21F-9FEE-59BA-8EBCA7821CBA}"/>
              </a:ext>
            </a:extLst>
          </p:cNvPr>
          <p:cNvSpPr>
            <a:spLocks noGrp="1"/>
          </p:cNvSpPr>
          <p:nvPr userDrawn="1">
            <p:ph type="body" sz="quarter" idx="88" hasCustomPrompt="1"/>
          </p:nvPr>
        </p:nvSpPr>
        <p:spPr>
          <a:xfrm>
            <a:off x="9046876" y="1643706"/>
            <a:ext cx="2592380"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heading</a:t>
            </a:r>
          </a:p>
        </p:txBody>
      </p:sp>
      <p:sp>
        <p:nvSpPr>
          <p:cNvPr id="37" name="Text Placeholder 4">
            <a:extLst>
              <a:ext uri="{FF2B5EF4-FFF2-40B4-BE49-F238E27FC236}">
                <a16:creationId xmlns:a16="http://schemas.microsoft.com/office/drawing/2014/main" id="{DF309209-C6C7-9A15-563E-016C09CECE0C}"/>
              </a:ext>
            </a:extLst>
          </p:cNvPr>
          <p:cNvSpPr>
            <a:spLocks noGrp="1"/>
          </p:cNvSpPr>
          <p:nvPr userDrawn="1">
            <p:ph type="body" sz="quarter" idx="82" hasCustomPrompt="1"/>
          </p:nvPr>
        </p:nvSpPr>
        <p:spPr>
          <a:xfrm>
            <a:off x="9046168" y="1811435"/>
            <a:ext cx="2592800" cy="249299"/>
          </a:xfrm>
          <a:prstGeom prst="rect">
            <a:avLst/>
          </a:prstGeom>
        </p:spPr>
        <p:txBody>
          <a:bodyPr wrap="square" lIns="0" tIns="0" rIns="0" bIns="0">
            <a:spAutoFit/>
          </a:bodyPr>
          <a:lstStyle>
            <a:lvl1pPr marL="0" indent="0">
              <a:lnSpc>
                <a:spcPct val="90000"/>
              </a:lnSpc>
              <a:spcBef>
                <a:spcPts val="300"/>
              </a:spcBef>
              <a:buFontTx/>
              <a:buNone/>
              <a:defRPr sz="900">
                <a:solidFill>
                  <a:schemeClr val="accent5"/>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 Click to edit Master text styles. Click to edit Master text styles.</a:t>
            </a:r>
          </a:p>
        </p:txBody>
      </p:sp>
      <p:cxnSp>
        <p:nvCxnSpPr>
          <p:cNvPr id="38" name="Straight Connector 37">
            <a:extLst>
              <a:ext uri="{FF2B5EF4-FFF2-40B4-BE49-F238E27FC236}">
                <a16:creationId xmlns:a16="http://schemas.microsoft.com/office/drawing/2014/main" id="{C0906FEE-93C2-D664-D3E8-A2532404BE94}"/>
              </a:ext>
            </a:extLst>
          </p:cNvPr>
          <p:cNvCxnSpPr>
            <a:cxnSpLocks noGrp="1" noRot="1" noMove="1" noResize="1" noEditPoints="1" noAdjustHandles="1" noChangeArrowheads="1" noChangeShapeType="1"/>
          </p:cNvCxnSpPr>
          <p:nvPr userDrawn="1"/>
        </p:nvCxnSpPr>
        <p:spPr>
          <a:xfrm>
            <a:off x="3584147" y="6446063"/>
            <a:ext cx="805510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F2F587F3-B4B6-8ED6-66F6-67DECD2AEFBB}"/>
              </a:ext>
            </a:extLst>
          </p:cNvPr>
          <p:cNvSpPr>
            <a:spLocks noGrp="1"/>
          </p:cNvSpPr>
          <p:nvPr userDrawn="1">
            <p:ph type="body" sz="quarter" idx="89" hasCustomPrompt="1"/>
          </p:nvPr>
        </p:nvSpPr>
        <p:spPr>
          <a:xfrm>
            <a:off x="9046876" y="2512255"/>
            <a:ext cx="2592380"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heading</a:t>
            </a:r>
          </a:p>
        </p:txBody>
      </p:sp>
      <p:sp>
        <p:nvSpPr>
          <p:cNvPr id="41" name="Text Placeholder 4">
            <a:extLst>
              <a:ext uri="{FF2B5EF4-FFF2-40B4-BE49-F238E27FC236}">
                <a16:creationId xmlns:a16="http://schemas.microsoft.com/office/drawing/2014/main" id="{FE28C888-F9A5-A136-8A9C-D8A70933D492}"/>
              </a:ext>
            </a:extLst>
          </p:cNvPr>
          <p:cNvSpPr>
            <a:spLocks noGrp="1"/>
          </p:cNvSpPr>
          <p:nvPr userDrawn="1">
            <p:ph type="body" sz="quarter" idx="90" hasCustomPrompt="1"/>
          </p:nvPr>
        </p:nvSpPr>
        <p:spPr>
          <a:xfrm>
            <a:off x="9046168" y="2679984"/>
            <a:ext cx="2592800" cy="249299"/>
          </a:xfrm>
          <a:prstGeom prst="rect">
            <a:avLst/>
          </a:prstGeom>
        </p:spPr>
        <p:txBody>
          <a:bodyPr wrap="square" lIns="0" tIns="0" rIns="0" bIns="0">
            <a:spAutoFit/>
          </a:bodyPr>
          <a:lstStyle>
            <a:lvl1pPr marL="0" indent="0">
              <a:lnSpc>
                <a:spcPct val="90000"/>
              </a:lnSpc>
              <a:spcBef>
                <a:spcPts val="300"/>
              </a:spcBef>
              <a:buFontTx/>
              <a:buNone/>
              <a:defRPr sz="900">
                <a:solidFill>
                  <a:schemeClr val="accent5"/>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 Click to edit Master text styles. Click to edit Master text styles.</a:t>
            </a:r>
          </a:p>
        </p:txBody>
      </p:sp>
      <p:sp>
        <p:nvSpPr>
          <p:cNvPr id="42" name="Text Placeholder 4">
            <a:extLst>
              <a:ext uri="{FF2B5EF4-FFF2-40B4-BE49-F238E27FC236}">
                <a16:creationId xmlns:a16="http://schemas.microsoft.com/office/drawing/2014/main" id="{B000540D-174E-2A45-C94C-6C7D1ED7D7BC}"/>
              </a:ext>
            </a:extLst>
          </p:cNvPr>
          <p:cNvSpPr>
            <a:spLocks noGrp="1"/>
          </p:cNvSpPr>
          <p:nvPr userDrawn="1">
            <p:ph type="body" sz="quarter" idx="91" hasCustomPrompt="1"/>
          </p:nvPr>
        </p:nvSpPr>
        <p:spPr>
          <a:xfrm>
            <a:off x="9046588" y="3390959"/>
            <a:ext cx="2592380"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heading</a:t>
            </a:r>
          </a:p>
        </p:txBody>
      </p:sp>
      <p:sp>
        <p:nvSpPr>
          <p:cNvPr id="43" name="Text Placeholder 4">
            <a:extLst>
              <a:ext uri="{FF2B5EF4-FFF2-40B4-BE49-F238E27FC236}">
                <a16:creationId xmlns:a16="http://schemas.microsoft.com/office/drawing/2014/main" id="{CA46AE8A-7459-45C8-9C88-926D5D53860D}"/>
              </a:ext>
            </a:extLst>
          </p:cNvPr>
          <p:cNvSpPr>
            <a:spLocks noGrp="1"/>
          </p:cNvSpPr>
          <p:nvPr userDrawn="1">
            <p:ph type="body" sz="quarter" idx="92" hasCustomPrompt="1"/>
          </p:nvPr>
        </p:nvSpPr>
        <p:spPr>
          <a:xfrm>
            <a:off x="9045880" y="3558688"/>
            <a:ext cx="2592800" cy="249299"/>
          </a:xfrm>
          <a:prstGeom prst="rect">
            <a:avLst/>
          </a:prstGeom>
        </p:spPr>
        <p:txBody>
          <a:bodyPr wrap="square" lIns="0" tIns="0" rIns="0" bIns="0">
            <a:spAutoFit/>
          </a:bodyPr>
          <a:lstStyle>
            <a:lvl1pPr marL="0" indent="0">
              <a:lnSpc>
                <a:spcPct val="90000"/>
              </a:lnSpc>
              <a:spcBef>
                <a:spcPts val="300"/>
              </a:spcBef>
              <a:buFontTx/>
              <a:buNone/>
              <a:defRPr sz="900">
                <a:solidFill>
                  <a:schemeClr val="accent5"/>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 Click to edit Master text styles. Click to edit Master text styles.</a:t>
            </a:r>
          </a:p>
        </p:txBody>
      </p:sp>
      <p:sp>
        <p:nvSpPr>
          <p:cNvPr id="44" name="Text Placeholder 4">
            <a:extLst>
              <a:ext uri="{FF2B5EF4-FFF2-40B4-BE49-F238E27FC236}">
                <a16:creationId xmlns:a16="http://schemas.microsoft.com/office/drawing/2014/main" id="{0A8900C5-FA97-EB6F-D810-9B32BA945ABA}"/>
              </a:ext>
            </a:extLst>
          </p:cNvPr>
          <p:cNvSpPr>
            <a:spLocks noGrp="1"/>
          </p:cNvSpPr>
          <p:nvPr userDrawn="1">
            <p:ph type="body" sz="quarter" idx="93" hasCustomPrompt="1"/>
          </p:nvPr>
        </p:nvSpPr>
        <p:spPr>
          <a:xfrm>
            <a:off x="9046588" y="4237784"/>
            <a:ext cx="2592380"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heading</a:t>
            </a:r>
          </a:p>
        </p:txBody>
      </p:sp>
      <p:sp>
        <p:nvSpPr>
          <p:cNvPr id="45" name="Text Placeholder 4">
            <a:extLst>
              <a:ext uri="{FF2B5EF4-FFF2-40B4-BE49-F238E27FC236}">
                <a16:creationId xmlns:a16="http://schemas.microsoft.com/office/drawing/2014/main" id="{CE72827B-E1E9-D944-B4DD-9BA20A97B4D3}"/>
              </a:ext>
            </a:extLst>
          </p:cNvPr>
          <p:cNvSpPr>
            <a:spLocks noGrp="1"/>
          </p:cNvSpPr>
          <p:nvPr userDrawn="1">
            <p:ph type="body" sz="quarter" idx="94" hasCustomPrompt="1"/>
          </p:nvPr>
        </p:nvSpPr>
        <p:spPr>
          <a:xfrm>
            <a:off x="9045880" y="4405513"/>
            <a:ext cx="2592800" cy="249299"/>
          </a:xfrm>
          <a:prstGeom prst="rect">
            <a:avLst/>
          </a:prstGeom>
        </p:spPr>
        <p:txBody>
          <a:bodyPr wrap="square" lIns="0" tIns="0" rIns="0" bIns="0">
            <a:spAutoFit/>
          </a:bodyPr>
          <a:lstStyle>
            <a:lvl1pPr marL="0" indent="0">
              <a:lnSpc>
                <a:spcPct val="90000"/>
              </a:lnSpc>
              <a:spcBef>
                <a:spcPts val="300"/>
              </a:spcBef>
              <a:buFontTx/>
              <a:buNone/>
              <a:defRPr sz="900">
                <a:solidFill>
                  <a:schemeClr val="accent5"/>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 Click to edit Master text styles. Click to edit Master text styles.</a:t>
            </a:r>
          </a:p>
        </p:txBody>
      </p:sp>
      <p:sp>
        <p:nvSpPr>
          <p:cNvPr id="46" name="Text Placeholder 4">
            <a:extLst>
              <a:ext uri="{FF2B5EF4-FFF2-40B4-BE49-F238E27FC236}">
                <a16:creationId xmlns:a16="http://schemas.microsoft.com/office/drawing/2014/main" id="{6C3A2461-4C8C-2C5B-9BE9-B12EB61A63C8}"/>
              </a:ext>
            </a:extLst>
          </p:cNvPr>
          <p:cNvSpPr>
            <a:spLocks noGrp="1"/>
          </p:cNvSpPr>
          <p:nvPr userDrawn="1">
            <p:ph type="body" sz="quarter" idx="95" hasCustomPrompt="1"/>
          </p:nvPr>
        </p:nvSpPr>
        <p:spPr>
          <a:xfrm>
            <a:off x="9046588" y="5112567"/>
            <a:ext cx="2592380" cy="164592"/>
          </a:xfrm>
          <a:prstGeom prst="rect">
            <a:avLst/>
          </a:prstGeom>
        </p:spPr>
        <p:txBody>
          <a:bodyPr wrap="square" lIns="0" tIns="0" rIns="0" bIns="36000" anchor="b" anchorCtr="0">
            <a:spAutoFit/>
          </a:bodyPr>
          <a:lstStyle>
            <a:lvl1pPr marL="0" indent="0">
              <a:lnSpc>
                <a:spcPts val="1000"/>
              </a:lnSpc>
              <a:spcBef>
                <a:spcPts val="0"/>
              </a:spcBef>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one line heading</a:t>
            </a:r>
          </a:p>
        </p:txBody>
      </p:sp>
      <p:sp>
        <p:nvSpPr>
          <p:cNvPr id="47" name="Text Placeholder 4">
            <a:extLst>
              <a:ext uri="{FF2B5EF4-FFF2-40B4-BE49-F238E27FC236}">
                <a16:creationId xmlns:a16="http://schemas.microsoft.com/office/drawing/2014/main" id="{BA16B1B5-D79E-49A2-16A5-37D3D852A28F}"/>
              </a:ext>
            </a:extLst>
          </p:cNvPr>
          <p:cNvSpPr>
            <a:spLocks noGrp="1"/>
          </p:cNvSpPr>
          <p:nvPr userDrawn="1">
            <p:ph type="body" sz="quarter" idx="96" hasCustomPrompt="1"/>
          </p:nvPr>
        </p:nvSpPr>
        <p:spPr>
          <a:xfrm>
            <a:off x="9045880" y="5280296"/>
            <a:ext cx="2592800" cy="249299"/>
          </a:xfrm>
          <a:prstGeom prst="rect">
            <a:avLst/>
          </a:prstGeom>
        </p:spPr>
        <p:txBody>
          <a:bodyPr wrap="square" lIns="0" tIns="0" rIns="0" bIns="0">
            <a:spAutoFit/>
          </a:bodyPr>
          <a:lstStyle>
            <a:lvl1pPr marL="0" indent="0">
              <a:lnSpc>
                <a:spcPct val="90000"/>
              </a:lnSpc>
              <a:spcBef>
                <a:spcPts val="300"/>
              </a:spcBef>
              <a:buFontTx/>
              <a:buNone/>
              <a:defRPr sz="900">
                <a:solidFill>
                  <a:schemeClr val="accent5"/>
                </a:solidFill>
              </a:defRPr>
            </a:lvl1pPr>
            <a:lvl2pPr marL="357188" indent="-174625">
              <a:lnSpc>
                <a:spcPts val="1100"/>
              </a:lnSpc>
              <a:spcBef>
                <a:spcPts val="400"/>
              </a:spcBef>
              <a:defRPr sz="1050">
                <a:solidFill>
                  <a:schemeClr val="accent5">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 Click to edit Master text styles. Click to edit Master text styles.</a:t>
            </a:r>
          </a:p>
        </p:txBody>
      </p:sp>
    </p:spTree>
    <p:extLst>
      <p:ext uri="{BB962C8B-B14F-4D97-AF65-F5344CB8AC3E}">
        <p14:creationId xmlns:p14="http://schemas.microsoft.com/office/powerpoint/2010/main" val="247394636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P11 | HEAD + Sub-Head + Pivot-Point">
    <p:spTree>
      <p:nvGrpSpPr>
        <p:cNvPr id="1" name=""/>
        <p:cNvGrpSpPr/>
        <p:nvPr/>
      </p:nvGrpSpPr>
      <p:grpSpPr>
        <a:xfrm>
          <a:off x="0" y="0"/>
          <a:ext cx="0" cy="0"/>
          <a:chOff x="0" y="0"/>
          <a:chExt cx="0" cy="0"/>
        </a:xfrm>
      </p:grpSpPr>
      <p:pic>
        <p:nvPicPr>
          <p:cNvPr id="38" name="Graphic 37">
            <a:extLst>
              <a:ext uri="{FF2B5EF4-FFF2-40B4-BE49-F238E27FC236}">
                <a16:creationId xmlns:a16="http://schemas.microsoft.com/office/drawing/2014/main" id="{311CA093-F860-21B2-C063-325153AF3359}"/>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464050" y="0"/>
            <a:ext cx="7727950" cy="6858000"/>
          </a:xfrm>
          <a:prstGeom prst="rect">
            <a:avLst/>
          </a:prstGeom>
        </p:spPr>
      </p:pic>
      <p:sp>
        <p:nvSpPr>
          <p:cNvPr id="39" name="Text Placeholder 26">
            <a:extLst>
              <a:ext uri="{FF2B5EF4-FFF2-40B4-BE49-F238E27FC236}">
                <a16:creationId xmlns:a16="http://schemas.microsoft.com/office/drawing/2014/main" id="{6C35935A-FFF9-FBFC-AF97-37C746C02DF1}"/>
              </a:ext>
            </a:extLst>
          </p:cNvPr>
          <p:cNvSpPr>
            <a:spLocks noGrp="1"/>
          </p:cNvSpPr>
          <p:nvPr>
            <p:ph type="body" sz="quarter" idx="81" hasCustomPrompt="1"/>
          </p:nvPr>
        </p:nvSpPr>
        <p:spPr>
          <a:xfrm>
            <a:off x="7482404" y="1767469"/>
            <a:ext cx="1692000" cy="218008"/>
          </a:xfrm>
          <a:prstGeom prst="rect">
            <a:avLst/>
          </a:prstGeom>
        </p:spPr>
        <p:txBody>
          <a:bodyPr wrap="square" lIns="0" tIns="0" rIns="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RETAILER</a:t>
            </a:r>
            <a:endParaRPr lang="en-ZA" dirty="0"/>
          </a:p>
        </p:txBody>
      </p:sp>
      <p:sp>
        <p:nvSpPr>
          <p:cNvPr id="40" name="Text Placeholder 26">
            <a:extLst>
              <a:ext uri="{FF2B5EF4-FFF2-40B4-BE49-F238E27FC236}">
                <a16:creationId xmlns:a16="http://schemas.microsoft.com/office/drawing/2014/main" id="{E6BDD999-4B72-8C82-84B6-CF806AE3563B}"/>
              </a:ext>
            </a:extLst>
          </p:cNvPr>
          <p:cNvSpPr>
            <a:spLocks noGrp="1"/>
          </p:cNvSpPr>
          <p:nvPr>
            <p:ph type="body" sz="quarter" idx="82" hasCustomPrompt="1"/>
          </p:nvPr>
        </p:nvSpPr>
        <p:spPr>
          <a:xfrm>
            <a:off x="5971008" y="4269626"/>
            <a:ext cx="1692000" cy="218008"/>
          </a:xfrm>
          <a:prstGeom prst="rect">
            <a:avLst/>
          </a:prstGeom>
        </p:spPr>
        <p:txBody>
          <a:bodyPr wrap="square" lIns="108000" tIns="0" rIns="10800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SHOPPER</a:t>
            </a:r>
            <a:endParaRPr lang="en-ZA" dirty="0"/>
          </a:p>
        </p:txBody>
      </p:sp>
      <p:sp>
        <p:nvSpPr>
          <p:cNvPr id="41" name="Text Placeholder 26">
            <a:extLst>
              <a:ext uri="{FF2B5EF4-FFF2-40B4-BE49-F238E27FC236}">
                <a16:creationId xmlns:a16="http://schemas.microsoft.com/office/drawing/2014/main" id="{96AC2ADD-B712-7596-7918-DC07432390F8}"/>
              </a:ext>
            </a:extLst>
          </p:cNvPr>
          <p:cNvSpPr>
            <a:spLocks noGrp="1"/>
          </p:cNvSpPr>
          <p:nvPr>
            <p:ph type="body" sz="quarter" idx="83" hasCustomPrompt="1"/>
          </p:nvPr>
        </p:nvSpPr>
        <p:spPr>
          <a:xfrm>
            <a:off x="8955992" y="4160621"/>
            <a:ext cx="1692068" cy="436017"/>
          </a:xfrm>
          <a:prstGeom prst="rect">
            <a:avLst/>
          </a:prstGeom>
        </p:spPr>
        <p:txBody>
          <a:bodyPr wrap="square" lIns="108000" tIns="0" rIns="10800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BRAND OWNER</a:t>
            </a:r>
            <a:endParaRPr lang="en-ZA" dirty="0"/>
          </a:p>
        </p:txBody>
      </p:sp>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0" y="0"/>
            <a:ext cx="4467225"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836548"/>
            <a:ext cx="3317083" cy="997196"/>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1" name="Text Placeholder 4">
            <a:extLst>
              <a:ext uri="{FF2B5EF4-FFF2-40B4-BE49-F238E27FC236}">
                <a16:creationId xmlns:a16="http://schemas.microsoft.com/office/drawing/2014/main" id="{9F6547FB-6221-1DE7-050B-2752B3CC0E96}"/>
              </a:ext>
            </a:extLst>
          </p:cNvPr>
          <p:cNvSpPr>
            <a:spLocks noGrp="1"/>
          </p:cNvSpPr>
          <p:nvPr>
            <p:ph type="body" sz="quarter" idx="39" hasCustomPrompt="1"/>
          </p:nvPr>
        </p:nvSpPr>
        <p:spPr>
          <a:xfrm>
            <a:off x="588171" y="2379766"/>
            <a:ext cx="3317083" cy="595869"/>
          </a:xfrm>
          <a:prstGeom prst="rect">
            <a:avLst/>
          </a:prstGeom>
        </p:spPr>
        <p:txBody>
          <a:bodyPr wrap="square" lIns="0" tIns="0" rIns="0" bIns="0" anchor="b" anchorCtr="0">
            <a:spAutoFit/>
          </a:bodyPr>
          <a:lstStyle>
            <a:lvl1pPr marL="0" indent="0">
              <a:lnSpc>
                <a:spcPts val="1600"/>
              </a:lnSpc>
              <a:buFont typeface="Calibri" panose="020F0502020204030204" pitchFamily="34" charset="0"/>
              <a:buNone/>
              <a:defRPr sz="105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Short introductory text goes here. No longer than 3 lines maximum. Introductory text goes here. No longer than 3 lines.</a:t>
            </a:r>
          </a:p>
        </p:txBody>
      </p:sp>
      <p:cxnSp>
        <p:nvCxnSpPr>
          <p:cNvPr id="22" name="Straight Connector 15">
            <a:extLst>
              <a:ext uri="{FF2B5EF4-FFF2-40B4-BE49-F238E27FC236}">
                <a16:creationId xmlns:a16="http://schemas.microsoft.com/office/drawing/2014/main" id="{39610FE5-AEB0-13DA-3778-DECF2E63E16B}"/>
              </a:ext>
            </a:extLst>
          </p:cNvPr>
          <p:cNvCxnSpPr>
            <a:cxnSpLocks noGrp="1" noRot="1" noMove="1" noResize="1" noEditPoints="1" noAdjustHandles="1" noChangeArrowheads="1" noChangeShapeType="1"/>
          </p:cNvCxnSpPr>
          <p:nvPr userDrawn="1"/>
        </p:nvCxnSpPr>
        <p:spPr>
          <a:xfrm>
            <a:off x="588171" y="1998045"/>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4">
            <a:extLst>
              <a:ext uri="{FF2B5EF4-FFF2-40B4-BE49-F238E27FC236}">
                <a16:creationId xmlns:a16="http://schemas.microsoft.com/office/drawing/2014/main" id="{3444D58F-86CD-4745-72C6-786D125083AB}"/>
              </a:ext>
            </a:extLst>
          </p:cNvPr>
          <p:cNvSpPr>
            <a:spLocks noGrp="1"/>
          </p:cNvSpPr>
          <p:nvPr>
            <p:ph type="body" sz="quarter" idx="38"/>
          </p:nvPr>
        </p:nvSpPr>
        <p:spPr>
          <a:xfrm>
            <a:off x="588171" y="3658950"/>
            <a:ext cx="3317085" cy="2742233"/>
          </a:xfrm>
          <a:prstGeom prst="rect">
            <a:avLst/>
          </a:prstGeom>
        </p:spPr>
        <p:txBody>
          <a:bodyPr lIns="0" tIns="0" rIns="0" bIns="0"/>
          <a:lstStyle>
            <a:lvl1pPr marL="228600" indent="-228600">
              <a:lnSpc>
                <a:spcPts val="1300"/>
              </a:lnSpc>
              <a:spcBef>
                <a:spcPts val="600"/>
              </a:spcBef>
              <a:buFont typeface="Calibri" panose="020F0502020204030204" pitchFamily="34" charset="0"/>
              <a:buChar char="+"/>
              <a:defRPr sz="1100">
                <a:solidFill>
                  <a:schemeClr val="tx2">
                    <a:lumMod val="50000"/>
                  </a:schemeClr>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4" name="Text Placeholder 4">
            <a:extLst>
              <a:ext uri="{FF2B5EF4-FFF2-40B4-BE49-F238E27FC236}">
                <a16:creationId xmlns:a16="http://schemas.microsoft.com/office/drawing/2014/main" id="{49B707D6-B644-E581-35E3-3681556FBC36}"/>
              </a:ext>
            </a:extLst>
          </p:cNvPr>
          <p:cNvSpPr>
            <a:spLocks noGrp="1"/>
          </p:cNvSpPr>
          <p:nvPr>
            <p:ph type="body" sz="quarter" idx="40" hasCustomPrompt="1"/>
          </p:nvPr>
        </p:nvSpPr>
        <p:spPr>
          <a:xfrm>
            <a:off x="588171" y="3314429"/>
            <a:ext cx="3317083"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5" name="Text Placeholder 22">
            <a:extLst>
              <a:ext uri="{FF2B5EF4-FFF2-40B4-BE49-F238E27FC236}">
                <a16:creationId xmlns:a16="http://schemas.microsoft.com/office/drawing/2014/main" id="{5484CD4B-1C0D-2B63-15C0-6E74B8ED72C3}"/>
              </a:ext>
            </a:extLst>
          </p:cNvPr>
          <p:cNvSpPr>
            <a:spLocks noGrp="1"/>
          </p:cNvSpPr>
          <p:nvPr>
            <p:ph type="body" sz="quarter" idx="67" hasCustomPrompt="1"/>
          </p:nvPr>
        </p:nvSpPr>
        <p:spPr>
          <a:xfrm>
            <a:off x="10463884" y="2086789"/>
            <a:ext cx="1167120" cy="461665"/>
          </a:xfrm>
          <a:prstGeom prst="rect">
            <a:avLst/>
          </a:prstGeom>
        </p:spPr>
        <p:txBody>
          <a:bodyPr wrap="square" lIns="0" tIns="0" rIns="0" bIns="0" anchor="ctr" anchorCtr="0">
            <a:spAutoFit/>
          </a:bodyPr>
          <a:lstStyle>
            <a:lvl1pPr marL="0" indent="0" algn="l">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description</a:t>
            </a:r>
            <a:endParaRPr lang="en-ZA" dirty="0"/>
          </a:p>
        </p:txBody>
      </p:sp>
      <p:sp>
        <p:nvSpPr>
          <p:cNvPr id="46" name="Text Placeholder 22">
            <a:extLst>
              <a:ext uri="{FF2B5EF4-FFF2-40B4-BE49-F238E27FC236}">
                <a16:creationId xmlns:a16="http://schemas.microsoft.com/office/drawing/2014/main" id="{727CAF23-6E4A-E356-6635-15AD9BB1E378}"/>
              </a:ext>
            </a:extLst>
          </p:cNvPr>
          <p:cNvSpPr>
            <a:spLocks noGrp="1"/>
          </p:cNvSpPr>
          <p:nvPr>
            <p:ph type="body" sz="quarter" idx="84" hasCustomPrompt="1"/>
          </p:nvPr>
        </p:nvSpPr>
        <p:spPr>
          <a:xfrm>
            <a:off x="5026019" y="2086789"/>
            <a:ext cx="1167120" cy="461665"/>
          </a:xfrm>
          <a:prstGeom prst="rect">
            <a:avLst/>
          </a:prstGeom>
        </p:spPr>
        <p:txBody>
          <a:bodyPr wrap="square" lIns="0" tIns="0" rIns="0" bIns="0" anchor="ctr" anchorCtr="0">
            <a:spAutoFit/>
          </a:bodyPr>
          <a:lstStyle>
            <a:lvl1pPr marL="0" indent="0" algn="r">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description</a:t>
            </a:r>
            <a:endParaRPr lang="en-ZA" dirty="0"/>
          </a:p>
        </p:txBody>
      </p:sp>
      <p:sp>
        <p:nvSpPr>
          <p:cNvPr id="47" name="Text Placeholder 22">
            <a:extLst>
              <a:ext uri="{FF2B5EF4-FFF2-40B4-BE49-F238E27FC236}">
                <a16:creationId xmlns:a16="http://schemas.microsoft.com/office/drawing/2014/main" id="{177BABD7-81BC-779B-EF0E-EAE8867DC9EA}"/>
              </a:ext>
            </a:extLst>
          </p:cNvPr>
          <p:cNvSpPr>
            <a:spLocks noGrp="1"/>
          </p:cNvSpPr>
          <p:nvPr>
            <p:ph type="body" sz="quarter" idx="85" hasCustomPrompt="1"/>
          </p:nvPr>
        </p:nvSpPr>
        <p:spPr>
          <a:xfrm>
            <a:off x="7055099" y="6016462"/>
            <a:ext cx="2545852" cy="307777"/>
          </a:xfrm>
          <a:prstGeom prst="rect">
            <a:avLst/>
          </a:prstGeom>
        </p:spPr>
        <p:txBody>
          <a:bodyPr wrap="square" lIns="0" tIns="0" rIns="0" bIns="0" anchor="t" anchorCtr="0">
            <a:spAutoFit/>
          </a:bodyPr>
          <a:lstStyle>
            <a:lvl1pPr marL="0" indent="0" algn="ctr">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edit Master text styles of your description here</a:t>
            </a:r>
            <a:endParaRPr lang="en-ZA" dirty="0"/>
          </a:p>
        </p:txBody>
      </p:sp>
    </p:spTree>
    <p:extLst>
      <p:ext uri="{BB962C8B-B14F-4D97-AF65-F5344CB8AC3E}">
        <p14:creationId xmlns:p14="http://schemas.microsoft.com/office/powerpoint/2010/main" val="351806311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P11 | 1_HEAD + Sub-Head + Data Pivot-Poin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477BD00B-DC14-B24B-F3B8-A102D6370574}"/>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4464050" y="0"/>
            <a:ext cx="7727950" cy="6858000"/>
          </a:xfrm>
          <a:prstGeom prst="rect">
            <a:avLst/>
          </a:prstGeom>
        </p:spPr>
      </p:pic>
      <p:sp>
        <p:nvSpPr>
          <p:cNvPr id="39" name="Text Placeholder 26">
            <a:extLst>
              <a:ext uri="{FF2B5EF4-FFF2-40B4-BE49-F238E27FC236}">
                <a16:creationId xmlns:a16="http://schemas.microsoft.com/office/drawing/2014/main" id="{6C35935A-FFF9-FBFC-AF97-37C746C02DF1}"/>
              </a:ext>
            </a:extLst>
          </p:cNvPr>
          <p:cNvSpPr>
            <a:spLocks noGrp="1"/>
          </p:cNvSpPr>
          <p:nvPr>
            <p:ph type="body" sz="quarter" idx="81" hasCustomPrompt="1"/>
          </p:nvPr>
        </p:nvSpPr>
        <p:spPr>
          <a:xfrm>
            <a:off x="7482404" y="1767469"/>
            <a:ext cx="1692000" cy="218008"/>
          </a:xfrm>
          <a:prstGeom prst="rect">
            <a:avLst/>
          </a:prstGeom>
        </p:spPr>
        <p:txBody>
          <a:bodyPr wrap="square" lIns="0" tIns="0" rIns="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TECHNOLOGY</a:t>
            </a:r>
            <a:endParaRPr lang="en-ZA" dirty="0"/>
          </a:p>
        </p:txBody>
      </p:sp>
      <p:sp>
        <p:nvSpPr>
          <p:cNvPr id="40" name="Text Placeholder 26">
            <a:extLst>
              <a:ext uri="{FF2B5EF4-FFF2-40B4-BE49-F238E27FC236}">
                <a16:creationId xmlns:a16="http://schemas.microsoft.com/office/drawing/2014/main" id="{E6BDD999-4B72-8C82-84B6-CF806AE3563B}"/>
              </a:ext>
            </a:extLst>
          </p:cNvPr>
          <p:cNvSpPr>
            <a:spLocks noGrp="1"/>
          </p:cNvSpPr>
          <p:nvPr>
            <p:ph type="body" sz="quarter" idx="82" hasCustomPrompt="1"/>
          </p:nvPr>
        </p:nvSpPr>
        <p:spPr>
          <a:xfrm>
            <a:off x="5971008" y="4269626"/>
            <a:ext cx="1692000" cy="218008"/>
          </a:xfrm>
          <a:prstGeom prst="rect">
            <a:avLst/>
          </a:prstGeom>
        </p:spPr>
        <p:txBody>
          <a:bodyPr wrap="square" lIns="108000" tIns="0" rIns="10800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PEOPLE</a:t>
            </a:r>
            <a:endParaRPr lang="en-ZA" dirty="0"/>
          </a:p>
        </p:txBody>
      </p:sp>
      <p:sp>
        <p:nvSpPr>
          <p:cNvPr id="41" name="Text Placeholder 26">
            <a:extLst>
              <a:ext uri="{FF2B5EF4-FFF2-40B4-BE49-F238E27FC236}">
                <a16:creationId xmlns:a16="http://schemas.microsoft.com/office/drawing/2014/main" id="{96AC2ADD-B712-7596-7918-DC07432390F8}"/>
              </a:ext>
            </a:extLst>
          </p:cNvPr>
          <p:cNvSpPr>
            <a:spLocks noGrp="1"/>
          </p:cNvSpPr>
          <p:nvPr>
            <p:ph type="body" sz="quarter" idx="83" hasCustomPrompt="1"/>
          </p:nvPr>
        </p:nvSpPr>
        <p:spPr>
          <a:xfrm>
            <a:off x="8955992" y="4269625"/>
            <a:ext cx="1692068" cy="218008"/>
          </a:xfrm>
          <a:prstGeom prst="rect">
            <a:avLst/>
          </a:prstGeom>
        </p:spPr>
        <p:txBody>
          <a:bodyPr wrap="square" lIns="108000" tIns="0" rIns="108000" bIns="0" anchor="ctr" anchorCtr="0">
            <a:spAutoFit/>
          </a:bodyPr>
          <a:lstStyle>
            <a:lvl1pPr marL="0" indent="0" algn="ctr">
              <a:lnSpc>
                <a:spcPts val="1700"/>
              </a:lnSpc>
              <a:spcBef>
                <a:spcPts val="0"/>
              </a:spcBef>
              <a:buNone/>
              <a:defRPr sz="16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DATA</a:t>
            </a:r>
            <a:endParaRPr lang="en-ZA" dirty="0"/>
          </a:p>
        </p:txBody>
      </p:sp>
      <p:sp>
        <p:nvSpPr>
          <p:cNvPr id="5" name="Rectangle 4">
            <a:extLst>
              <a:ext uri="{FF2B5EF4-FFF2-40B4-BE49-F238E27FC236}">
                <a16:creationId xmlns:a16="http://schemas.microsoft.com/office/drawing/2014/main" id="{76A18316-8264-9E2E-DE61-706FB911B862}"/>
              </a:ext>
            </a:extLst>
          </p:cNvPr>
          <p:cNvSpPr>
            <a:spLocks noGrp="1" noRot="1" noMove="1" noResize="1" noEditPoints="1" noAdjustHandles="1" noChangeArrowheads="1" noChangeShapeType="1"/>
          </p:cNvSpPr>
          <p:nvPr userDrawn="1"/>
        </p:nvSpPr>
        <p:spPr>
          <a:xfrm>
            <a:off x="0" y="0"/>
            <a:ext cx="4467225"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1" y="836548"/>
            <a:ext cx="3317083" cy="997196"/>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YOU’RE HEADING HERE</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1" name="Text Placeholder 4">
            <a:extLst>
              <a:ext uri="{FF2B5EF4-FFF2-40B4-BE49-F238E27FC236}">
                <a16:creationId xmlns:a16="http://schemas.microsoft.com/office/drawing/2014/main" id="{9F6547FB-6221-1DE7-050B-2752B3CC0E96}"/>
              </a:ext>
            </a:extLst>
          </p:cNvPr>
          <p:cNvSpPr>
            <a:spLocks noGrp="1"/>
          </p:cNvSpPr>
          <p:nvPr>
            <p:ph type="body" sz="quarter" idx="39" hasCustomPrompt="1"/>
          </p:nvPr>
        </p:nvSpPr>
        <p:spPr>
          <a:xfrm>
            <a:off x="588171" y="2379766"/>
            <a:ext cx="3317083" cy="595869"/>
          </a:xfrm>
          <a:prstGeom prst="rect">
            <a:avLst/>
          </a:prstGeom>
        </p:spPr>
        <p:txBody>
          <a:bodyPr wrap="square" lIns="0" tIns="0" rIns="0" bIns="0" anchor="b" anchorCtr="0">
            <a:spAutoFit/>
          </a:bodyPr>
          <a:lstStyle>
            <a:lvl1pPr marL="0" indent="0">
              <a:lnSpc>
                <a:spcPts val="1600"/>
              </a:lnSpc>
              <a:buFont typeface="Calibri" panose="020F0502020204030204" pitchFamily="34" charset="0"/>
              <a:buNone/>
              <a:defRPr sz="105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Short introductory text goes here. No longer than 3 lines maximum. Introductory text goes here. No longer than 3 lines.</a:t>
            </a:r>
          </a:p>
        </p:txBody>
      </p:sp>
      <p:cxnSp>
        <p:nvCxnSpPr>
          <p:cNvPr id="22" name="Straight Connector 15">
            <a:extLst>
              <a:ext uri="{FF2B5EF4-FFF2-40B4-BE49-F238E27FC236}">
                <a16:creationId xmlns:a16="http://schemas.microsoft.com/office/drawing/2014/main" id="{39610FE5-AEB0-13DA-3778-DECF2E63E16B}"/>
              </a:ext>
            </a:extLst>
          </p:cNvPr>
          <p:cNvCxnSpPr>
            <a:cxnSpLocks noGrp="1" noRot="1" noMove="1" noResize="1" noEditPoints="1" noAdjustHandles="1" noChangeArrowheads="1" noChangeShapeType="1"/>
          </p:cNvCxnSpPr>
          <p:nvPr userDrawn="1"/>
        </p:nvCxnSpPr>
        <p:spPr>
          <a:xfrm>
            <a:off x="588171" y="1998045"/>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4">
            <a:extLst>
              <a:ext uri="{FF2B5EF4-FFF2-40B4-BE49-F238E27FC236}">
                <a16:creationId xmlns:a16="http://schemas.microsoft.com/office/drawing/2014/main" id="{3444D58F-86CD-4745-72C6-786D125083AB}"/>
              </a:ext>
            </a:extLst>
          </p:cNvPr>
          <p:cNvSpPr>
            <a:spLocks noGrp="1"/>
          </p:cNvSpPr>
          <p:nvPr>
            <p:ph type="body" sz="quarter" idx="38"/>
          </p:nvPr>
        </p:nvSpPr>
        <p:spPr>
          <a:xfrm>
            <a:off x="588171" y="3658950"/>
            <a:ext cx="3317085" cy="2742233"/>
          </a:xfrm>
          <a:prstGeom prst="rect">
            <a:avLst/>
          </a:prstGeom>
        </p:spPr>
        <p:txBody>
          <a:bodyPr lIns="0" tIns="0" rIns="0" bIns="0"/>
          <a:lstStyle>
            <a:lvl1pPr marL="228600" indent="-228600">
              <a:lnSpc>
                <a:spcPts val="1300"/>
              </a:lnSpc>
              <a:spcBef>
                <a:spcPts val="600"/>
              </a:spcBef>
              <a:buFont typeface="Calibri" panose="020F0502020204030204" pitchFamily="34" charset="0"/>
              <a:buChar char="+"/>
              <a:defRPr sz="1100">
                <a:solidFill>
                  <a:schemeClr val="tx2">
                    <a:lumMod val="50000"/>
                  </a:schemeClr>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4" name="Text Placeholder 4">
            <a:extLst>
              <a:ext uri="{FF2B5EF4-FFF2-40B4-BE49-F238E27FC236}">
                <a16:creationId xmlns:a16="http://schemas.microsoft.com/office/drawing/2014/main" id="{49B707D6-B644-E581-35E3-3681556FBC36}"/>
              </a:ext>
            </a:extLst>
          </p:cNvPr>
          <p:cNvSpPr>
            <a:spLocks noGrp="1"/>
          </p:cNvSpPr>
          <p:nvPr>
            <p:ph type="body" sz="quarter" idx="40" hasCustomPrompt="1"/>
          </p:nvPr>
        </p:nvSpPr>
        <p:spPr>
          <a:xfrm>
            <a:off x="588171" y="3314429"/>
            <a:ext cx="3317083" cy="190052"/>
          </a:xfrm>
          <a:prstGeom prst="rect">
            <a:avLst/>
          </a:prstGeom>
        </p:spPr>
        <p:txBody>
          <a:bodyPr wrap="square" lIns="0" tIns="0" rIns="0" bIns="0">
            <a:spAutoFit/>
          </a:bodyPr>
          <a:lstStyle>
            <a:lvl1pPr marL="0" indent="0">
              <a:lnSpc>
                <a:spcPts val="1600"/>
              </a:lnSpc>
              <a:buFont typeface="Calibri" panose="020F0502020204030204" pitchFamily="34" charset="0"/>
              <a:buNone/>
              <a:defRPr sz="105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46" name="Text Placeholder 22">
            <a:extLst>
              <a:ext uri="{FF2B5EF4-FFF2-40B4-BE49-F238E27FC236}">
                <a16:creationId xmlns:a16="http://schemas.microsoft.com/office/drawing/2014/main" id="{727CAF23-6E4A-E356-6635-15AD9BB1E378}"/>
              </a:ext>
            </a:extLst>
          </p:cNvPr>
          <p:cNvSpPr>
            <a:spLocks noGrp="1"/>
          </p:cNvSpPr>
          <p:nvPr>
            <p:ph type="body" sz="quarter" idx="84" hasCustomPrompt="1"/>
          </p:nvPr>
        </p:nvSpPr>
        <p:spPr>
          <a:xfrm>
            <a:off x="5026019" y="2163733"/>
            <a:ext cx="1167120" cy="307777"/>
          </a:xfrm>
          <a:prstGeom prst="rect">
            <a:avLst/>
          </a:prstGeom>
        </p:spPr>
        <p:txBody>
          <a:bodyPr wrap="square" lIns="0" tIns="0" rIns="0" bIns="0" anchor="ctr" anchorCtr="0">
            <a:spAutoFit/>
          </a:bodyPr>
          <a:lstStyle>
            <a:lvl1pPr marL="0" indent="0" algn="r">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FIELD FORCE AUTOMATION</a:t>
            </a:r>
            <a:endParaRPr lang="en-ZA" dirty="0"/>
          </a:p>
        </p:txBody>
      </p:sp>
      <p:sp>
        <p:nvSpPr>
          <p:cNvPr id="47" name="Text Placeholder 22">
            <a:extLst>
              <a:ext uri="{FF2B5EF4-FFF2-40B4-BE49-F238E27FC236}">
                <a16:creationId xmlns:a16="http://schemas.microsoft.com/office/drawing/2014/main" id="{177BABD7-81BC-779B-EF0E-EAE8867DC9EA}"/>
              </a:ext>
            </a:extLst>
          </p:cNvPr>
          <p:cNvSpPr>
            <a:spLocks noGrp="1"/>
          </p:cNvSpPr>
          <p:nvPr>
            <p:ph type="body" sz="quarter" idx="85" hasCustomPrompt="1"/>
          </p:nvPr>
        </p:nvSpPr>
        <p:spPr>
          <a:xfrm>
            <a:off x="7473798" y="6016462"/>
            <a:ext cx="1692067" cy="307777"/>
          </a:xfrm>
          <a:prstGeom prst="rect">
            <a:avLst/>
          </a:prstGeom>
        </p:spPr>
        <p:txBody>
          <a:bodyPr wrap="square" lIns="0" tIns="0" rIns="0" bIns="0" anchor="ctr" anchorCtr="0">
            <a:spAutoFit/>
          </a:bodyPr>
          <a:lstStyle>
            <a:lvl1pPr marL="0" indent="0" algn="ctr">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RESOURCE ALLOCATION &amp; DECISION MAKING</a:t>
            </a:r>
            <a:endParaRPr lang="en-ZA" dirty="0"/>
          </a:p>
        </p:txBody>
      </p:sp>
      <p:pic>
        <p:nvPicPr>
          <p:cNvPr id="4" name="Graphic 3">
            <a:extLst>
              <a:ext uri="{FF2B5EF4-FFF2-40B4-BE49-F238E27FC236}">
                <a16:creationId xmlns:a16="http://schemas.microsoft.com/office/drawing/2014/main" id="{CE5C87BA-902D-2C09-ADFB-D1470B727357}"/>
              </a:ext>
            </a:extLst>
          </p:cNvPr>
          <p:cNvPicPr>
            <a:picLocks noGrp="1" noRot="1" noChangeAspec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7884911" y="3115691"/>
            <a:ext cx="886228" cy="125608"/>
          </a:xfrm>
          <a:prstGeom prst="rect">
            <a:avLst/>
          </a:prstGeom>
        </p:spPr>
      </p:pic>
      <p:sp>
        <p:nvSpPr>
          <p:cNvPr id="3" name="Text Placeholder 22">
            <a:extLst>
              <a:ext uri="{FF2B5EF4-FFF2-40B4-BE49-F238E27FC236}">
                <a16:creationId xmlns:a16="http://schemas.microsoft.com/office/drawing/2014/main" id="{A24541A2-1D2E-1D82-F0BB-1A8F16FBC840}"/>
              </a:ext>
            </a:extLst>
          </p:cNvPr>
          <p:cNvSpPr>
            <a:spLocks noGrp="1"/>
          </p:cNvSpPr>
          <p:nvPr>
            <p:ph type="body" sz="quarter" idx="86" hasCustomPrompt="1"/>
          </p:nvPr>
        </p:nvSpPr>
        <p:spPr>
          <a:xfrm>
            <a:off x="10463884" y="2086788"/>
            <a:ext cx="1167120" cy="461665"/>
          </a:xfrm>
          <a:prstGeom prst="rect">
            <a:avLst/>
          </a:prstGeom>
        </p:spPr>
        <p:txBody>
          <a:bodyPr wrap="square" lIns="0" tIns="0" rIns="0" bIns="0" anchor="ctr" anchorCtr="0">
            <a:spAutoFit/>
          </a:bodyPr>
          <a:lstStyle>
            <a:lvl1pPr marL="0" indent="0" algn="l">
              <a:lnSpc>
                <a:spcPts val="1200"/>
              </a:lnSpc>
              <a:spcBef>
                <a:spcPts val="400"/>
              </a:spcBef>
              <a:buNone/>
              <a:defRPr sz="1000">
                <a:solidFill>
                  <a:schemeClr val="accent5"/>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DATA MANAGEMENT PLATFORM</a:t>
            </a:r>
            <a:endParaRPr lang="en-ZA" dirty="0"/>
          </a:p>
        </p:txBody>
      </p:sp>
    </p:spTree>
    <p:extLst>
      <p:ext uri="{BB962C8B-B14F-4D97-AF65-F5344CB8AC3E}">
        <p14:creationId xmlns:p14="http://schemas.microsoft.com/office/powerpoint/2010/main" val="3937550701"/>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P11 | HEAD +  4 Circular Infographic">
    <p:spTree>
      <p:nvGrpSpPr>
        <p:cNvPr id="1" name=""/>
        <p:cNvGrpSpPr/>
        <p:nvPr/>
      </p:nvGrpSpPr>
      <p:grpSpPr>
        <a:xfrm>
          <a:off x="0" y="0"/>
          <a:ext cx="0" cy="0"/>
          <a:chOff x="0" y="0"/>
          <a:chExt cx="0" cy="0"/>
        </a:xfrm>
      </p:grpSpPr>
      <p:sp>
        <p:nvSpPr>
          <p:cNvPr id="41" name="Text Placeholder 22">
            <a:extLst>
              <a:ext uri="{FF2B5EF4-FFF2-40B4-BE49-F238E27FC236}">
                <a16:creationId xmlns:a16="http://schemas.microsoft.com/office/drawing/2014/main" id="{F7E6A892-7C4E-73C8-C0A8-11BB7CCA07D0}"/>
              </a:ext>
            </a:extLst>
          </p:cNvPr>
          <p:cNvSpPr>
            <a:spLocks noGrp="1"/>
          </p:cNvSpPr>
          <p:nvPr>
            <p:ph type="body" sz="quarter" idx="105" hasCustomPrompt="1"/>
          </p:nvPr>
        </p:nvSpPr>
        <p:spPr>
          <a:xfrm>
            <a:off x="552453" y="5951566"/>
            <a:ext cx="2495310" cy="461665"/>
          </a:xfrm>
          <a:prstGeom prst="rect">
            <a:avLst/>
          </a:prstGeom>
        </p:spPr>
        <p:txBody>
          <a:bodyPr wrap="square" lIns="0" tIns="0" rIns="0" bIns="0">
            <a:spAutoFit/>
          </a:bodyPr>
          <a:lstStyle>
            <a:lvl1pPr marL="0" indent="0" algn="r">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40" name="Text Placeholder 22">
            <a:extLst>
              <a:ext uri="{FF2B5EF4-FFF2-40B4-BE49-F238E27FC236}">
                <a16:creationId xmlns:a16="http://schemas.microsoft.com/office/drawing/2014/main" id="{17FF463D-B3E4-385F-38BB-BEFEA2E14AD8}"/>
              </a:ext>
            </a:extLst>
          </p:cNvPr>
          <p:cNvSpPr>
            <a:spLocks noGrp="1"/>
          </p:cNvSpPr>
          <p:nvPr>
            <p:ph type="body" sz="quarter" idx="104" hasCustomPrompt="1"/>
          </p:nvPr>
        </p:nvSpPr>
        <p:spPr>
          <a:xfrm>
            <a:off x="552453" y="4604574"/>
            <a:ext cx="2495310" cy="461665"/>
          </a:xfrm>
          <a:prstGeom prst="rect">
            <a:avLst/>
          </a:prstGeom>
        </p:spPr>
        <p:txBody>
          <a:bodyPr wrap="square" lIns="0" tIns="0" rIns="0" bIns="0">
            <a:spAutoFit/>
          </a:bodyPr>
          <a:lstStyle>
            <a:lvl1pPr marL="0" indent="0" algn="r">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39" name="Text Placeholder 22">
            <a:extLst>
              <a:ext uri="{FF2B5EF4-FFF2-40B4-BE49-F238E27FC236}">
                <a16:creationId xmlns:a16="http://schemas.microsoft.com/office/drawing/2014/main" id="{4455E0D9-4E78-04F9-A662-A9BC7BF8A4AD}"/>
              </a:ext>
            </a:extLst>
          </p:cNvPr>
          <p:cNvSpPr>
            <a:spLocks noGrp="1"/>
          </p:cNvSpPr>
          <p:nvPr>
            <p:ph type="body" sz="quarter" idx="103" hasCustomPrompt="1"/>
          </p:nvPr>
        </p:nvSpPr>
        <p:spPr>
          <a:xfrm>
            <a:off x="552453" y="3251740"/>
            <a:ext cx="2495310" cy="461665"/>
          </a:xfrm>
          <a:prstGeom prst="rect">
            <a:avLst/>
          </a:prstGeom>
        </p:spPr>
        <p:txBody>
          <a:bodyPr wrap="square" lIns="0" tIns="0" rIns="0" bIns="0">
            <a:spAutoFit/>
          </a:bodyPr>
          <a:lstStyle>
            <a:lvl1pPr marL="0" indent="0" algn="r">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pic>
        <p:nvPicPr>
          <p:cNvPr id="22" name="Graphic 21">
            <a:extLst>
              <a:ext uri="{FF2B5EF4-FFF2-40B4-BE49-F238E27FC236}">
                <a16:creationId xmlns:a16="http://schemas.microsoft.com/office/drawing/2014/main" id="{3C26D588-81F6-5AF4-95A3-2ED06C03A4F8}"/>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3191339" y="1605359"/>
            <a:ext cx="5809322" cy="4844063"/>
          </a:xfrm>
          <a:prstGeom prst="rect">
            <a:avLst/>
          </a:prstGeom>
        </p:spPr>
      </p:pic>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22">
            <a:extLst>
              <a:ext uri="{FF2B5EF4-FFF2-40B4-BE49-F238E27FC236}">
                <a16:creationId xmlns:a16="http://schemas.microsoft.com/office/drawing/2014/main" id="{1F679D6C-6AF9-C1B3-D56C-53A9AA9D844C}"/>
              </a:ext>
            </a:extLst>
          </p:cNvPr>
          <p:cNvSpPr>
            <a:spLocks noGrp="1"/>
          </p:cNvSpPr>
          <p:nvPr>
            <p:ph type="body" sz="quarter" idx="85" hasCustomPrompt="1"/>
          </p:nvPr>
        </p:nvSpPr>
        <p:spPr>
          <a:xfrm>
            <a:off x="5505432" y="3813650"/>
            <a:ext cx="1162228" cy="461665"/>
          </a:xfrm>
          <a:prstGeom prst="rect">
            <a:avLst/>
          </a:prstGeom>
        </p:spPr>
        <p:txBody>
          <a:bodyPr wrap="square" lIns="0" tIns="0" rIns="0" bIns="0" anchor="ctr" anchorCtr="0">
            <a:spAutoFit/>
          </a:bodyPr>
          <a:lstStyle>
            <a:lvl1pPr marL="0" indent="0" algn="ctr">
              <a:lnSpc>
                <a:spcPts val="1200"/>
              </a:lnSpc>
              <a:spcBef>
                <a:spcPts val="400"/>
              </a:spcBef>
              <a:buNone/>
              <a:defRPr sz="1000" b="1">
                <a:solidFill>
                  <a:schemeClr val="accent5">
                    <a:lumMod val="50000"/>
                  </a:schemeClr>
                </a:solidFill>
                <a:latin typeface="+mj-lt"/>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ADD YOUR MODEL TITLE HERE</a:t>
            </a:r>
            <a:endParaRPr lang="en-ZA" dirty="0"/>
          </a:p>
        </p:txBody>
      </p:sp>
      <p:sp>
        <p:nvSpPr>
          <p:cNvPr id="9" name="Text Placeholder 4">
            <a:extLst>
              <a:ext uri="{FF2B5EF4-FFF2-40B4-BE49-F238E27FC236}">
                <a16:creationId xmlns:a16="http://schemas.microsoft.com/office/drawing/2014/main" id="{50CB7CA6-3D74-5F70-DAAF-67994F0ACC1B}"/>
              </a:ext>
            </a:extLst>
          </p:cNvPr>
          <p:cNvSpPr>
            <a:spLocks noGrp="1"/>
          </p:cNvSpPr>
          <p:nvPr>
            <p:ph type="body" sz="quarter" idx="84" hasCustomPrompt="1"/>
          </p:nvPr>
        </p:nvSpPr>
        <p:spPr>
          <a:xfrm>
            <a:off x="9144237" y="1639543"/>
            <a:ext cx="249530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0" name="Text Placeholder 22">
            <a:extLst>
              <a:ext uri="{FF2B5EF4-FFF2-40B4-BE49-F238E27FC236}">
                <a16:creationId xmlns:a16="http://schemas.microsoft.com/office/drawing/2014/main" id="{1749F2E6-35E6-A06D-E67B-3BD2CA5AA0A2}"/>
              </a:ext>
            </a:extLst>
          </p:cNvPr>
          <p:cNvSpPr>
            <a:spLocks noGrp="1"/>
          </p:cNvSpPr>
          <p:nvPr>
            <p:ph type="body" sz="quarter" idx="66" hasCustomPrompt="1"/>
          </p:nvPr>
        </p:nvSpPr>
        <p:spPr>
          <a:xfrm>
            <a:off x="9144237" y="1892100"/>
            <a:ext cx="2495308" cy="461665"/>
          </a:xfrm>
          <a:prstGeom prst="rect">
            <a:avLst/>
          </a:prstGeom>
        </p:spPr>
        <p:txBody>
          <a:bodyPr wrap="square" lIns="0" tIns="0" rIns="0" bIns="0">
            <a:spAutoFit/>
          </a:bodyPr>
          <a:lstStyle>
            <a:lvl1pPr marL="0" indent="0" algn="l">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15" name="Text Placeholder 26">
            <a:extLst>
              <a:ext uri="{FF2B5EF4-FFF2-40B4-BE49-F238E27FC236}">
                <a16:creationId xmlns:a16="http://schemas.microsoft.com/office/drawing/2014/main" id="{99ECED0C-1783-3585-B807-7E89CDD34D38}"/>
              </a:ext>
            </a:extLst>
          </p:cNvPr>
          <p:cNvSpPr>
            <a:spLocks noGrp="1"/>
          </p:cNvSpPr>
          <p:nvPr>
            <p:ph type="body" sz="quarter" idx="81" hasCustomPrompt="1"/>
          </p:nvPr>
        </p:nvSpPr>
        <p:spPr>
          <a:xfrm>
            <a:off x="5240546" y="2458186"/>
            <a:ext cx="1692000" cy="205697"/>
          </a:xfrm>
          <a:prstGeom prst="rect">
            <a:avLst/>
          </a:prstGeom>
        </p:spPr>
        <p:txBody>
          <a:bodyPr wrap="square" lIns="0" tIns="0" rIns="0" bIns="0" anchor="ctr" anchorCtr="0">
            <a:spAutoFit/>
          </a:bodyPr>
          <a:lstStyle>
            <a:lvl1pPr marL="0" indent="0" algn="ctr">
              <a:lnSpc>
                <a:spcPts val="1700"/>
              </a:lnSpc>
              <a:spcBef>
                <a:spcPts val="0"/>
              </a:spcBef>
              <a:buNone/>
              <a:defRPr sz="14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17" name="Text Placeholder 26">
            <a:extLst>
              <a:ext uri="{FF2B5EF4-FFF2-40B4-BE49-F238E27FC236}">
                <a16:creationId xmlns:a16="http://schemas.microsoft.com/office/drawing/2014/main" id="{42C881B9-D3D6-681D-9240-CD89A4BB8456}"/>
              </a:ext>
            </a:extLst>
          </p:cNvPr>
          <p:cNvSpPr>
            <a:spLocks noGrp="1"/>
          </p:cNvSpPr>
          <p:nvPr>
            <p:ph type="body" sz="quarter" idx="86" hasCustomPrompt="1"/>
          </p:nvPr>
        </p:nvSpPr>
        <p:spPr>
          <a:xfrm>
            <a:off x="7053130" y="3924541"/>
            <a:ext cx="1178445" cy="205697"/>
          </a:xfrm>
          <a:prstGeom prst="rect">
            <a:avLst/>
          </a:prstGeom>
        </p:spPr>
        <p:txBody>
          <a:bodyPr wrap="square" lIns="0" tIns="0" rIns="0" bIns="0" anchor="ctr" anchorCtr="0">
            <a:spAutoFit/>
          </a:bodyPr>
          <a:lstStyle>
            <a:lvl1pPr marL="0" indent="0" algn="ctr">
              <a:lnSpc>
                <a:spcPts val="1700"/>
              </a:lnSpc>
              <a:spcBef>
                <a:spcPts val="0"/>
              </a:spcBef>
              <a:buNone/>
              <a:defRPr sz="14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18" name="Text Placeholder 26">
            <a:extLst>
              <a:ext uri="{FF2B5EF4-FFF2-40B4-BE49-F238E27FC236}">
                <a16:creationId xmlns:a16="http://schemas.microsoft.com/office/drawing/2014/main" id="{AA3309BE-5D47-966E-2950-7E7865A51B2C}"/>
              </a:ext>
            </a:extLst>
          </p:cNvPr>
          <p:cNvSpPr>
            <a:spLocks noGrp="1"/>
          </p:cNvSpPr>
          <p:nvPr>
            <p:ph type="body" sz="quarter" idx="87" hasCustomPrompt="1"/>
          </p:nvPr>
        </p:nvSpPr>
        <p:spPr>
          <a:xfrm>
            <a:off x="3941517" y="3924540"/>
            <a:ext cx="1178445" cy="205697"/>
          </a:xfrm>
          <a:prstGeom prst="rect">
            <a:avLst/>
          </a:prstGeom>
        </p:spPr>
        <p:txBody>
          <a:bodyPr wrap="square" lIns="0" tIns="0" rIns="0" bIns="0" anchor="ctr" anchorCtr="0">
            <a:spAutoFit/>
          </a:bodyPr>
          <a:lstStyle>
            <a:lvl1pPr marL="0" indent="0" algn="ctr">
              <a:lnSpc>
                <a:spcPts val="1700"/>
              </a:lnSpc>
              <a:spcBef>
                <a:spcPts val="0"/>
              </a:spcBef>
              <a:buNone/>
              <a:defRPr sz="14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19" name="Text Placeholder 26">
            <a:extLst>
              <a:ext uri="{FF2B5EF4-FFF2-40B4-BE49-F238E27FC236}">
                <a16:creationId xmlns:a16="http://schemas.microsoft.com/office/drawing/2014/main" id="{96D61144-69BA-AD5E-69A4-CD658867D93A}"/>
              </a:ext>
            </a:extLst>
          </p:cNvPr>
          <p:cNvSpPr>
            <a:spLocks noGrp="1"/>
          </p:cNvSpPr>
          <p:nvPr>
            <p:ph type="body" sz="quarter" idx="88" hasCustomPrompt="1"/>
          </p:nvPr>
        </p:nvSpPr>
        <p:spPr>
          <a:xfrm>
            <a:off x="5506306" y="5425080"/>
            <a:ext cx="1178445" cy="205697"/>
          </a:xfrm>
          <a:prstGeom prst="rect">
            <a:avLst/>
          </a:prstGeom>
        </p:spPr>
        <p:txBody>
          <a:bodyPr wrap="square" lIns="0" tIns="0" rIns="0" bIns="0" anchor="ctr" anchorCtr="0">
            <a:spAutoFit/>
          </a:bodyPr>
          <a:lstStyle>
            <a:lvl1pPr marL="0" indent="0" algn="ctr">
              <a:lnSpc>
                <a:spcPts val="1700"/>
              </a:lnSpc>
              <a:spcBef>
                <a:spcPts val="0"/>
              </a:spcBef>
              <a:buNone/>
              <a:defRPr sz="14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23" name="Text Placeholder 4">
            <a:extLst>
              <a:ext uri="{FF2B5EF4-FFF2-40B4-BE49-F238E27FC236}">
                <a16:creationId xmlns:a16="http://schemas.microsoft.com/office/drawing/2014/main" id="{005F60B0-09D4-2743-3641-C6D25A7F2310}"/>
              </a:ext>
            </a:extLst>
          </p:cNvPr>
          <p:cNvSpPr>
            <a:spLocks noGrp="1"/>
          </p:cNvSpPr>
          <p:nvPr>
            <p:ph type="body" sz="quarter" idx="89" hasCustomPrompt="1"/>
          </p:nvPr>
        </p:nvSpPr>
        <p:spPr>
          <a:xfrm>
            <a:off x="9144237" y="2996885"/>
            <a:ext cx="249530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rgbClr val="005B5C"/>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Heading</a:t>
            </a:r>
          </a:p>
        </p:txBody>
      </p:sp>
      <p:sp>
        <p:nvSpPr>
          <p:cNvPr id="24" name="Text Placeholder 22">
            <a:extLst>
              <a:ext uri="{FF2B5EF4-FFF2-40B4-BE49-F238E27FC236}">
                <a16:creationId xmlns:a16="http://schemas.microsoft.com/office/drawing/2014/main" id="{DAA7B337-07BC-1A1D-C242-7EB87637E5E3}"/>
              </a:ext>
            </a:extLst>
          </p:cNvPr>
          <p:cNvSpPr>
            <a:spLocks noGrp="1"/>
          </p:cNvSpPr>
          <p:nvPr>
            <p:ph type="body" sz="quarter" idx="90" hasCustomPrompt="1"/>
          </p:nvPr>
        </p:nvSpPr>
        <p:spPr>
          <a:xfrm>
            <a:off x="9144237" y="3249442"/>
            <a:ext cx="2495308" cy="461665"/>
          </a:xfrm>
          <a:prstGeom prst="rect">
            <a:avLst/>
          </a:prstGeom>
        </p:spPr>
        <p:txBody>
          <a:bodyPr wrap="square" lIns="0" tIns="0" rIns="0" bIns="0">
            <a:spAutoFit/>
          </a:bodyPr>
          <a:lstStyle>
            <a:lvl1pPr marL="0" indent="0" algn="l">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25" name="Text Placeholder 4">
            <a:extLst>
              <a:ext uri="{FF2B5EF4-FFF2-40B4-BE49-F238E27FC236}">
                <a16:creationId xmlns:a16="http://schemas.microsoft.com/office/drawing/2014/main" id="{76D03895-0FAA-F849-5AC6-8CDA3F88DEBC}"/>
              </a:ext>
            </a:extLst>
          </p:cNvPr>
          <p:cNvSpPr>
            <a:spLocks noGrp="1"/>
          </p:cNvSpPr>
          <p:nvPr>
            <p:ph type="body" sz="quarter" idx="91" hasCustomPrompt="1"/>
          </p:nvPr>
        </p:nvSpPr>
        <p:spPr>
          <a:xfrm>
            <a:off x="9144237" y="4349719"/>
            <a:ext cx="249530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6" name="Text Placeholder 22">
            <a:extLst>
              <a:ext uri="{FF2B5EF4-FFF2-40B4-BE49-F238E27FC236}">
                <a16:creationId xmlns:a16="http://schemas.microsoft.com/office/drawing/2014/main" id="{307FD711-874C-D1A6-7219-77D48C0BFF24}"/>
              </a:ext>
            </a:extLst>
          </p:cNvPr>
          <p:cNvSpPr>
            <a:spLocks noGrp="1"/>
          </p:cNvSpPr>
          <p:nvPr>
            <p:ph type="body" sz="quarter" idx="92" hasCustomPrompt="1"/>
          </p:nvPr>
        </p:nvSpPr>
        <p:spPr>
          <a:xfrm>
            <a:off x="9144237" y="4602276"/>
            <a:ext cx="2495308" cy="461665"/>
          </a:xfrm>
          <a:prstGeom prst="rect">
            <a:avLst/>
          </a:prstGeom>
        </p:spPr>
        <p:txBody>
          <a:bodyPr wrap="square" lIns="0" tIns="0" rIns="0" bIns="0">
            <a:spAutoFit/>
          </a:bodyPr>
          <a:lstStyle>
            <a:lvl1pPr marL="0" indent="0" algn="l">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28" name="Text Placeholder 4">
            <a:extLst>
              <a:ext uri="{FF2B5EF4-FFF2-40B4-BE49-F238E27FC236}">
                <a16:creationId xmlns:a16="http://schemas.microsoft.com/office/drawing/2014/main" id="{5AFA6439-1331-E045-A6F7-1788194C4551}"/>
              </a:ext>
            </a:extLst>
          </p:cNvPr>
          <p:cNvSpPr>
            <a:spLocks noGrp="1"/>
          </p:cNvSpPr>
          <p:nvPr>
            <p:ph type="body" sz="quarter" idx="93" hasCustomPrompt="1"/>
          </p:nvPr>
        </p:nvSpPr>
        <p:spPr>
          <a:xfrm>
            <a:off x="9144237" y="5696711"/>
            <a:ext cx="2495305"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00" b="1" spc="30" baseline="0">
                <a:solidFill>
                  <a:srgbClr val="007435"/>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Heading</a:t>
            </a:r>
          </a:p>
        </p:txBody>
      </p:sp>
      <p:sp>
        <p:nvSpPr>
          <p:cNvPr id="29" name="Text Placeholder 22">
            <a:extLst>
              <a:ext uri="{FF2B5EF4-FFF2-40B4-BE49-F238E27FC236}">
                <a16:creationId xmlns:a16="http://schemas.microsoft.com/office/drawing/2014/main" id="{19A67AF2-9C24-4272-F722-CDFE9C4CF83D}"/>
              </a:ext>
            </a:extLst>
          </p:cNvPr>
          <p:cNvSpPr>
            <a:spLocks noGrp="1"/>
          </p:cNvSpPr>
          <p:nvPr>
            <p:ph type="body" sz="quarter" idx="94" hasCustomPrompt="1"/>
          </p:nvPr>
        </p:nvSpPr>
        <p:spPr>
          <a:xfrm>
            <a:off x="9144237" y="5949268"/>
            <a:ext cx="2495305" cy="461665"/>
          </a:xfrm>
          <a:prstGeom prst="rect">
            <a:avLst/>
          </a:prstGeom>
        </p:spPr>
        <p:txBody>
          <a:bodyPr wrap="square" lIns="0" tIns="0" rIns="0" bIns="0">
            <a:spAutoFit/>
          </a:bodyPr>
          <a:lstStyle>
            <a:lvl1pPr marL="0" indent="0" algn="l">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
        <p:nvSpPr>
          <p:cNvPr id="30" name="Text Placeholder 4">
            <a:extLst>
              <a:ext uri="{FF2B5EF4-FFF2-40B4-BE49-F238E27FC236}">
                <a16:creationId xmlns:a16="http://schemas.microsoft.com/office/drawing/2014/main" id="{42155874-2E94-42F5-AC54-A5D6AE14B3AB}"/>
              </a:ext>
            </a:extLst>
          </p:cNvPr>
          <p:cNvSpPr>
            <a:spLocks noGrp="1"/>
          </p:cNvSpPr>
          <p:nvPr>
            <p:ph type="body" sz="quarter" idx="95" hasCustomPrompt="1"/>
          </p:nvPr>
        </p:nvSpPr>
        <p:spPr>
          <a:xfrm>
            <a:off x="552453" y="1641841"/>
            <a:ext cx="2495309"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rgbClr val="00508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Heading</a:t>
            </a:r>
          </a:p>
        </p:txBody>
      </p:sp>
      <p:sp>
        <p:nvSpPr>
          <p:cNvPr id="32" name="Text Placeholder 4">
            <a:extLst>
              <a:ext uri="{FF2B5EF4-FFF2-40B4-BE49-F238E27FC236}">
                <a16:creationId xmlns:a16="http://schemas.microsoft.com/office/drawing/2014/main" id="{97F2DB0C-94FB-023F-C764-DF0D9D13D010}"/>
              </a:ext>
            </a:extLst>
          </p:cNvPr>
          <p:cNvSpPr>
            <a:spLocks noGrp="1"/>
          </p:cNvSpPr>
          <p:nvPr>
            <p:ph type="body" sz="quarter" idx="97" hasCustomPrompt="1"/>
          </p:nvPr>
        </p:nvSpPr>
        <p:spPr>
          <a:xfrm>
            <a:off x="552453" y="2999183"/>
            <a:ext cx="2495310"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34" name="Text Placeholder 4">
            <a:extLst>
              <a:ext uri="{FF2B5EF4-FFF2-40B4-BE49-F238E27FC236}">
                <a16:creationId xmlns:a16="http://schemas.microsoft.com/office/drawing/2014/main" id="{9D84F8A7-62D5-BAF5-C13C-15545B50F291}"/>
              </a:ext>
            </a:extLst>
          </p:cNvPr>
          <p:cNvSpPr>
            <a:spLocks noGrp="1"/>
          </p:cNvSpPr>
          <p:nvPr>
            <p:ph type="body" sz="quarter" idx="99" hasCustomPrompt="1"/>
          </p:nvPr>
        </p:nvSpPr>
        <p:spPr>
          <a:xfrm>
            <a:off x="552453" y="4352017"/>
            <a:ext cx="2495310"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rgbClr val="57842C"/>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Heading</a:t>
            </a:r>
          </a:p>
        </p:txBody>
      </p:sp>
      <p:sp>
        <p:nvSpPr>
          <p:cNvPr id="36" name="Text Placeholder 4">
            <a:extLst>
              <a:ext uri="{FF2B5EF4-FFF2-40B4-BE49-F238E27FC236}">
                <a16:creationId xmlns:a16="http://schemas.microsoft.com/office/drawing/2014/main" id="{0A0B9C84-4C4E-F658-B1DB-2F281CA97BF5}"/>
              </a:ext>
            </a:extLst>
          </p:cNvPr>
          <p:cNvSpPr>
            <a:spLocks noGrp="1"/>
          </p:cNvSpPr>
          <p:nvPr>
            <p:ph type="body" sz="quarter" idx="101" hasCustomPrompt="1"/>
          </p:nvPr>
        </p:nvSpPr>
        <p:spPr>
          <a:xfrm>
            <a:off x="552453" y="5699009"/>
            <a:ext cx="2495310" cy="153888"/>
          </a:xfrm>
          <a:prstGeom prst="rect">
            <a:avLst/>
          </a:prstGeom>
        </p:spPr>
        <p:txBody>
          <a:bodyPr wrap="square" lIns="0" tIns="0" rIns="0" bIns="0">
            <a:spAutoFit/>
          </a:bodyPr>
          <a:lstStyle>
            <a:lvl1pPr marL="0" indent="0" algn="r">
              <a:lnSpc>
                <a:spcPts val="1200"/>
              </a:lnSpc>
              <a:spcBef>
                <a:spcPts val="0"/>
              </a:spcBef>
              <a:buFont typeface="Calibri" panose="020F0502020204030204" pitchFamily="34" charset="0"/>
              <a:buNone/>
              <a:defRPr sz="10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38" name="Text Placeholder 22">
            <a:extLst>
              <a:ext uri="{FF2B5EF4-FFF2-40B4-BE49-F238E27FC236}">
                <a16:creationId xmlns:a16="http://schemas.microsoft.com/office/drawing/2014/main" id="{223084A6-37AE-E9F8-921E-EF785806B381}"/>
              </a:ext>
            </a:extLst>
          </p:cNvPr>
          <p:cNvSpPr>
            <a:spLocks noGrp="1"/>
          </p:cNvSpPr>
          <p:nvPr>
            <p:ph type="body" sz="quarter" idx="76" hasCustomPrompt="1"/>
          </p:nvPr>
        </p:nvSpPr>
        <p:spPr>
          <a:xfrm>
            <a:off x="552454" y="1892100"/>
            <a:ext cx="2495309" cy="461665"/>
          </a:xfrm>
          <a:prstGeom prst="rect">
            <a:avLst/>
          </a:prstGeom>
        </p:spPr>
        <p:txBody>
          <a:bodyPr wrap="square" lIns="0" tIns="0" rIns="0" bIns="0">
            <a:spAutoFit/>
          </a:bodyPr>
          <a:lstStyle>
            <a:lvl1pPr marL="0" indent="0" algn="r">
              <a:lnSpc>
                <a:spcPts val="1200"/>
              </a:lnSpc>
              <a:spcBef>
                <a:spcPts val="400"/>
              </a:spcBef>
              <a:buNone/>
              <a:defRPr sz="1000">
                <a:solidFill>
                  <a:schemeClr val="accent5">
                    <a:lumMod val="50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copy in this space here for the model. Not exceeding 3 lines of copy. Add your copy in this space. Not exceeding 3 lines of copy. </a:t>
            </a:r>
            <a:endParaRPr lang="en-GB" dirty="0"/>
          </a:p>
        </p:txBody>
      </p:sp>
    </p:spTree>
    <p:extLst>
      <p:ext uri="{BB962C8B-B14F-4D97-AF65-F5344CB8AC3E}">
        <p14:creationId xmlns:p14="http://schemas.microsoft.com/office/powerpoint/2010/main" val="229084912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11 | HEAD + Sub-Heading + Loop Infograph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pic>
        <p:nvPicPr>
          <p:cNvPr id="3" name="Graphic 2">
            <a:extLst>
              <a:ext uri="{FF2B5EF4-FFF2-40B4-BE49-F238E27FC236}">
                <a16:creationId xmlns:a16="http://schemas.microsoft.com/office/drawing/2014/main" id="{700F41B4-6EE3-5654-EC35-11632E8C91FA}"/>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88164" y="2533877"/>
            <a:ext cx="11209389" cy="2987453"/>
          </a:xfrm>
          <a:prstGeom prst="rect">
            <a:avLst/>
          </a:prstGeom>
        </p:spPr>
      </p:pic>
      <p:sp>
        <p:nvSpPr>
          <p:cNvPr id="4" name="Text Placeholder 26">
            <a:extLst>
              <a:ext uri="{FF2B5EF4-FFF2-40B4-BE49-F238E27FC236}">
                <a16:creationId xmlns:a16="http://schemas.microsoft.com/office/drawing/2014/main" id="{016C9C3B-D358-3500-666F-A7BA4C41BD61}"/>
              </a:ext>
            </a:extLst>
          </p:cNvPr>
          <p:cNvSpPr>
            <a:spLocks noGrp="1"/>
          </p:cNvSpPr>
          <p:nvPr>
            <p:ph type="body" sz="quarter" idx="81" hasCustomPrompt="1"/>
          </p:nvPr>
        </p:nvSpPr>
        <p:spPr>
          <a:xfrm>
            <a:off x="1058091" y="2016239"/>
            <a:ext cx="2037806" cy="179536"/>
          </a:xfrm>
          <a:prstGeom prst="rect">
            <a:avLst/>
          </a:prstGeom>
        </p:spPr>
        <p:txBody>
          <a:bodyPr wrap="square" lIns="0" tIns="0" rIns="0" bIns="0" anchor="t" anchorCtr="0">
            <a:spAutoFit/>
          </a:bodyPr>
          <a:lstStyle>
            <a:lvl1pPr marL="0" indent="0" algn="ctr">
              <a:lnSpc>
                <a:spcPts val="1400"/>
              </a:lnSpc>
              <a:spcBef>
                <a:spcPts val="0"/>
              </a:spcBef>
              <a:buNone/>
              <a:defRPr sz="1400" b="1" spc="40" baseline="0">
                <a:solidFill>
                  <a:schemeClr val="accent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5" name="Text Placeholder 26">
            <a:extLst>
              <a:ext uri="{FF2B5EF4-FFF2-40B4-BE49-F238E27FC236}">
                <a16:creationId xmlns:a16="http://schemas.microsoft.com/office/drawing/2014/main" id="{574A62A9-1620-88F8-983A-6CEFFD8A6C8F}"/>
              </a:ext>
            </a:extLst>
          </p:cNvPr>
          <p:cNvSpPr>
            <a:spLocks noGrp="1"/>
          </p:cNvSpPr>
          <p:nvPr>
            <p:ph type="body" sz="quarter" idx="83" hasCustomPrompt="1"/>
          </p:nvPr>
        </p:nvSpPr>
        <p:spPr>
          <a:xfrm>
            <a:off x="6361613" y="2016239"/>
            <a:ext cx="2037806" cy="179536"/>
          </a:xfrm>
          <a:prstGeom prst="rect">
            <a:avLst/>
          </a:prstGeom>
        </p:spPr>
        <p:txBody>
          <a:bodyPr wrap="square" lIns="0" tIns="0" rIns="0" bIns="0" anchor="t" anchorCtr="0">
            <a:spAutoFit/>
          </a:bodyPr>
          <a:lstStyle>
            <a:lvl1pPr marL="0" indent="0" algn="ctr">
              <a:lnSpc>
                <a:spcPts val="1400"/>
              </a:lnSpc>
              <a:spcBef>
                <a:spcPts val="0"/>
              </a:spcBef>
              <a:buNone/>
              <a:defRPr sz="1400" b="1" spc="40" baseline="0">
                <a:solidFill>
                  <a:schemeClr val="accent4"/>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8" name="Text Placeholder 26">
            <a:extLst>
              <a:ext uri="{FF2B5EF4-FFF2-40B4-BE49-F238E27FC236}">
                <a16:creationId xmlns:a16="http://schemas.microsoft.com/office/drawing/2014/main" id="{0F004335-3928-19BB-7453-FF98E252AB60}"/>
              </a:ext>
            </a:extLst>
          </p:cNvPr>
          <p:cNvSpPr>
            <a:spLocks noGrp="1"/>
          </p:cNvSpPr>
          <p:nvPr>
            <p:ph type="body" sz="quarter" idx="89" hasCustomPrompt="1"/>
          </p:nvPr>
        </p:nvSpPr>
        <p:spPr>
          <a:xfrm>
            <a:off x="3718560" y="2016239"/>
            <a:ext cx="2037806" cy="179536"/>
          </a:xfrm>
          <a:prstGeom prst="rect">
            <a:avLst/>
          </a:prstGeom>
        </p:spPr>
        <p:txBody>
          <a:bodyPr wrap="square" lIns="0" tIns="0" rIns="0" bIns="0" anchor="t" anchorCtr="0">
            <a:spAutoFit/>
          </a:bodyPr>
          <a:lstStyle>
            <a:lvl1pPr marL="0" indent="0" algn="ctr">
              <a:lnSpc>
                <a:spcPts val="1400"/>
              </a:lnSpc>
              <a:spcBef>
                <a:spcPts val="0"/>
              </a:spcBef>
              <a:buNone/>
              <a:defRPr sz="1400" b="1" spc="40" baseline="0">
                <a:solidFill>
                  <a:schemeClr val="accent6"/>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9" name="Text Placeholder 26">
            <a:extLst>
              <a:ext uri="{FF2B5EF4-FFF2-40B4-BE49-F238E27FC236}">
                <a16:creationId xmlns:a16="http://schemas.microsoft.com/office/drawing/2014/main" id="{8EFFFD9D-7515-C1C5-0C3F-287E5D5634EF}"/>
              </a:ext>
            </a:extLst>
          </p:cNvPr>
          <p:cNvSpPr>
            <a:spLocks noGrp="1"/>
          </p:cNvSpPr>
          <p:nvPr>
            <p:ph type="body" sz="quarter" idx="90" hasCustomPrompt="1"/>
          </p:nvPr>
        </p:nvSpPr>
        <p:spPr>
          <a:xfrm>
            <a:off x="9031350" y="2016239"/>
            <a:ext cx="2037806" cy="179536"/>
          </a:xfrm>
          <a:prstGeom prst="rect">
            <a:avLst/>
          </a:prstGeom>
        </p:spPr>
        <p:txBody>
          <a:bodyPr wrap="square" lIns="0" tIns="0" rIns="0" bIns="0" anchor="t" anchorCtr="0">
            <a:spAutoFit/>
          </a:bodyPr>
          <a:lstStyle>
            <a:lvl1pPr marL="0" indent="0" algn="ctr">
              <a:lnSpc>
                <a:spcPts val="1400"/>
              </a:lnSpc>
              <a:spcBef>
                <a:spcPts val="0"/>
              </a:spcBef>
              <a:buNone/>
              <a:defRPr sz="1400" b="1" spc="40" baseline="0">
                <a:solidFill>
                  <a:schemeClr val="accent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a:t>
            </a:r>
            <a:endParaRPr lang="en-ZA" dirty="0"/>
          </a:p>
        </p:txBody>
      </p:sp>
      <p:sp>
        <p:nvSpPr>
          <p:cNvPr id="10" name="Text Placeholder 22">
            <a:extLst>
              <a:ext uri="{FF2B5EF4-FFF2-40B4-BE49-F238E27FC236}">
                <a16:creationId xmlns:a16="http://schemas.microsoft.com/office/drawing/2014/main" id="{7A250192-C647-6403-4B84-F73E3F5A0904}"/>
              </a:ext>
            </a:extLst>
          </p:cNvPr>
          <p:cNvSpPr>
            <a:spLocks noGrp="1"/>
          </p:cNvSpPr>
          <p:nvPr>
            <p:ph type="body" sz="quarter" idx="96" hasCustomPrompt="1"/>
          </p:nvPr>
        </p:nvSpPr>
        <p:spPr>
          <a:xfrm>
            <a:off x="3718560" y="5735788"/>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b="1">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15" name="Text Placeholder 22">
            <a:extLst>
              <a:ext uri="{FF2B5EF4-FFF2-40B4-BE49-F238E27FC236}">
                <a16:creationId xmlns:a16="http://schemas.microsoft.com/office/drawing/2014/main" id="{D0A09244-6703-3BD5-E4F3-D137D20BF2CD}"/>
              </a:ext>
            </a:extLst>
          </p:cNvPr>
          <p:cNvSpPr>
            <a:spLocks noGrp="1"/>
          </p:cNvSpPr>
          <p:nvPr>
            <p:ph type="body" sz="quarter" idx="97" hasCustomPrompt="1"/>
          </p:nvPr>
        </p:nvSpPr>
        <p:spPr>
          <a:xfrm>
            <a:off x="6361612" y="5735788"/>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b="1">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16" name="Text Placeholder 22">
            <a:extLst>
              <a:ext uri="{FF2B5EF4-FFF2-40B4-BE49-F238E27FC236}">
                <a16:creationId xmlns:a16="http://schemas.microsoft.com/office/drawing/2014/main" id="{BCECA46D-AEC2-8AA3-279C-F4A4D3128069}"/>
              </a:ext>
            </a:extLst>
          </p:cNvPr>
          <p:cNvSpPr>
            <a:spLocks noGrp="1"/>
          </p:cNvSpPr>
          <p:nvPr>
            <p:ph type="body" sz="quarter" idx="98" hasCustomPrompt="1"/>
          </p:nvPr>
        </p:nvSpPr>
        <p:spPr>
          <a:xfrm>
            <a:off x="9031349" y="5735788"/>
            <a:ext cx="2032680" cy="461665"/>
          </a:xfrm>
          <a:prstGeom prst="rect">
            <a:avLst/>
          </a:prstGeom>
        </p:spPr>
        <p:txBody>
          <a:bodyPr wrap="square" lIns="0" tIns="0" rIns="0" bIns="0" anchor="t" anchorCtr="0">
            <a:spAutoFit/>
          </a:bodyPr>
          <a:lstStyle>
            <a:lvl1pPr marL="0" indent="0" algn="ctr">
              <a:lnSpc>
                <a:spcPts val="1200"/>
              </a:lnSpc>
              <a:spcBef>
                <a:spcPts val="400"/>
              </a:spcBef>
              <a:buNone/>
              <a:defRPr sz="1000" b="1">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17" name="Text Placeholder 22">
            <a:extLst>
              <a:ext uri="{FF2B5EF4-FFF2-40B4-BE49-F238E27FC236}">
                <a16:creationId xmlns:a16="http://schemas.microsoft.com/office/drawing/2014/main" id="{B8BE745F-4C6B-A942-8F31-F491A8A1A0DB}"/>
              </a:ext>
            </a:extLst>
          </p:cNvPr>
          <p:cNvSpPr>
            <a:spLocks noGrp="1"/>
          </p:cNvSpPr>
          <p:nvPr>
            <p:ph type="body" sz="quarter" idx="99" hasCustomPrompt="1"/>
          </p:nvPr>
        </p:nvSpPr>
        <p:spPr>
          <a:xfrm>
            <a:off x="1058091" y="5735788"/>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b="1">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33" name="Oval 32">
            <a:extLst>
              <a:ext uri="{FF2B5EF4-FFF2-40B4-BE49-F238E27FC236}">
                <a16:creationId xmlns:a16="http://schemas.microsoft.com/office/drawing/2014/main" id="{F473CE0F-47E5-EE95-52C0-5A5BC16AD5CA}"/>
              </a:ext>
            </a:extLst>
          </p:cNvPr>
          <p:cNvSpPr>
            <a:spLocks noGrp="1" noRot="1" noMove="1" noResize="1" noEditPoints="1" noAdjustHandles="1" noChangeArrowheads="1" noChangeShapeType="1"/>
          </p:cNvSpPr>
          <p:nvPr userDrawn="1"/>
        </p:nvSpPr>
        <p:spPr>
          <a:xfrm>
            <a:off x="1886245" y="2731976"/>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34" name="Oval 33">
            <a:extLst>
              <a:ext uri="{FF2B5EF4-FFF2-40B4-BE49-F238E27FC236}">
                <a16:creationId xmlns:a16="http://schemas.microsoft.com/office/drawing/2014/main" id="{8D235A41-FC49-F52E-B7AC-79F321922F68}"/>
              </a:ext>
            </a:extLst>
          </p:cNvPr>
          <p:cNvSpPr>
            <a:spLocks noGrp="1" noRot="1" noMove="1" noResize="1" noEditPoints="1" noAdjustHandles="1" noChangeArrowheads="1" noChangeShapeType="1"/>
          </p:cNvSpPr>
          <p:nvPr userDrawn="1"/>
        </p:nvSpPr>
        <p:spPr>
          <a:xfrm>
            <a:off x="7199901" y="2731976"/>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35" name="Oval 34">
            <a:extLst>
              <a:ext uri="{FF2B5EF4-FFF2-40B4-BE49-F238E27FC236}">
                <a16:creationId xmlns:a16="http://schemas.microsoft.com/office/drawing/2014/main" id="{8B2BA32B-1AB6-5C8E-22B1-8FB326714F4D}"/>
              </a:ext>
            </a:extLst>
          </p:cNvPr>
          <p:cNvSpPr>
            <a:spLocks noGrp="1" noRot="1" noMove="1" noResize="1" noEditPoints="1" noAdjustHandles="1" noChangeArrowheads="1" noChangeShapeType="1"/>
          </p:cNvSpPr>
          <p:nvPr userDrawn="1"/>
        </p:nvSpPr>
        <p:spPr>
          <a:xfrm>
            <a:off x="4554033" y="2731976"/>
            <a:ext cx="360000" cy="360000"/>
          </a:xfrm>
          <a:prstGeom prst="ellipse">
            <a:avLst/>
          </a:prstGeom>
          <a:solidFill>
            <a:schemeClr val="accent6"/>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36" name="Oval 35">
            <a:extLst>
              <a:ext uri="{FF2B5EF4-FFF2-40B4-BE49-F238E27FC236}">
                <a16:creationId xmlns:a16="http://schemas.microsoft.com/office/drawing/2014/main" id="{F3DB1ABE-BC80-9FFE-F736-A0F922BCCED2}"/>
              </a:ext>
            </a:extLst>
          </p:cNvPr>
          <p:cNvSpPr>
            <a:spLocks noGrp="1" noRot="1" noMove="1" noResize="1" noEditPoints="1" noAdjustHandles="1" noChangeArrowheads="1" noChangeShapeType="1"/>
          </p:cNvSpPr>
          <p:nvPr userDrawn="1"/>
        </p:nvSpPr>
        <p:spPr>
          <a:xfrm>
            <a:off x="9867689" y="2731976"/>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37" name="Text Placeholder 15">
            <a:extLst>
              <a:ext uri="{FF2B5EF4-FFF2-40B4-BE49-F238E27FC236}">
                <a16:creationId xmlns:a16="http://schemas.microsoft.com/office/drawing/2014/main" id="{49FAF8CE-3EF5-20B6-6C6B-31A46AF7BA60}"/>
              </a:ext>
            </a:extLst>
          </p:cNvPr>
          <p:cNvSpPr>
            <a:spLocks noGrp="1"/>
          </p:cNvSpPr>
          <p:nvPr>
            <p:ph type="body" sz="quarter" idx="82" hasCustomPrompt="1"/>
          </p:nvPr>
        </p:nvSpPr>
        <p:spPr>
          <a:xfrm>
            <a:off x="1419882" y="3587163"/>
            <a:ext cx="1314223" cy="882934"/>
          </a:xfrm>
          <a:prstGeom prst="rect">
            <a:avLst/>
          </a:prstGeom>
        </p:spPr>
        <p:txBody>
          <a:bodyPr wrap="square"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38" name="Text Placeholder 15">
            <a:extLst>
              <a:ext uri="{FF2B5EF4-FFF2-40B4-BE49-F238E27FC236}">
                <a16:creationId xmlns:a16="http://schemas.microsoft.com/office/drawing/2014/main" id="{83D50B04-430C-C234-D65E-82F4F16F68EB}"/>
              </a:ext>
            </a:extLst>
          </p:cNvPr>
          <p:cNvSpPr>
            <a:spLocks noGrp="1"/>
          </p:cNvSpPr>
          <p:nvPr>
            <p:ph type="body" sz="quarter" idx="100" hasCustomPrompt="1"/>
          </p:nvPr>
        </p:nvSpPr>
        <p:spPr>
          <a:xfrm>
            <a:off x="4077033" y="3587163"/>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39" name="Text Placeholder 15">
            <a:extLst>
              <a:ext uri="{FF2B5EF4-FFF2-40B4-BE49-F238E27FC236}">
                <a16:creationId xmlns:a16="http://schemas.microsoft.com/office/drawing/2014/main" id="{73A3B064-0468-C3C4-3FDC-22067DB3A3C5}"/>
              </a:ext>
            </a:extLst>
          </p:cNvPr>
          <p:cNvSpPr>
            <a:spLocks noGrp="1"/>
          </p:cNvSpPr>
          <p:nvPr>
            <p:ph type="body" sz="quarter" idx="103" hasCustomPrompt="1"/>
          </p:nvPr>
        </p:nvSpPr>
        <p:spPr>
          <a:xfrm>
            <a:off x="6722901" y="3587163"/>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40" name="Text Placeholder 15">
            <a:extLst>
              <a:ext uri="{FF2B5EF4-FFF2-40B4-BE49-F238E27FC236}">
                <a16:creationId xmlns:a16="http://schemas.microsoft.com/office/drawing/2014/main" id="{A5D45C1E-36F0-CA67-1D87-95E9D3FCCA84}"/>
              </a:ext>
            </a:extLst>
          </p:cNvPr>
          <p:cNvSpPr>
            <a:spLocks noGrp="1"/>
          </p:cNvSpPr>
          <p:nvPr>
            <p:ph type="body" sz="quarter" idx="104" hasCustomPrompt="1"/>
          </p:nvPr>
        </p:nvSpPr>
        <p:spPr>
          <a:xfrm>
            <a:off x="9390689" y="3587163"/>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Tree>
    <p:extLst>
      <p:ext uri="{BB962C8B-B14F-4D97-AF65-F5344CB8AC3E}">
        <p14:creationId xmlns:p14="http://schemas.microsoft.com/office/powerpoint/2010/main" val="187490405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P11 | HEAD +  Cycle Infographic">
    <p:spTree>
      <p:nvGrpSpPr>
        <p:cNvPr id="1" name=""/>
        <p:cNvGrpSpPr/>
        <p:nvPr/>
      </p:nvGrpSpPr>
      <p:grpSpPr>
        <a:xfrm>
          <a:off x="0" y="0"/>
          <a:ext cx="0" cy="0"/>
          <a:chOff x="0" y="0"/>
          <a:chExt cx="0" cy="0"/>
        </a:xfrm>
      </p:grpSpPr>
      <p:grpSp>
        <p:nvGrpSpPr>
          <p:cNvPr id="66" name="Group 65">
            <a:extLst>
              <a:ext uri="{FF2B5EF4-FFF2-40B4-BE49-F238E27FC236}">
                <a16:creationId xmlns:a16="http://schemas.microsoft.com/office/drawing/2014/main" id="{393D4A2A-B737-6DD9-6744-76633B8A246E}"/>
              </a:ext>
            </a:extLst>
          </p:cNvPr>
          <p:cNvGrpSpPr>
            <a:grpSpLocks noGrp="1" noUngrp="1" noRot="1" noMove="1" noResize="1"/>
          </p:cNvGrpSpPr>
          <p:nvPr userDrawn="1"/>
        </p:nvGrpSpPr>
        <p:grpSpPr>
          <a:xfrm>
            <a:off x="4331360" y="1778208"/>
            <a:ext cx="3526574" cy="4644917"/>
            <a:chOff x="4331360" y="1778208"/>
            <a:chExt cx="3526574" cy="4644917"/>
          </a:xfrm>
        </p:grpSpPr>
        <p:sp>
          <p:nvSpPr>
            <p:cNvPr id="43" name="Arrow: Right 42">
              <a:extLst>
                <a:ext uri="{FF2B5EF4-FFF2-40B4-BE49-F238E27FC236}">
                  <a16:creationId xmlns:a16="http://schemas.microsoft.com/office/drawing/2014/main" id="{A55548E4-88D9-3831-8EF5-DFF37589B257}"/>
                </a:ext>
              </a:extLst>
            </p:cNvPr>
            <p:cNvSpPr>
              <a:spLocks noGrp="1" noRot="1" noMove="1" noResize="1" noEditPoints="1" noAdjustHandles="1" noChangeArrowheads="1" noChangeShapeType="1"/>
            </p:cNvSpPr>
            <p:nvPr userDrawn="1"/>
          </p:nvSpPr>
          <p:spPr>
            <a:xfrm rot="16200000">
              <a:off x="4270326" y="3082752"/>
              <a:ext cx="367174" cy="245106"/>
            </a:xfrm>
            <a:prstGeom prst="rightArrow">
              <a:avLst>
                <a:gd name="adj1" fmla="val 49167"/>
                <a:gd name="adj2" fmla="val 5695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6" name="Arrow: Right 45">
              <a:extLst>
                <a:ext uri="{FF2B5EF4-FFF2-40B4-BE49-F238E27FC236}">
                  <a16:creationId xmlns:a16="http://schemas.microsoft.com/office/drawing/2014/main" id="{EAD6C330-C9B9-0F43-17AC-06EBEFF37C2E}"/>
                </a:ext>
              </a:extLst>
            </p:cNvPr>
            <p:cNvSpPr>
              <a:spLocks noGrp="1" noRot="1" noMove="1" noResize="1" noEditPoints="1" noAdjustHandles="1" noChangeArrowheads="1" noChangeShapeType="1"/>
            </p:cNvSpPr>
            <p:nvPr userDrawn="1"/>
          </p:nvSpPr>
          <p:spPr>
            <a:xfrm rot="16200000">
              <a:off x="4270326" y="4905424"/>
              <a:ext cx="367174" cy="245106"/>
            </a:xfrm>
            <a:prstGeom prst="rightArrow">
              <a:avLst>
                <a:gd name="adj1" fmla="val 49167"/>
                <a:gd name="adj2" fmla="val 5695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9" name="Arrow: Right 48">
              <a:extLst>
                <a:ext uri="{FF2B5EF4-FFF2-40B4-BE49-F238E27FC236}">
                  <a16:creationId xmlns:a16="http://schemas.microsoft.com/office/drawing/2014/main" id="{B9585103-0C05-5829-233B-FAA8F88C5636}"/>
                </a:ext>
              </a:extLst>
            </p:cNvPr>
            <p:cNvSpPr>
              <a:spLocks noGrp="1" noRot="1" noMove="1" noResize="1" noEditPoints="1" noAdjustHandles="1" noChangeArrowheads="1" noChangeShapeType="1"/>
            </p:cNvSpPr>
            <p:nvPr userDrawn="1"/>
          </p:nvSpPr>
          <p:spPr>
            <a:xfrm rot="5400000">
              <a:off x="7551794" y="4906932"/>
              <a:ext cx="367174" cy="245106"/>
            </a:xfrm>
            <a:prstGeom prst="rightArrow">
              <a:avLst>
                <a:gd name="adj1" fmla="val 49167"/>
                <a:gd name="adj2" fmla="val 5695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0" name="Arrow: Right 49">
              <a:extLst>
                <a:ext uri="{FF2B5EF4-FFF2-40B4-BE49-F238E27FC236}">
                  <a16:creationId xmlns:a16="http://schemas.microsoft.com/office/drawing/2014/main" id="{DEFE6186-DC89-1949-91CF-4875301AD184}"/>
                </a:ext>
              </a:extLst>
            </p:cNvPr>
            <p:cNvSpPr>
              <a:spLocks noGrp="1" noRot="1" noMove="1" noResize="1" noEditPoints="1" noAdjustHandles="1" noChangeArrowheads="1" noChangeShapeType="1"/>
            </p:cNvSpPr>
            <p:nvPr userDrawn="1"/>
          </p:nvSpPr>
          <p:spPr>
            <a:xfrm rot="5400000">
              <a:off x="7551794" y="3084260"/>
              <a:ext cx="367174" cy="245106"/>
            </a:xfrm>
            <a:prstGeom prst="rightArrow">
              <a:avLst>
                <a:gd name="adj1" fmla="val 49167"/>
                <a:gd name="adj2" fmla="val 5695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3" name="Freeform: Shape 32">
              <a:extLst>
                <a:ext uri="{FF2B5EF4-FFF2-40B4-BE49-F238E27FC236}">
                  <a16:creationId xmlns:a16="http://schemas.microsoft.com/office/drawing/2014/main" id="{3C869571-0ED3-865B-837B-E82E24FD2AD6}"/>
                </a:ext>
              </a:extLst>
            </p:cNvPr>
            <p:cNvSpPr>
              <a:spLocks noGrp="1" noRot="1" noMove="1" noResize="1" noEditPoints="1" noAdjustHandles="1" noChangeArrowheads="1" noChangeShapeType="1"/>
            </p:cNvSpPr>
            <p:nvPr userDrawn="1"/>
          </p:nvSpPr>
          <p:spPr>
            <a:xfrm>
              <a:off x="4454056" y="4639249"/>
              <a:ext cx="3281182" cy="1783876"/>
            </a:xfrm>
            <a:custGeom>
              <a:avLst/>
              <a:gdLst>
                <a:gd name="connsiteX0" fmla="*/ 3281182 w 3281182"/>
                <a:gd name="connsiteY0" fmla="*/ 1105207 h 1783876"/>
                <a:gd name="connsiteX1" fmla="*/ 1640591 w 3281182"/>
                <a:gd name="connsiteY1" fmla="*/ 1783877 h 1783876"/>
                <a:gd name="connsiteX2" fmla="*/ 0 w 3281182"/>
                <a:gd name="connsiteY2" fmla="*/ 1105207 h 1783876"/>
                <a:gd name="connsiteX3" fmla="*/ 1102993 w 3281182"/>
                <a:gd name="connsiteY3" fmla="*/ 0 h 1783876"/>
                <a:gd name="connsiteX4" fmla="*/ 1640591 w 3281182"/>
                <a:gd name="connsiteY4" fmla="*/ 222370 h 1783876"/>
                <a:gd name="connsiteX5" fmla="*/ 2178190 w 3281182"/>
                <a:gd name="connsiteY5" fmla="*/ 0 h 1783876"/>
                <a:gd name="connsiteX6" fmla="*/ 2729686 w 3281182"/>
                <a:gd name="connsiteY6" fmla="*/ 552603 h 1783876"/>
                <a:gd name="connsiteX7" fmla="*/ 3281182 w 3281182"/>
                <a:gd name="connsiteY7" fmla="*/ 1105207 h 178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1182" h="1783876">
                  <a:moveTo>
                    <a:pt x="3281182" y="1105207"/>
                  </a:moveTo>
                  <a:cubicBezTo>
                    <a:pt x="2861041" y="1524610"/>
                    <a:pt x="2281011" y="1783877"/>
                    <a:pt x="1640591" y="1783877"/>
                  </a:cubicBezTo>
                  <a:cubicBezTo>
                    <a:pt x="1000171" y="1783877"/>
                    <a:pt x="420141" y="1524610"/>
                    <a:pt x="0" y="1105207"/>
                  </a:cubicBezTo>
                  <a:lnTo>
                    <a:pt x="1102993" y="0"/>
                  </a:lnTo>
                  <a:cubicBezTo>
                    <a:pt x="1240744" y="137382"/>
                    <a:pt x="1430644" y="222370"/>
                    <a:pt x="1640591" y="222370"/>
                  </a:cubicBezTo>
                  <a:cubicBezTo>
                    <a:pt x="1850539" y="222370"/>
                    <a:pt x="2040438" y="137382"/>
                    <a:pt x="2178190" y="0"/>
                  </a:cubicBezTo>
                  <a:lnTo>
                    <a:pt x="2729686" y="552603"/>
                  </a:lnTo>
                  <a:lnTo>
                    <a:pt x="3281182" y="1105207"/>
                  </a:lnTo>
                  <a:close/>
                </a:path>
              </a:pathLst>
            </a:custGeom>
            <a:solidFill>
              <a:srgbClr val="0079C0"/>
            </a:solidFill>
            <a:ln w="12272"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6DD10C69-E7CC-037A-05B8-235B052F07C9}"/>
                </a:ext>
              </a:extLst>
            </p:cNvPr>
            <p:cNvSpPr>
              <a:spLocks noGrp="1" noRot="1" noMove="1" noResize="1" noEditPoints="1" noAdjustHandles="1" noChangeArrowheads="1" noChangeShapeType="1"/>
            </p:cNvSpPr>
            <p:nvPr userDrawn="1"/>
          </p:nvSpPr>
          <p:spPr>
            <a:xfrm>
              <a:off x="4454056" y="1778208"/>
              <a:ext cx="3281182" cy="1783876"/>
            </a:xfrm>
            <a:custGeom>
              <a:avLst/>
              <a:gdLst>
                <a:gd name="connsiteX0" fmla="*/ 3281182 w 3281182"/>
                <a:gd name="connsiteY0" fmla="*/ 678670 h 1783876"/>
                <a:gd name="connsiteX1" fmla="*/ 2729686 w 3281182"/>
                <a:gd name="connsiteY1" fmla="*/ 1231274 h 1783876"/>
                <a:gd name="connsiteX2" fmla="*/ 2178190 w 3281182"/>
                <a:gd name="connsiteY2" fmla="*/ 1783877 h 1783876"/>
                <a:gd name="connsiteX3" fmla="*/ 1640591 w 3281182"/>
                <a:gd name="connsiteY3" fmla="*/ 1561384 h 1783876"/>
                <a:gd name="connsiteX4" fmla="*/ 1102993 w 3281182"/>
                <a:gd name="connsiteY4" fmla="*/ 1783877 h 1783876"/>
                <a:gd name="connsiteX5" fmla="*/ 0 w 3281182"/>
                <a:gd name="connsiteY5" fmla="*/ 678670 h 1783876"/>
                <a:gd name="connsiteX6" fmla="*/ 1640591 w 3281182"/>
                <a:gd name="connsiteY6" fmla="*/ 0 h 1783876"/>
                <a:gd name="connsiteX7" fmla="*/ 3281182 w 3281182"/>
                <a:gd name="connsiteY7" fmla="*/ 678670 h 1783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1182" h="1783876">
                  <a:moveTo>
                    <a:pt x="3281182" y="678670"/>
                  </a:moveTo>
                  <a:lnTo>
                    <a:pt x="2729686" y="1231274"/>
                  </a:lnTo>
                  <a:lnTo>
                    <a:pt x="2178190" y="1783877"/>
                  </a:lnTo>
                  <a:cubicBezTo>
                    <a:pt x="2040438" y="1646372"/>
                    <a:pt x="1850539" y="1561384"/>
                    <a:pt x="1640591" y="1561384"/>
                  </a:cubicBezTo>
                  <a:cubicBezTo>
                    <a:pt x="1430644" y="1561384"/>
                    <a:pt x="1240744" y="1646372"/>
                    <a:pt x="1102993" y="1783877"/>
                  </a:cubicBezTo>
                  <a:lnTo>
                    <a:pt x="0" y="678670"/>
                  </a:lnTo>
                  <a:cubicBezTo>
                    <a:pt x="420141" y="259267"/>
                    <a:pt x="1000048" y="0"/>
                    <a:pt x="1640591" y="0"/>
                  </a:cubicBezTo>
                  <a:cubicBezTo>
                    <a:pt x="2281134" y="0"/>
                    <a:pt x="2861041" y="259267"/>
                    <a:pt x="3281182" y="678670"/>
                  </a:cubicBezTo>
                  <a:close/>
                </a:path>
              </a:pathLst>
            </a:custGeom>
            <a:solidFill>
              <a:srgbClr val="0079C0"/>
            </a:solidFill>
            <a:ln w="12272"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8FFFDC2C-1962-EA6E-1810-6548CAF11FC8}"/>
                </a:ext>
              </a:extLst>
            </p:cNvPr>
            <p:cNvSpPr>
              <a:spLocks noGrp="1" noRot="1" noMove="1" noResize="1" noEditPoints="1" noAdjustHandles="1" noChangeArrowheads="1" noChangeShapeType="1"/>
            </p:cNvSpPr>
            <p:nvPr userDrawn="1"/>
          </p:nvSpPr>
          <p:spPr>
            <a:xfrm>
              <a:off x="5005552" y="4639249"/>
              <a:ext cx="2178189" cy="1003123"/>
            </a:xfrm>
            <a:custGeom>
              <a:avLst/>
              <a:gdLst>
                <a:gd name="connsiteX0" fmla="*/ 2178190 w 2178189"/>
                <a:gd name="connsiteY0" fmla="*/ 552603 h 1003123"/>
                <a:gd name="connsiteX1" fmla="*/ 1089095 w 2178189"/>
                <a:gd name="connsiteY1" fmla="*/ 1003123 h 1003123"/>
                <a:gd name="connsiteX2" fmla="*/ 0 w 2178189"/>
                <a:gd name="connsiteY2" fmla="*/ 552603 h 1003123"/>
                <a:gd name="connsiteX3" fmla="*/ 551496 w 2178189"/>
                <a:gd name="connsiteY3" fmla="*/ 0 h 1003123"/>
                <a:gd name="connsiteX4" fmla="*/ 1089095 w 2178189"/>
                <a:gd name="connsiteY4" fmla="*/ 222370 h 1003123"/>
                <a:gd name="connsiteX5" fmla="*/ 1626693 w 2178189"/>
                <a:gd name="connsiteY5" fmla="*/ 0 h 1003123"/>
                <a:gd name="connsiteX6" fmla="*/ 2178190 w 2178189"/>
                <a:gd name="connsiteY6" fmla="*/ 552603 h 100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8189" h="1003123">
                  <a:moveTo>
                    <a:pt x="2178190" y="552603"/>
                  </a:moveTo>
                  <a:cubicBezTo>
                    <a:pt x="1899243" y="831057"/>
                    <a:pt x="1514155" y="1003123"/>
                    <a:pt x="1089095" y="1003123"/>
                  </a:cubicBezTo>
                  <a:cubicBezTo>
                    <a:pt x="664034" y="1003123"/>
                    <a:pt x="278946" y="831057"/>
                    <a:pt x="0" y="552603"/>
                  </a:cubicBezTo>
                  <a:lnTo>
                    <a:pt x="551496" y="0"/>
                  </a:lnTo>
                  <a:cubicBezTo>
                    <a:pt x="689247" y="137382"/>
                    <a:pt x="879147" y="222370"/>
                    <a:pt x="1089095" y="222370"/>
                  </a:cubicBezTo>
                  <a:cubicBezTo>
                    <a:pt x="1299042" y="222370"/>
                    <a:pt x="1488942" y="137382"/>
                    <a:pt x="1626693" y="0"/>
                  </a:cubicBezTo>
                  <a:lnTo>
                    <a:pt x="2178190" y="552603"/>
                  </a:lnTo>
                  <a:close/>
                </a:path>
              </a:pathLst>
            </a:custGeom>
            <a:solidFill>
              <a:srgbClr val="00BBF0"/>
            </a:solidFill>
            <a:ln w="12272"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CFA3DA8F-721E-9D2E-E38E-0B871984C432}"/>
                </a:ext>
              </a:extLst>
            </p:cNvPr>
            <p:cNvSpPr>
              <a:spLocks noGrp="1" noRot="1" noMove="1" noResize="1" noEditPoints="1" noAdjustHandles="1" noChangeArrowheads="1" noChangeShapeType="1"/>
            </p:cNvSpPr>
            <p:nvPr userDrawn="1"/>
          </p:nvSpPr>
          <p:spPr>
            <a:xfrm>
              <a:off x="5005552" y="2558961"/>
              <a:ext cx="2178189" cy="1003123"/>
            </a:xfrm>
            <a:custGeom>
              <a:avLst/>
              <a:gdLst>
                <a:gd name="connsiteX0" fmla="*/ 2178190 w 2178189"/>
                <a:gd name="connsiteY0" fmla="*/ 450520 h 1003123"/>
                <a:gd name="connsiteX1" fmla="*/ 1626693 w 2178189"/>
                <a:gd name="connsiteY1" fmla="*/ 1003123 h 1003123"/>
                <a:gd name="connsiteX2" fmla="*/ 1089095 w 2178189"/>
                <a:gd name="connsiteY2" fmla="*/ 780631 h 1003123"/>
                <a:gd name="connsiteX3" fmla="*/ 551496 w 2178189"/>
                <a:gd name="connsiteY3" fmla="*/ 1003123 h 1003123"/>
                <a:gd name="connsiteX4" fmla="*/ 0 w 2178189"/>
                <a:gd name="connsiteY4" fmla="*/ 450520 h 1003123"/>
                <a:gd name="connsiteX5" fmla="*/ 1089095 w 2178189"/>
                <a:gd name="connsiteY5" fmla="*/ 0 h 1003123"/>
                <a:gd name="connsiteX6" fmla="*/ 2178190 w 2178189"/>
                <a:gd name="connsiteY6" fmla="*/ 450520 h 100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78189" h="1003123">
                  <a:moveTo>
                    <a:pt x="2178190" y="450520"/>
                  </a:moveTo>
                  <a:lnTo>
                    <a:pt x="1626693" y="1003123"/>
                  </a:lnTo>
                  <a:cubicBezTo>
                    <a:pt x="1488942" y="865618"/>
                    <a:pt x="1299042" y="780631"/>
                    <a:pt x="1089095" y="780631"/>
                  </a:cubicBezTo>
                  <a:cubicBezTo>
                    <a:pt x="879147" y="780631"/>
                    <a:pt x="689247" y="865618"/>
                    <a:pt x="551496" y="1003123"/>
                  </a:cubicBezTo>
                  <a:lnTo>
                    <a:pt x="0" y="450520"/>
                  </a:lnTo>
                  <a:cubicBezTo>
                    <a:pt x="278946" y="172066"/>
                    <a:pt x="664034" y="0"/>
                    <a:pt x="1089095" y="0"/>
                  </a:cubicBezTo>
                  <a:cubicBezTo>
                    <a:pt x="1514155" y="0"/>
                    <a:pt x="1899243" y="172066"/>
                    <a:pt x="2178190" y="450520"/>
                  </a:cubicBezTo>
                  <a:close/>
                </a:path>
              </a:pathLst>
            </a:custGeom>
            <a:solidFill>
              <a:srgbClr val="00BBF0"/>
            </a:solidFill>
            <a:ln w="12272" cap="flat">
              <a:noFill/>
              <a:prstDash val="solid"/>
              <a:miter/>
            </a:ln>
          </p:spPr>
          <p:txBody>
            <a:bodyPr rtlCol="0" anchor="ctr"/>
            <a:lstStyle/>
            <a:p>
              <a:endParaRPr lang="en-GB"/>
            </a:p>
          </p:txBody>
        </p:sp>
        <p:sp>
          <p:nvSpPr>
            <p:cNvPr id="21" name="Oval 20">
              <a:extLst>
                <a:ext uri="{FF2B5EF4-FFF2-40B4-BE49-F238E27FC236}">
                  <a16:creationId xmlns:a16="http://schemas.microsoft.com/office/drawing/2014/main" id="{C1AB97EF-D3D8-9A06-8C97-0B0AFD7CA8FA}"/>
                </a:ext>
              </a:extLst>
            </p:cNvPr>
            <p:cNvSpPr>
              <a:spLocks noGrp="1" noRot="1" noMove="1" noResize="1" noEditPoints="1" noAdjustHandles="1" noChangeArrowheads="1" noChangeShapeType="1"/>
            </p:cNvSpPr>
            <p:nvPr userDrawn="1"/>
          </p:nvSpPr>
          <p:spPr>
            <a:xfrm>
              <a:off x="5312228" y="3318986"/>
              <a:ext cx="1567544" cy="1567542"/>
            </a:xfrm>
            <a:prstGeom prst="ellipse">
              <a:avLst/>
            </a:prstGeom>
            <a:solidFill>
              <a:schemeClr val="bg1"/>
            </a:solidFill>
            <a:ln w="19050">
              <a:no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endParaRPr lang="en-GB" sz="1050" b="1">
                <a:solidFill>
                  <a:schemeClr val="bg1"/>
                </a:solidFill>
                <a:latin typeface="+mj-lt"/>
              </a:endParaRPr>
            </a:p>
          </p:txBody>
        </p:sp>
      </p:grpSp>
      <p:sp>
        <p:nvSpPr>
          <p:cNvPr id="61" name="Rectangle 60">
            <a:extLst>
              <a:ext uri="{FF2B5EF4-FFF2-40B4-BE49-F238E27FC236}">
                <a16:creationId xmlns:a16="http://schemas.microsoft.com/office/drawing/2014/main" id="{C6BA3453-EA49-837C-5B28-755BE1D5600F}"/>
              </a:ext>
            </a:extLst>
          </p:cNvPr>
          <p:cNvSpPr>
            <a:spLocks noGrp="1" noRot="1" noMove="1" noResize="1" noEditPoints="1" noAdjustHandles="1" noChangeArrowheads="1" noChangeShapeType="1"/>
          </p:cNvSpPr>
          <p:nvPr userDrawn="1"/>
        </p:nvSpPr>
        <p:spPr>
          <a:xfrm>
            <a:off x="552456" y="2101946"/>
            <a:ext cx="2126504" cy="4321177"/>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5419434C-1C4B-D544-2094-689AC132F902}"/>
              </a:ext>
            </a:extLst>
          </p:cNvPr>
          <p:cNvCxnSpPr>
            <a:cxnSpLocks noGrp="1" noRot="1" noMove="1" noResize="1" noEditPoints="1" noAdjustHandles="1" noChangeArrowheads="1" noChangeShapeType="1"/>
          </p:cNvCxnSpPr>
          <p:nvPr userDrawn="1"/>
        </p:nvCxnSpPr>
        <p:spPr>
          <a:xfrm>
            <a:off x="5312818"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4" name="Text Placeholder 26">
            <a:extLst>
              <a:ext uri="{FF2B5EF4-FFF2-40B4-BE49-F238E27FC236}">
                <a16:creationId xmlns:a16="http://schemas.microsoft.com/office/drawing/2014/main" id="{623396D6-B825-BBEA-7EFC-7284F1D4B5C0}"/>
              </a:ext>
            </a:extLst>
          </p:cNvPr>
          <p:cNvSpPr>
            <a:spLocks noGrp="1"/>
          </p:cNvSpPr>
          <p:nvPr userDrawn="1">
            <p:ph type="body" sz="quarter" idx="81" hasCustomPrompt="1"/>
          </p:nvPr>
        </p:nvSpPr>
        <p:spPr>
          <a:xfrm>
            <a:off x="7349053" y="3910396"/>
            <a:ext cx="1937587" cy="384721"/>
          </a:xfrm>
          <a:prstGeom prst="rect">
            <a:avLst/>
          </a:prstGeom>
        </p:spPr>
        <p:txBody>
          <a:bodyPr wrap="square" lIns="0" tIns="0" rIns="0" bIns="0" anchor="ctr" anchorCtr="0">
            <a:spAutoFit/>
          </a:bodyPr>
          <a:lstStyle>
            <a:lvl1pPr marL="0" indent="0" algn="l">
              <a:lnSpc>
                <a:spcPts val="1500"/>
              </a:lnSpc>
              <a:spcBef>
                <a:spcPts val="0"/>
              </a:spcBef>
              <a:buNone/>
              <a:defRPr sz="14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TWO</a:t>
            </a:r>
            <a:br>
              <a:rPr lang="en-US" dirty="0"/>
            </a:br>
            <a:r>
              <a:rPr lang="en-US" dirty="0"/>
              <a:t>GOES HERE</a:t>
            </a:r>
            <a:endParaRPr lang="en-ZA" dirty="0"/>
          </a:p>
        </p:txBody>
      </p:sp>
      <p:sp>
        <p:nvSpPr>
          <p:cNvPr id="45" name="Text Placeholder 26">
            <a:extLst>
              <a:ext uri="{FF2B5EF4-FFF2-40B4-BE49-F238E27FC236}">
                <a16:creationId xmlns:a16="http://schemas.microsoft.com/office/drawing/2014/main" id="{627A3D57-8945-3255-D273-00CDD233E8ED}"/>
              </a:ext>
            </a:extLst>
          </p:cNvPr>
          <p:cNvSpPr>
            <a:spLocks noGrp="1"/>
          </p:cNvSpPr>
          <p:nvPr userDrawn="1">
            <p:ph type="body" sz="quarter" idx="82" hasCustomPrompt="1"/>
          </p:nvPr>
        </p:nvSpPr>
        <p:spPr>
          <a:xfrm>
            <a:off x="2902666" y="3913418"/>
            <a:ext cx="1940282" cy="384721"/>
          </a:xfrm>
          <a:prstGeom prst="rect">
            <a:avLst/>
          </a:prstGeom>
        </p:spPr>
        <p:txBody>
          <a:bodyPr wrap="square" lIns="0" tIns="0" rIns="0" bIns="0" anchor="ctr" anchorCtr="0">
            <a:spAutoFit/>
          </a:bodyPr>
          <a:lstStyle>
            <a:lvl1pPr marL="0" indent="0" algn="r">
              <a:lnSpc>
                <a:spcPts val="1500"/>
              </a:lnSpc>
              <a:spcBef>
                <a:spcPts val="0"/>
              </a:spcBef>
              <a:buNone/>
              <a:defRPr sz="1400" b="1" spc="40" baseline="0">
                <a:solidFill>
                  <a:schemeClr val="accent5">
                    <a:lumMod val="50000"/>
                  </a:schemeClr>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ONE</a:t>
            </a:r>
            <a:br>
              <a:rPr lang="en-US" dirty="0"/>
            </a:br>
            <a:r>
              <a:rPr lang="en-US" dirty="0"/>
              <a:t>GOES HERE</a:t>
            </a:r>
            <a:endParaRPr lang="en-ZA" dirty="0"/>
          </a:p>
        </p:txBody>
      </p:sp>
      <p:sp>
        <p:nvSpPr>
          <p:cNvPr id="51" name="Text Placeholder 26">
            <a:extLst>
              <a:ext uri="{FF2B5EF4-FFF2-40B4-BE49-F238E27FC236}">
                <a16:creationId xmlns:a16="http://schemas.microsoft.com/office/drawing/2014/main" id="{0D7E732B-0FCB-00AA-2D00-8E2E53DC8D8A}"/>
              </a:ext>
            </a:extLst>
          </p:cNvPr>
          <p:cNvSpPr>
            <a:spLocks noGrp="1"/>
          </p:cNvSpPr>
          <p:nvPr userDrawn="1">
            <p:ph type="body" sz="quarter" idx="83" hasCustomPrompt="1"/>
          </p:nvPr>
        </p:nvSpPr>
        <p:spPr>
          <a:xfrm>
            <a:off x="5248646" y="2890451"/>
            <a:ext cx="1692000" cy="205697"/>
          </a:xfrm>
          <a:prstGeom prst="rect">
            <a:avLst/>
          </a:prstGeom>
        </p:spPr>
        <p:txBody>
          <a:bodyPr wrap="square" lIns="0" tIns="0" rIns="0" bIns="0" anchor="ctr" anchorCtr="0">
            <a:spAutoFit/>
          </a:bodyPr>
          <a:lstStyle>
            <a:lvl1pPr marL="0" indent="0" algn="ctr">
              <a:lnSpc>
                <a:spcPts val="17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53" name="Text Placeholder 26">
            <a:extLst>
              <a:ext uri="{FF2B5EF4-FFF2-40B4-BE49-F238E27FC236}">
                <a16:creationId xmlns:a16="http://schemas.microsoft.com/office/drawing/2014/main" id="{003D28B2-0BD8-2A31-DECE-BDB174AE1B54}"/>
              </a:ext>
            </a:extLst>
          </p:cNvPr>
          <p:cNvSpPr>
            <a:spLocks noGrp="1"/>
          </p:cNvSpPr>
          <p:nvPr userDrawn="1">
            <p:ph type="body" sz="quarter" idx="84" hasCustomPrompt="1"/>
          </p:nvPr>
        </p:nvSpPr>
        <p:spPr>
          <a:xfrm>
            <a:off x="5267855" y="2101945"/>
            <a:ext cx="1692000" cy="205697"/>
          </a:xfrm>
          <a:prstGeom prst="rect">
            <a:avLst/>
          </a:prstGeom>
        </p:spPr>
        <p:txBody>
          <a:bodyPr wrap="square" lIns="0" tIns="0" rIns="0" bIns="0" anchor="ctr" anchorCtr="0">
            <a:spAutoFit/>
          </a:bodyPr>
          <a:lstStyle>
            <a:lvl1pPr marL="0" indent="0" algn="ctr">
              <a:lnSpc>
                <a:spcPts val="17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54" name="Text Placeholder 26">
            <a:extLst>
              <a:ext uri="{FF2B5EF4-FFF2-40B4-BE49-F238E27FC236}">
                <a16:creationId xmlns:a16="http://schemas.microsoft.com/office/drawing/2014/main" id="{C1385177-4EA6-F451-2F1B-4D5F50A9B452}"/>
              </a:ext>
            </a:extLst>
          </p:cNvPr>
          <p:cNvSpPr>
            <a:spLocks noGrp="1"/>
          </p:cNvSpPr>
          <p:nvPr userDrawn="1">
            <p:ph type="body" sz="quarter" idx="85" hasCustomPrompt="1"/>
          </p:nvPr>
        </p:nvSpPr>
        <p:spPr>
          <a:xfrm>
            <a:off x="5250000" y="5891991"/>
            <a:ext cx="1692000" cy="205697"/>
          </a:xfrm>
          <a:prstGeom prst="rect">
            <a:avLst/>
          </a:prstGeom>
        </p:spPr>
        <p:txBody>
          <a:bodyPr wrap="square" lIns="0" tIns="0" rIns="0" bIns="0" anchor="ctr" anchorCtr="0">
            <a:spAutoFit/>
          </a:bodyPr>
          <a:lstStyle>
            <a:lvl1pPr marL="0" indent="0" algn="ctr">
              <a:lnSpc>
                <a:spcPts val="17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55" name="Text Placeholder 26">
            <a:extLst>
              <a:ext uri="{FF2B5EF4-FFF2-40B4-BE49-F238E27FC236}">
                <a16:creationId xmlns:a16="http://schemas.microsoft.com/office/drawing/2014/main" id="{C88BA8D8-50C6-FC23-2853-570E554CCFA2}"/>
              </a:ext>
            </a:extLst>
          </p:cNvPr>
          <p:cNvSpPr>
            <a:spLocks noGrp="1"/>
          </p:cNvSpPr>
          <p:nvPr userDrawn="1">
            <p:ph type="body" sz="quarter" idx="86" hasCustomPrompt="1"/>
          </p:nvPr>
        </p:nvSpPr>
        <p:spPr>
          <a:xfrm>
            <a:off x="5269209" y="5122535"/>
            <a:ext cx="1692000" cy="205697"/>
          </a:xfrm>
          <a:prstGeom prst="rect">
            <a:avLst/>
          </a:prstGeom>
        </p:spPr>
        <p:txBody>
          <a:bodyPr wrap="square" lIns="0" tIns="0" rIns="0" bIns="0" anchor="ctr" anchorCtr="0">
            <a:spAutoFit/>
          </a:bodyPr>
          <a:lstStyle>
            <a:lvl1pPr marL="0" indent="0" algn="ctr">
              <a:lnSpc>
                <a:spcPts val="1700"/>
              </a:lnSpc>
              <a:spcBef>
                <a:spcPts val="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58" name="Text Placeholder 4">
            <a:extLst>
              <a:ext uri="{FF2B5EF4-FFF2-40B4-BE49-F238E27FC236}">
                <a16:creationId xmlns:a16="http://schemas.microsoft.com/office/drawing/2014/main" id="{D72261B6-9240-38B4-64AD-3D19088CB6B6}"/>
              </a:ext>
            </a:extLst>
          </p:cNvPr>
          <p:cNvSpPr>
            <a:spLocks noGrp="1"/>
          </p:cNvSpPr>
          <p:nvPr userDrawn="1">
            <p:ph type="body" sz="quarter" idx="87"/>
          </p:nvPr>
        </p:nvSpPr>
        <p:spPr>
          <a:xfrm>
            <a:off x="776161" y="2716473"/>
            <a:ext cx="1676400" cy="3462135"/>
          </a:xfrm>
          <a:prstGeom prst="rect">
            <a:avLst/>
          </a:prstGeom>
        </p:spPr>
        <p:txBody>
          <a:bodyPr lIns="0" tIns="0" rIns="0" bIns="0"/>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sp>
        <p:nvSpPr>
          <p:cNvPr id="59" name="Text Placeholder 4">
            <a:extLst>
              <a:ext uri="{FF2B5EF4-FFF2-40B4-BE49-F238E27FC236}">
                <a16:creationId xmlns:a16="http://schemas.microsoft.com/office/drawing/2014/main" id="{A19D0D96-BCC5-EAB0-B9B1-2E2D93C2C8BF}"/>
              </a:ext>
            </a:extLst>
          </p:cNvPr>
          <p:cNvSpPr>
            <a:spLocks noGrp="1"/>
          </p:cNvSpPr>
          <p:nvPr userDrawn="1">
            <p:ph type="body" sz="quarter" idx="88" hasCustomPrompt="1"/>
          </p:nvPr>
        </p:nvSpPr>
        <p:spPr>
          <a:xfrm>
            <a:off x="776161" y="2300973"/>
            <a:ext cx="1676398" cy="256480"/>
          </a:xfrm>
          <a:prstGeom prst="rect">
            <a:avLst/>
          </a:prstGeom>
        </p:spPr>
        <p:txBody>
          <a:bodyPr wrap="square" lIns="0" tIns="0" rIns="0" bIns="0" anchor="b" anchorCtr="0">
            <a:spAutoFit/>
          </a:bodyPr>
          <a:lstStyle>
            <a:lvl1pPr marL="0" indent="0">
              <a:lnSpc>
                <a:spcPts val="1000"/>
              </a:lnSpc>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Sub-heading here over two lines maximum</a:t>
            </a:r>
          </a:p>
        </p:txBody>
      </p:sp>
      <p:sp>
        <p:nvSpPr>
          <p:cNvPr id="60" name="Text Placeholder 26">
            <a:extLst>
              <a:ext uri="{FF2B5EF4-FFF2-40B4-BE49-F238E27FC236}">
                <a16:creationId xmlns:a16="http://schemas.microsoft.com/office/drawing/2014/main" id="{AC841811-DF3C-0057-C908-990E207C2993}"/>
              </a:ext>
            </a:extLst>
          </p:cNvPr>
          <p:cNvSpPr>
            <a:spLocks noGrp="1"/>
          </p:cNvSpPr>
          <p:nvPr userDrawn="1">
            <p:ph type="body" sz="quarter" idx="89" hasCustomPrompt="1"/>
          </p:nvPr>
        </p:nvSpPr>
        <p:spPr>
          <a:xfrm>
            <a:off x="5461233" y="3999907"/>
            <a:ext cx="1266826" cy="205697"/>
          </a:xfrm>
          <a:prstGeom prst="rect">
            <a:avLst/>
          </a:prstGeom>
        </p:spPr>
        <p:txBody>
          <a:bodyPr wrap="square" lIns="0" tIns="0" rIns="0" bIns="0" anchor="ctr" anchorCtr="0">
            <a:spAutoFit/>
          </a:bodyPr>
          <a:lstStyle>
            <a:lvl1pPr marL="0" indent="0" algn="ctr">
              <a:lnSpc>
                <a:spcPts val="1700"/>
              </a:lnSpc>
              <a:spcBef>
                <a:spcPts val="0"/>
              </a:spcBef>
              <a:buNone/>
              <a:defRPr sz="1400" b="1" spc="40" baseline="0">
                <a:solidFill>
                  <a:schemeClr val="accent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a:t>
            </a:r>
            <a:endParaRPr lang="en-ZA" dirty="0"/>
          </a:p>
        </p:txBody>
      </p:sp>
      <p:sp>
        <p:nvSpPr>
          <p:cNvPr id="63" name="Rectangle 62">
            <a:extLst>
              <a:ext uri="{FF2B5EF4-FFF2-40B4-BE49-F238E27FC236}">
                <a16:creationId xmlns:a16="http://schemas.microsoft.com/office/drawing/2014/main" id="{81AB02F9-A5E1-C7CD-2A92-85C36E7A3FF4}"/>
              </a:ext>
            </a:extLst>
          </p:cNvPr>
          <p:cNvSpPr>
            <a:spLocks noGrp="1" noRot="1" noMove="1" noResize="1" noEditPoints="1" noAdjustHandles="1" noChangeArrowheads="1" noChangeShapeType="1"/>
          </p:cNvSpPr>
          <p:nvPr userDrawn="1"/>
        </p:nvSpPr>
        <p:spPr>
          <a:xfrm>
            <a:off x="9513040" y="2101945"/>
            <a:ext cx="2126504" cy="4321177"/>
          </a:xfrm>
          <a:prstGeom prst="rect">
            <a:avLst/>
          </a:prstGeom>
          <a:solidFill>
            <a:schemeClr val="bg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 Placeholder 4">
            <a:extLst>
              <a:ext uri="{FF2B5EF4-FFF2-40B4-BE49-F238E27FC236}">
                <a16:creationId xmlns:a16="http://schemas.microsoft.com/office/drawing/2014/main" id="{00668AD0-0DF6-FF16-39CB-A2E442AED4F3}"/>
              </a:ext>
            </a:extLst>
          </p:cNvPr>
          <p:cNvSpPr>
            <a:spLocks noGrp="1"/>
          </p:cNvSpPr>
          <p:nvPr>
            <p:ph type="body" sz="quarter" idx="90"/>
          </p:nvPr>
        </p:nvSpPr>
        <p:spPr>
          <a:xfrm>
            <a:off x="9736745" y="2716472"/>
            <a:ext cx="1676400" cy="3462135"/>
          </a:xfrm>
          <a:prstGeom prst="rect">
            <a:avLst/>
          </a:prstGeom>
        </p:spPr>
        <p:txBody>
          <a:bodyPr lIns="0" tIns="0" rIns="0" bIns="0"/>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sp>
        <p:nvSpPr>
          <p:cNvPr id="65" name="Text Placeholder 4">
            <a:extLst>
              <a:ext uri="{FF2B5EF4-FFF2-40B4-BE49-F238E27FC236}">
                <a16:creationId xmlns:a16="http://schemas.microsoft.com/office/drawing/2014/main" id="{D416D1DF-92A3-968F-E9D5-13DFE1CAD57E}"/>
              </a:ext>
            </a:extLst>
          </p:cNvPr>
          <p:cNvSpPr>
            <a:spLocks noGrp="1"/>
          </p:cNvSpPr>
          <p:nvPr>
            <p:ph type="body" sz="quarter" idx="91" hasCustomPrompt="1"/>
          </p:nvPr>
        </p:nvSpPr>
        <p:spPr>
          <a:xfrm>
            <a:off x="9736745" y="2300972"/>
            <a:ext cx="1676398" cy="256480"/>
          </a:xfrm>
          <a:prstGeom prst="rect">
            <a:avLst/>
          </a:prstGeom>
        </p:spPr>
        <p:txBody>
          <a:bodyPr wrap="square" lIns="0" tIns="0" rIns="0" bIns="0" anchor="b" anchorCtr="0">
            <a:spAutoFit/>
          </a:bodyPr>
          <a:lstStyle>
            <a:lvl1pPr marL="0" indent="0">
              <a:lnSpc>
                <a:spcPts val="1000"/>
              </a:lnSpc>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Sub-heading here over two lines maximum</a:t>
            </a:r>
          </a:p>
        </p:txBody>
      </p:sp>
    </p:spTree>
    <p:extLst>
      <p:ext uri="{BB962C8B-B14F-4D97-AF65-F5344CB8AC3E}">
        <p14:creationId xmlns:p14="http://schemas.microsoft.com/office/powerpoint/2010/main" val="57394625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P11 | 4_Title Slide - ONE + Sub-Headin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678872CA-131D-3701-4225-D2C7B3B2779D}"/>
              </a:ext>
            </a:extLst>
          </p:cNvPr>
          <p:cNvSpPr>
            <a:spLocks noGrp="1" noRot="1" noMove="1" noResize="1" noEditPoints="1" noAdjustHandles="1" noChangeArrowheads="1" noChangeShapeType="1"/>
          </p:cNvSpPr>
          <p:nvPr userDrawn="1"/>
        </p:nvSpPr>
        <p:spPr>
          <a:xfrm>
            <a:off x="1" y="1408719"/>
            <a:ext cx="12191999" cy="5449281"/>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9" name="Text Placeholder 4">
            <a:extLst>
              <a:ext uri="{FF2B5EF4-FFF2-40B4-BE49-F238E27FC236}">
                <a16:creationId xmlns:a16="http://schemas.microsoft.com/office/drawing/2014/main" id="{377E9BB7-781F-8070-0982-35A5315045B0}"/>
              </a:ext>
            </a:extLst>
          </p:cNvPr>
          <p:cNvSpPr>
            <a:spLocks noGrp="1"/>
          </p:cNvSpPr>
          <p:nvPr>
            <p:ph type="body" sz="quarter" idx="90"/>
          </p:nvPr>
        </p:nvSpPr>
        <p:spPr>
          <a:xfrm>
            <a:off x="8769089" y="2075412"/>
            <a:ext cx="2870444" cy="333425"/>
          </a:xfrm>
          <a:prstGeom prst="rect">
            <a:avLst/>
          </a:prstGeom>
        </p:spPr>
        <p:txBody>
          <a:bodyPr wrap="square" lIns="0" tIns="0" rIns="0" bIns="0">
            <a:spAutoFit/>
          </a:bodyPr>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cxnSp>
        <p:nvCxnSpPr>
          <p:cNvPr id="61" name="Straight Connector 60">
            <a:extLst>
              <a:ext uri="{FF2B5EF4-FFF2-40B4-BE49-F238E27FC236}">
                <a16:creationId xmlns:a16="http://schemas.microsoft.com/office/drawing/2014/main" id="{60C27C44-8913-AECD-4BFD-C3047FF8891E}"/>
              </a:ext>
            </a:extLst>
          </p:cNvPr>
          <p:cNvCxnSpPr>
            <a:cxnSpLocks noGrp="1" noRot="1" noMove="1" noResize="1" noEditPoints="1" noAdjustHandles="1" noChangeArrowheads="1" noChangeShapeType="1"/>
          </p:cNvCxnSpPr>
          <p:nvPr userDrawn="1"/>
        </p:nvCxnSpPr>
        <p:spPr>
          <a:xfrm>
            <a:off x="8769088" y="4166773"/>
            <a:ext cx="28704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Text Placeholder 4">
            <a:extLst>
              <a:ext uri="{FF2B5EF4-FFF2-40B4-BE49-F238E27FC236}">
                <a16:creationId xmlns:a16="http://schemas.microsoft.com/office/drawing/2014/main" id="{3954029E-42DE-B6DB-7F78-DF91688121EA}"/>
              </a:ext>
            </a:extLst>
          </p:cNvPr>
          <p:cNvSpPr>
            <a:spLocks noGrp="1"/>
          </p:cNvSpPr>
          <p:nvPr>
            <p:ph type="body" sz="quarter" idx="91"/>
          </p:nvPr>
        </p:nvSpPr>
        <p:spPr>
          <a:xfrm>
            <a:off x="8769089" y="4633491"/>
            <a:ext cx="2870444" cy="333425"/>
          </a:xfrm>
          <a:prstGeom prst="rect">
            <a:avLst/>
          </a:prstGeom>
        </p:spPr>
        <p:txBody>
          <a:bodyPr wrap="square" lIns="0" tIns="0" rIns="0" bIns="0">
            <a:spAutoFit/>
          </a:bodyPr>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sp>
        <p:nvSpPr>
          <p:cNvPr id="66" name="Text Placeholder 4">
            <a:extLst>
              <a:ext uri="{FF2B5EF4-FFF2-40B4-BE49-F238E27FC236}">
                <a16:creationId xmlns:a16="http://schemas.microsoft.com/office/drawing/2014/main" id="{5523097A-3E2F-5CFA-ABAF-273FF8D0C626}"/>
              </a:ext>
            </a:extLst>
          </p:cNvPr>
          <p:cNvSpPr>
            <a:spLocks noGrp="1"/>
          </p:cNvSpPr>
          <p:nvPr>
            <p:ph type="body" sz="quarter" idx="92"/>
          </p:nvPr>
        </p:nvSpPr>
        <p:spPr>
          <a:xfrm>
            <a:off x="588166" y="2085881"/>
            <a:ext cx="2870444" cy="333425"/>
          </a:xfrm>
          <a:prstGeom prst="rect">
            <a:avLst/>
          </a:prstGeom>
        </p:spPr>
        <p:txBody>
          <a:bodyPr wrap="square" lIns="0" tIns="0" rIns="0" bIns="0">
            <a:spAutoFit/>
          </a:bodyPr>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cxnSp>
        <p:nvCxnSpPr>
          <p:cNvPr id="67" name="Straight Connector 66">
            <a:extLst>
              <a:ext uri="{FF2B5EF4-FFF2-40B4-BE49-F238E27FC236}">
                <a16:creationId xmlns:a16="http://schemas.microsoft.com/office/drawing/2014/main" id="{DD9B68B5-9BCD-2263-FBE8-8984A54AA67C}"/>
              </a:ext>
            </a:extLst>
          </p:cNvPr>
          <p:cNvCxnSpPr>
            <a:cxnSpLocks noGrp="1" noRot="1" noMove="1" noResize="1" noEditPoints="1" noAdjustHandles="1" noChangeArrowheads="1" noChangeShapeType="1"/>
          </p:cNvCxnSpPr>
          <p:nvPr userDrawn="1"/>
        </p:nvCxnSpPr>
        <p:spPr>
          <a:xfrm>
            <a:off x="588165" y="4177242"/>
            <a:ext cx="28704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Text Placeholder 4">
            <a:extLst>
              <a:ext uri="{FF2B5EF4-FFF2-40B4-BE49-F238E27FC236}">
                <a16:creationId xmlns:a16="http://schemas.microsoft.com/office/drawing/2014/main" id="{42F17BE2-1687-3075-FA12-671351F07A3C}"/>
              </a:ext>
            </a:extLst>
          </p:cNvPr>
          <p:cNvSpPr>
            <a:spLocks noGrp="1"/>
          </p:cNvSpPr>
          <p:nvPr>
            <p:ph type="body" sz="quarter" idx="93"/>
          </p:nvPr>
        </p:nvSpPr>
        <p:spPr>
          <a:xfrm>
            <a:off x="588166" y="4643960"/>
            <a:ext cx="2870444" cy="333425"/>
          </a:xfrm>
          <a:prstGeom prst="rect">
            <a:avLst/>
          </a:prstGeom>
        </p:spPr>
        <p:txBody>
          <a:bodyPr wrap="square" lIns="0" tIns="0" rIns="0" bIns="0">
            <a:spAutoFit/>
          </a:bodyPr>
          <a:lstStyle>
            <a:lvl1pPr marL="179388" indent="-179388">
              <a:lnSpc>
                <a:spcPts val="1100"/>
              </a:lnSpc>
              <a:spcBef>
                <a:spcPts val="400"/>
              </a:spcBef>
              <a:buFont typeface="Calibri" panose="020F0502020204030204" pitchFamily="34" charset="0"/>
              <a:buChar char="+"/>
              <a:defRPr sz="1000">
                <a:solidFill>
                  <a:schemeClr val="accent5"/>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0"/>
            <a:endParaRPr lang="en-GB" noProof="0" dirty="0"/>
          </a:p>
        </p:txBody>
      </p:sp>
      <p:sp>
        <p:nvSpPr>
          <p:cNvPr id="76" name="Title 1">
            <a:extLst>
              <a:ext uri="{FF2B5EF4-FFF2-40B4-BE49-F238E27FC236}">
                <a16:creationId xmlns:a16="http://schemas.microsoft.com/office/drawing/2014/main" id="{69CDD2BD-CCC1-508F-E314-6E05EE4FBA6A}"/>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77" name="Text Placeholder 4">
            <a:extLst>
              <a:ext uri="{FF2B5EF4-FFF2-40B4-BE49-F238E27FC236}">
                <a16:creationId xmlns:a16="http://schemas.microsoft.com/office/drawing/2014/main" id="{7C3F8C4E-1032-AEC0-5E1D-D96D6E272FC2}"/>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gn="ctr">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57141744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P11 | HEAD + INTRO + Loop Infographic">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7C1E785C-EC57-34FA-F9B4-0A45C04C8157}"/>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88164" y="2747522"/>
            <a:ext cx="11209389" cy="2987453"/>
          </a:xfrm>
          <a:prstGeom prst="rect">
            <a:avLst/>
          </a:prstGeom>
        </p:spPr>
      </p:pic>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7" name="Text Placeholder 4">
            <a:extLst>
              <a:ext uri="{FF2B5EF4-FFF2-40B4-BE49-F238E27FC236}">
                <a16:creationId xmlns:a16="http://schemas.microsoft.com/office/drawing/2014/main" id="{A6B96E24-50E8-609C-63E9-1270F4EBF942}"/>
              </a:ext>
            </a:extLst>
          </p:cNvPr>
          <p:cNvSpPr>
            <a:spLocks noGrp="1"/>
          </p:cNvSpPr>
          <p:nvPr>
            <p:ph type="body" sz="quarter" idx="39" hasCustomPrompt="1"/>
          </p:nvPr>
        </p:nvSpPr>
        <p:spPr>
          <a:xfrm>
            <a:off x="588165" y="1411009"/>
            <a:ext cx="11051372" cy="396327"/>
          </a:xfrm>
          <a:prstGeom prst="rect">
            <a:avLst/>
          </a:prstGeom>
        </p:spPr>
        <p:txBody>
          <a:bodyPr lIns="0" tIns="0" rIns="0" bIns="0">
            <a:spAutoFit/>
          </a:bodyPr>
          <a:lstStyle>
            <a:lvl1pPr marL="0" indent="0">
              <a:lnSpc>
                <a:spcPts val="1600"/>
              </a:lnSpc>
              <a:buFont typeface="Calibri" panose="020F0502020204030204" pitchFamily="34" charset="0"/>
              <a:buNone/>
              <a:defRPr sz="1050" spc="40" baseline="0">
                <a:solidFill>
                  <a:schemeClr val="tx2">
                    <a:lumMod val="50000"/>
                  </a:schemeClr>
                </a:solidFill>
                <a:latin typeface="+mj-lt"/>
              </a:defRPr>
            </a:lvl1pPr>
            <a:lvl2pPr marL="457200" indent="0">
              <a:lnSpc>
                <a:spcPts val="1600"/>
              </a:lnSpc>
              <a:buNone/>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marL="0" marR="0" lvl="0" indent="0" algn="l" defTabSz="914400" rtl="0" eaLnBrk="1" fontAlgn="auto" latinLnBrk="0" hangingPunct="1">
              <a:lnSpc>
                <a:spcPts val="1600"/>
              </a:lnSpc>
              <a:spcBef>
                <a:spcPts val="1000"/>
              </a:spcBef>
              <a:spcAft>
                <a:spcPts val="0"/>
              </a:spcAft>
              <a:buClrTx/>
              <a:buSzTx/>
              <a:buFont typeface="Calibri" panose="020F0502020204030204" pitchFamily="34" charset="0"/>
              <a:buNone/>
              <a:tabLst/>
              <a:defRPr/>
            </a:pPr>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9" name="Title 1">
            <a:extLst>
              <a:ext uri="{FF2B5EF4-FFF2-40B4-BE49-F238E27FC236}">
                <a16:creationId xmlns:a16="http://schemas.microsoft.com/office/drawing/2014/main" id="{5474D158-5B2C-8BF9-4AE5-0B4BBBA47D64}"/>
              </a:ext>
            </a:extLst>
          </p:cNvPr>
          <p:cNvSpPr>
            <a:spLocks noGrp="1"/>
          </p:cNvSpPr>
          <p:nvPr>
            <p:ph type="ctrTitle" hasCustomPrompt="1"/>
          </p:nvPr>
        </p:nvSpPr>
        <p:spPr>
          <a:xfrm>
            <a:off x="588171" y="532999"/>
            <a:ext cx="11051366"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cxnSp>
        <p:nvCxnSpPr>
          <p:cNvPr id="10" name="Straight Connector 15">
            <a:extLst>
              <a:ext uri="{FF2B5EF4-FFF2-40B4-BE49-F238E27FC236}">
                <a16:creationId xmlns:a16="http://schemas.microsoft.com/office/drawing/2014/main" id="{9CBAC9EC-FFD1-8A18-96FB-067B37354413}"/>
              </a:ext>
            </a:extLst>
          </p:cNvPr>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0" name="Text Placeholder 26">
            <a:extLst>
              <a:ext uri="{FF2B5EF4-FFF2-40B4-BE49-F238E27FC236}">
                <a16:creationId xmlns:a16="http://schemas.microsoft.com/office/drawing/2014/main" id="{212F2978-8A2A-22F9-8408-AF4CA58929DC}"/>
              </a:ext>
            </a:extLst>
          </p:cNvPr>
          <p:cNvSpPr>
            <a:spLocks noGrp="1"/>
          </p:cNvSpPr>
          <p:nvPr>
            <p:ph type="body" sz="quarter" idx="81" hasCustomPrompt="1"/>
          </p:nvPr>
        </p:nvSpPr>
        <p:spPr>
          <a:xfrm>
            <a:off x="1058091" y="2229884"/>
            <a:ext cx="2037806" cy="157607"/>
          </a:xfrm>
          <a:prstGeom prst="rect">
            <a:avLst/>
          </a:prstGeom>
        </p:spPr>
        <p:txBody>
          <a:bodyPr wrap="square" lIns="0" tIns="0" rIns="0" bIns="0" anchor="t" anchorCtr="0">
            <a:spAutoFit/>
          </a:bodyPr>
          <a:lstStyle>
            <a:lvl1pPr marL="0" indent="0" algn="ctr">
              <a:lnSpc>
                <a:spcPts val="1200"/>
              </a:lnSpc>
              <a:spcBef>
                <a:spcPts val="0"/>
              </a:spcBef>
              <a:buNone/>
              <a:defRPr sz="1400" b="1" spc="40" baseline="0">
                <a:solidFill>
                  <a:schemeClr val="accent2"/>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22" name="Text Placeholder 26">
            <a:extLst>
              <a:ext uri="{FF2B5EF4-FFF2-40B4-BE49-F238E27FC236}">
                <a16:creationId xmlns:a16="http://schemas.microsoft.com/office/drawing/2014/main" id="{8C417EC6-F150-4BE0-4B8B-69CDE37A7CCC}"/>
              </a:ext>
            </a:extLst>
          </p:cNvPr>
          <p:cNvSpPr>
            <a:spLocks noGrp="1"/>
          </p:cNvSpPr>
          <p:nvPr>
            <p:ph type="body" sz="quarter" idx="83" hasCustomPrompt="1"/>
          </p:nvPr>
        </p:nvSpPr>
        <p:spPr>
          <a:xfrm>
            <a:off x="6361613" y="2229884"/>
            <a:ext cx="2037806" cy="157607"/>
          </a:xfrm>
          <a:prstGeom prst="rect">
            <a:avLst/>
          </a:prstGeom>
        </p:spPr>
        <p:txBody>
          <a:bodyPr wrap="square" lIns="0" tIns="0" rIns="0" bIns="0" anchor="t" anchorCtr="0">
            <a:spAutoFit/>
          </a:bodyPr>
          <a:lstStyle>
            <a:lvl1pPr marL="0" indent="0" algn="ctr">
              <a:lnSpc>
                <a:spcPts val="1200"/>
              </a:lnSpc>
              <a:spcBef>
                <a:spcPts val="0"/>
              </a:spcBef>
              <a:buNone/>
              <a:defRPr sz="1400" b="1" spc="40" baseline="0">
                <a:solidFill>
                  <a:schemeClr val="accent4"/>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38" name="Text Placeholder 26">
            <a:extLst>
              <a:ext uri="{FF2B5EF4-FFF2-40B4-BE49-F238E27FC236}">
                <a16:creationId xmlns:a16="http://schemas.microsoft.com/office/drawing/2014/main" id="{DA4ABB67-374E-1081-EC9B-5484FF9A250E}"/>
              </a:ext>
            </a:extLst>
          </p:cNvPr>
          <p:cNvSpPr>
            <a:spLocks noGrp="1"/>
          </p:cNvSpPr>
          <p:nvPr>
            <p:ph type="body" sz="quarter" idx="89" hasCustomPrompt="1"/>
          </p:nvPr>
        </p:nvSpPr>
        <p:spPr>
          <a:xfrm>
            <a:off x="3718560" y="2229884"/>
            <a:ext cx="2037806" cy="157607"/>
          </a:xfrm>
          <a:prstGeom prst="rect">
            <a:avLst/>
          </a:prstGeom>
        </p:spPr>
        <p:txBody>
          <a:bodyPr wrap="square" lIns="0" tIns="0" rIns="0" bIns="0" anchor="t" anchorCtr="0">
            <a:spAutoFit/>
          </a:bodyPr>
          <a:lstStyle>
            <a:lvl1pPr marL="0" indent="0" algn="ctr">
              <a:lnSpc>
                <a:spcPts val="1200"/>
              </a:lnSpc>
              <a:spcBef>
                <a:spcPts val="0"/>
              </a:spcBef>
              <a:buNone/>
              <a:defRPr sz="1400" b="1" spc="40" baseline="0">
                <a:solidFill>
                  <a:schemeClr val="accent6"/>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 </a:t>
            </a:r>
            <a:endParaRPr lang="en-ZA" dirty="0"/>
          </a:p>
        </p:txBody>
      </p:sp>
      <p:sp>
        <p:nvSpPr>
          <p:cNvPr id="49" name="Text Placeholder 26">
            <a:extLst>
              <a:ext uri="{FF2B5EF4-FFF2-40B4-BE49-F238E27FC236}">
                <a16:creationId xmlns:a16="http://schemas.microsoft.com/office/drawing/2014/main" id="{76EB2594-6559-7D65-5E3F-1DF9682DE4BC}"/>
              </a:ext>
            </a:extLst>
          </p:cNvPr>
          <p:cNvSpPr>
            <a:spLocks noGrp="1"/>
          </p:cNvSpPr>
          <p:nvPr>
            <p:ph type="body" sz="quarter" idx="90" hasCustomPrompt="1"/>
          </p:nvPr>
        </p:nvSpPr>
        <p:spPr>
          <a:xfrm>
            <a:off x="9031350" y="2229884"/>
            <a:ext cx="2037806" cy="157607"/>
          </a:xfrm>
          <a:prstGeom prst="rect">
            <a:avLst/>
          </a:prstGeom>
        </p:spPr>
        <p:txBody>
          <a:bodyPr wrap="square" lIns="0" tIns="0" rIns="0" bIns="0" anchor="t" anchorCtr="0">
            <a:spAutoFit/>
          </a:bodyPr>
          <a:lstStyle>
            <a:lvl1pPr marL="0" indent="0" algn="ctr">
              <a:lnSpc>
                <a:spcPts val="1200"/>
              </a:lnSpc>
              <a:spcBef>
                <a:spcPts val="0"/>
              </a:spcBef>
              <a:buNone/>
              <a:defRPr sz="1400" b="1" spc="40" baseline="0">
                <a:solidFill>
                  <a:schemeClr val="accent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HEADING HERE</a:t>
            </a:r>
            <a:endParaRPr lang="en-ZA" dirty="0"/>
          </a:p>
        </p:txBody>
      </p:sp>
      <p:sp>
        <p:nvSpPr>
          <p:cNvPr id="64" name="Text Placeholder 22">
            <a:extLst>
              <a:ext uri="{FF2B5EF4-FFF2-40B4-BE49-F238E27FC236}">
                <a16:creationId xmlns:a16="http://schemas.microsoft.com/office/drawing/2014/main" id="{9F690D24-652B-81C1-D980-829DA3EE3BCD}"/>
              </a:ext>
            </a:extLst>
          </p:cNvPr>
          <p:cNvSpPr>
            <a:spLocks noGrp="1"/>
          </p:cNvSpPr>
          <p:nvPr>
            <p:ph type="body" sz="quarter" idx="96" hasCustomPrompt="1"/>
          </p:nvPr>
        </p:nvSpPr>
        <p:spPr>
          <a:xfrm>
            <a:off x="3718560" y="5949433"/>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65" name="Text Placeholder 22">
            <a:extLst>
              <a:ext uri="{FF2B5EF4-FFF2-40B4-BE49-F238E27FC236}">
                <a16:creationId xmlns:a16="http://schemas.microsoft.com/office/drawing/2014/main" id="{EBCB4EC1-6E42-6EC4-B9E5-65DB4D02A03D}"/>
              </a:ext>
            </a:extLst>
          </p:cNvPr>
          <p:cNvSpPr>
            <a:spLocks noGrp="1"/>
          </p:cNvSpPr>
          <p:nvPr>
            <p:ph type="body" sz="quarter" idx="97" hasCustomPrompt="1"/>
          </p:nvPr>
        </p:nvSpPr>
        <p:spPr>
          <a:xfrm>
            <a:off x="6361612" y="5949433"/>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66" name="Text Placeholder 22">
            <a:extLst>
              <a:ext uri="{FF2B5EF4-FFF2-40B4-BE49-F238E27FC236}">
                <a16:creationId xmlns:a16="http://schemas.microsoft.com/office/drawing/2014/main" id="{AAAF28BD-884D-6F4F-9CBA-B65820A574D4}"/>
              </a:ext>
            </a:extLst>
          </p:cNvPr>
          <p:cNvSpPr>
            <a:spLocks noGrp="1"/>
          </p:cNvSpPr>
          <p:nvPr>
            <p:ph type="body" sz="quarter" idx="98" hasCustomPrompt="1"/>
          </p:nvPr>
        </p:nvSpPr>
        <p:spPr>
          <a:xfrm>
            <a:off x="9031349" y="5949433"/>
            <a:ext cx="2032680" cy="461665"/>
          </a:xfrm>
          <a:prstGeom prst="rect">
            <a:avLst/>
          </a:prstGeom>
        </p:spPr>
        <p:txBody>
          <a:bodyPr wrap="square" lIns="0" tIns="0" rIns="0" bIns="0" anchor="t" anchorCtr="0">
            <a:spAutoFit/>
          </a:bodyPr>
          <a:lstStyle>
            <a:lvl1pPr marL="0" indent="0" algn="ct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67" name="Text Placeholder 22">
            <a:extLst>
              <a:ext uri="{FF2B5EF4-FFF2-40B4-BE49-F238E27FC236}">
                <a16:creationId xmlns:a16="http://schemas.microsoft.com/office/drawing/2014/main" id="{0CCB3C16-B27F-C530-BD69-FBF20839B9C1}"/>
              </a:ext>
            </a:extLst>
          </p:cNvPr>
          <p:cNvSpPr>
            <a:spLocks noGrp="1"/>
          </p:cNvSpPr>
          <p:nvPr>
            <p:ph type="body" sz="quarter" idx="99" hasCustomPrompt="1"/>
          </p:nvPr>
        </p:nvSpPr>
        <p:spPr>
          <a:xfrm>
            <a:off x="1058091" y="5949433"/>
            <a:ext cx="2037806" cy="461665"/>
          </a:xfrm>
          <a:prstGeom prst="rect">
            <a:avLst/>
          </a:prstGeom>
        </p:spPr>
        <p:txBody>
          <a:bodyPr wrap="square" lIns="0" tIns="0" rIns="0" bIns="0" anchor="t" anchorCtr="0">
            <a:spAutoFit/>
          </a:bodyPr>
          <a:lstStyle>
            <a:lvl1pPr marL="0" indent="0" algn="ctr">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r>
              <a:rPr lang="en-ZA" dirty="0"/>
              <a:t>Add your detail, or brief explanation copy in this space here for the model. Not exceeding 3 lines of copy. </a:t>
            </a:r>
            <a:endParaRPr lang="en-GB" dirty="0"/>
          </a:p>
        </p:txBody>
      </p:sp>
      <p:sp>
        <p:nvSpPr>
          <p:cNvPr id="76" name="Oval 75">
            <a:extLst>
              <a:ext uri="{FF2B5EF4-FFF2-40B4-BE49-F238E27FC236}">
                <a16:creationId xmlns:a16="http://schemas.microsoft.com/office/drawing/2014/main" id="{93F08BFA-9002-5FB3-5893-A8F0968A7A35}"/>
              </a:ext>
            </a:extLst>
          </p:cNvPr>
          <p:cNvSpPr>
            <a:spLocks noGrp="1" noRot="1" noMove="1" noResize="1" noEditPoints="1" noAdjustHandles="1" noChangeArrowheads="1" noChangeShapeType="1"/>
          </p:cNvSpPr>
          <p:nvPr userDrawn="1"/>
        </p:nvSpPr>
        <p:spPr>
          <a:xfrm>
            <a:off x="1886245" y="2919983"/>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78" name="Oval 77">
            <a:extLst>
              <a:ext uri="{FF2B5EF4-FFF2-40B4-BE49-F238E27FC236}">
                <a16:creationId xmlns:a16="http://schemas.microsoft.com/office/drawing/2014/main" id="{CC116488-441A-B50A-CDC1-DD8EAB393A06}"/>
              </a:ext>
            </a:extLst>
          </p:cNvPr>
          <p:cNvSpPr>
            <a:spLocks noGrp="1" noRot="1" noMove="1" noResize="1" noEditPoints="1" noAdjustHandles="1" noChangeArrowheads="1" noChangeShapeType="1"/>
          </p:cNvSpPr>
          <p:nvPr userDrawn="1"/>
        </p:nvSpPr>
        <p:spPr>
          <a:xfrm>
            <a:off x="7199901" y="2919983"/>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79" name="Oval 78">
            <a:extLst>
              <a:ext uri="{FF2B5EF4-FFF2-40B4-BE49-F238E27FC236}">
                <a16:creationId xmlns:a16="http://schemas.microsoft.com/office/drawing/2014/main" id="{B2E162E9-2FAD-33E1-49ED-078F4E1D9C4A}"/>
              </a:ext>
            </a:extLst>
          </p:cNvPr>
          <p:cNvSpPr>
            <a:spLocks noGrp="1" noRot="1" noMove="1" noResize="1" noEditPoints="1" noAdjustHandles="1" noChangeArrowheads="1" noChangeShapeType="1"/>
          </p:cNvSpPr>
          <p:nvPr userDrawn="1"/>
        </p:nvSpPr>
        <p:spPr>
          <a:xfrm>
            <a:off x="4554033" y="2919983"/>
            <a:ext cx="360000" cy="360000"/>
          </a:xfrm>
          <a:prstGeom prst="ellipse">
            <a:avLst/>
          </a:prstGeom>
          <a:solidFill>
            <a:schemeClr val="accent6"/>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80" name="Oval 79">
            <a:extLst>
              <a:ext uri="{FF2B5EF4-FFF2-40B4-BE49-F238E27FC236}">
                <a16:creationId xmlns:a16="http://schemas.microsoft.com/office/drawing/2014/main" id="{68C60140-19D8-CEE3-1926-1D5C05DED738}"/>
              </a:ext>
            </a:extLst>
          </p:cNvPr>
          <p:cNvSpPr>
            <a:spLocks noGrp="1" noRot="1" noMove="1" noResize="1" noEditPoints="1" noAdjustHandles="1" noChangeArrowheads="1" noChangeShapeType="1"/>
          </p:cNvSpPr>
          <p:nvPr userDrawn="1"/>
        </p:nvSpPr>
        <p:spPr>
          <a:xfrm>
            <a:off x="9867689" y="2919983"/>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sp>
        <p:nvSpPr>
          <p:cNvPr id="81" name="Text Placeholder 15">
            <a:extLst>
              <a:ext uri="{FF2B5EF4-FFF2-40B4-BE49-F238E27FC236}">
                <a16:creationId xmlns:a16="http://schemas.microsoft.com/office/drawing/2014/main" id="{C496B975-54DA-B68F-30C9-487644A434C9}"/>
              </a:ext>
            </a:extLst>
          </p:cNvPr>
          <p:cNvSpPr>
            <a:spLocks noGrp="1"/>
          </p:cNvSpPr>
          <p:nvPr>
            <p:ph type="body" sz="quarter" idx="82" hasCustomPrompt="1"/>
          </p:nvPr>
        </p:nvSpPr>
        <p:spPr>
          <a:xfrm>
            <a:off x="1419882" y="3796729"/>
            <a:ext cx="1314223" cy="882934"/>
          </a:xfrm>
          <a:prstGeom prst="rect">
            <a:avLst/>
          </a:prstGeom>
        </p:spPr>
        <p:txBody>
          <a:bodyPr wrap="square"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82" name="Text Placeholder 15">
            <a:extLst>
              <a:ext uri="{FF2B5EF4-FFF2-40B4-BE49-F238E27FC236}">
                <a16:creationId xmlns:a16="http://schemas.microsoft.com/office/drawing/2014/main" id="{B200E69D-A39A-01FB-2527-4BA04A12DFCA}"/>
              </a:ext>
            </a:extLst>
          </p:cNvPr>
          <p:cNvSpPr>
            <a:spLocks noGrp="1"/>
          </p:cNvSpPr>
          <p:nvPr>
            <p:ph type="body" sz="quarter" idx="100" hasCustomPrompt="1"/>
          </p:nvPr>
        </p:nvSpPr>
        <p:spPr>
          <a:xfrm>
            <a:off x="4077033" y="3796729"/>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93" name="Text Placeholder 15">
            <a:extLst>
              <a:ext uri="{FF2B5EF4-FFF2-40B4-BE49-F238E27FC236}">
                <a16:creationId xmlns:a16="http://schemas.microsoft.com/office/drawing/2014/main" id="{37E7E04F-EDD3-C62B-B63F-C8DD3567B006}"/>
              </a:ext>
            </a:extLst>
          </p:cNvPr>
          <p:cNvSpPr>
            <a:spLocks noGrp="1"/>
          </p:cNvSpPr>
          <p:nvPr>
            <p:ph type="body" sz="quarter" idx="103" hasCustomPrompt="1"/>
          </p:nvPr>
        </p:nvSpPr>
        <p:spPr>
          <a:xfrm>
            <a:off x="6722901" y="3796729"/>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
        <p:nvSpPr>
          <p:cNvPr id="94" name="Text Placeholder 15">
            <a:extLst>
              <a:ext uri="{FF2B5EF4-FFF2-40B4-BE49-F238E27FC236}">
                <a16:creationId xmlns:a16="http://schemas.microsoft.com/office/drawing/2014/main" id="{A9971E0B-6A8B-4742-D767-90E404BDB4F0}"/>
              </a:ext>
            </a:extLst>
          </p:cNvPr>
          <p:cNvSpPr>
            <a:spLocks noGrp="1"/>
          </p:cNvSpPr>
          <p:nvPr>
            <p:ph type="body" sz="quarter" idx="104" hasCustomPrompt="1"/>
          </p:nvPr>
        </p:nvSpPr>
        <p:spPr>
          <a:xfrm>
            <a:off x="9390689" y="3796729"/>
            <a:ext cx="1314000" cy="882934"/>
          </a:xfrm>
          <a:prstGeom prst="rect">
            <a:avLst/>
          </a:prstGeom>
        </p:spPr>
        <p:txBody>
          <a:bodyPr lIns="0" tIns="0" rIns="0" bIns="0" anchor="ctr" anchorCtr="0">
            <a:spAutoFit/>
          </a:bodyPr>
          <a:lstStyle>
            <a:lvl1pPr marL="0" indent="0" algn="ctr">
              <a:lnSpc>
                <a:spcPts val="14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6 lines maximum. Insert introductory text.</a:t>
            </a:r>
            <a:endParaRPr lang="en-ZA" dirty="0"/>
          </a:p>
        </p:txBody>
      </p:sp>
    </p:spTree>
    <p:extLst>
      <p:ext uri="{BB962C8B-B14F-4D97-AF65-F5344CB8AC3E}">
        <p14:creationId xmlns:p14="http://schemas.microsoft.com/office/powerpoint/2010/main" val="98344519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P12 | HEAD + Sub-head + Large Screengrab">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CBCDDEC-AAB8-22BD-2CD1-72E7B5822435}"/>
              </a:ext>
            </a:extLst>
          </p:cNvPr>
          <p:cNvSpPr>
            <a:spLocks noGrp="1" noRot="1" noMove="1" noResize="1" noEditPoints="1" noAdjustHandles="1" noChangeArrowheads="1" noChangeShapeType="1"/>
          </p:cNvSpPr>
          <p:nvPr userDrawn="1"/>
        </p:nvSpPr>
        <p:spPr>
          <a:xfrm>
            <a:off x="0" y="1425701"/>
            <a:ext cx="12192000" cy="54323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6" name="Graphic 45">
            <a:extLst>
              <a:ext uri="{FF2B5EF4-FFF2-40B4-BE49-F238E27FC236}">
                <a16:creationId xmlns:a16="http://schemas.microsoft.com/office/drawing/2014/main" id="{0A0675AC-136D-A674-9351-9F5CF3E4669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3385073" y="1654080"/>
            <a:ext cx="9163776" cy="4791600"/>
          </a:xfrm>
          <a:prstGeom prst="rect">
            <a:avLst/>
          </a:prstGeom>
        </p:spPr>
      </p:pic>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7" y="2903764"/>
            <a:ext cx="2974184" cy="3541915"/>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28" name="Freeform: Shape 27">
            <a:extLst>
              <a:ext uri="{FF2B5EF4-FFF2-40B4-BE49-F238E27FC236}">
                <a16:creationId xmlns:a16="http://schemas.microsoft.com/office/drawing/2014/main" id="{82A58A3F-415F-9A8B-0163-AE0E9002522E}"/>
              </a:ext>
            </a:extLst>
          </p:cNvPr>
          <p:cNvSpPr/>
          <p:nvPr/>
        </p:nvSpPr>
        <p:spPr>
          <a:xfrm>
            <a:off x="4285165" y="1891519"/>
            <a:ext cx="7352083" cy="4135545"/>
          </a:xfrm>
          <a:custGeom>
            <a:avLst/>
            <a:gdLst>
              <a:gd name="connsiteX0" fmla="*/ 0 w 7352083"/>
              <a:gd name="connsiteY0" fmla="*/ 0 h 4055330"/>
              <a:gd name="connsiteX1" fmla="*/ 7352084 w 7352083"/>
              <a:gd name="connsiteY1" fmla="*/ 0 h 4055330"/>
              <a:gd name="connsiteX2" fmla="*/ 7352084 w 7352083"/>
              <a:gd name="connsiteY2" fmla="*/ 4055331 h 4055330"/>
              <a:gd name="connsiteX3" fmla="*/ 0 w 7352083"/>
              <a:gd name="connsiteY3" fmla="*/ 4055331 h 4055330"/>
            </a:gdLst>
            <a:ahLst/>
            <a:cxnLst>
              <a:cxn ang="0">
                <a:pos x="connsiteX0" y="connsiteY0"/>
              </a:cxn>
              <a:cxn ang="0">
                <a:pos x="connsiteX1" y="connsiteY1"/>
              </a:cxn>
              <a:cxn ang="0">
                <a:pos x="connsiteX2" y="connsiteY2"/>
              </a:cxn>
              <a:cxn ang="0">
                <a:pos x="connsiteX3" y="connsiteY3"/>
              </a:cxn>
            </a:cxnLst>
            <a:rect l="l" t="t" r="r" b="b"/>
            <a:pathLst>
              <a:path w="7352083" h="4055330">
                <a:moveTo>
                  <a:pt x="0" y="0"/>
                </a:moveTo>
                <a:lnTo>
                  <a:pt x="7352084" y="0"/>
                </a:lnTo>
                <a:lnTo>
                  <a:pt x="7352084" y="4055331"/>
                </a:lnTo>
                <a:lnTo>
                  <a:pt x="0" y="4055331"/>
                </a:lnTo>
                <a:close/>
              </a:path>
            </a:pathLst>
          </a:custGeom>
          <a:solidFill>
            <a:srgbClr val="FFFFFF"/>
          </a:solidFill>
          <a:ln w="6679" cap="flat">
            <a:noFill/>
            <a:prstDash val="solid"/>
            <a:miter/>
          </a:ln>
        </p:spPr>
        <p:txBody>
          <a:bodyPr rtlCol="0" anchor="ctr"/>
          <a:lstStyle/>
          <a:p>
            <a:endParaRPr lang="en-GB"/>
          </a:p>
        </p:txBody>
      </p:sp>
      <p:sp>
        <p:nvSpPr>
          <p:cNvPr id="35" name="Picture Placeholder 59">
            <a:extLst>
              <a:ext uri="{FF2B5EF4-FFF2-40B4-BE49-F238E27FC236}">
                <a16:creationId xmlns:a16="http://schemas.microsoft.com/office/drawing/2014/main" id="{C09BEF01-9673-88A4-B12F-1A49D74E6DFA}"/>
              </a:ext>
            </a:extLst>
          </p:cNvPr>
          <p:cNvSpPr>
            <a:spLocks noGrp="1"/>
          </p:cNvSpPr>
          <p:nvPr userDrawn="1">
            <p:ph type="pic" sz="quarter" idx="69" hasCustomPrompt="1"/>
          </p:nvPr>
        </p:nvSpPr>
        <p:spPr>
          <a:xfrm>
            <a:off x="4285165" y="1896685"/>
            <a:ext cx="7352083" cy="4135546"/>
          </a:xfrm>
          <a:prstGeom prst="rect">
            <a:avLst/>
          </a:prstGeom>
          <a:pattFill prst="ltUpDiag">
            <a:fgClr>
              <a:schemeClr val="tx1">
                <a:lumMod val="20000"/>
                <a:lumOff val="80000"/>
              </a:schemeClr>
            </a:fgClr>
            <a:bgClr>
              <a:schemeClr val="bg1"/>
            </a:bgClr>
          </a:pattFill>
        </p:spPr>
        <p:txBody>
          <a:bodyPr tIns="360000"/>
          <a:lstStyle>
            <a:lvl1pPr>
              <a:defRPr lang="en-ZA" sz="1100" dirty="0"/>
            </a:lvl1pPr>
          </a:lstStyle>
          <a:p>
            <a:pPr marL="0" lvl="0" indent="0" algn="ctr">
              <a:buNone/>
            </a:pPr>
            <a:r>
              <a:rPr lang="en-US" dirty="0"/>
              <a:t>Add Screengrab</a:t>
            </a:r>
            <a:endParaRPr lang="en-ZA" dirty="0"/>
          </a:p>
        </p:txBody>
      </p:sp>
      <p:sp>
        <p:nvSpPr>
          <p:cNvPr id="37" name="Text Placeholder 4">
            <a:extLst>
              <a:ext uri="{FF2B5EF4-FFF2-40B4-BE49-F238E27FC236}">
                <a16:creationId xmlns:a16="http://schemas.microsoft.com/office/drawing/2014/main" id="{A079ECFF-307C-9985-45EA-56CB86693F47}"/>
              </a:ext>
            </a:extLst>
          </p:cNvPr>
          <p:cNvSpPr>
            <a:spLocks noGrp="1"/>
          </p:cNvSpPr>
          <p:nvPr>
            <p:ph type="body" sz="quarter" idx="39" hasCustomPrompt="1"/>
          </p:nvPr>
        </p:nvSpPr>
        <p:spPr>
          <a:xfrm>
            <a:off x="588167" y="2550361"/>
            <a:ext cx="2974184"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5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Your third heading goes here</a:t>
            </a:r>
          </a:p>
        </p:txBody>
      </p:sp>
      <p:sp>
        <p:nvSpPr>
          <p:cNvPr id="47" name="Text Placeholder 4">
            <a:extLst>
              <a:ext uri="{FF2B5EF4-FFF2-40B4-BE49-F238E27FC236}">
                <a16:creationId xmlns:a16="http://schemas.microsoft.com/office/drawing/2014/main" id="{94D79523-E7C1-976D-A501-E757307CDEFB}"/>
              </a:ext>
            </a:extLst>
          </p:cNvPr>
          <p:cNvSpPr>
            <a:spLocks noGrp="1"/>
          </p:cNvSpPr>
          <p:nvPr>
            <p:ph type="body" sz="quarter" idx="70" hasCustomPrompt="1"/>
          </p:nvPr>
        </p:nvSpPr>
        <p:spPr>
          <a:xfrm>
            <a:off x="588166" y="1844417"/>
            <a:ext cx="2974185" cy="410369"/>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 here over max two lines</a:t>
            </a:r>
          </a:p>
        </p:txBody>
      </p:sp>
    </p:spTree>
    <p:extLst>
      <p:ext uri="{BB962C8B-B14F-4D97-AF65-F5344CB8AC3E}">
        <p14:creationId xmlns:p14="http://schemas.microsoft.com/office/powerpoint/2010/main" val="259593874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P12 | 1_HEAD + Sub-head + Video">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CBCDDEC-AAB8-22BD-2CD1-72E7B5822435}"/>
              </a:ext>
            </a:extLst>
          </p:cNvPr>
          <p:cNvSpPr>
            <a:spLocks noGrp="1" noRot="1" noMove="1" noResize="1" noEditPoints="1" noAdjustHandles="1" noChangeArrowheads="1" noChangeShapeType="1"/>
          </p:cNvSpPr>
          <p:nvPr userDrawn="1"/>
        </p:nvSpPr>
        <p:spPr>
          <a:xfrm>
            <a:off x="0" y="1425701"/>
            <a:ext cx="12192000" cy="54323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46" name="Graphic 45">
            <a:extLst>
              <a:ext uri="{FF2B5EF4-FFF2-40B4-BE49-F238E27FC236}">
                <a16:creationId xmlns:a16="http://schemas.microsoft.com/office/drawing/2014/main" id="{0A0675AC-136D-A674-9351-9F5CF3E46696}"/>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3385073" y="1654080"/>
            <a:ext cx="9163776" cy="4791600"/>
          </a:xfrm>
          <a:prstGeom prst="rect">
            <a:avLst/>
          </a:prstGeom>
        </p:spPr>
      </p:pic>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7" y="2903764"/>
            <a:ext cx="2974184" cy="3541915"/>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28" name="Freeform: Shape 27">
            <a:extLst>
              <a:ext uri="{FF2B5EF4-FFF2-40B4-BE49-F238E27FC236}">
                <a16:creationId xmlns:a16="http://schemas.microsoft.com/office/drawing/2014/main" id="{82A58A3F-415F-9A8B-0163-AE0E9002522E}"/>
              </a:ext>
            </a:extLst>
          </p:cNvPr>
          <p:cNvSpPr/>
          <p:nvPr/>
        </p:nvSpPr>
        <p:spPr>
          <a:xfrm>
            <a:off x="4285165" y="1891519"/>
            <a:ext cx="7352083" cy="4135545"/>
          </a:xfrm>
          <a:custGeom>
            <a:avLst/>
            <a:gdLst>
              <a:gd name="connsiteX0" fmla="*/ 0 w 7352083"/>
              <a:gd name="connsiteY0" fmla="*/ 0 h 4055330"/>
              <a:gd name="connsiteX1" fmla="*/ 7352084 w 7352083"/>
              <a:gd name="connsiteY1" fmla="*/ 0 h 4055330"/>
              <a:gd name="connsiteX2" fmla="*/ 7352084 w 7352083"/>
              <a:gd name="connsiteY2" fmla="*/ 4055331 h 4055330"/>
              <a:gd name="connsiteX3" fmla="*/ 0 w 7352083"/>
              <a:gd name="connsiteY3" fmla="*/ 4055331 h 4055330"/>
            </a:gdLst>
            <a:ahLst/>
            <a:cxnLst>
              <a:cxn ang="0">
                <a:pos x="connsiteX0" y="connsiteY0"/>
              </a:cxn>
              <a:cxn ang="0">
                <a:pos x="connsiteX1" y="connsiteY1"/>
              </a:cxn>
              <a:cxn ang="0">
                <a:pos x="connsiteX2" y="connsiteY2"/>
              </a:cxn>
              <a:cxn ang="0">
                <a:pos x="connsiteX3" y="connsiteY3"/>
              </a:cxn>
            </a:cxnLst>
            <a:rect l="l" t="t" r="r" b="b"/>
            <a:pathLst>
              <a:path w="7352083" h="4055330">
                <a:moveTo>
                  <a:pt x="0" y="0"/>
                </a:moveTo>
                <a:lnTo>
                  <a:pt x="7352084" y="0"/>
                </a:lnTo>
                <a:lnTo>
                  <a:pt x="7352084" y="4055331"/>
                </a:lnTo>
                <a:lnTo>
                  <a:pt x="0" y="4055331"/>
                </a:lnTo>
                <a:close/>
              </a:path>
            </a:pathLst>
          </a:custGeom>
          <a:solidFill>
            <a:srgbClr val="FFFFFF"/>
          </a:solidFill>
          <a:ln w="6679" cap="flat">
            <a:noFill/>
            <a:prstDash val="solid"/>
            <a:miter/>
          </a:ln>
        </p:spPr>
        <p:txBody>
          <a:bodyPr rtlCol="0" anchor="ctr"/>
          <a:lstStyle/>
          <a:p>
            <a:endParaRPr lang="en-GB"/>
          </a:p>
        </p:txBody>
      </p:sp>
      <p:sp>
        <p:nvSpPr>
          <p:cNvPr id="37" name="Text Placeholder 4">
            <a:extLst>
              <a:ext uri="{FF2B5EF4-FFF2-40B4-BE49-F238E27FC236}">
                <a16:creationId xmlns:a16="http://schemas.microsoft.com/office/drawing/2014/main" id="{A079ECFF-307C-9985-45EA-56CB86693F47}"/>
              </a:ext>
            </a:extLst>
          </p:cNvPr>
          <p:cNvSpPr>
            <a:spLocks noGrp="1"/>
          </p:cNvSpPr>
          <p:nvPr>
            <p:ph type="body" sz="quarter" idx="39" hasCustomPrompt="1"/>
          </p:nvPr>
        </p:nvSpPr>
        <p:spPr>
          <a:xfrm>
            <a:off x="588167" y="2550361"/>
            <a:ext cx="2974184"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5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Your third heading goes here</a:t>
            </a:r>
          </a:p>
        </p:txBody>
      </p:sp>
      <p:sp>
        <p:nvSpPr>
          <p:cNvPr id="47" name="Text Placeholder 4">
            <a:extLst>
              <a:ext uri="{FF2B5EF4-FFF2-40B4-BE49-F238E27FC236}">
                <a16:creationId xmlns:a16="http://schemas.microsoft.com/office/drawing/2014/main" id="{94D79523-E7C1-976D-A501-E757307CDEFB}"/>
              </a:ext>
            </a:extLst>
          </p:cNvPr>
          <p:cNvSpPr>
            <a:spLocks noGrp="1"/>
          </p:cNvSpPr>
          <p:nvPr>
            <p:ph type="body" sz="quarter" idx="70" hasCustomPrompt="1"/>
          </p:nvPr>
        </p:nvSpPr>
        <p:spPr>
          <a:xfrm>
            <a:off x="588166" y="1844417"/>
            <a:ext cx="2974185" cy="410369"/>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 here over max two lines</a:t>
            </a:r>
          </a:p>
        </p:txBody>
      </p:sp>
      <p:sp>
        <p:nvSpPr>
          <p:cNvPr id="4" name="Media Placeholder 3">
            <a:extLst>
              <a:ext uri="{FF2B5EF4-FFF2-40B4-BE49-F238E27FC236}">
                <a16:creationId xmlns:a16="http://schemas.microsoft.com/office/drawing/2014/main" id="{B97C6132-542C-9109-99AE-C18B3849A075}"/>
              </a:ext>
            </a:extLst>
          </p:cNvPr>
          <p:cNvSpPr>
            <a:spLocks noGrp="1"/>
          </p:cNvSpPr>
          <p:nvPr>
            <p:ph type="media" sz="quarter" idx="71" hasCustomPrompt="1"/>
          </p:nvPr>
        </p:nvSpPr>
        <p:spPr>
          <a:xfrm>
            <a:off x="4284663" y="1892300"/>
            <a:ext cx="7353300" cy="4135438"/>
          </a:xfrm>
          <a:prstGeom prst="rect">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US" dirty="0"/>
              <a:t>Insert your video</a:t>
            </a:r>
            <a:endParaRPr lang="en-GB" dirty="0"/>
          </a:p>
        </p:txBody>
      </p:sp>
    </p:spTree>
    <p:extLst>
      <p:ext uri="{BB962C8B-B14F-4D97-AF65-F5344CB8AC3E}">
        <p14:creationId xmlns:p14="http://schemas.microsoft.com/office/powerpoint/2010/main" val="295499682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P12 | HEAD + Sub + Intro + Large Screengrab">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CBCDDEC-AAB8-22BD-2CD1-72E7B5822435}"/>
              </a:ext>
            </a:extLst>
          </p:cNvPr>
          <p:cNvSpPr>
            <a:spLocks noGrp="1" noRot="1" noMove="1" noResize="1" noEditPoints="1" noAdjustHandles="1" noChangeArrowheads="1" noChangeShapeType="1"/>
          </p:cNvSpPr>
          <p:nvPr userDrawn="1"/>
        </p:nvSpPr>
        <p:spPr>
          <a:xfrm>
            <a:off x="0" y="2111307"/>
            <a:ext cx="12192000" cy="4746694"/>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07" name="Group 106">
            <a:extLst>
              <a:ext uri="{FF2B5EF4-FFF2-40B4-BE49-F238E27FC236}">
                <a16:creationId xmlns:a16="http://schemas.microsoft.com/office/drawing/2014/main" id="{5BA5292C-B489-0550-D535-EF33206745CC}"/>
              </a:ext>
            </a:extLst>
          </p:cNvPr>
          <p:cNvGrpSpPr>
            <a:grpSpLocks noGrp="1" noUngrp="1" noRot="1" noMove="1" noResize="1"/>
          </p:cNvGrpSpPr>
          <p:nvPr userDrawn="1"/>
        </p:nvGrpSpPr>
        <p:grpSpPr>
          <a:xfrm>
            <a:off x="3924881" y="1838494"/>
            <a:ext cx="7711842" cy="4598880"/>
            <a:chOff x="3924881" y="1838494"/>
            <a:chExt cx="7711842" cy="4598880"/>
          </a:xfrm>
          <a:effectLst>
            <a:outerShdw blurRad="114300" dist="63500" dir="8100000" algn="tr" rotWithShape="0">
              <a:schemeClr val="accent5">
                <a:lumMod val="50000"/>
                <a:alpha val="10000"/>
              </a:schemeClr>
            </a:outerShdw>
          </a:effectLst>
        </p:grpSpPr>
        <p:sp>
          <p:nvSpPr>
            <p:cNvPr id="81" name="Rectangle 80">
              <a:extLst>
                <a:ext uri="{FF2B5EF4-FFF2-40B4-BE49-F238E27FC236}">
                  <a16:creationId xmlns:a16="http://schemas.microsoft.com/office/drawing/2014/main" id="{91201EAB-2F5F-FEFF-2BBC-035EE209A49E}"/>
                </a:ext>
              </a:extLst>
            </p:cNvPr>
            <p:cNvSpPr>
              <a:spLocks noGrp="1" noRot="1" noMove="1" noResize="1" noEditPoints="1" noAdjustHandles="1" noChangeArrowheads="1" noChangeShapeType="1"/>
            </p:cNvSpPr>
            <p:nvPr userDrawn="1"/>
          </p:nvSpPr>
          <p:spPr>
            <a:xfrm>
              <a:off x="3924881" y="2102618"/>
              <a:ext cx="7711842" cy="43347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6" name="Group 105">
              <a:extLst>
                <a:ext uri="{FF2B5EF4-FFF2-40B4-BE49-F238E27FC236}">
                  <a16:creationId xmlns:a16="http://schemas.microsoft.com/office/drawing/2014/main" id="{72BA8201-3DDF-8AD4-9763-BF00E32B90C6}"/>
                </a:ext>
              </a:extLst>
            </p:cNvPr>
            <p:cNvGrpSpPr>
              <a:grpSpLocks noGrp="1" noUngrp="1" noRot="1" noMove="1" noResize="1"/>
            </p:cNvGrpSpPr>
            <p:nvPr userDrawn="1"/>
          </p:nvGrpSpPr>
          <p:grpSpPr>
            <a:xfrm>
              <a:off x="3926645" y="1838494"/>
              <a:ext cx="7710078" cy="264003"/>
              <a:chOff x="915276" y="1838494"/>
              <a:chExt cx="7710078" cy="264003"/>
            </a:xfrm>
          </p:grpSpPr>
          <p:sp>
            <p:nvSpPr>
              <p:cNvPr id="87" name="Freeform: Shape 86">
                <a:extLst>
                  <a:ext uri="{FF2B5EF4-FFF2-40B4-BE49-F238E27FC236}">
                    <a16:creationId xmlns:a16="http://schemas.microsoft.com/office/drawing/2014/main" id="{AF2EDB63-BB72-68BA-3978-2B6ACC94A88F}"/>
                  </a:ext>
                </a:extLst>
              </p:cNvPr>
              <p:cNvSpPr>
                <a:spLocks noGrp="1" noRot="1" noMove="1" noResize="1" noEditPoints="1" noAdjustHandles="1" noChangeArrowheads="1" noChangeShapeType="1"/>
              </p:cNvSpPr>
              <p:nvPr/>
            </p:nvSpPr>
            <p:spPr>
              <a:xfrm>
                <a:off x="915276" y="1838494"/>
                <a:ext cx="7710078" cy="264003"/>
              </a:xfrm>
              <a:custGeom>
                <a:avLst/>
                <a:gdLst>
                  <a:gd name="connsiteX0" fmla="*/ 7679304 w 7710078"/>
                  <a:gd name="connsiteY0" fmla="*/ 0 h 264003"/>
                  <a:gd name="connsiteX1" fmla="*/ 30845 w 7710078"/>
                  <a:gd name="connsiteY1" fmla="*/ 0 h 264003"/>
                  <a:gd name="connsiteX2" fmla="*/ 0 w 7710078"/>
                  <a:gd name="connsiteY2" fmla="*/ 19909 h 264003"/>
                  <a:gd name="connsiteX3" fmla="*/ 0 w 7710078"/>
                  <a:gd name="connsiteY3" fmla="*/ 264004 h 264003"/>
                  <a:gd name="connsiteX4" fmla="*/ 7710078 w 7710078"/>
                  <a:gd name="connsiteY4" fmla="*/ 264004 h 264003"/>
                  <a:gd name="connsiteX5" fmla="*/ 7710078 w 7710078"/>
                  <a:gd name="connsiteY5" fmla="*/ 19909 h 264003"/>
                  <a:gd name="connsiteX6" fmla="*/ 7679233 w 7710078"/>
                  <a:gd name="connsiteY6" fmla="*/ 0 h 26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0078" h="264003">
                    <a:moveTo>
                      <a:pt x="7679304" y="0"/>
                    </a:moveTo>
                    <a:lnTo>
                      <a:pt x="30845" y="0"/>
                    </a:lnTo>
                    <a:cubicBezTo>
                      <a:pt x="13810" y="0"/>
                      <a:pt x="0" y="8903"/>
                      <a:pt x="0" y="19909"/>
                    </a:cubicBezTo>
                    <a:lnTo>
                      <a:pt x="0" y="264004"/>
                    </a:lnTo>
                    <a:lnTo>
                      <a:pt x="7710078" y="264004"/>
                    </a:lnTo>
                    <a:lnTo>
                      <a:pt x="7710078" y="19909"/>
                    </a:lnTo>
                    <a:cubicBezTo>
                      <a:pt x="7710078" y="8903"/>
                      <a:pt x="7696269" y="0"/>
                      <a:pt x="7679233" y="0"/>
                    </a:cubicBezTo>
                    <a:close/>
                  </a:path>
                </a:pathLst>
              </a:custGeom>
              <a:solidFill>
                <a:schemeClr val="bg2">
                  <a:lumMod val="90000"/>
                </a:schemeClr>
              </a:solidFill>
              <a:ln w="7005" cap="flat">
                <a:no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39E1A38B-0E8D-1A33-64F3-AA472533FA43}"/>
                  </a:ext>
                </a:extLst>
              </p:cNvPr>
              <p:cNvSpPr>
                <a:spLocks noGrp="1" noRot="1" noMove="1" noResize="1" noEditPoints="1" noAdjustHandles="1" noChangeArrowheads="1" noChangeShapeType="1"/>
              </p:cNvSpPr>
              <p:nvPr/>
            </p:nvSpPr>
            <p:spPr>
              <a:xfrm>
                <a:off x="1882190" y="1900113"/>
                <a:ext cx="5746526" cy="140764"/>
              </a:xfrm>
              <a:custGeom>
                <a:avLst/>
                <a:gdLst>
                  <a:gd name="connsiteX0" fmla="*/ 5676145 w 5746526"/>
                  <a:gd name="connsiteY0" fmla="*/ 0 h 140764"/>
                  <a:gd name="connsiteX1" fmla="*/ 5746527 w 5746526"/>
                  <a:gd name="connsiteY1" fmla="*/ 70382 h 140764"/>
                  <a:gd name="connsiteX2" fmla="*/ 5746527 w 5746526"/>
                  <a:gd name="connsiteY2" fmla="*/ 70382 h 140764"/>
                  <a:gd name="connsiteX3" fmla="*/ 5676145 w 5746526"/>
                  <a:gd name="connsiteY3" fmla="*/ 140765 h 140764"/>
                  <a:gd name="connsiteX4" fmla="*/ 70382 w 5746526"/>
                  <a:gd name="connsiteY4" fmla="*/ 140765 h 140764"/>
                  <a:gd name="connsiteX5" fmla="*/ 0 w 5746526"/>
                  <a:gd name="connsiteY5" fmla="*/ 70382 h 140764"/>
                  <a:gd name="connsiteX6" fmla="*/ 0 w 5746526"/>
                  <a:gd name="connsiteY6" fmla="*/ 70382 h 140764"/>
                  <a:gd name="connsiteX7" fmla="*/ 70382 w 5746526"/>
                  <a:gd name="connsiteY7" fmla="*/ 0 h 140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526" h="140764">
                    <a:moveTo>
                      <a:pt x="5676145" y="0"/>
                    </a:moveTo>
                    <a:cubicBezTo>
                      <a:pt x="5715015" y="0"/>
                      <a:pt x="5746527" y="31511"/>
                      <a:pt x="5746527" y="70382"/>
                    </a:cubicBezTo>
                    <a:lnTo>
                      <a:pt x="5746527" y="70382"/>
                    </a:lnTo>
                    <a:cubicBezTo>
                      <a:pt x="5746527" y="109253"/>
                      <a:pt x="5715015" y="140765"/>
                      <a:pt x="5676145" y="140765"/>
                    </a:cubicBezTo>
                    <a:lnTo>
                      <a:pt x="70382" y="140765"/>
                    </a:lnTo>
                    <a:cubicBezTo>
                      <a:pt x="31511" y="140765"/>
                      <a:pt x="0" y="109253"/>
                      <a:pt x="0" y="70382"/>
                    </a:cubicBezTo>
                    <a:lnTo>
                      <a:pt x="0" y="70382"/>
                    </a:lnTo>
                    <a:cubicBezTo>
                      <a:pt x="0" y="31511"/>
                      <a:pt x="31511" y="0"/>
                      <a:pt x="70382" y="0"/>
                    </a:cubicBezTo>
                    <a:close/>
                  </a:path>
                </a:pathLst>
              </a:custGeom>
              <a:solidFill>
                <a:srgbClr val="FFFFFF"/>
              </a:solidFill>
              <a:ln w="7005" cap="flat">
                <a:noFill/>
                <a:prstDash val="solid"/>
                <a:miter/>
              </a:ln>
            </p:spPr>
            <p:txBody>
              <a:bodyPr rtlCol="0" anchor="ctr"/>
              <a:lstStyle/>
              <a:p>
                <a:endParaRPr lang="en-GB"/>
              </a:p>
            </p:txBody>
          </p:sp>
          <p:grpSp>
            <p:nvGrpSpPr>
              <p:cNvPr id="89" name="Graphic 84">
                <a:extLst>
                  <a:ext uri="{FF2B5EF4-FFF2-40B4-BE49-F238E27FC236}">
                    <a16:creationId xmlns:a16="http://schemas.microsoft.com/office/drawing/2014/main" id="{496353BC-3EDE-05BE-D322-8EE61723D189}"/>
                  </a:ext>
                </a:extLst>
              </p:cNvPr>
              <p:cNvGrpSpPr>
                <a:grpSpLocks noGrp="1" noUngrp="1" noRot="1" noMove="1" noResize="1"/>
              </p:cNvGrpSpPr>
              <p:nvPr/>
            </p:nvGrpSpPr>
            <p:grpSpPr>
              <a:xfrm>
                <a:off x="1058984" y="1925981"/>
                <a:ext cx="582966" cy="89029"/>
                <a:chOff x="1058984" y="1925981"/>
                <a:chExt cx="582966" cy="89029"/>
              </a:xfrm>
              <a:solidFill>
                <a:srgbClr val="000000"/>
              </a:solidFill>
            </p:grpSpPr>
            <p:grpSp>
              <p:nvGrpSpPr>
                <p:cNvPr id="90" name="Graphic 84">
                  <a:extLst>
                    <a:ext uri="{FF2B5EF4-FFF2-40B4-BE49-F238E27FC236}">
                      <a16:creationId xmlns:a16="http://schemas.microsoft.com/office/drawing/2014/main" id="{3665104F-A0C1-021E-EDF6-02DB6DC52899}"/>
                    </a:ext>
                  </a:extLst>
                </p:cNvPr>
                <p:cNvGrpSpPr>
                  <a:grpSpLocks noGrp="1" noUngrp="1" noRot="1" noMove="1" noResize="1"/>
                </p:cNvGrpSpPr>
                <p:nvPr/>
              </p:nvGrpSpPr>
              <p:grpSpPr>
                <a:xfrm>
                  <a:off x="1058984" y="1925981"/>
                  <a:ext cx="81668" cy="89029"/>
                  <a:chOff x="1058984" y="1925981"/>
                  <a:chExt cx="81668" cy="89029"/>
                </a:xfrm>
                <a:solidFill>
                  <a:srgbClr val="000000"/>
                </a:solidFill>
              </p:grpSpPr>
              <p:sp>
                <p:nvSpPr>
                  <p:cNvPr id="91" name="Freeform: Shape 90">
                    <a:extLst>
                      <a:ext uri="{FF2B5EF4-FFF2-40B4-BE49-F238E27FC236}">
                        <a16:creationId xmlns:a16="http://schemas.microsoft.com/office/drawing/2014/main" id="{DE1391E5-FB12-4A11-340D-2AF265574355}"/>
                      </a:ext>
                    </a:extLst>
                  </p:cNvPr>
                  <p:cNvSpPr>
                    <a:spLocks noGrp="1" noRot="1" noMove="1" noResize="1" noEditPoints="1" noAdjustHandles="1" noChangeArrowheads="1" noChangeShapeType="1"/>
                  </p:cNvSpPr>
                  <p:nvPr/>
                </p:nvSpPr>
                <p:spPr>
                  <a:xfrm>
                    <a:off x="1058984" y="1925981"/>
                    <a:ext cx="49001" cy="89029"/>
                  </a:xfrm>
                  <a:custGeom>
                    <a:avLst/>
                    <a:gdLst>
                      <a:gd name="connsiteX0" fmla="*/ 44024 w 49001"/>
                      <a:gd name="connsiteY0" fmla="*/ 89029 h 89029"/>
                      <a:gd name="connsiteX1" fmla="*/ 0 w 49001"/>
                      <a:gd name="connsiteY1" fmla="*/ 44515 h 89029"/>
                      <a:gd name="connsiteX2" fmla="*/ 44024 w 49001"/>
                      <a:gd name="connsiteY2" fmla="*/ 0 h 89029"/>
                      <a:gd name="connsiteX3" fmla="*/ 49001 w 49001"/>
                      <a:gd name="connsiteY3" fmla="*/ 4907 h 89029"/>
                      <a:gd name="connsiteX4" fmla="*/ 9884 w 49001"/>
                      <a:gd name="connsiteY4" fmla="*/ 44515 h 89029"/>
                      <a:gd name="connsiteX5" fmla="*/ 49001 w 49001"/>
                      <a:gd name="connsiteY5" fmla="*/ 84122 h 89029"/>
                      <a:gd name="connsiteX6" fmla="*/ 44024 w 49001"/>
                      <a:gd name="connsiteY6" fmla="*/ 89029 h 8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01" h="89029">
                        <a:moveTo>
                          <a:pt x="44024" y="89029"/>
                        </a:moveTo>
                        <a:lnTo>
                          <a:pt x="0" y="44515"/>
                        </a:lnTo>
                        <a:lnTo>
                          <a:pt x="44024" y="0"/>
                        </a:lnTo>
                        <a:lnTo>
                          <a:pt x="49001" y="4907"/>
                        </a:lnTo>
                        <a:lnTo>
                          <a:pt x="9884" y="44515"/>
                        </a:lnTo>
                        <a:lnTo>
                          <a:pt x="49001" y="84122"/>
                        </a:lnTo>
                        <a:lnTo>
                          <a:pt x="44024" y="89029"/>
                        </a:lnTo>
                        <a:close/>
                      </a:path>
                    </a:pathLst>
                  </a:custGeom>
                  <a:solidFill>
                    <a:srgbClr val="000000"/>
                  </a:solidFill>
                  <a:ln w="7005" cap="flat">
                    <a:noFill/>
                    <a:prstDash val="solid"/>
                    <a:miter/>
                  </a:ln>
                </p:spPr>
                <p:txBody>
                  <a:bodyPr rtlCol="0" anchor="ctr"/>
                  <a:lstStyle/>
                  <a:p>
                    <a:endParaRPr lang="en-GB"/>
                  </a:p>
                </p:txBody>
              </p:sp>
              <p:sp>
                <p:nvSpPr>
                  <p:cNvPr id="92" name="Freeform: Shape 91">
                    <a:extLst>
                      <a:ext uri="{FF2B5EF4-FFF2-40B4-BE49-F238E27FC236}">
                        <a16:creationId xmlns:a16="http://schemas.microsoft.com/office/drawing/2014/main" id="{AB79840B-77C8-9140-BA83-41E2C012C72F}"/>
                      </a:ext>
                    </a:extLst>
                  </p:cNvPr>
                  <p:cNvSpPr>
                    <a:spLocks noGrp="1" noRot="1" noMove="1" noResize="1" noEditPoints="1" noAdjustHandles="1" noChangeArrowheads="1" noChangeShapeType="1"/>
                  </p:cNvSpPr>
                  <p:nvPr/>
                </p:nvSpPr>
                <p:spPr>
                  <a:xfrm>
                    <a:off x="1063891" y="1966990"/>
                    <a:ext cx="76761" cy="7010"/>
                  </a:xfrm>
                  <a:custGeom>
                    <a:avLst/>
                    <a:gdLst>
                      <a:gd name="connsiteX0" fmla="*/ 0 w 76761"/>
                      <a:gd name="connsiteY0" fmla="*/ 0 h 7010"/>
                      <a:gd name="connsiteX1" fmla="*/ 76762 w 76761"/>
                      <a:gd name="connsiteY1" fmla="*/ 0 h 7010"/>
                      <a:gd name="connsiteX2" fmla="*/ 76762 w 76761"/>
                      <a:gd name="connsiteY2" fmla="*/ 7010 h 7010"/>
                      <a:gd name="connsiteX3" fmla="*/ 0 w 76761"/>
                      <a:gd name="connsiteY3" fmla="*/ 7010 h 7010"/>
                    </a:gdLst>
                    <a:ahLst/>
                    <a:cxnLst>
                      <a:cxn ang="0">
                        <a:pos x="connsiteX0" y="connsiteY0"/>
                      </a:cxn>
                      <a:cxn ang="0">
                        <a:pos x="connsiteX1" y="connsiteY1"/>
                      </a:cxn>
                      <a:cxn ang="0">
                        <a:pos x="connsiteX2" y="connsiteY2"/>
                      </a:cxn>
                      <a:cxn ang="0">
                        <a:pos x="connsiteX3" y="connsiteY3"/>
                      </a:cxn>
                    </a:cxnLst>
                    <a:rect l="l" t="t" r="r" b="b"/>
                    <a:pathLst>
                      <a:path w="76761" h="7010">
                        <a:moveTo>
                          <a:pt x="0" y="0"/>
                        </a:moveTo>
                        <a:lnTo>
                          <a:pt x="76762" y="0"/>
                        </a:lnTo>
                        <a:lnTo>
                          <a:pt x="76762" y="7010"/>
                        </a:lnTo>
                        <a:lnTo>
                          <a:pt x="0" y="7010"/>
                        </a:lnTo>
                        <a:close/>
                      </a:path>
                    </a:pathLst>
                  </a:custGeom>
                  <a:solidFill>
                    <a:srgbClr val="000000"/>
                  </a:solidFill>
                  <a:ln w="7005" cap="flat">
                    <a:noFill/>
                    <a:prstDash val="solid"/>
                    <a:miter/>
                  </a:ln>
                </p:spPr>
                <p:txBody>
                  <a:bodyPr rtlCol="0" anchor="ctr"/>
                  <a:lstStyle/>
                  <a:p>
                    <a:endParaRPr lang="en-GB"/>
                  </a:p>
                </p:txBody>
              </p:sp>
            </p:grpSp>
            <p:grpSp>
              <p:nvGrpSpPr>
                <p:cNvPr id="93" name="Graphic 84">
                  <a:extLst>
                    <a:ext uri="{FF2B5EF4-FFF2-40B4-BE49-F238E27FC236}">
                      <a16:creationId xmlns:a16="http://schemas.microsoft.com/office/drawing/2014/main" id="{5EB8DFE5-9CC9-4150-DF56-D86E3B37A807}"/>
                    </a:ext>
                  </a:extLst>
                </p:cNvPr>
                <p:cNvGrpSpPr>
                  <a:grpSpLocks noGrp="1" noUngrp="1" noRot="1" noMove="1" noResize="1"/>
                </p:cNvGrpSpPr>
                <p:nvPr/>
              </p:nvGrpSpPr>
              <p:grpSpPr>
                <a:xfrm>
                  <a:off x="1307986" y="1925981"/>
                  <a:ext cx="81598" cy="89029"/>
                  <a:chOff x="1307986" y="1925981"/>
                  <a:chExt cx="81598" cy="89029"/>
                </a:xfrm>
                <a:solidFill>
                  <a:srgbClr val="000000"/>
                </a:solidFill>
              </p:grpSpPr>
              <p:sp>
                <p:nvSpPr>
                  <p:cNvPr id="94" name="Freeform: Shape 93">
                    <a:extLst>
                      <a:ext uri="{FF2B5EF4-FFF2-40B4-BE49-F238E27FC236}">
                        <a16:creationId xmlns:a16="http://schemas.microsoft.com/office/drawing/2014/main" id="{6C8B1665-B23F-897F-0848-989A2A2A0343}"/>
                      </a:ext>
                    </a:extLst>
                  </p:cNvPr>
                  <p:cNvSpPr>
                    <a:spLocks noGrp="1" noRot="1" noMove="1" noResize="1" noEditPoints="1" noAdjustHandles="1" noChangeArrowheads="1" noChangeShapeType="1"/>
                  </p:cNvSpPr>
                  <p:nvPr/>
                </p:nvSpPr>
                <p:spPr>
                  <a:xfrm>
                    <a:off x="1340583" y="1925981"/>
                    <a:ext cx="49001" cy="89029"/>
                  </a:xfrm>
                  <a:custGeom>
                    <a:avLst/>
                    <a:gdLst>
                      <a:gd name="connsiteX0" fmla="*/ 4977 w 49001"/>
                      <a:gd name="connsiteY0" fmla="*/ 89029 h 89029"/>
                      <a:gd name="connsiteX1" fmla="*/ 0 w 49001"/>
                      <a:gd name="connsiteY1" fmla="*/ 84122 h 89029"/>
                      <a:gd name="connsiteX2" fmla="*/ 39187 w 49001"/>
                      <a:gd name="connsiteY2" fmla="*/ 44515 h 89029"/>
                      <a:gd name="connsiteX3" fmla="*/ 0 w 49001"/>
                      <a:gd name="connsiteY3" fmla="*/ 4907 h 89029"/>
                      <a:gd name="connsiteX4" fmla="*/ 4977 w 49001"/>
                      <a:gd name="connsiteY4" fmla="*/ 0 h 89029"/>
                      <a:gd name="connsiteX5" fmla="*/ 49001 w 49001"/>
                      <a:gd name="connsiteY5" fmla="*/ 44515 h 89029"/>
                      <a:gd name="connsiteX6" fmla="*/ 4977 w 49001"/>
                      <a:gd name="connsiteY6" fmla="*/ 89029 h 89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01" h="89029">
                        <a:moveTo>
                          <a:pt x="4977" y="89029"/>
                        </a:moveTo>
                        <a:lnTo>
                          <a:pt x="0" y="84122"/>
                        </a:lnTo>
                        <a:lnTo>
                          <a:pt x="39187" y="44515"/>
                        </a:lnTo>
                        <a:lnTo>
                          <a:pt x="0" y="4907"/>
                        </a:lnTo>
                        <a:lnTo>
                          <a:pt x="4977" y="0"/>
                        </a:lnTo>
                        <a:lnTo>
                          <a:pt x="49001" y="44515"/>
                        </a:lnTo>
                        <a:lnTo>
                          <a:pt x="4977" y="89029"/>
                        </a:lnTo>
                        <a:close/>
                      </a:path>
                    </a:pathLst>
                  </a:custGeom>
                  <a:solidFill>
                    <a:srgbClr val="000000"/>
                  </a:solidFill>
                  <a:ln w="7005" cap="flat">
                    <a:noFill/>
                    <a:prstDash val="solid"/>
                    <a:miter/>
                  </a:ln>
                </p:spPr>
                <p:txBody>
                  <a:bodyPr rtlCol="0" anchor="ctr"/>
                  <a:lstStyle/>
                  <a:p>
                    <a:endParaRPr lang="en-GB"/>
                  </a:p>
                </p:txBody>
              </p:sp>
              <p:sp>
                <p:nvSpPr>
                  <p:cNvPr id="95" name="Freeform: Shape 94">
                    <a:extLst>
                      <a:ext uri="{FF2B5EF4-FFF2-40B4-BE49-F238E27FC236}">
                        <a16:creationId xmlns:a16="http://schemas.microsoft.com/office/drawing/2014/main" id="{538AE1F7-65F6-C98A-73DC-44E24D797231}"/>
                      </a:ext>
                    </a:extLst>
                  </p:cNvPr>
                  <p:cNvSpPr>
                    <a:spLocks noGrp="1" noRot="1" noMove="1" noResize="1" noEditPoints="1" noAdjustHandles="1" noChangeArrowheads="1" noChangeShapeType="1"/>
                  </p:cNvSpPr>
                  <p:nvPr/>
                </p:nvSpPr>
                <p:spPr>
                  <a:xfrm>
                    <a:off x="1307986" y="1966990"/>
                    <a:ext cx="76761" cy="7010"/>
                  </a:xfrm>
                  <a:custGeom>
                    <a:avLst/>
                    <a:gdLst>
                      <a:gd name="connsiteX0" fmla="*/ 0 w 76761"/>
                      <a:gd name="connsiteY0" fmla="*/ 0 h 7010"/>
                      <a:gd name="connsiteX1" fmla="*/ 76762 w 76761"/>
                      <a:gd name="connsiteY1" fmla="*/ 0 h 7010"/>
                      <a:gd name="connsiteX2" fmla="*/ 76762 w 76761"/>
                      <a:gd name="connsiteY2" fmla="*/ 7010 h 7010"/>
                      <a:gd name="connsiteX3" fmla="*/ 0 w 76761"/>
                      <a:gd name="connsiteY3" fmla="*/ 7010 h 7010"/>
                    </a:gdLst>
                    <a:ahLst/>
                    <a:cxnLst>
                      <a:cxn ang="0">
                        <a:pos x="connsiteX0" y="connsiteY0"/>
                      </a:cxn>
                      <a:cxn ang="0">
                        <a:pos x="connsiteX1" y="connsiteY1"/>
                      </a:cxn>
                      <a:cxn ang="0">
                        <a:pos x="connsiteX2" y="connsiteY2"/>
                      </a:cxn>
                      <a:cxn ang="0">
                        <a:pos x="connsiteX3" y="connsiteY3"/>
                      </a:cxn>
                    </a:cxnLst>
                    <a:rect l="l" t="t" r="r" b="b"/>
                    <a:pathLst>
                      <a:path w="76761" h="7010">
                        <a:moveTo>
                          <a:pt x="0" y="0"/>
                        </a:moveTo>
                        <a:lnTo>
                          <a:pt x="76762" y="0"/>
                        </a:lnTo>
                        <a:lnTo>
                          <a:pt x="76762" y="7010"/>
                        </a:lnTo>
                        <a:lnTo>
                          <a:pt x="0" y="7010"/>
                        </a:lnTo>
                        <a:close/>
                      </a:path>
                    </a:pathLst>
                  </a:custGeom>
                  <a:solidFill>
                    <a:srgbClr val="000000"/>
                  </a:solidFill>
                  <a:ln w="7005" cap="flat">
                    <a:noFill/>
                    <a:prstDash val="solid"/>
                    <a:miter/>
                  </a:ln>
                </p:spPr>
                <p:txBody>
                  <a:bodyPr rtlCol="0" anchor="ctr"/>
                  <a:lstStyle/>
                  <a:p>
                    <a:endParaRPr lang="en-GB"/>
                  </a:p>
                </p:txBody>
              </p:sp>
            </p:grpSp>
            <p:sp>
              <p:nvSpPr>
                <p:cNvPr id="96" name="Freeform: Shape 95">
                  <a:extLst>
                    <a:ext uri="{FF2B5EF4-FFF2-40B4-BE49-F238E27FC236}">
                      <a16:creationId xmlns:a16="http://schemas.microsoft.com/office/drawing/2014/main" id="{1D33FAE1-E0AF-FCAF-8730-0366A376E16F}"/>
                    </a:ext>
                  </a:extLst>
                </p:cNvPr>
                <p:cNvSpPr>
                  <a:spLocks noGrp="1" noRot="1" noMove="1" noResize="1" noEditPoints="1" noAdjustHandles="1" noChangeArrowheads="1" noChangeShapeType="1"/>
                </p:cNvSpPr>
                <p:nvPr/>
              </p:nvSpPr>
              <p:spPr>
                <a:xfrm>
                  <a:off x="1560072" y="1929486"/>
                  <a:ext cx="81878" cy="82019"/>
                </a:xfrm>
                <a:custGeom>
                  <a:avLst/>
                  <a:gdLst>
                    <a:gd name="connsiteX0" fmla="*/ 41010 w 81878"/>
                    <a:gd name="connsiteY0" fmla="*/ 82019 h 82019"/>
                    <a:gd name="connsiteX1" fmla="*/ 0 w 81878"/>
                    <a:gd name="connsiteY1" fmla="*/ 41010 h 82019"/>
                    <a:gd name="connsiteX2" fmla="*/ 41010 w 81878"/>
                    <a:gd name="connsiteY2" fmla="*/ 0 h 82019"/>
                    <a:gd name="connsiteX3" fmla="*/ 78794 w 81878"/>
                    <a:gd name="connsiteY3" fmla="*/ 25026 h 82019"/>
                    <a:gd name="connsiteX4" fmla="*/ 72345 w 81878"/>
                    <a:gd name="connsiteY4" fmla="*/ 27760 h 82019"/>
                    <a:gd name="connsiteX5" fmla="*/ 41010 w 81878"/>
                    <a:gd name="connsiteY5" fmla="*/ 7010 h 82019"/>
                    <a:gd name="connsiteX6" fmla="*/ 7010 w 81878"/>
                    <a:gd name="connsiteY6" fmla="*/ 41010 h 82019"/>
                    <a:gd name="connsiteX7" fmla="*/ 41010 w 81878"/>
                    <a:gd name="connsiteY7" fmla="*/ 75009 h 82019"/>
                    <a:gd name="connsiteX8" fmla="*/ 74869 w 81878"/>
                    <a:gd name="connsiteY8" fmla="*/ 43954 h 82019"/>
                    <a:gd name="connsiteX9" fmla="*/ 81879 w 81878"/>
                    <a:gd name="connsiteY9" fmla="*/ 44515 h 82019"/>
                    <a:gd name="connsiteX10" fmla="*/ 41010 w 81878"/>
                    <a:gd name="connsiteY10" fmla="*/ 82019 h 82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878" h="82019">
                      <a:moveTo>
                        <a:pt x="41010" y="82019"/>
                      </a:moveTo>
                      <a:cubicBezTo>
                        <a:pt x="18367" y="82019"/>
                        <a:pt x="0" y="63652"/>
                        <a:pt x="0" y="41010"/>
                      </a:cubicBezTo>
                      <a:cubicBezTo>
                        <a:pt x="0" y="18367"/>
                        <a:pt x="18367" y="0"/>
                        <a:pt x="41010" y="0"/>
                      </a:cubicBezTo>
                      <a:cubicBezTo>
                        <a:pt x="57554" y="0"/>
                        <a:pt x="72345" y="9814"/>
                        <a:pt x="78794" y="25026"/>
                      </a:cubicBezTo>
                      <a:lnTo>
                        <a:pt x="72345" y="27760"/>
                      </a:lnTo>
                      <a:cubicBezTo>
                        <a:pt x="67017" y="15142"/>
                        <a:pt x="54750" y="7010"/>
                        <a:pt x="41010" y="7010"/>
                      </a:cubicBezTo>
                      <a:cubicBezTo>
                        <a:pt x="22292" y="7010"/>
                        <a:pt x="7010" y="22292"/>
                        <a:pt x="7010" y="41010"/>
                      </a:cubicBezTo>
                      <a:cubicBezTo>
                        <a:pt x="7010" y="59727"/>
                        <a:pt x="22292" y="75009"/>
                        <a:pt x="41010" y="75009"/>
                      </a:cubicBezTo>
                      <a:cubicBezTo>
                        <a:pt x="58535" y="75009"/>
                        <a:pt x="73397" y="61339"/>
                        <a:pt x="74869" y="43954"/>
                      </a:cubicBezTo>
                      <a:lnTo>
                        <a:pt x="81879" y="44515"/>
                      </a:lnTo>
                      <a:cubicBezTo>
                        <a:pt x="80126" y="65545"/>
                        <a:pt x="62180" y="82019"/>
                        <a:pt x="41010" y="82019"/>
                      </a:cubicBezTo>
                      <a:close/>
                    </a:path>
                  </a:pathLst>
                </a:custGeom>
                <a:solidFill>
                  <a:srgbClr val="000000"/>
                </a:solidFill>
                <a:ln w="7005" cap="flat">
                  <a:noFill/>
                  <a:prstDash val="solid"/>
                  <a:miter/>
                </a:ln>
              </p:spPr>
              <p:txBody>
                <a:bodyPr rtlCol="0" anchor="ctr"/>
                <a:lstStyle/>
                <a:p>
                  <a:endParaRPr lang="en-GB"/>
                </a:p>
              </p:txBody>
            </p:sp>
            <p:grpSp>
              <p:nvGrpSpPr>
                <p:cNvPr id="97" name="Graphic 84">
                  <a:extLst>
                    <a:ext uri="{FF2B5EF4-FFF2-40B4-BE49-F238E27FC236}">
                      <a16:creationId xmlns:a16="http://schemas.microsoft.com/office/drawing/2014/main" id="{21703D34-E9EE-6BF6-548D-46009AE0A2B4}"/>
                    </a:ext>
                  </a:extLst>
                </p:cNvPr>
                <p:cNvGrpSpPr>
                  <a:grpSpLocks noGrp="1" noUngrp="1" noRot="1" noMove="1" noResize="1"/>
                </p:cNvGrpSpPr>
                <p:nvPr/>
              </p:nvGrpSpPr>
              <p:grpSpPr>
                <a:xfrm>
                  <a:off x="1616854" y="1934323"/>
                  <a:ext cx="25096" cy="25166"/>
                  <a:chOff x="1616854" y="1934323"/>
                  <a:chExt cx="25096" cy="25166"/>
                </a:xfrm>
                <a:solidFill>
                  <a:srgbClr val="000000"/>
                </a:solidFill>
              </p:grpSpPr>
              <p:sp>
                <p:nvSpPr>
                  <p:cNvPr id="98" name="Freeform: Shape 97">
                    <a:extLst>
                      <a:ext uri="{FF2B5EF4-FFF2-40B4-BE49-F238E27FC236}">
                        <a16:creationId xmlns:a16="http://schemas.microsoft.com/office/drawing/2014/main" id="{01D25E80-3900-167D-16BA-8121284B5EF8}"/>
                      </a:ext>
                    </a:extLst>
                  </p:cNvPr>
                  <p:cNvSpPr>
                    <a:spLocks noGrp="1" noRot="1" noMove="1" noResize="1" noEditPoints="1" noAdjustHandles="1" noChangeArrowheads="1" noChangeShapeType="1"/>
                  </p:cNvSpPr>
                  <p:nvPr/>
                </p:nvSpPr>
                <p:spPr>
                  <a:xfrm>
                    <a:off x="1616854" y="1952479"/>
                    <a:ext cx="25096" cy="7010"/>
                  </a:xfrm>
                  <a:custGeom>
                    <a:avLst/>
                    <a:gdLst>
                      <a:gd name="connsiteX0" fmla="*/ 0 w 25096"/>
                      <a:gd name="connsiteY0" fmla="*/ 0 h 7010"/>
                      <a:gd name="connsiteX1" fmla="*/ 25096 w 25096"/>
                      <a:gd name="connsiteY1" fmla="*/ 0 h 7010"/>
                      <a:gd name="connsiteX2" fmla="*/ 25096 w 25096"/>
                      <a:gd name="connsiteY2" fmla="*/ 7010 h 7010"/>
                      <a:gd name="connsiteX3" fmla="*/ 0 w 25096"/>
                      <a:gd name="connsiteY3" fmla="*/ 7010 h 7010"/>
                    </a:gdLst>
                    <a:ahLst/>
                    <a:cxnLst>
                      <a:cxn ang="0">
                        <a:pos x="connsiteX0" y="connsiteY0"/>
                      </a:cxn>
                      <a:cxn ang="0">
                        <a:pos x="connsiteX1" y="connsiteY1"/>
                      </a:cxn>
                      <a:cxn ang="0">
                        <a:pos x="connsiteX2" y="connsiteY2"/>
                      </a:cxn>
                      <a:cxn ang="0">
                        <a:pos x="connsiteX3" y="connsiteY3"/>
                      </a:cxn>
                    </a:cxnLst>
                    <a:rect l="l" t="t" r="r" b="b"/>
                    <a:pathLst>
                      <a:path w="25096" h="7010">
                        <a:moveTo>
                          <a:pt x="0" y="0"/>
                        </a:moveTo>
                        <a:lnTo>
                          <a:pt x="25096" y="0"/>
                        </a:lnTo>
                        <a:lnTo>
                          <a:pt x="25096" y="7010"/>
                        </a:lnTo>
                        <a:lnTo>
                          <a:pt x="0" y="7010"/>
                        </a:lnTo>
                        <a:close/>
                      </a:path>
                    </a:pathLst>
                  </a:custGeom>
                  <a:solidFill>
                    <a:srgbClr val="000000"/>
                  </a:solidFill>
                  <a:ln w="7005" cap="flat">
                    <a:noFill/>
                    <a:prstDash val="solid"/>
                    <a:miter/>
                  </a:ln>
                </p:spPr>
                <p:txBody>
                  <a:bodyPr rtlCol="0" anchor="ctr"/>
                  <a:lstStyle/>
                  <a:p>
                    <a:endParaRPr lang="en-GB"/>
                  </a:p>
                </p:txBody>
              </p:sp>
              <p:sp>
                <p:nvSpPr>
                  <p:cNvPr id="99" name="Freeform: Shape 98">
                    <a:extLst>
                      <a:ext uri="{FF2B5EF4-FFF2-40B4-BE49-F238E27FC236}">
                        <a16:creationId xmlns:a16="http://schemas.microsoft.com/office/drawing/2014/main" id="{E132AFC0-8681-7B37-B8D8-0C00A2300696}"/>
                      </a:ext>
                    </a:extLst>
                  </p:cNvPr>
                  <p:cNvSpPr>
                    <a:spLocks noGrp="1" noRot="1" noMove="1" noResize="1" noEditPoints="1" noAdjustHandles="1" noChangeArrowheads="1" noChangeShapeType="1"/>
                  </p:cNvSpPr>
                  <p:nvPr/>
                </p:nvSpPr>
                <p:spPr>
                  <a:xfrm>
                    <a:off x="1634941" y="1934323"/>
                    <a:ext cx="7010" cy="25096"/>
                  </a:xfrm>
                  <a:custGeom>
                    <a:avLst/>
                    <a:gdLst>
                      <a:gd name="connsiteX0" fmla="*/ 0 w 7010"/>
                      <a:gd name="connsiteY0" fmla="*/ 0 h 25096"/>
                      <a:gd name="connsiteX1" fmla="*/ 7010 w 7010"/>
                      <a:gd name="connsiteY1" fmla="*/ 0 h 25096"/>
                      <a:gd name="connsiteX2" fmla="*/ 7010 w 7010"/>
                      <a:gd name="connsiteY2" fmla="*/ 25096 h 25096"/>
                      <a:gd name="connsiteX3" fmla="*/ 0 w 7010"/>
                      <a:gd name="connsiteY3" fmla="*/ 25096 h 25096"/>
                    </a:gdLst>
                    <a:ahLst/>
                    <a:cxnLst>
                      <a:cxn ang="0">
                        <a:pos x="connsiteX0" y="connsiteY0"/>
                      </a:cxn>
                      <a:cxn ang="0">
                        <a:pos x="connsiteX1" y="connsiteY1"/>
                      </a:cxn>
                      <a:cxn ang="0">
                        <a:pos x="connsiteX2" y="connsiteY2"/>
                      </a:cxn>
                      <a:cxn ang="0">
                        <a:pos x="connsiteX3" y="connsiteY3"/>
                      </a:cxn>
                    </a:cxnLst>
                    <a:rect l="l" t="t" r="r" b="b"/>
                    <a:pathLst>
                      <a:path w="7010" h="25096">
                        <a:moveTo>
                          <a:pt x="0" y="0"/>
                        </a:moveTo>
                        <a:lnTo>
                          <a:pt x="7010" y="0"/>
                        </a:lnTo>
                        <a:lnTo>
                          <a:pt x="7010" y="25096"/>
                        </a:lnTo>
                        <a:lnTo>
                          <a:pt x="0" y="25096"/>
                        </a:lnTo>
                        <a:close/>
                      </a:path>
                    </a:pathLst>
                  </a:custGeom>
                  <a:solidFill>
                    <a:srgbClr val="000000"/>
                  </a:solidFill>
                  <a:ln w="7005" cap="flat">
                    <a:noFill/>
                    <a:prstDash val="solid"/>
                    <a:miter/>
                  </a:ln>
                </p:spPr>
                <p:txBody>
                  <a:bodyPr rtlCol="0" anchor="ctr"/>
                  <a:lstStyle/>
                  <a:p>
                    <a:endParaRPr lang="en-GB"/>
                  </a:p>
                </p:txBody>
              </p:sp>
            </p:grpSp>
          </p:grpSp>
          <p:grpSp>
            <p:nvGrpSpPr>
              <p:cNvPr id="100" name="Graphic 84">
                <a:extLst>
                  <a:ext uri="{FF2B5EF4-FFF2-40B4-BE49-F238E27FC236}">
                    <a16:creationId xmlns:a16="http://schemas.microsoft.com/office/drawing/2014/main" id="{6579569E-A6BB-F2EF-5383-4B9FCB689DA2}"/>
                  </a:ext>
                </a:extLst>
              </p:cNvPr>
              <p:cNvGrpSpPr>
                <a:grpSpLocks noGrp="1" noUngrp="1" noRot="1" noMove="1" noResize="1"/>
              </p:cNvGrpSpPr>
              <p:nvPr/>
            </p:nvGrpSpPr>
            <p:grpSpPr>
              <a:xfrm>
                <a:off x="8449378" y="1925959"/>
                <a:ext cx="88630" cy="88630"/>
                <a:chOff x="8449378" y="1925959"/>
                <a:chExt cx="88630" cy="88630"/>
              </a:xfrm>
              <a:solidFill>
                <a:srgbClr val="000000"/>
              </a:solidFill>
            </p:grpSpPr>
            <p:sp>
              <p:nvSpPr>
                <p:cNvPr id="101" name="Freeform: Shape 100">
                  <a:extLst>
                    <a:ext uri="{FF2B5EF4-FFF2-40B4-BE49-F238E27FC236}">
                      <a16:creationId xmlns:a16="http://schemas.microsoft.com/office/drawing/2014/main" id="{821F265B-80AC-09D2-4ACA-591A13AA688A}"/>
                    </a:ext>
                  </a:extLst>
                </p:cNvPr>
                <p:cNvSpPr>
                  <a:spLocks noGrp="1" noRot="1" noMove="1" noResize="1" noEditPoints="1" noAdjustHandles="1" noChangeArrowheads="1" noChangeShapeType="1"/>
                </p:cNvSpPr>
                <p:nvPr/>
              </p:nvSpPr>
              <p:spPr>
                <a:xfrm rot="-2700000">
                  <a:off x="8490188" y="1911109"/>
                  <a:ext cx="7010" cy="118331"/>
                </a:xfrm>
                <a:custGeom>
                  <a:avLst/>
                  <a:gdLst>
                    <a:gd name="connsiteX0" fmla="*/ 0 w 7010"/>
                    <a:gd name="connsiteY0" fmla="*/ 0 h 118331"/>
                    <a:gd name="connsiteX1" fmla="*/ 7011 w 7010"/>
                    <a:gd name="connsiteY1" fmla="*/ 0 h 118331"/>
                    <a:gd name="connsiteX2" fmla="*/ 7011 w 7010"/>
                    <a:gd name="connsiteY2" fmla="*/ 118332 h 118331"/>
                    <a:gd name="connsiteX3" fmla="*/ 0 w 7010"/>
                    <a:gd name="connsiteY3" fmla="*/ 118332 h 118331"/>
                  </a:gdLst>
                  <a:ahLst/>
                  <a:cxnLst>
                    <a:cxn ang="0">
                      <a:pos x="connsiteX0" y="connsiteY0"/>
                    </a:cxn>
                    <a:cxn ang="0">
                      <a:pos x="connsiteX1" y="connsiteY1"/>
                    </a:cxn>
                    <a:cxn ang="0">
                      <a:pos x="connsiteX2" y="connsiteY2"/>
                    </a:cxn>
                    <a:cxn ang="0">
                      <a:pos x="connsiteX3" y="connsiteY3"/>
                    </a:cxn>
                  </a:cxnLst>
                  <a:rect l="l" t="t" r="r" b="b"/>
                  <a:pathLst>
                    <a:path w="7010" h="118331">
                      <a:moveTo>
                        <a:pt x="0" y="0"/>
                      </a:moveTo>
                      <a:lnTo>
                        <a:pt x="7011" y="0"/>
                      </a:lnTo>
                      <a:lnTo>
                        <a:pt x="7011" y="118332"/>
                      </a:lnTo>
                      <a:lnTo>
                        <a:pt x="0" y="118332"/>
                      </a:lnTo>
                      <a:close/>
                    </a:path>
                  </a:pathLst>
                </a:custGeom>
                <a:solidFill>
                  <a:srgbClr val="000000"/>
                </a:solidFill>
                <a:ln w="7005" cap="flat">
                  <a:noFill/>
                  <a:prstDash val="solid"/>
                  <a:miter/>
                </a:ln>
              </p:spPr>
              <p:txBody>
                <a:bodyPr rtlCol="0" anchor="ctr"/>
                <a:lstStyle/>
                <a:p>
                  <a:endParaRPr lang="en-GB"/>
                </a:p>
              </p:txBody>
            </p:sp>
            <p:sp>
              <p:nvSpPr>
                <p:cNvPr id="102" name="Freeform: Shape 101">
                  <a:extLst>
                    <a:ext uri="{FF2B5EF4-FFF2-40B4-BE49-F238E27FC236}">
                      <a16:creationId xmlns:a16="http://schemas.microsoft.com/office/drawing/2014/main" id="{D0610AC6-D9C0-97AD-7545-07DDC815BCFE}"/>
                    </a:ext>
                  </a:extLst>
                </p:cNvPr>
                <p:cNvSpPr>
                  <a:spLocks noGrp="1" noRot="1" noMove="1" noResize="1" noEditPoints="1" noAdjustHandles="1" noChangeArrowheads="1" noChangeShapeType="1"/>
                </p:cNvSpPr>
                <p:nvPr/>
              </p:nvSpPr>
              <p:spPr>
                <a:xfrm rot="-2700000">
                  <a:off x="8434528" y="1966769"/>
                  <a:ext cx="118331" cy="7010"/>
                </a:xfrm>
                <a:custGeom>
                  <a:avLst/>
                  <a:gdLst>
                    <a:gd name="connsiteX0" fmla="*/ 0 w 118331"/>
                    <a:gd name="connsiteY0" fmla="*/ 0 h 7010"/>
                    <a:gd name="connsiteX1" fmla="*/ 118332 w 118331"/>
                    <a:gd name="connsiteY1" fmla="*/ 0 h 7010"/>
                    <a:gd name="connsiteX2" fmla="*/ 118332 w 118331"/>
                    <a:gd name="connsiteY2" fmla="*/ 7010 h 7010"/>
                    <a:gd name="connsiteX3" fmla="*/ 0 w 118331"/>
                    <a:gd name="connsiteY3" fmla="*/ 7010 h 7010"/>
                  </a:gdLst>
                  <a:ahLst/>
                  <a:cxnLst>
                    <a:cxn ang="0">
                      <a:pos x="connsiteX0" y="connsiteY0"/>
                    </a:cxn>
                    <a:cxn ang="0">
                      <a:pos x="connsiteX1" y="connsiteY1"/>
                    </a:cxn>
                    <a:cxn ang="0">
                      <a:pos x="connsiteX2" y="connsiteY2"/>
                    </a:cxn>
                    <a:cxn ang="0">
                      <a:pos x="connsiteX3" y="connsiteY3"/>
                    </a:cxn>
                  </a:cxnLst>
                  <a:rect l="l" t="t" r="r" b="b"/>
                  <a:pathLst>
                    <a:path w="118331" h="7010">
                      <a:moveTo>
                        <a:pt x="0" y="0"/>
                      </a:moveTo>
                      <a:lnTo>
                        <a:pt x="118332" y="0"/>
                      </a:lnTo>
                      <a:lnTo>
                        <a:pt x="118332" y="7010"/>
                      </a:lnTo>
                      <a:lnTo>
                        <a:pt x="0" y="7010"/>
                      </a:lnTo>
                      <a:close/>
                    </a:path>
                  </a:pathLst>
                </a:custGeom>
                <a:solidFill>
                  <a:srgbClr val="000000"/>
                </a:solidFill>
                <a:ln w="7005" cap="flat">
                  <a:noFill/>
                  <a:prstDash val="solid"/>
                  <a:miter/>
                </a:ln>
              </p:spPr>
              <p:txBody>
                <a:bodyPr rtlCol="0" anchor="ctr"/>
                <a:lstStyle/>
                <a:p>
                  <a:endParaRPr lang="en-GB"/>
                </a:p>
              </p:txBody>
            </p:sp>
          </p:grpSp>
          <p:sp>
            <p:nvSpPr>
              <p:cNvPr id="103" name="Freeform: Shape 102">
                <a:extLst>
                  <a:ext uri="{FF2B5EF4-FFF2-40B4-BE49-F238E27FC236}">
                    <a16:creationId xmlns:a16="http://schemas.microsoft.com/office/drawing/2014/main" id="{3B0F178B-95B0-E87C-A8D4-01F20D6DC1C1}"/>
                  </a:ext>
                </a:extLst>
              </p:cNvPr>
              <p:cNvSpPr>
                <a:spLocks noGrp="1" noRot="1" noMove="1" noResize="1" noEditPoints="1" noAdjustHandles="1" noChangeArrowheads="1" noChangeShapeType="1"/>
              </p:cNvSpPr>
              <p:nvPr/>
            </p:nvSpPr>
            <p:spPr>
              <a:xfrm>
                <a:off x="8210071" y="1949815"/>
                <a:ext cx="64353" cy="64353"/>
              </a:xfrm>
              <a:custGeom>
                <a:avLst/>
                <a:gdLst>
                  <a:gd name="connsiteX0" fmla="*/ 64354 w 64353"/>
                  <a:gd name="connsiteY0" fmla="*/ 64353 h 64353"/>
                  <a:gd name="connsiteX1" fmla="*/ 0 w 64353"/>
                  <a:gd name="connsiteY1" fmla="*/ 64353 h 64353"/>
                  <a:gd name="connsiteX2" fmla="*/ 0 w 64353"/>
                  <a:gd name="connsiteY2" fmla="*/ 0 h 64353"/>
                  <a:gd name="connsiteX3" fmla="*/ 64354 w 64353"/>
                  <a:gd name="connsiteY3" fmla="*/ 0 h 64353"/>
                  <a:gd name="connsiteX4" fmla="*/ 64354 w 64353"/>
                  <a:gd name="connsiteY4" fmla="*/ 64353 h 64353"/>
                  <a:gd name="connsiteX5" fmla="*/ 7010 w 64353"/>
                  <a:gd name="connsiteY5" fmla="*/ 57343 h 64353"/>
                  <a:gd name="connsiteX6" fmla="*/ 57344 w 64353"/>
                  <a:gd name="connsiteY6" fmla="*/ 57343 h 64353"/>
                  <a:gd name="connsiteX7" fmla="*/ 57344 w 64353"/>
                  <a:gd name="connsiteY7" fmla="*/ 7010 h 64353"/>
                  <a:gd name="connsiteX8" fmla="*/ 7010 w 64353"/>
                  <a:gd name="connsiteY8" fmla="*/ 7010 h 64353"/>
                  <a:gd name="connsiteX9" fmla="*/ 7010 w 64353"/>
                  <a:gd name="connsiteY9" fmla="*/ 57343 h 6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53" h="64353">
                    <a:moveTo>
                      <a:pt x="64354" y="64353"/>
                    </a:moveTo>
                    <a:lnTo>
                      <a:pt x="0" y="64353"/>
                    </a:lnTo>
                    <a:lnTo>
                      <a:pt x="0" y="0"/>
                    </a:lnTo>
                    <a:lnTo>
                      <a:pt x="64354" y="0"/>
                    </a:lnTo>
                    <a:lnTo>
                      <a:pt x="64354" y="64353"/>
                    </a:lnTo>
                    <a:close/>
                    <a:moveTo>
                      <a:pt x="7010" y="57343"/>
                    </a:moveTo>
                    <a:lnTo>
                      <a:pt x="57344" y="57343"/>
                    </a:lnTo>
                    <a:lnTo>
                      <a:pt x="57344" y="7010"/>
                    </a:lnTo>
                    <a:lnTo>
                      <a:pt x="7010" y="7010"/>
                    </a:lnTo>
                    <a:lnTo>
                      <a:pt x="7010" y="57343"/>
                    </a:lnTo>
                    <a:close/>
                  </a:path>
                </a:pathLst>
              </a:custGeom>
              <a:solidFill>
                <a:srgbClr val="000000"/>
              </a:solidFill>
              <a:ln w="7005" cap="flat">
                <a:noFill/>
                <a:prstDash val="solid"/>
                <a:miter/>
              </a:ln>
            </p:spPr>
            <p:txBody>
              <a:bodyPr rtlCol="0" anchor="ctr"/>
              <a:lstStyle/>
              <a:p>
                <a:endParaRPr lang="en-GB"/>
              </a:p>
            </p:txBody>
          </p:sp>
          <p:sp>
            <p:nvSpPr>
              <p:cNvPr id="104" name="Freeform: Shape 103">
                <a:extLst>
                  <a:ext uri="{FF2B5EF4-FFF2-40B4-BE49-F238E27FC236}">
                    <a16:creationId xmlns:a16="http://schemas.microsoft.com/office/drawing/2014/main" id="{B7D135DA-E203-20E0-5097-D89435EEB021}"/>
                  </a:ext>
                </a:extLst>
              </p:cNvPr>
              <p:cNvSpPr>
                <a:spLocks noGrp="1" noRot="1" noMove="1" noResize="1" noEditPoints="1" noAdjustHandles="1" noChangeArrowheads="1" noChangeShapeType="1"/>
              </p:cNvSpPr>
              <p:nvPr/>
            </p:nvSpPr>
            <p:spPr>
              <a:xfrm>
                <a:off x="8227035" y="1926261"/>
                <a:ext cx="70943" cy="71013"/>
              </a:xfrm>
              <a:custGeom>
                <a:avLst/>
                <a:gdLst>
                  <a:gd name="connsiteX0" fmla="*/ 70943 w 70943"/>
                  <a:gd name="connsiteY0" fmla="*/ 71013 h 71013"/>
                  <a:gd name="connsiteX1" fmla="*/ 44936 w 70943"/>
                  <a:gd name="connsiteY1" fmla="*/ 71013 h 71013"/>
                  <a:gd name="connsiteX2" fmla="*/ 44936 w 70943"/>
                  <a:gd name="connsiteY2" fmla="*/ 64003 h 71013"/>
                  <a:gd name="connsiteX3" fmla="*/ 63933 w 70943"/>
                  <a:gd name="connsiteY3" fmla="*/ 64003 h 71013"/>
                  <a:gd name="connsiteX4" fmla="*/ 63933 w 70943"/>
                  <a:gd name="connsiteY4" fmla="*/ 7010 h 71013"/>
                  <a:gd name="connsiteX5" fmla="*/ 7010 w 70943"/>
                  <a:gd name="connsiteY5" fmla="*/ 7010 h 71013"/>
                  <a:gd name="connsiteX6" fmla="*/ 7010 w 70943"/>
                  <a:gd name="connsiteY6" fmla="*/ 26148 h 71013"/>
                  <a:gd name="connsiteX7" fmla="*/ 0 w 70943"/>
                  <a:gd name="connsiteY7" fmla="*/ 26148 h 71013"/>
                  <a:gd name="connsiteX8" fmla="*/ 0 w 70943"/>
                  <a:gd name="connsiteY8" fmla="*/ 0 h 71013"/>
                  <a:gd name="connsiteX9" fmla="*/ 70943 w 70943"/>
                  <a:gd name="connsiteY9" fmla="*/ 0 h 71013"/>
                  <a:gd name="connsiteX10" fmla="*/ 70943 w 70943"/>
                  <a:gd name="connsiteY10" fmla="*/ 71013 h 7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943" h="71013">
                    <a:moveTo>
                      <a:pt x="70943" y="71013"/>
                    </a:moveTo>
                    <a:lnTo>
                      <a:pt x="44936" y="71013"/>
                    </a:lnTo>
                    <a:lnTo>
                      <a:pt x="44936" y="64003"/>
                    </a:lnTo>
                    <a:lnTo>
                      <a:pt x="63933" y="64003"/>
                    </a:lnTo>
                    <a:lnTo>
                      <a:pt x="63933" y="7010"/>
                    </a:lnTo>
                    <a:lnTo>
                      <a:pt x="7010" y="7010"/>
                    </a:lnTo>
                    <a:lnTo>
                      <a:pt x="7010" y="26148"/>
                    </a:lnTo>
                    <a:lnTo>
                      <a:pt x="0" y="26148"/>
                    </a:lnTo>
                    <a:lnTo>
                      <a:pt x="0" y="0"/>
                    </a:lnTo>
                    <a:lnTo>
                      <a:pt x="70943" y="0"/>
                    </a:lnTo>
                    <a:lnTo>
                      <a:pt x="70943" y="71013"/>
                    </a:lnTo>
                    <a:close/>
                  </a:path>
                </a:pathLst>
              </a:custGeom>
              <a:solidFill>
                <a:srgbClr val="000000"/>
              </a:solidFill>
              <a:ln w="7005" cap="flat">
                <a:noFill/>
                <a:prstDash val="solid"/>
                <a:miter/>
              </a:ln>
            </p:spPr>
            <p:txBody>
              <a:bodyPr rtlCol="0" anchor="ctr"/>
              <a:lstStyle/>
              <a:p>
                <a:endParaRPr lang="en-GB"/>
              </a:p>
            </p:txBody>
          </p:sp>
          <p:sp>
            <p:nvSpPr>
              <p:cNvPr id="105" name="Freeform: Shape 104">
                <a:extLst>
                  <a:ext uri="{FF2B5EF4-FFF2-40B4-BE49-F238E27FC236}">
                    <a16:creationId xmlns:a16="http://schemas.microsoft.com/office/drawing/2014/main" id="{59CF9D96-8EBE-1139-97DC-1AA45C77F573}"/>
                  </a:ext>
                </a:extLst>
              </p:cNvPr>
              <p:cNvSpPr>
                <a:spLocks noGrp="1" noRot="1" noMove="1" noResize="1" noEditPoints="1" noAdjustHandles="1" noChangeArrowheads="1" noChangeShapeType="1"/>
              </p:cNvSpPr>
              <p:nvPr/>
            </p:nvSpPr>
            <p:spPr>
              <a:xfrm>
                <a:off x="7947049" y="1966780"/>
                <a:ext cx="76270" cy="7010"/>
              </a:xfrm>
              <a:custGeom>
                <a:avLst/>
                <a:gdLst>
                  <a:gd name="connsiteX0" fmla="*/ 0 w 76270"/>
                  <a:gd name="connsiteY0" fmla="*/ 0 h 7010"/>
                  <a:gd name="connsiteX1" fmla="*/ 76271 w 76270"/>
                  <a:gd name="connsiteY1" fmla="*/ 0 h 7010"/>
                  <a:gd name="connsiteX2" fmla="*/ 76271 w 76270"/>
                  <a:gd name="connsiteY2" fmla="*/ 7010 h 7010"/>
                  <a:gd name="connsiteX3" fmla="*/ 0 w 76270"/>
                  <a:gd name="connsiteY3" fmla="*/ 7010 h 7010"/>
                </a:gdLst>
                <a:ahLst/>
                <a:cxnLst>
                  <a:cxn ang="0">
                    <a:pos x="connsiteX0" y="connsiteY0"/>
                  </a:cxn>
                  <a:cxn ang="0">
                    <a:pos x="connsiteX1" y="connsiteY1"/>
                  </a:cxn>
                  <a:cxn ang="0">
                    <a:pos x="connsiteX2" y="connsiteY2"/>
                  </a:cxn>
                  <a:cxn ang="0">
                    <a:pos x="connsiteX3" y="connsiteY3"/>
                  </a:cxn>
                </a:cxnLst>
                <a:rect l="l" t="t" r="r" b="b"/>
                <a:pathLst>
                  <a:path w="76270" h="7010">
                    <a:moveTo>
                      <a:pt x="0" y="0"/>
                    </a:moveTo>
                    <a:lnTo>
                      <a:pt x="76271" y="0"/>
                    </a:lnTo>
                    <a:lnTo>
                      <a:pt x="76271" y="7010"/>
                    </a:lnTo>
                    <a:lnTo>
                      <a:pt x="0" y="7010"/>
                    </a:lnTo>
                    <a:close/>
                  </a:path>
                </a:pathLst>
              </a:custGeom>
              <a:solidFill>
                <a:srgbClr val="000000"/>
              </a:solidFill>
              <a:ln w="7005" cap="flat">
                <a:noFill/>
                <a:prstDash val="solid"/>
                <a:miter/>
              </a:ln>
            </p:spPr>
            <p:txBody>
              <a:bodyPr rtlCol="0" anchor="ctr"/>
              <a:lstStyle/>
              <a:p>
                <a:endParaRPr lang="en-GB"/>
              </a:p>
            </p:txBody>
          </p:sp>
        </p:grpSp>
      </p:gr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19" name="Text Placeholder 4">
            <a:extLst>
              <a:ext uri="{FF2B5EF4-FFF2-40B4-BE49-F238E27FC236}">
                <a16:creationId xmlns:a16="http://schemas.microsoft.com/office/drawing/2014/main" id="{FCE2E642-BBD4-61D7-69DC-70BD5D68B4AD}"/>
              </a:ext>
            </a:extLst>
          </p:cNvPr>
          <p:cNvSpPr>
            <a:spLocks noGrp="1"/>
          </p:cNvSpPr>
          <p:nvPr userDrawn="1">
            <p:ph type="body" sz="quarter" idx="38"/>
          </p:nvPr>
        </p:nvSpPr>
        <p:spPr>
          <a:xfrm>
            <a:off x="588167" y="3190874"/>
            <a:ext cx="2787074" cy="3255187"/>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79" name="Picture Placeholder 59">
            <a:extLst>
              <a:ext uri="{FF2B5EF4-FFF2-40B4-BE49-F238E27FC236}">
                <a16:creationId xmlns:a16="http://schemas.microsoft.com/office/drawing/2014/main" id="{4203B631-4C9C-C284-ADB5-346258B0480A}"/>
              </a:ext>
            </a:extLst>
          </p:cNvPr>
          <p:cNvSpPr>
            <a:spLocks noGrp="1"/>
          </p:cNvSpPr>
          <p:nvPr userDrawn="1">
            <p:ph type="pic" sz="quarter" idx="69" hasCustomPrompt="1"/>
          </p:nvPr>
        </p:nvSpPr>
        <p:spPr>
          <a:xfrm>
            <a:off x="3924881" y="2099464"/>
            <a:ext cx="7711842" cy="4337910"/>
          </a:xfrm>
          <a:prstGeom prst="rect">
            <a:avLst/>
          </a:prstGeom>
          <a:pattFill prst="ltUpDiag">
            <a:fgClr>
              <a:schemeClr val="tx1">
                <a:lumMod val="20000"/>
                <a:lumOff val="80000"/>
              </a:schemeClr>
            </a:fgClr>
            <a:bgClr>
              <a:schemeClr val="bg1"/>
            </a:bgClr>
          </a:pattFill>
        </p:spPr>
        <p:txBody>
          <a:bodyPr tIns="360000"/>
          <a:lstStyle>
            <a:lvl1pPr marL="0" indent="0" algn="ctr">
              <a:buNone/>
              <a:defRPr sz="1100"/>
            </a:lvl1pPr>
          </a:lstStyle>
          <a:p>
            <a:r>
              <a:rPr lang="en-US" dirty="0"/>
              <a:t>Add Screengrab</a:t>
            </a:r>
            <a:endParaRPr lang="en-ZA" dirty="0"/>
          </a:p>
        </p:txBody>
      </p:sp>
      <p:sp>
        <p:nvSpPr>
          <p:cNvPr id="83" name="Text Placeholder 15">
            <a:extLst>
              <a:ext uri="{FF2B5EF4-FFF2-40B4-BE49-F238E27FC236}">
                <a16:creationId xmlns:a16="http://schemas.microsoft.com/office/drawing/2014/main" id="{DAE83810-030F-6D87-5D14-DCCC396B8911}"/>
              </a:ext>
            </a:extLst>
          </p:cNvPr>
          <p:cNvSpPr>
            <a:spLocks noGrp="1"/>
          </p:cNvSpPr>
          <p:nvPr userDrawn="1">
            <p:ph type="body" sz="quarter" idx="57" hasCustomPrompt="1"/>
          </p:nvPr>
        </p:nvSpPr>
        <p:spPr>
          <a:xfrm>
            <a:off x="584948" y="2456404"/>
            <a:ext cx="2787073" cy="488595"/>
          </a:xfrm>
          <a:prstGeom prst="rect">
            <a:avLst/>
          </a:prstGeom>
        </p:spPr>
        <p:txBody>
          <a:bodyPr wrap="square" lIns="0" tIns="0" rIns="0" bIns="0">
            <a:spAutoFit/>
          </a:bodyPr>
          <a:lstStyle>
            <a:lvl1pPr marL="0" indent="0" algn="l">
              <a:lnSpc>
                <a:spcPts val="1300"/>
              </a:lnSpc>
              <a:spcBef>
                <a:spcPts val="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3 lines maximum. Insert your text here. No longer than 3 lines.</a:t>
            </a:r>
            <a:endParaRPr lang="en-ZA" dirty="0"/>
          </a:p>
        </p:txBody>
      </p:sp>
      <p:sp>
        <p:nvSpPr>
          <p:cNvPr id="108" name="Title 1">
            <a:extLst>
              <a:ext uri="{FF2B5EF4-FFF2-40B4-BE49-F238E27FC236}">
                <a16:creationId xmlns:a16="http://schemas.microsoft.com/office/drawing/2014/main" id="{C3436B9C-88DA-D970-2F20-EF6473145445}"/>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cxnSp>
        <p:nvCxnSpPr>
          <p:cNvPr id="109" name="Straight Connector 15">
            <a:extLst>
              <a:ext uri="{FF2B5EF4-FFF2-40B4-BE49-F238E27FC236}">
                <a16:creationId xmlns:a16="http://schemas.microsoft.com/office/drawing/2014/main" id="{9BEE021B-FFBA-E232-D4A1-84918907416D}"/>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0" name="Text Placeholder 4">
            <a:extLst>
              <a:ext uri="{FF2B5EF4-FFF2-40B4-BE49-F238E27FC236}">
                <a16:creationId xmlns:a16="http://schemas.microsoft.com/office/drawing/2014/main" id="{F07D8202-D0ED-C521-B3A1-4D564B418266}"/>
              </a:ext>
            </a:extLst>
          </p:cNvPr>
          <p:cNvSpPr>
            <a:spLocks noGrp="1"/>
          </p:cNvSpPr>
          <p:nvPr>
            <p:ph type="body" sz="quarter" idx="40" hasCustomPrompt="1"/>
          </p:nvPr>
        </p:nvSpPr>
        <p:spPr>
          <a:xfrm>
            <a:off x="588166" y="972641"/>
            <a:ext cx="11051375" cy="214161"/>
          </a:xfrm>
          <a:prstGeom prst="rect">
            <a:avLst/>
          </a:prstGeom>
        </p:spPr>
        <p:txBody>
          <a:bodyPr lIns="0" tIns="0" rIns="0" bIns="0" anchor="b" anchorCtr="0">
            <a:normAutofit/>
          </a:bodyPr>
          <a:lstStyle>
            <a:lvl1pPr marL="0" indent="0">
              <a:lnSpc>
                <a:spcPts val="1600"/>
              </a:lnSpc>
              <a:buFont typeface="Calibri" panose="020F0502020204030204" pitchFamily="34" charset="0"/>
              <a:buNone/>
              <a:defRPr lang="en-GB" sz="2000" b="1" kern="1200" spc="30" baseline="0" noProof="0" dirty="0">
                <a:solidFill>
                  <a:schemeClr val="accent3"/>
                </a:solidFill>
                <a:latin typeface="+mj-lt"/>
                <a:ea typeface="+mn-ea"/>
                <a:cs typeface="+mn-cs"/>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Tree>
    <p:extLst>
      <p:ext uri="{BB962C8B-B14F-4D97-AF65-F5344CB8AC3E}">
        <p14:creationId xmlns:p14="http://schemas.microsoft.com/office/powerpoint/2010/main" val="325275433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P12 | HEAD + Sub-head + Med Screengrab">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FCE2E642-BBD4-61D7-69DC-70BD5D68B4AD}"/>
              </a:ext>
            </a:extLst>
          </p:cNvPr>
          <p:cNvSpPr>
            <a:spLocks noGrp="1"/>
          </p:cNvSpPr>
          <p:nvPr>
            <p:ph type="body" sz="quarter" idx="38"/>
          </p:nvPr>
        </p:nvSpPr>
        <p:spPr>
          <a:xfrm>
            <a:off x="588167" y="2637446"/>
            <a:ext cx="3687742" cy="3808616"/>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6" name="Text Placeholder 15">
            <a:extLst>
              <a:ext uri="{FF2B5EF4-FFF2-40B4-BE49-F238E27FC236}">
                <a16:creationId xmlns:a16="http://schemas.microsoft.com/office/drawing/2014/main" id="{2D6817BF-E0B0-5923-B0B7-C54523B9B59C}"/>
              </a:ext>
            </a:extLst>
          </p:cNvPr>
          <p:cNvSpPr>
            <a:spLocks noGrp="1"/>
          </p:cNvSpPr>
          <p:nvPr>
            <p:ph type="body" sz="quarter" idx="57" hasCustomPrompt="1"/>
          </p:nvPr>
        </p:nvSpPr>
        <p:spPr>
          <a:xfrm>
            <a:off x="588166" y="1763293"/>
            <a:ext cx="4088337" cy="56060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three lines maximum. Insert introductory text here. No longer than three lines maximum. </a:t>
            </a:r>
            <a:endParaRPr lang="en-ZA" dirty="0"/>
          </a:p>
        </p:txBody>
      </p:sp>
      <p:sp>
        <p:nvSpPr>
          <p:cNvPr id="7" name="Title 1">
            <a:extLst>
              <a:ext uri="{FF2B5EF4-FFF2-40B4-BE49-F238E27FC236}">
                <a16:creationId xmlns:a16="http://schemas.microsoft.com/office/drawing/2014/main" id="{23D0D2AA-99F2-5B66-0262-F3B192EF307D}"/>
              </a:ext>
            </a:extLst>
          </p:cNvPr>
          <p:cNvSpPr>
            <a:spLocks noGrp="1"/>
          </p:cNvSpPr>
          <p:nvPr>
            <p:ph type="ctrTitle" hasCustomPrompt="1"/>
          </p:nvPr>
        </p:nvSpPr>
        <p:spPr>
          <a:xfrm>
            <a:off x="588166" y="526900"/>
            <a:ext cx="4613321"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cxnSp>
        <p:nvCxnSpPr>
          <p:cNvPr id="8" name="Straight Connector 15">
            <a:extLst>
              <a:ext uri="{FF2B5EF4-FFF2-40B4-BE49-F238E27FC236}">
                <a16:creationId xmlns:a16="http://schemas.microsoft.com/office/drawing/2014/main" id="{6E1BE7C8-F95E-FBF9-0D77-523B43011D96}"/>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CBCDDEC-AAB8-22BD-2CD1-72E7B5822435}"/>
              </a:ext>
            </a:extLst>
          </p:cNvPr>
          <p:cNvSpPr>
            <a:spLocks noGrp="1" noRot="1" noMove="1" noResize="1" noEditPoints="1" noAdjustHandles="1" noChangeArrowheads="1" noChangeShapeType="1"/>
          </p:cNvSpPr>
          <p:nvPr userDrawn="1"/>
        </p:nvSpPr>
        <p:spPr>
          <a:xfrm>
            <a:off x="5895702" y="0"/>
            <a:ext cx="6296297" cy="6858001"/>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grpSp>
        <p:nvGrpSpPr>
          <p:cNvPr id="3" name="Group 2">
            <a:extLst>
              <a:ext uri="{FF2B5EF4-FFF2-40B4-BE49-F238E27FC236}">
                <a16:creationId xmlns:a16="http://schemas.microsoft.com/office/drawing/2014/main" id="{B55AEB30-1FF9-AFC9-6DAD-8FD075F1BB7C}"/>
              </a:ext>
            </a:extLst>
          </p:cNvPr>
          <p:cNvGrpSpPr>
            <a:grpSpLocks noGrp="1" noUngrp="1" noRot="1" noMove="1" noResize="1"/>
          </p:cNvGrpSpPr>
          <p:nvPr userDrawn="1"/>
        </p:nvGrpSpPr>
        <p:grpSpPr>
          <a:xfrm>
            <a:off x="4605664" y="2012126"/>
            <a:ext cx="7586336" cy="3972113"/>
            <a:chOff x="3385073" y="1654080"/>
            <a:chExt cx="9152202" cy="4791982"/>
          </a:xfrm>
        </p:grpSpPr>
        <p:grpSp>
          <p:nvGrpSpPr>
            <p:cNvPr id="42" name="Group 41">
              <a:extLst>
                <a:ext uri="{FF2B5EF4-FFF2-40B4-BE49-F238E27FC236}">
                  <a16:creationId xmlns:a16="http://schemas.microsoft.com/office/drawing/2014/main" id="{23FC0D3B-50D5-C184-DFF1-F828F83B5210}"/>
                </a:ext>
              </a:extLst>
            </p:cNvPr>
            <p:cNvGrpSpPr>
              <a:grpSpLocks noGrp="1" noUngrp="1" noRot="1" noMove="1" noResize="1"/>
            </p:cNvGrpSpPr>
            <p:nvPr userDrawn="1"/>
          </p:nvGrpSpPr>
          <p:grpSpPr>
            <a:xfrm>
              <a:off x="3385073" y="1654080"/>
              <a:ext cx="9152202" cy="4791982"/>
              <a:chOff x="3385073" y="1654080"/>
              <a:chExt cx="9152202" cy="4791982"/>
            </a:xfrm>
          </p:grpSpPr>
          <p:sp>
            <p:nvSpPr>
              <p:cNvPr id="27" name="Freeform: Shape 26">
                <a:extLst>
                  <a:ext uri="{FF2B5EF4-FFF2-40B4-BE49-F238E27FC236}">
                    <a16:creationId xmlns:a16="http://schemas.microsoft.com/office/drawing/2014/main" id="{9213EC87-171F-0CD9-E052-DB6553F064C7}"/>
                  </a:ext>
                </a:extLst>
              </p:cNvPr>
              <p:cNvSpPr>
                <a:spLocks noGrp="1" noRot="1" noMove="1" noResize="1" noEditPoints="1" noAdjustHandles="1" noChangeArrowheads="1" noChangeShapeType="1"/>
              </p:cNvSpPr>
              <p:nvPr/>
            </p:nvSpPr>
            <p:spPr>
              <a:xfrm>
                <a:off x="4103877" y="1654080"/>
                <a:ext cx="7714660" cy="4550933"/>
              </a:xfrm>
              <a:custGeom>
                <a:avLst/>
                <a:gdLst>
                  <a:gd name="connsiteX0" fmla="*/ 7714661 w 7714660"/>
                  <a:gd name="connsiteY0" fmla="*/ 4550934 h 4550933"/>
                  <a:gd name="connsiteX1" fmla="*/ 0 w 7714660"/>
                  <a:gd name="connsiteY1" fmla="*/ 4550934 h 4550933"/>
                  <a:gd name="connsiteX2" fmla="*/ 0 w 7714660"/>
                  <a:gd name="connsiteY2" fmla="*/ 177278 h 4550933"/>
                  <a:gd name="connsiteX3" fmla="*/ 177278 w 7714660"/>
                  <a:gd name="connsiteY3" fmla="*/ 0 h 4550933"/>
                  <a:gd name="connsiteX4" fmla="*/ 7537383 w 7714660"/>
                  <a:gd name="connsiteY4" fmla="*/ 0 h 4550933"/>
                  <a:gd name="connsiteX5" fmla="*/ 7714661 w 7714660"/>
                  <a:gd name="connsiteY5" fmla="*/ 177278 h 4550933"/>
                  <a:gd name="connsiteX6" fmla="*/ 7714661 w 7714660"/>
                  <a:gd name="connsiteY6" fmla="*/ 4550934 h 45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4660" h="4550933">
                    <a:moveTo>
                      <a:pt x="7714661" y="4550934"/>
                    </a:moveTo>
                    <a:lnTo>
                      <a:pt x="0" y="4550934"/>
                    </a:lnTo>
                    <a:lnTo>
                      <a:pt x="0" y="177278"/>
                    </a:lnTo>
                    <a:cubicBezTo>
                      <a:pt x="0" y="79414"/>
                      <a:pt x="79347" y="0"/>
                      <a:pt x="177278" y="0"/>
                    </a:cubicBezTo>
                    <a:lnTo>
                      <a:pt x="7537383" y="0"/>
                    </a:lnTo>
                    <a:cubicBezTo>
                      <a:pt x="7635247" y="0"/>
                      <a:pt x="7714661" y="79347"/>
                      <a:pt x="7714661" y="177278"/>
                    </a:cubicBezTo>
                    <a:lnTo>
                      <a:pt x="7714661" y="4550934"/>
                    </a:lnTo>
                    <a:close/>
                  </a:path>
                </a:pathLst>
              </a:custGeom>
              <a:solidFill>
                <a:schemeClr val="accent5">
                  <a:lumMod val="75000"/>
                </a:schemeClr>
              </a:solidFill>
              <a:ln w="6679"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FE3699C3-94FA-33D9-390A-5A6ABFB6204F}"/>
                  </a:ext>
                </a:extLst>
              </p:cNvPr>
              <p:cNvSpPr>
                <a:spLocks noGrp="1" noRot="1" noMove="1" noResize="1" noEditPoints="1" noAdjustHandles="1" noChangeArrowheads="1" noChangeShapeType="1"/>
              </p:cNvSpPr>
              <p:nvPr/>
            </p:nvSpPr>
            <p:spPr>
              <a:xfrm>
                <a:off x="3385073" y="6341180"/>
                <a:ext cx="9152202" cy="104882"/>
              </a:xfrm>
              <a:custGeom>
                <a:avLst/>
                <a:gdLst>
                  <a:gd name="connsiteX0" fmla="*/ 8225371 w 9152202"/>
                  <a:gd name="connsiteY0" fmla="*/ 104883 h 104882"/>
                  <a:gd name="connsiteX1" fmla="*/ 926831 w 9152202"/>
                  <a:gd name="connsiteY1" fmla="*/ 104883 h 104882"/>
                  <a:gd name="connsiteX2" fmla="*/ 807176 w 9152202"/>
                  <a:gd name="connsiteY2" fmla="*/ 97664 h 104882"/>
                  <a:gd name="connsiteX3" fmla="*/ 0 w 9152202"/>
                  <a:gd name="connsiteY3" fmla="*/ 0 h 104882"/>
                  <a:gd name="connsiteX4" fmla="*/ 9152202 w 9152202"/>
                  <a:gd name="connsiteY4" fmla="*/ 0 h 104882"/>
                  <a:gd name="connsiteX5" fmla="*/ 8345027 w 9152202"/>
                  <a:gd name="connsiteY5" fmla="*/ 97664 h 104882"/>
                  <a:gd name="connsiteX6" fmla="*/ 8225371 w 9152202"/>
                  <a:gd name="connsiteY6" fmla="*/ 104883 h 10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2202" h="104882">
                    <a:moveTo>
                      <a:pt x="8225371" y="104883"/>
                    </a:moveTo>
                    <a:lnTo>
                      <a:pt x="926831" y="104883"/>
                    </a:lnTo>
                    <a:cubicBezTo>
                      <a:pt x="886857" y="104883"/>
                      <a:pt x="846883" y="102476"/>
                      <a:pt x="807176" y="97664"/>
                    </a:cubicBezTo>
                    <a:lnTo>
                      <a:pt x="0" y="0"/>
                    </a:lnTo>
                    <a:lnTo>
                      <a:pt x="9152202" y="0"/>
                    </a:lnTo>
                    <a:lnTo>
                      <a:pt x="8345027" y="97664"/>
                    </a:lnTo>
                    <a:cubicBezTo>
                      <a:pt x="8305319" y="102476"/>
                      <a:pt x="8265345" y="104883"/>
                      <a:pt x="8225371" y="104883"/>
                    </a:cubicBezTo>
                    <a:close/>
                  </a:path>
                </a:pathLst>
              </a:custGeom>
              <a:solidFill>
                <a:schemeClr val="bg1"/>
              </a:solidFill>
              <a:ln w="6679"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0A90DA95-1652-478C-56D0-9D41CE4078ED}"/>
                  </a:ext>
                </a:extLst>
              </p:cNvPr>
              <p:cNvSpPr>
                <a:spLocks noGrp="1" noRot="1" noMove="1" noResize="1" noEditPoints="1" noAdjustHandles="1" noChangeArrowheads="1" noChangeShapeType="1"/>
              </p:cNvSpPr>
              <p:nvPr/>
            </p:nvSpPr>
            <p:spPr>
              <a:xfrm>
                <a:off x="3385073" y="6205013"/>
                <a:ext cx="9152202" cy="136167"/>
              </a:xfrm>
              <a:custGeom>
                <a:avLst/>
                <a:gdLst>
                  <a:gd name="connsiteX0" fmla="*/ 0 w 9152202"/>
                  <a:gd name="connsiteY0" fmla="*/ 0 h 136167"/>
                  <a:gd name="connsiteX1" fmla="*/ 9152202 w 9152202"/>
                  <a:gd name="connsiteY1" fmla="*/ 0 h 136167"/>
                  <a:gd name="connsiteX2" fmla="*/ 9152202 w 9152202"/>
                  <a:gd name="connsiteY2" fmla="*/ 136167 h 136167"/>
                  <a:gd name="connsiteX3" fmla="*/ 0 w 9152202"/>
                  <a:gd name="connsiteY3" fmla="*/ 136167 h 136167"/>
                </a:gdLst>
                <a:ahLst/>
                <a:cxnLst>
                  <a:cxn ang="0">
                    <a:pos x="connsiteX0" y="connsiteY0"/>
                  </a:cxn>
                  <a:cxn ang="0">
                    <a:pos x="connsiteX1" y="connsiteY1"/>
                  </a:cxn>
                  <a:cxn ang="0">
                    <a:pos x="connsiteX2" y="connsiteY2"/>
                  </a:cxn>
                  <a:cxn ang="0">
                    <a:pos x="connsiteX3" y="connsiteY3"/>
                  </a:cxn>
                </a:cxnLst>
                <a:rect l="l" t="t" r="r" b="b"/>
                <a:pathLst>
                  <a:path w="9152202" h="136167">
                    <a:moveTo>
                      <a:pt x="0" y="0"/>
                    </a:moveTo>
                    <a:lnTo>
                      <a:pt x="9152202" y="0"/>
                    </a:lnTo>
                    <a:lnTo>
                      <a:pt x="9152202" y="136167"/>
                    </a:lnTo>
                    <a:lnTo>
                      <a:pt x="0" y="136167"/>
                    </a:lnTo>
                    <a:close/>
                  </a:path>
                </a:pathLst>
              </a:custGeom>
              <a:solidFill>
                <a:schemeClr val="accent5">
                  <a:lumMod val="20000"/>
                  <a:lumOff val="80000"/>
                </a:schemeClr>
              </a:solidFill>
              <a:ln w="6679" cap="flat">
                <a:noFill/>
                <a:prstDash val="solid"/>
                <a:miter/>
              </a:ln>
            </p:spPr>
            <p:txBody>
              <a:bodyPr rtlCol="0" anchor="ctr"/>
              <a:lstStyle/>
              <a:p>
                <a:endParaRPr lang="en-GB"/>
              </a:p>
            </p:txBody>
          </p:sp>
        </p:grpSp>
        <p:sp>
          <p:nvSpPr>
            <p:cNvPr id="28" name="Freeform: Shape 27">
              <a:extLst>
                <a:ext uri="{FF2B5EF4-FFF2-40B4-BE49-F238E27FC236}">
                  <a16:creationId xmlns:a16="http://schemas.microsoft.com/office/drawing/2014/main" id="{82A58A3F-415F-9A8B-0163-AE0E9002522E}"/>
                </a:ext>
              </a:extLst>
            </p:cNvPr>
            <p:cNvSpPr>
              <a:spLocks noGrp="1" noRot="1" noMove="1" noResize="1" noEditPoints="1" noAdjustHandles="1" noChangeArrowheads="1" noChangeShapeType="1"/>
            </p:cNvSpPr>
            <p:nvPr/>
          </p:nvSpPr>
          <p:spPr>
            <a:xfrm>
              <a:off x="4285165" y="1891520"/>
              <a:ext cx="7352083" cy="4055330"/>
            </a:xfrm>
            <a:custGeom>
              <a:avLst/>
              <a:gdLst>
                <a:gd name="connsiteX0" fmla="*/ 0 w 7352083"/>
                <a:gd name="connsiteY0" fmla="*/ 0 h 4055330"/>
                <a:gd name="connsiteX1" fmla="*/ 7352084 w 7352083"/>
                <a:gd name="connsiteY1" fmla="*/ 0 h 4055330"/>
                <a:gd name="connsiteX2" fmla="*/ 7352084 w 7352083"/>
                <a:gd name="connsiteY2" fmla="*/ 4055331 h 4055330"/>
                <a:gd name="connsiteX3" fmla="*/ 0 w 7352083"/>
                <a:gd name="connsiteY3" fmla="*/ 4055331 h 4055330"/>
              </a:gdLst>
              <a:ahLst/>
              <a:cxnLst>
                <a:cxn ang="0">
                  <a:pos x="connsiteX0" y="connsiteY0"/>
                </a:cxn>
                <a:cxn ang="0">
                  <a:pos x="connsiteX1" y="connsiteY1"/>
                </a:cxn>
                <a:cxn ang="0">
                  <a:pos x="connsiteX2" y="connsiteY2"/>
                </a:cxn>
                <a:cxn ang="0">
                  <a:pos x="connsiteX3" y="connsiteY3"/>
                </a:cxn>
              </a:cxnLst>
              <a:rect l="l" t="t" r="r" b="b"/>
              <a:pathLst>
                <a:path w="7352083" h="4055330">
                  <a:moveTo>
                    <a:pt x="0" y="0"/>
                  </a:moveTo>
                  <a:lnTo>
                    <a:pt x="7352084" y="0"/>
                  </a:lnTo>
                  <a:lnTo>
                    <a:pt x="7352084" y="4055331"/>
                  </a:lnTo>
                  <a:lnTo>
                    <a:pt x="0" y="4055331"/>
                  </a:lnTo>
                  <a:close/>
                </a:path>
              </a:pathLst>
            </a:custGeom>
            <a:solidFill>
              <a:srgbClr val="FFFFFF"/>
            </a:solidFill>
            <a:ln w="6679" cap="flat">
              <a:noFill/>
              <a:prstDash val="solid"/>
              <a:miter/>
            </a:ln>
          </p:spPr>
          <p:txBody>
            <a:bodyPr rtlCol="0" anchor="ctr"/>
            <a:lstStyle/>
            <a:p>
              <a:endParaRPr lang="en-GB"/>
            </a:p>
          </p:txBody>
        </p:sp>
      </p:grpSp>
      <p:sp>
        <p:nvSpPr>
          <p:cNvPr id="35" name="Picture Placeholder 59">
            <a:extLst>
              <a:ext uri="{FF2B5EF4-FFF2-40B4-BE49-F238E27FC236}">
                <a16:creationId xmlns:a16="http://schemas.microsoft.com/office/drawing/2014/main" id="{C09BEF01-9673-88A4-B12F-1A49D74E6DFA}"/>
              </a:ext>
            </a:extLst>
          </p:cNvPr>
          <p:cNvSpPr>
            <a:spLocks noGrp="1"/>
          </p:cNvSpPr>
          <p:nvPr userDrawn="1">
            <p:ph type="pic" sz="quarter" idx="69" hasCustomPrompt="1"/>
          </p:nvPr>
        </p:nvSpPr>
        <p:spPr>
          <a:xfrm>
            <a:off x="5351758" y="2208941"/>
            <a:ext cx="6094202" cy="3427988"/>
          </a:xfrm>
          <a:prstGeom prst="rect">
            <a:avLst/>
          </a:prstGeom>
          <a:pattFill prst="ltUpDiag">
            <a:fgClr>
              <a:schemeClr val="tx1">
                <a:lumMod val="20000"/>
                <a:lumOff val="80000"/>
              </a:schemeClr>
            </a:fgClr>
            <a:bgClr>
              <a:schemeClr val="bg1"/>
            </a:bgClr>
          </a:pattFill>
        </p:spPr>
        <p:txBody>
          <a:bodyPr tIns="360000"/>
          <a:lstStyle>
            <a:lvl1pPr>
              <a:defRPr lang="en-ZA" sz="1100" dirty="0"/>
            </a:lvl1pPr>
          </a:lstStyle>
          <a:p>
            <a:pPr marL="0" lvl="0" indent="0" algn="ctr">
              <a:buNone/>
            </a:pPr>
            <a:r>
              <a:rPr lang="en-US" dirty="0"/>
              <a:t>Add Screengrab</a:t>
            </a:r>
            <a:endParaRPr lang="en-ZA" dirty="0"/>
          </a:p>
        </p:txBody>
      </p:sp>
      <p:sp>
        <p:nvSpPr>
          <p:cNvPr id="9" name="Text Placeholder 4">
            <a:extLst>
              <a:ext uri="{FF2B5EF4-FFF2-40B4-BE49-F238E27FC236}">
                <a16:creationId xmlns:a16="http://schemas.microsoft.com/office/drawing/2014/main" id="{94A783CC-1ABB-B5C7-2703-E74A8ED835B4}"/>
              </a:ext>
            </a:extLst>
          </p:cNvPr>
          <p:cNvSpPr>
            <a:spLocks noGrp="1"/>
          </p:cNvSpPr>
          <p:nvPr>
            <p:ph type="body" sz="quarter" idx="87" hasCustomPrompt="1"/>
          </p:nvPr>
        </p:nvSpPr>
        <p:spPr>
          <a:xfrm>
            <a:off x="6392815" y="6256037"/>
            <a:ext cx="4958968" cy="185500"/>
          </a:xfrm>
          <a:prstGeom prst="rect">
            <a:avLst/>
          </a:prstGeom>
        </p:spPr>
        <p:txBody>
          <a:bodyPr wrap="square" lIns="0" tIns="0" rIns="0" bIns="0" anchor="b" anchorCtr="0">
            <a:spAutoFit/>
          </a:bodyPr>
          <a:lstStyle>
            <a:lvl1pPr marL="0" indent="0" algn="l">
              <a:lnSpc>
                <a:spcPts val="1600"/>
              </a:lnSpc>
              <a:buFont typeface="Calibri" panose="020F0502020204030204" pitchFamily="34" charset="0"/>
              <a:buNone/>
              <a:defRPr sz="105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Screengrab Heading</a:t>
            </a:r>
          </a:p>
        </p:txBody>
      </p:sp>
    </p:spTree>
    <p:extLst>
      <p:ext uri="{BB962C8B-B14F-4D97-AF65-F5344CB8AC3E}">
        <p14:creationId xmlns:p14="http://schemas.microsoft.com/office/powerpoint/2010/main" val="259230373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P12 | HEAD + Sub-head + Small Screengrab">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53156D5-301B-2895-CDE1-A2A33F7CDDFD}"/>
              </a:ext>
            </a:extLst>
          </p:cNvPr>
          <p:cNvSpPr>
            <a:spLocks noGrp="1" noRot="1" noMove="1" noResize="1" noEditPoints="1" noAdjustHandles="1" noChangeArrowheads="1" noChangeShapeType="1"/>
          </p:cNvSpPr>
          <p:nvPr userDrawn="1"/>
        </p:nvSpPr>
        <p:spPr>
          <a:xfrm>
            <a:off x="6509047" y="0"/>
            <a:ext cx="5682953"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Text Placeholder 4">
            <a:extLst>
              <a:ext uri="{FF2B5EF4-FFF2-40B4-BE49-F238E27FC236}">
                <a16:creationId xmlns:a16="http://schemas.microsoft.com/office/drawing/2014/main" id="{ED8ED8ED-F7EB-DC3C-6D11-C35861E0788C}"/>
              </a:ext>
            </a:extLst>
          </p:cNvPr>
          <p:cNvSpPr>
            <a:spLocks noGrp="1"/>
          </p:cNvSpPr>
          <p:nvPr>
            <p:ph type="body" sz="quarter" idx="40"/>
          </p:nvPr>
        </p:nvSpPr>
        <p:spPr>
          <a:xfrm>
            <a:off x="588167" y="2093270"/>
            <a:ext cx="4523690" cy="4358986"/>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 name="Text Placeholder 4">
            <a:extLst>
              <a:ext uri="{FF2B5EF4-FFF2-40B4-BE49-F238E27FC236}">
                <a16:creationId xmlns:a16="http://schemas.microsoft.com/office/drawing/2014/main" id="{22F1F8B6-8D40-EEBE-E52B-8EC239E9E815}"/>
              </a:ext>
            </a:extLst>
          </p:cNvPr>
          <p:cNvSpPr>
            <a:spLocks noGrp="1"/>
          </p:cNvSpPr>
          <p:nvPr>
            <p:ph type="body" sz="quarter" idx="39" hasCustomPrompt="1"/>
          </p:nvPr>
        </p:nvSpPr>
        <p:spPr>
          <a:xfrm>
            <a:off x="588167" y="1731427"/>
            <a:ext cx="4523690"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grpSp>
        <p:nvGrpSpPr>
          <p:cNvPr id="4" name="Group 3">
            <a:extLst>
              <a:ext uri="{FF2B5EF4-FFF2-40B4-BE49-F238E27FC236}">
                <a16:creationId xmlns:a16="http://schemas.microsoft.com/office/drawing/2014/main" id="{B7220E6E-D5CC-10A3-FCC5-147EEF719592}"/>
              </a:ext>
            </a:extLst>
          </p:cNvPr>
          <p:cNvGrpSpPr>
            <a:grpSpLocks noGrp="1" noUngrp="1" noRot="1" noMove="1" noResize="1"/>
          </p:cNvGrpSpPr>
          <p:nvPr userDrawn="1"/>
        </p:nvGrpSpPr>
        <p:grpSpPr>
          <a:xfrm>
            <a:off x="5627386" y="1755753"/>
            <a:ext cx="6564614" cy="3437152"/>
            <a:chOff x="3385073" y="1654080"/>
            <a:chExt cx="9152202" cy="4791982"/>
          </a:xfrm>
        </p:grpSpPr>
        <p:grpSp>
          <p:nvGrpSpPr>
            <p:cNvPr id="6" name="Group 5">
              <a:extLst>
                <a:ext uri="{FF2B5EF4-FFF2-40B4-BE49-F238E27FC236}">
                  <a16:creationId xmlns:a16="http://schemas.microsoft.com/office/drawing/2014/main" id="{F51F45D4-FFEB-6113-777E-4CF17B8E5198}"/>
                </a:ext>
              </a:extLst>
            </p:cNvPr>
            <p:cNvGrpSpPr>
              <a:grpSpLocks noGrp="1" noUngrp="1" noRot="1" noMove="1" noResize="1"/>
            </p:cNvGrpSpPr>
            <p:nvPr userDrawn="1"/>
          </p:nvGrpSpPr>
          <p:grpSpPr>
            <a:xfrm>
              <a:off x="3385073" y="1654080"/>
              <a:ext cx="9152202" cy="4791982"/>
              <a:chOff x="3385073" y="1654080"/>
              <a:chExt cx="9152202" cy="4791982"/>
            </a:xfrm>
          </p:grpSpPr>
          <p:sp>
            <p:nvSpPr>
              <p:cNvPr id="8" name="Freeform: Shape 7">
                <a:extLst>
                  <a:ext uri="{FF2B5EF4-FFF2-40B4-BE49-F238E27FC236}">
                    <a16:creationId xmlns:a16="http://schemas.microsoft.com/office/drawing/2014/main" id="{635FC16E-2AFE-44A6-4916-E73D73978E32}"/>
                  </a:ext>
                </a:extLst>
              </p:cNvPr>
              <p:cNvSpPr>
                <a:spLocks noGrp="1" noRot="1" noMove="1" noResize="1" noEditPoints="1" noAdjustHandles="1" noChangeArrowheads="1" noChangeShapeType="1"/>
              </p:cNvSpPr>
              <p:nvPr/>
            </p:nvSpPr>
            <p:spPr>
              <a:xfrm>
                <a:off x="4103877" y="1654080"/>
                <a:ext cx="7714660" cy="4550933"/>
              </a:xfrm>
              <a:custGeom>
                <a:avLst/>
                <a:gdLst>
                  <a:gd name="connsiteX0" fmla="*/ 7714661 w 7714660"/>
                  <a:gd name="connsiteY0" fmla="*/ 4550934 h 4550933"/>
                  <a:gd name="connsiteX1" fmla="*/ 0 w 7714660"/>
                  <a:gd name="connsiteY1" fmla="*/ 4550934 h 4550933"/>
                  <a:gd name="connsiteX2" fmla="*/ 0 w 7714660"/>
                  <a:gd name="connsiteY2" fmla="*/ 177278 h 4550933"/>
                  <a:gd name="connsiteX3" fmla="*/ 177278 w 7714660"/>
                  <a:gd name="connsiteY3" fmla="*/ 0 h 4550933"/>
                  <a:gd name="connsiteX4" fmla="*/ 7537383 w 7714660"/>
                  <a:gd name="connsiteY4" fmla="*/ 0 h 4550933"/>
                  <a:gd name="connsiteX5" fmla="*/ 7714661 w 7714660"/>
                  <a:gd name="connsiteY5" fmla="*/ 177278 h 4550933"/>
                  <a:gd name="connsiteX6" fmla="*/ 7714661 w 7714660"/>
                  <a:gd name="connsiteY6" fmla="*/ 4550934 h 45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4660" h="4550933">
                    <a:moveTo>
                      <a:pt x="7714661" y="4550934"/>
                    </a:moveTo>
                    <a:lnTo>
                      <a:pt x="0" y="4550934"/>
                    </a:lnTo>
                    <a:lnTo>
                      <a:pt x="0" y="177278"/>
                    </a:lnTo>
                    <a:cubicBezTo>
                      <a:pt x="0" y="79414"/>
                      <a:pt x="79347" y="0"/>
                      <a:pt x="177278" y="0"/>
                    </a:cubicBezTo>
                    <a:lnTo>
                      <a:pt x="7537383" y="0"/>
                    </a:lnTo>
                    <a:cubicBezTo>
                      <a:pt x="7635247" y="0"/>
                      <a:pt x="7714661" y="79347"/>
                      <a:pt x="7714661" y="177278"/>
                    </a:cubicBezTo>
                    <a:lnTo>
                      <a:pt x="7714661" y="4550934"/>
                    </a:lnTo>
                    <a:close/>
                  </a:path>
                </a:pathLst>
              </a:custGeom>
              <a:solidFill>
                <a:schemeClr val="accent5">
                  <a:lumMod val="75000"/>
                </a:schemeClr>
              </a:solidFill>
              <a:ln w="6679"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5BC7FD1B-0BBC-9479-91AE-70A440C2F33D}"/>
                  </a:ext>
                </a:extLst>
              </p:cNvPr>
              <p:cNvSpPr>
                <a:spLocks noGrp="1" noRot="1" noMove="1" noResize="1" noEditPoints="1" noAdjustHandles="1" noChangeArrowheads="1" noChangeShapeType="1"/>
              </p:cNvSpPr>
              <p:nvPr/>
            </p:nvSpPr>
            <p:spPr>
              <a:xfrm>
                <a:off x="3385073" y="6341180"/>
                <a:ext cx="9152202" cy="104882"/>
              </a:xfrm>
              <a:custGeom>
                <a:avLst/>
                <a:gdLst>
                  <a:gd name="connsiteX0" fmla="*/ 8225371 w 9152202"/>
                  <a:gd name="connsiteY0" fmla="*/ 104883 h 104882"/>
                  <a:gd name="connsiteX1" fmla="*/ 926831 w 9152202"/>
                  <a:gd name="connsiteY1" fmla="*/ 104883 h 104882"/>
                  <a:gd name="connsiteX2" fmla="*/ 807176 w 9152202"/>
                  <a:gd name="connsiteY2" fmla="*/ 97664 h 104882"/>
                  <a:gd name="connsiteX3" fmla="*/ 0 w 9152202"/>
                  <a:gd name="connsiteY3" fmla="*/ 0 h 104882"/>
                  <a:gd name="connsiteX4" fmla="*/ 9152202 w 9152202"/>
                  <a:gd name="connsiteY4" fmla="*/ 0 h 104882"/>
                  <a:gd name="connsiteX5" fmla="*/ 8345027 w 9152202"/>
                  <a:gd name="connsiteY5" fmla="*/ 97664 h 104882"/>
                  <a:gd name="connsiteX6" fmla="*/ 8225371 w 9152202"/>
                  <a:gd name="connsiteY6" fmla="*/ 104883 h 10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2202" h="104882">
                    <a:moveTo>
                      <a:pt x="8225371" y="104883"/>
                    </a:moveTo>
                    <a:lnTo>
                      <a:pt x="926831" y="104883"/>
                    </a:lnTo>
                    <a:cubicBezTo>
                      <a:pt x="886857" y="104883"/>
                      <a:pt x="846883" y="102476"/>
                      <a:pt x="807176" y="97664"/>
                    </a:cubicBezTo>
                    <a:lnTo>
                      <a:pt x="0" y="0"/>
                    </a:lnTo>
                    <a:lnTo>
                      <a:pt x="9152202" y="0"/>
                    </a:lnTo>
                    <a:lnTo>
                      <a:pt x="8345027" y="97664"/>
                    </a:lnTo>
                    <a:cubicBezTo>
                      <a:pt x="8305319" y="102476"/>
                      <a:pt x="8265345" y="104883"/>
                      <a:pt x="8225371" y="104883"/>
                    </a:cubicBezTo>
                    <a:close/>
                  </a:path>
                </a:pathLst>
              </a:custGeom>
              <a:solidFill>
                <a:schemeClr val="bg1"/>
              </a:solidFill>
              <a:ln w="6679"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0BF21D6C-77A8-68E9-ECFD-27EB929D1E92}"/>
                  </a:ext>
                </a:extLst>
              </p:cNvPr>
              <p:cNvSpPr>
                <a:spLocks noGrp="1" noRot="1" noMove="1" noResize="1" noEditPoints="1" noAdjustHandles="1" noChangeArrowheads="1" noChangeShapeType="1"/>
              </p:cNvSpPr>
              <p:nvPr/>
            </p:nvSpPr>
            <p:spPr>
              <a:xfrm>
                <a:off x="3385073" y="6205013"/>
                <a:ext cx="9152202" cy="136167"/>
              </a:xfrm>
              <a:custGeom>
                <a:avLst/>
                <a:gdLst>
                  <a:gd name="connsiteX0" fmla="*/ 0 w 9152202"/>
                  <a:gd name="connsiteY0" fmla="*/ 0 h 136167"/>
                  <a:gd name="connsiteX1" fmla="*/ 9152202 w 9152202"/>
                  <a:gd name="connsiteY1" fmla="*/ 0 h 136167"/>
                  <a:gd name="connsiteX2" fmla="*/ 9152202 w 9152202"/>
                  <a:gd name="connsiteY2" fmla="*/ 136167 h 136167"/>
                  <a:gd name="connsiteX3" fmla="*/ 0 w 9152202"/>
                  <a:gd name="connsiteY3" fmla="*/ 136167 h 136167"/>
                </a:gdLst>
                <a:ahLst/>
                <a:cxnLst>
                  <a:cxn ang="0">
                    <a:pos x="connsiteX0" y="connsiteY0"/>
                  </a:cxn>
                  <a:cxn ang="0">
                    <a:pos x="connsiteX1" y="connsiteY1"/>
                  </a:cxn>
                  <a:cxn ang="0">
                    <a:pos x="connsiteX2" y="connsiteY2"/>
                  </a:cxn>
                  <a:cxn ang="0">
                    <a:pos x="connsiteX3" y="connsiteY3"/>
                  </a:cxn>
                </a:cxnLst>
                <a:rect l="l" t="t" r="r" b="b"/>
                <a:pathLst>
                  <a:path w="9152202" h="136167">
                    <a:moveTo>
                      <a:pt x="0" y="0"/>
                    </a:moveTo>
                    <a:lnTo>
                      <a:pt x="9152202" y="0"/>
                    </a:lnTo>
                    <a:lnTo>
                      <a:pt x="9152202" y="136167"/>
                    </a:lnTo>
                    <a:lnTo>
                      <a:pt x="0" y="136167"/>
                    </a:lnTo>
                    <a:close/>
                  </a:path>
                </a:pathLst>
              </a:custGeom>
              <a:solidFill>
                <a:schemeClr val="accent5">
                  <a:lumMod val="20000"/>
                  <a:lumOff val="80000"/>
                </a:schemeClr>
              </a:solidFill>
              <a:ln w="6679" cap="flat">
                <a:noFill/>
                <a:prstDash val="solid"/>
                <a:miter/>
              </a:ln>
            </p:spPr>
            <p:txBody>
              <a:bodyPr rtlCol="0" anchor="ctr"/>
              <a:lstStyle/>
              <a:p>
                <a:endParaRPr lang="en-GB"/>
              </a:p>
            </p:txBody>
          </p:sp>
        </p:grpSp>
        <p:sp>
          <p:nvSpPr>
            <p:cNvPr id="7" name="Freeform: Shape 6">
              <a:extLst>
                <a:ext uri="{FF2B5EF4-FFF2-40B4-BE49-F238E27FC236}">
                  <a16:creationId xmlns:a16="http://schemas.microsoft.com/office/drawing/2014/main" id="{7DB10B28-E17B-6F68-1103-0C8FD1240C91}"/>
                </a:ext>
              </a:extLst>
            </p:cNvPr>
            <p:cNvSpPr>
              <a:spLocks noGrp="1" noRot="1" noMove="1" noResize="1" noEditPoints="1" noAdjustHandles="1" noChangeArrowheads="1" noChangeShapeType="1"/>
            </p:cNvSpPr>
            <p:nvPr/>
          </p:nvSpPr>
          <p:spPr>
            <a:xfrm>
              <a:off x="4285165" y="1891520"/>
              <a:ext cx="7352083" cy="4055330"/>
            </a:xfrm>
            <a:custGeom>
              <a:avLst/>
              <a:gdLst>
                <a:gd name="connsiteX0" fmla="*/ 0 w 7352083"/>
                <a:gd name="connsiteY0" fmla="*/ 0 h 4055330"/>
                <a:gd name="connsiteX1" fmla="*/ 7352084 w 7352083"/>
                <a:gd name="connsiteY1" fmla="*/ 0 h 4055330"/>
                <a:gd name="connsiteX2" fmla="*/ 7352084 w 7352083"/>
                <a:gd name="connsiteY2" fmla="*/ 4055331 h 4055330"/>
                <a:gd name="connsiteX3" fmla="*/ 0 w 7352083"/>
                <a:gd name="connsiteY3" fmla="*/ 4055331 h 4055330"/>
              </a:gdLst>
              <a:ahLst/>
              <a:cxnLst>
                <a:cxn ang="0">
                  <a:pos x="connsiteX0" y="connsiteY0"/>
                </a:cxn>
                <a:cxn ang="0">
                  <a:pos x="connsiteX1" y="connsiteY1"/>
                </a:cxn>
                <a:cxn ang="0">
                  <a:pos x="connsiteX2" y="connsiteY2"/>
                </a:cxn>
                <a:cxn ang="0">
                  <a:pos x="connsiteX3" y="connsiteY3"/>
                </a:cxn>
              </a:cxnLst>
              <a:rect l="l" t="t" r="r" b="b"/>
              <a:pathLst>
                <a:path w="7352083" h="4055330">
                  <a:moveTo>
                    <a:pt x="0" y="0"/>
                  </a:moveTo>
                  <a:lnTo>
                    <a:pt x="7352084" y="0"/>
                  </a:lnTo>
                  <a:lnTo>
                    <a:pt x="7352084" y="4055331"/>
                  </a:lnTo>
                  <a:lnTo>
                    <a:pt x="0" y="4055331"/>
                  </a:lnTo>
                  <a:close/>
                </a:path>
              </a:pathLst>
            </a:custGeom>
            <a:solidFill>
              <a:srgbClr val="FFFFFF"/>
            </a:solidFill>
            <a:ln w="6679" cap="flat">
              <a:noFill/>
              <a:prstDash val="solid"/>
              <a:miter/>
            </a:ln>
          </p:spPr>
          <p:txBody>
            <a:bodyPr rtlCol="0" anchor="ctr"/>
            <a:lstStyle/>
            <a:p>
              <a:endParaRPr lang="en-GB"/>
            </a:p>
          </p:txBody>
        </p:sp>
      </p:grpSp>
      <p:sp>
        <p:nvSpPr>
          <p:cNvPr id="15" name="Picture Placeholder 59">
            <a:extLst>
              <a:ext uri="{FF2B5EF4-FFF2-40B4-BE49-F238E27FC236}">
                <a16:creationId xmlns:a16="http://schemas.microsoft.com/office/drawing/2014/main" id="{ABCCA1A7-DD5C-CA02-3822-236A5100E1CA}"/>
              </a:ext>
            </a:extLst>
          </p:cNvPr>
          <p:cNvSpPr>
            <a:spLocks noGrp="1"/>
          </p:cNvSpPr>
          <p:nvPr>
            <p:ph type="pic" sz="quarter" idx="69" hasCustomPrompt="1"/>
          </p:nvPr>
        </p:nvSpPr>
        <p:spPr>
          <a:xfrm>
            <a:off x="6272973" y="1926062"/>
            <a:ext cx="5273439" cy="2966309"/>
          </a:xfrm>
          <a:prstGeom prst="rect">
            <a:avLst/>
          </a:prstGeom>
          <a:pattFill prst="ltUpDiag">
            <a:fgClr>
              <a:schemeClr val="tx1">
                <a:lumMod val="20000"/>
                <a:lumOff val="80000"/>
              </a:schemeClr>
            </a:fgClr>
            <a:bgClr>
              <a:schemeClr val="bg1"/>
            </a:bgClr>
          </a:pattFill>
        </p:spPr>
        <p:txBody>
          <a:bodyPr tIns="360000"/>
          <a:lstStyle>
            <a:lvl1pPr>
              <a:defRPr lang="en-ZA" sz="1100" dirty="0"/>
            </a:lvl1pPr>
          </a:lstStyle>
          <a:p>
            <a:pPr marL="0" lvl="0" indent="0" algn="ctr">
              <a:buNone/>
            </a:pPr>
            <a:r>
              <a:rPr lang="en-US" dirty="0"/>
              <a:t>Add Screengrab</a:t>
            </a:r>
            <a:endParaRPr lang="en-ZA" dirty="0"/>
          </a:p>
        </p:txBody>
      </p:sp>
      <p:cxnSp>
        <p:nvCxnSpPr>
          <p:cNvPr id="21" name="Straight Connector 15">
            <a:extLst>
              <a:ext uri="{FF2B5EF4-FFF2-40B4-BE49-F238E27FC236}">
                <a16:creationId xmlns:a16="http://schemas.microsoft.com/office/drawing/2014/main" id="{28AC1352-7CBE-F9DB-EC0B-37808C2893E9}"/>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4">
            <a:extLst>
              <a:ext uri="{FF2B5EF4-FFF2-40B4-BE49-F238E27FC236}">
                <a16:creationId xmlns:a16="http://schemas.microsoft.com/office/drawing/2014/main" id="{51C07B95-8DAA-65E0-0F21-4ED299F6E7C8}"/>
              </a:ext>
            </a:extLst>
          </p:cNvPr>
          <p:cNvSpPr>
            <a:spLocks noGrp="1"/>
          </p:cNvSpPr>
          <p:nvPr>
            <p:ph type="body" sz="quarter" idx="89" hasCustomPrompt="1"/>
          </p:nvPr>
        </p:nvSpPr>
        <p:spPr>
          <a:xfrm>
            <a:off x="7023236" y="5631631"/>
            <a:ext cx="4523175" cy="132922"/>
          </a:xfrm>
          <a:prstGeom prst="rect">
            <a:avLst/>
          </a:prstGeom>
        </p:spPr>
        <p:txBody>
          <a:bodyPr wrap="square" lIns="0" tIns="0" rIns="0" bIns="0" anchor="ctr" anchorCtr="0">
            <a:spAutoFit/>
          </a:bodyPr>
          <a:lstStyle>
            <a:lvl1pPr marL="0" indent="0">
              <a:lnSpc>
                <a:spcPts val="1100"/>
              </a:lnSpc>
              <a:spcBef>
                <a:spcPts val="0"/>
              </a:spcBef>
              <a:buFont typeface="Calibri" panose="020F0502020204030204" pitchFamily="34" charset="0"/>
              <a:buNone/>
              <a:defRPr sz="9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 here</a:t>
            </a:r>
          </a:p>
        </p:txBody>
      </p:sp>
      <p:sp>
        <p:nvSpPr>
          <p:cNvPr id="24" name="Text Placeholder 22">
            <a:extLst>
              <a:ext uri="{FF2B5EF4-FFF2-40B4-BE49-F238E27FC236}">
                <a16:creationId xmlns:a16="http://schemas.microsoft.com/office/drawing/2014/main" id="{B346B612-2C1B-7022-A381-7B890F716AAE}"/>
              </a:ext>
            </a:extLst>
          </p:cNvPr>
          <p:cNvSpPr>
            <a:spLocks noGrp="1"/>
          </p:cNvSpPr>
          <p:nvPr>
            <p:ph type="body" sz="quarter" idx="90" hasCustomPrompt="1"/>
          </p:nvPr>
        </p:nvSpPr>
        <p:spPr>
          <a:xfrm>
            <a:off x="7023237" y="5936775"/>
            <a:ext cx="4523174" cy="461665"/>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ZA" dirty="0"/>
              <a:t>Add your brief description of the screengrab you are showing here. This copy can be long but not exceed three lines of copy.  Add your brief description of the screengrab you are showing here. This copy can three lines of copy.  </a:t>
            </a:r>
            <a:endParaRPr lang="en-GB" dirty="0"/>
          </a:p>
        </p:txBody>
      </p:sp>
      <p:sp>
        <p:nvSpPr>
          <p:cNvPr id="28" name="Title 1">
            <a:extLst>
              <a:ext uri="{FF2B5EF4-FFF2-40B4-BE49-F238E27FC236}">
                <a16:creationId xmlns:a16="http://schemas.microsoft.com/office/drawing/2014/main" id="{C2F467C5-53D2-CDA1-6E98-12757522806E}"/>
              </a:ext>
            </a:extLst>
          </p:cNvPr>
          <p:cNvSpPr>
            <a:spLocks noGrp="1"/>
          </p:cNvSpPr>
          <p:nvPr>
            <p:ph type="ctrTitle" hasCustomPrompt="1"/>
          </p:nvPr>
        </p:nvSpPr>
        <p:spPr>
          <a:xfrm>
            <a:off x="588166" y="526900"/>
            <a:ext cx="5334070"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spTree>
    <p:extLst>
      <p:ext uri="{BB962C8B-B14F-4D97-AF65-F5344CB8AC3E}">
        <p14:creationId xmlns:p14="http://schemas.microsoft.com/office/powerpoint/2010/main" val="286133434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P12 | 1_HEAD + Laptop + Phon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55AEB30-1FF9-AFC9-6DAD-8FD075F1BB7C}"/>
              </a:ext>
            </a:extLst>
          </p:cNvPr>
          <p:cNvGrpSpPr>
            <a:grpSpLocks noGrp="1" noUngrp="1" noRot="1" noMove="1" noResize="1"/>
          </p:cNvGrpSpPr>
          <p:nvPr userDrawn="1"/>
        </p:nvGrpSpPr>
        <p:grpSpPr>
          <a:xfrm>
            <a:off x="4605664" y="1785703"/>
            <a:ext cx="7586336" cy="3972113"/>
            <a:chOff x="3385073" y="1654080"/>
            <a:chExt cx="9152202" cy="4791982"/>
          </a:xfrm>
        </p:grpSpPr>
        <p:grpSp>
          <p:nvGrpSpPr>
            <p:cNvPr id="42" name="Group 41">
              <a:extLst>
                <a:ext uri="{FF2B5EF4-FFF2-40B4-BE49-F238E27FC236}">
                  <a16:creationId xmlns:a16="http://schemas.microsoft.com/office/drawing/2014/main" id="{23FC0D3B-50D5-C184-DFF1-F828F83B5210}"/>
                </a:ext>
              </a:extLst>
            </p:cNvPr>
            <p:cNvGrpSpPr>
              <a:grpSpLocks noGrp="1" noUngrp="1" noRot="1" noMove="1" noResize="1"/>
            </p:cNvGrpSpPr>
            <p:nvPr userDrawn="1"/>
          </p:nvGrpSpPr>
          <p:grpSpPr>
            <a:xfrm>
              <a:off x="3385073" y="1654080"/>
              <a:ext cx="9152202" cy="4791982"/>
              <a:chOff x="3385073" y="1654080"/>
              <a:chExt cx="9152202" cy="4791982"/>
            </a:xfrm>
          </p:grpSpPr>
          <p:sp>
            <p:nvSpPr>
              <p:cNvPr id="27" name="Freeform: Shape 26">
                <a:extLst>
                  <a:ext uri="{FF2B5EF4-FFF2-40B4-BE49-F238E27FC236}">
                    <a16:creationId xmlns:a16="http://schemas.microsoft.com/office/drawing/2014/main" id="{9213EC87-171F-0CD9-E052-DB6553F064C7}"/>
                  </a:ext>
                </a:extLst>
              </p:cNvPr>
              <p:cNvSpPr>
                <a:spLocks noGrp="1" noRot="1" noMove="1" noResize="1" noEditPoints="1" noAdjustHandles="1" noChangeArrowheads="1" noChangeShapeType="1"/>
              </p:cNvSpPr>
              <p:nvPr/>
            </p:nvSpPr>
            <p:spPr>
              <a:xfrm>
                <a:off x="4103877" y="1654080"/>
                <a:ext cx="7714660" cy="4550933"/>
              </a:xfrm>
              <a:custGeom>
                <a:avLst/>
                <a:gdLst>
                  <a:gd name="connsiteX0" fmla="*/ 7714661 w 7714660"/>
                  <a:gd name="connsiteY0" fmla="*/ 4550934 h 4550933"/>
                  <a:gd name="connsiteX1" fmla="*/ 0 w 7714660"/>
                  <a:gd name="connsiteY1" fmla="*/ 4550934 h 4550933"/>
                  <a:gd name="connsiteX2" fmla="*/ 0 w 7714660"/>
                  <a:gd name="connsiteY2" fmla="*/ 177278 h 4550933"/>
                  <a:gd name="connsiteX3" fmla="*/ 177278 w 7714660"/>
                  <a:gd name="connsiteY3" fmla="*/ 0 h 4550933"/>
                  <a:gd name="connsiteX4" fmla="*/ 7537383 w 7714660"/>
                  <a:gd name="connsiteY4" fmla="*/ 0 h 4550933"/>
                  <a:gd name="connsiteX5" fmla="*/ 7714661 w 7714660"/>
                  <a:gd name="connsiteY5" fmla="*/ 177278 h 4550933"/>
                  <a:gd name="connsiteX6" fmla="*/ 7714661 w 7714660"/>
                  <a:gd name="connsiteY6" fmla="*/ 4550934 h 455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14660" h="4550933">
                    <a:moveTo>
                      <a:pt x="7714661" y="4550934"/>
                    </a:moveTo>
                    <a:lnTo>
                      <a:pt x="0" y="4550934"/>
                    </a:lnTo>
                    <a:lnTo>
                      <a:pt x="0" y="177278"/>
                    </a:lnTo>
                    <a:cubicBezTo>
                      <a:pt x="0" y="79414"/>
                      <a:pt x="79347" y="0"/>
                      <a:pt x="177278" y="0"/>
                    </a:cubicBezTo>
                    <a:lnTo>
                      <a:pt x="7537383" y="0"/>
                    </a:lnTo>
                    <a:cubicBezTo>
                      <a:pt x="7635247" y="0"/>
                      <a:pt x="7714661" y="79347"/>
                      <a:pt x="7714661" y="177278"/>
                    </a:cubicBezTo>
                    <a:lnTo>
                      <a:pt x="7714661" y="4550934"/>
                    </a:lnTo>
                    <a:close/>
                  </a:path>
                </a:pathLst>
              </a:custGeom>
              <a:solidFill>
                <a:schemeClr val="accent5">
                  <a:lumMod val="75000"/>
                </a:schemeClr>
              </a:solidFill>
              <a:ln w="6679" cap="flat">
                <a:noFill/>
                <a:prstDash val="solid"/>
                <a:miter/>
              </a:ln>
            </p:spPr>
            <p:txBody>
              <a:bodyPr rtlCol="0" anchor="ctr"/>
              <a:lstStyle/>
              <a:p>
                <a:endParaRPr lang="en-GB"/>
              </a:p>
            </p:txBody>
          </p:sp>
          <p:sp>
            <p:nvSpPr>
              <p:cNvPr id="29" name="Freeform: Shape 28">
                <a:extLst>
                  <a:ext uri="{FF2B5EF4-FFF2-40B4-BE49-F238E27FC236}">
                    <a16:creationId xmlns:a16="http://schemas.microsoft.com/office/drawing/2014/main" id="{FE3699C3-94FA-33D9-390A-5A6ABFB6204F}"/>
                  </a:ext>
                </a:extLst>
              </p:cNvPr>
              <p:cNvSpPr>
                <a:spLocks noGrp="1" noRot="1" noMove="1" noResize="1" noEditPoints="1" noAdjustHandles="1" noChangeArrowheads="1" noChangeShapeType="1"/>
              </p:cNvSpPr>
              <p:nvPr/>
            </p:nvSpPr>
            <p:spPr>
              <a:xfrm>
                <a:off x="3385073" y="6341180"/>
                <a:ext cx="9152202" cy="104882"/>
              </a:xfrm>
              <a:custGeom>
                <a:avLst/>
                <a:gdLst>
                  <a:gd name="connsiteX0" fmla="*/ 8225371 w 9152202"/>
                  <a:gd name="connsiteY0" fmla="*/ 104883 h 104882"/>
                  <a:gd name="connsiteX1" fmla="*/ 926831 w 9152202"/>
                  <a:gd name="connsiteY1" fmla="*/ 104883 h 104882"/>
                  <a:gd name="connsiteX2" fmla="*/ 807176 w 9152202"/>
                  <a:gd name="connsiteY2" fmla="*/ 97664 h 104882"/>
                  <a:gd name="connsiteX3" fmla="*/ 0 w 9152202"/>
                  <a:gd name="connsiteY3" fmla="*/ 0 h 104882"/>
                  <a:gd name="connsiteX4" fmla="*/ 9152202 w 9152202"/>
                  <a:gd name="connsiteY4" fmla="*/ 0 h 104882"/>
                  <a:gd name="connsiteX5" fmla="*/ 8345027 w 9152202"/>
                  <a:gd name="connsiteY5" fmla="*/ 97664 h 104882"/>
                  <a:gd name="connsiteX6" fmla="*/ 8225371 w 9152202"/>
                  <a:gd name="connsiteY6" fmla="*/ 104883 h 104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2202" h="104882">
                    <a:moveTo>
                      <a:pt x="8225371" y="104883"/>
                    </a:moveTo>
                    <a:lnTo>
                      <a:pt x="926831" y="104883"/>
                    </a:lnTo>
                    <a:cubicBezTo>
                      <a:pt x="886857" y="104883"/>
                      <a:pt x="846883" y="102476"/>
                      <a:pt x="807176" y="97664"/>
                    </a:cubicBezTo>
                    <a:lnTo>
                      <a:pt x="0" y="0"/>
                    </a:lnTo>
                    <a:lnTo>
                      <a:pt x="9152202" y="0"/>
                    </a:lnTo>
                    <a:lnTo>
                      <a:pt x="8345027" y="97664"/>
                    </a:lnTo>
                    <a:cubicBezTo>
                      <a:pt x="8305319" y="102476"/>
                      <a:pt x="8265345" y="104883"/>
                      <a:pt x="8225371" y="104883"/>
                    </a:cubicBezTo>
                    <a:close/>
                  </a:path>
                </a:pathLst>
              </a:custGeom>
              <a:solidFill>
                <a:srgbClr val="EFF2F6"/>
              </a:solidFill>
              <a:ln w="6679"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0A90DA95-1652-478C-56D0-9D41CE4078ED}"/>
                  </a:ext>
                </a:extLst>
              </p:cNvPr>
              <p:cNvSpPr>
                <a:spLocks noGrp="1" noRot="1" noMove="1" noResize="1" noEditPoints="1" noAdjustHandles="1" noChangeArrowheads="1" noChangeShapeType="1"/>
              </p:cNvSpPr>
              <p:nvPr/>
            </p:nvSpPr>
            <p:spPr>
              <a:xfrm>
                <a:off x="3385073" y="6205013"/>
                <a:ext cx="9152202" cy="136167"/>
              </a:xfrm>
              <a:custGeom>
                <a:avLst/>
                <a:gdLst>
                  <a:gd name="connsiteX0" fmla="*/ 0 w 9152202"/>
                  <a:gd name="connsiteY0" fmla="*/ 0 h 136167"/>
                  <a:gd name="connsiteX1" fmla="*/ 9152202 w 9152202"/>
                  <a:gd name="connsiteY1" fmla="*/ 0 h 136167"/>
                  <a:gd name="connsiteX2" fmla="*/ 9152202 w 9152202"/>
                  <a:gd name="connsiteY2" fmla="*/ 136167 h 136167"/>
                  <a:gd name="connsiteX3" fmla="*/ 0 w 9152202"/>
                  <a:gd name="connsiteY3" fmla="*/ 136167 h 136167"/>
                </a:gdLst>
                <a:ahLst/>
                <a:cxnLst>
                  <a:cxn ang="0">
                    <a:pos x="connsiteX0" y="connsiteY0"/>
                  </a:cxn>
                  <a:cxn ang="0">
                    <a:pos x="connsiteX1" y="connsiteY1"/>
                  </a:cxn>
                  <a:cxn ang="0">
                    <a:pos x="connsiteX2" y="connsiteY2"/>
                  </a:cxn>
                  <a:cxn ang="0">
                    <a:pos x="connsiteX3" y="connsiteY3"/>
                  </a:cxn>
                </a:cxnLst>
                <a:rect l="l" t="t" r="r" b="b"/>
                <a:pathLst>
                  <a:path w="9152202" h="136167">
                    <a:moveTo>
                      <a:pt x="0" y="0"/>
                    </a:moveTo>
                    <a:lnTo>
                      <a:pt x="9152202" y="0"/>
                    </a:lnTo>
                    <a:lnTo>
                      <a:pt x="9152202" y="136167"/>
                    </a:lnTo>
                    <a:lnTo>
                      <a:pt x="0" y="136167"/>
                    </a:lnTo>
                    <a:close/>
                  </a:path>
                </a:pathLst>
              </a:custGeom>
              <a:solidFill>
                <a:schemeClr val="accent5">
                  <a:lumMod val="20000"/>
                  <a:lumOff val="80000"/>
                </a:schemeClr>
              </a:solidFill>
              <a:ln w="6679" cap="flat">
                <a:noFill/>
                <a:prstDash val="solid"/>
                <a:miter/>
              </a:ln>
            </p:spPr>
            <p:txBody>
              <a:bodyPr rtlCol="0" anchor="ctr"/>
              <a:lstStyle/>
              <a:p>
                <a:endParaRPr lang="en-GB"/>
              </a:p>
            </p:txBody>
          </p:sp>
        </p:grpSp>
        <p:sp>
          <p:nvSpPr>
            <p:cNvPr id="28" name="Freeform: Shape 27">
              <a:extLst>
                <a:ext uri="{FF2B5EF4-FFF2-40B4-BE49-F238E27FC236}">
                  <a16:creationId xmlns:a16="http://schemas.microsoft.com/office/drawing/2014/main" id="{82A58A3F-415F-9A8B-0163-AE0E9002522E}"/>
                </a:ext>
              </a:extLst>
            </p:cNvPr>
            <p:cNvSpPr>
              <a:spLocks noGrp="1" noRot="1" noMove="1" noResize="1" noEditPoints="1" noAdjustHandles="1" noChangeArrowheads="1" noChangeShapeType="1"/>
            </p:cNvSpPr>
            <p:nvPr/>
          </p:nvSpPr>
          <p:spPr>
            <a:xfrm>
              <a:off x="4285165" y="1891520"/>
              <a:ext cx="7352083" cy="4055330"/>
            </a:xfrm>
            <a:custGeom>
              <a:avLst/>
              <a:gdLst>
                <a:gd name="connsiteX0" fmla="*/ 0 w 7352083"/>
                <a:gd name="connsiteY0" fmla="*/ 0 h 4055330"/>
                <a:gd name="connsiteX1" fmla="*/ 7352084 w 7352083"/>
                <a:gd name="connsiteY1" fmla="*/ 0 h 4055330"/>
                <a:gd name="connsiteX2" fmla="*/ 7352084 w 7352083"/>
                <a:gd name="connsiteY2" fmla="*/ 4055331 h 4055330"/>
                <a:gd name="connsiteX3" fmla="*/ 0 w 7352083"/>
                <a:gd name="connsiteY3" fmla="*/ 4055331 h 4055330"/>
              </a:gdLst>
              <a:ahLst/>
              <a:cxnLst>
                <a:cxn ang="0">
                  <a:pos x="connsiteX0" y="connsiteY0"/>
                </a:cxn>
                <a:cxn ang="0">
                  <a:pos x="connsiteX1" y="connsiteY1"/>
                </a:cxn>
                <a:cxn ang="0">
                  <a:pos x="connsiteX2" y="connsiteY2"/>
                </a:cxn>
                <a:cxn ang="0">
                  <a:pos x="connsiteX3" y="connsiteY3"/>
                </a:cxn>
              </a:cxnLst>
              <a:rect l="l" t="t" r="r" b="b"/>
              <a:pathLst>
                <a:path w="7352083" h="4055330">
                  <a:moveTo>
                    <a:pt x="0" y="0"/>
                  </a:moveTo>
                  <a:lnTo>
                    <a:pt x="7352084" y="0"/>
                  </a:lnTo>
                  <a:lnTo>
                    <a:pt x="7352084" y="4055331"/>
                  </a:lnTo>
                  <a:lnTo>
                    <a:pt x="0" y="4055331"/>
                  </a:lnTo>
                  <a:close/>
                </a:path>
              </a:pathLst>
            </a:custGeom>
            <a:solidFill>
              <a:srgbClr val="FFFFFF"/>
            </a:solidFill>
            <a:ln w="6679" cap="flat">
              <a:noFill/>
              <a:prstDash val="solid"/>
              <a:miter/>
            </a:ln>
          </p:spPr>
          <p:txBody>
            <a:bodyPr rtlCol="0" anchor="ctr"/>
            <a:lstStyle/>
            <a:p>
              <a:endParaRPr lang="en-GB"/>
            </a:p>
          </p:txBody>
        </p:sp>
      </p:grpSp>
      <p:grpSp>
        <p:nvGrpSpPr>
          <p:cNvPr id="78" name="Group 77">
            <a:extLst>
              <a:ext uri="{FF2B5EF4-FFF2-40B4-BE49-F238E27FC236}">
                <a16:creationId xmlns:a16="http://schemas.microsoft.com/office/drawing/2014/main" id="{0F16C8D2-7E73-EDE5-28C4-CBA3392A055D}"/>
              </a:ext>
            </a:extLst>
          </p:cNvPr>
          <p:cNvGrpSpPr>
            <a:grpSpLocks noGrp="1" noUngrp="1" noRot="1" noMove="1" noResize="1"/>
          </p:cNvGrpSpPr>
          <p:nvPr userDrawn="1"/>
        </p:nvGrpSpPr>
        <p:grpSpPr>
          <a:xfrm>
            <a:off x="2887916" y="1785002"/>
            <a:ext cx="2015659" cy="3972814"/>
            <a:chOff x="2887916" y="1785002"/>
            <a:chExt cx="2015659" cy="3972814"/>
          </a:xfrm>
        </p:grpSpPr>
        <p:sp>
          <p:nvSpPr>
            <p:cNvPr id="76" name="Rectangle: Rounded Corners 75">
              <a:extLst>
                <a:ext uri="{FF2B5EF4-FFF2-40B4-BE49-F238E27FC236}">
                  <a16:creationId xmlns:a16="http://schemas.microsoft.com/office/drawing/2014/main" id="{4FA2D34B-5467-867F-9E28-0C4E1B08E103}"/>
                </a:ext>
              </a:extLst>
            </p:cNvPr>
            <p:cNvSpPr>
              <a:spLocks noGrp="1" noRot="1" noMove="1" noResize="1" noEditPoints="1" noAdjustHandles="1" noChangeArrowheads="1" noChangeShapeType="1"/>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id="{A7525117-0544-B7B3-8972-6696A5C7EAD5}"/>
                </a:ext>
              </a:extLst>
            </p:cNvPr>
            <p:cNvGrpSpPr>
              <a:grpSpLocks noGrp="1" noUngrp="1" noRot="1" noMove="1" noResize="1"/>
            </p:cNvGrpSpPr>
            <p:nvPr userDrawn="1"/>
          </p:nvGrpSpPr>
          <p:grpSpPr>
            <a:xfrm>
              <a:off x="2887916" y="1785002"/>
              <a:ext cx="2015659" cy="3972814"/>
              <a:chOff x="1147727" y="2208941"/>
              <a:chExt cx="2015659" cy="3972814"/>
            </a:xfrm>
          </p:grpSpPr>
          <p:grpSp>
            <p:nvGrpSpPr>
              <p:cNvPr id="10" name="Graphic 3">
                <a:extLst>
                  <a:ext uri="{FF2B5EF4-FFF2-40B4-BE49-F238E27FC236}">
                    <a16:creationId xmlns:a16="http://schemas.microsoft.com/office/drawing/2014/main" id="{22902D1E-E8F5-F22E-316B-178902A876D3}"/>
                  </a:ext>
                </a:extLst>
              </p:cNvPr>
              <p:cNvGrpSpPr>
                <a:grpSpLocks noGrp="1" noUngrp="1" noRot="1" noMove="1" noResize="1"/>
              </p:cNvGrpSpPr>
              <p:nvPr/>
            </p:nvGrpSpPr>
            <p:grpSpPr>
              <a:xfrm>
                <a:off x="1147727" y="2962340"/>
                <a:ext cx="2015659" cy="977400"/>
                <a:chOff x="1147727" y="2962340"/>
                <a:chExt cx="2015659" cy="977400"/>
              </a:xfrm>
              <a:solidFill>
                <a:srgbClr val="B4C3CE"/>
              </a:solidFill>
            </p:grpSpPr>
            <p:sp>
              <p:nvSpPr>
                <p:cNvPr id="15" name="Freeform: Shape 14">
                  <a:extLst>
                    <a:ext uri="{FF2B5EF4-FFF2-40B4-BE49-F238E27FC236}">
                      <a16:creationId xmlns:a16="http://schemas.microsoft.com/office/drawing/2014/main" id="{C3EC57DC-A74C-3D17-8910-520B67959637}"/>
                    </a:ext>
                  </a:extLst>
                </p:cNvPr>
                <p:cNvSpPr>
                  <a:spLocks noGrp="1" noRot="1" noMove="1" noResize="1" noEditPoints="1" noAdjustHandles="1" noChangeArrowheads="1" noChangeShapeType="1"/>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20A530D2-C5B7-6690-F103-3ECABFC3307B}"/>
                    </a:ext>
                  </a:extLst>
                </p:cNvPr>
                <p:cNvSpPr>
                  <a:spLocks noGrp="1" noRot="1" noMove="1" noResize="1" noEditPoints="1" noAdjustHandles="1" noChangeArrowheads="1" noChangeShapeType="1"/>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D7F9525A-D355-4FA6-0E68-54D21D5E36A4}"/>
                    </a:ext>
                  </a:extLst>
                </p:cNvPr>
                <p:cNvSpPr>
                  <a:spLocks noGrp="1" noRot="1" noMove="1" noResize="1" noEditPoints="1" noAdjustHandles="1" noChangeArrowheads="1" noChangeShapeType="1"/>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D09767C9-2A56-4314-64F5-3CDC30FD0B2A}"/>
                    </a:ext>
                  </a:extLst>
                </p:cNvPr>
                <p:cNvSpPr>
                  <a:spLocks noGrp="1" noRot="1" noMove="1" noResize="1" noEditPoints="1" noAdjustHandles="1" noChangeArrowheads="1" noChangeShapeType="1"/>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21" name="Freeform: Shape 20">
                <a:extLst>
                  <a:ext uri="{FF2B5EF4-FFF2-40B4-BE49-F238E27FC236}">
                    <a16:creationId xmlns:a16="http://schemas.microsoft.com/office/drawing/2014/main" id="{64AA4891-5187-0925-92E8-1B60CDE97EDF}"/>
                  </a:ext>
                </a:extLst>
              </p:cNvPr>
              <p:cNvSpPr>
                <a:spLocks noGrp="1" noRot="1" noMove="1" noResize="1" noEditPoints="1" noAdjustHandles="1" noChangeArrowheads="1" noChangeShapeType="1"/>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C68F1FAC-4530-CC3D-1956-108007EFB8E9}"/>
                  </a:ext>
                </a:extLst>
              </p:cNvPr>
              <p:cNvSpPr>
                <a:spLocks noGrp="1" noRot="1" noMove="1" noResize="1" noEditPoints="1" noAdjustHandles="1" noChangeArrowheads="1" noChangeShapeType="1"/>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26" name="Rectangle 25">
            <a:extLst>
              <a:ext uri="{FF2B5EF4-FFF2-40B4-BE49-F238E27FC236}">
                <a16:creationId xmlns:a16="http://schemas.microsoft.com/office/drawing/2014/main" id="{68267325-1CA0-5CCA-550C-6A1D3ED88787}"/>
              </a:ext>
            </a:extLst>
          </p:cNvPr>
          <p:cNvSpPr>
            <a:spLocks noGrp="1" noRot="1" noMove="1" noResize="1" noEditPoints="1" noAdjustHandles="1" noChangeArrowheads="1" noChangeShapeType="1"/>
          </p:cNvSpPr>
          <p:nvPr userDrawn="1"/>
        </p:nvSpPr>
        <p:spPr>
          <a:xfrm flipV="1">
            <a:off x="0" y="1"/>
            <a:ext cx="12192000" cy="1408722"/>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5" name="Picture Placeholder 59">
            <a:extLst>
              <a:ext uri="{FF2B5EF4-FFF2-40B4-BE49-F238E27FC236}">
                <a16:creationId xmlns:a16="http://schemas.microsoft.com/office/drawing/2014/main" id="{C09BEF01-9673-88A4-B12F-1A49D74E6DFA}"/>
              </a:ext>
            </a:extLst>
          </p:cNvPr>
          <p:cNvSpPr>
            <a:spLocks noGrp="1"/>
          </p:cNvSpPr>
          <p:nvPr userDrawn="1">
            <p:ph type="pic" sz="quarter" idx="69" hasCustomPrompt="1"/>
          </p:nvPr>
        </p:nvSpPr>
        <p:spPr>
          <a:xfrm>
            <a:off x="5351758" y="1982518"/>
            <a:ext cx="6094202" cy="3427988"/>
          </a:xfrm>
          <a:prstGeom prst="rect">
            <a:avLst/>
          </a:prstGeom>
          <a:pattFill prst="ltUpDiag">
            <a:fgClr>
              <a:schemeClr val="tx1">
                <a:lumMod val="20000"/>
                <a:lumOff val="80000"/>
              </a:schemeClr>
            </a:fgClr>
            <a:bgClr>
              <a:schemeClr val="bg1"/>
            </a:bgClr>
          </a:pattFill>
        </p:spPr>
        <p:txBody>
          <a:bodyPr tIns="360000"/>
          <a:lstStyle>
            <a:lvl1pPr>
              <a:defRPr lang="en-ZA" sz="1100" dirty="0"/>
            </a:lvl1pPr>
          </a:lstStyle>
          <a:p>
            <a:pPr marL="0" lvl="0" indent="0" algn="ctr">
              <a:buNone/>
            </a:pPr>
            <a:r>
              <a:rPr lang="en-US" dirty="0"/>
              <a:t>Add Screengrab</a:t>
            </a:r>
            <a:endParaRPr lang="en-ZA" dirty="0"/>
          </a:p>
        </p:txBody>
      </p:sp>
      <p:sp>
        <p:nvSpPr>
          <p:cNvPr id="24" name="Picture Placeholder 23">
            <a:extLst>
              <a:ext uri="{FF2B5EF4-FFF2-40B4-BE49-F238E27FC236}">
                <a16:creationId xmlns:a16="http://schemas.microsoft.com/office/drawing/2014/main" id="{322A5DB2-7C0C-1F13-F2EB-3A8F11AFA7B5}"/>
              </a:ext>
            </a:extLst>
          </p:cNvPr>
          <p:cNvSpPr>
            <a:spLocks noGrp="1"/>
          </p:cNvSpPr>
          <p:nvPr>
            <p:ph type="pic" sz="quarter" idx="88" hasCustomPrompt="1"/>
          </p:nvPr>
        </p:nvSpPr>
        <p:spPr>
          <a:xfrm>
            <a:off x="2994314" y="1868411"/>
            <a:ext cx="1806377" cy="3806825"/>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sp>
        <p:nvSpPr>
          <p:cNvPr id="31" name="Title 1">
            <a:extLst>
              <a:ext uri="{FF2B5EF4-FFF2-40B4-BE49-F238E27FC236}">
                <a16:creationId xmlns:a16="http://schemas.microsoft.com/office/drawing/2014/main" id="{1EB97F37-156B-EE13-A429-B91C33FF557C}"/>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cxnSp>
        <p:nvCxnSpPr>
          <p:cNvPr id="32" name="Straight Connector 15">
            <a:extLst>
              <a:ext uri="{FF2B5EF4-FFF2-40B4-BE49-F238E27FC236}">
                <a16:creationId xmlns:a16="http://schemas.microsoft.com/office/drawing/2014/main" id="{7B2FB192-2CCC-1F45-7C5F-A488D9F5ACC7}"/>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3" name="Text Placeholder 4">
            <a:extLst>
              <a:ext uri="{FF2B5EF4-FFF2-40B4-BE49-F238E27FC236}">
                <a16:creationId xmlns:a16="http://schemas.microsoft.com/office/drawing/2014/main" id="{7A3D65AC-A2F8-0F68-971F-2AAB0EBE4F84}"/>
              </a:ext>
            </a:extLst>
          </p:cNvPr>
          <p:cNvSpPr>
            <a:spLocks noGrp="1"/>
          </p:cNvSpPr>
          <p:nvPr>
            <p:ph type="body" sz="quarter" idx="89" hasCustomPrompt="1"/>
          </p:nvPr>
        </p:nvSpPr>
        <p:spPr>
          <a:xfrm>
            <a:off x="2912710" y="6161373"/>
            <a:ext cx="1971079" cy="273986"/>
          </a:xfrm>
          <a:prstGeom prst="rect">
            <a:avLst/>
          </a:prstGeom>
        </p:spPr>
        <p:txBody>
          <a:bodyPr wrap="square" lIns="0" tIns="0" rIns="0" bIns="0" anchor="ctr" anchorCtr="0">
            <a:spAutoFit/>
          </a:bodyPr>
          <a:lstStyle>
            <a:lvl1pPr marL="0" indent="0">
              <a:lnSpc>
                <a:spcPts val="1100"/>
              </a:lnSpc>
              <a:spcBef>
                <a:spcPts val="0"/>
              </a:spcBef>
              <a:buFont typeface="Calibri" panose="020F0502020204030204" pitchFamily="34" charset="0"/>
              <a:buNone/>
              <a:defRPr sz="9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 over one or two lines here</a:t>
            </a:r>
          </a:p>
        </p:txBody>
      </p:sp>
      <p:sp>
        <p:nvSpPr>
          <p:cNvPr id="44" name="Text Placeholder 22">
            <a:extLst>
              <a:ext uri="{FF2B5EF4-FFF2-40B4-BE49-F238E27FC236}">
                <a16:creationId xmlns:a16="http://schemas.microsoft.com/office/drawing/2014/main" id="{C6D168FB-E4ED-ACC7-2EA3-674D76738EB6}"/>
              </a:ext>
            </a:extLst>
          </p:cNvPr>
          <p:cNvSpPr>
            <a:spLocks noGrp="1"/>
          </p:cNvSpPr>
          <p:nvPr>
            <p:ph type="body" sz="quarter" idx="90" hasCustomPrompt="1"/>
          </p:nvPr>
        </p:nvSpPr>
        <p:spPr>
          <a:xfrm>
            <a:off x="5351758" y="6144478"/>
            <a:ext cx="6244474"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ZA" dirty="0"/>
              <a:t>Add your brief description of the screengrab you are showing here. This copy can be long but not exceed two lines of copy.  Add your brief description of the screengrab you are showing here. This copy can two lines of copy.  </a:t>
            </a:r>
            <a:endParaRPr lang="en-GB" dirty="0"/>
          </a:p>
        </p:txBody>
      </p:sp>
      <p:cxnSp>
        <p:nvCxnSpPr>
          <p:cNvPr id="71" name="Straight Connector 70">
            <a:extLst>
              <a:ext uri="{FF2B5EF4-FFF2-40B4-BE49-F238E27FC236}">
                <a16:creationId xmlns:a16="http://schemas.microsoft.com/office/drawing/2014/main" id="{175AD5A3-F06F-8743-382D-5C161B10A324}"/>
              </a:ext>
            </a:extLst>
          </p:cNvPr>
          <p:cNvCxnSpPr>
            <a:cxnSpLocks noGrp="1" noRot="1" noMove="1" noResize="1" noEditPoints="1" noAdjustHandles="1" noChangeArrowheads="1" noChangeShapeType="1"/>
          </p:cNvCxnSpPr>
          <p:nvPr userDrawn="1"/>
        </p:nvCxnSpPr>
        <p:spPr>
          <a:xfrm>
            <a:off x="5103223" y="6122126"/>
            <a:ext cx="0" cy="354998"/>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3" name="Text Placeholder 4">
            <a:extLst>
              <a:ext uri="{FF2B5EF4-FFF2-40B4-BE49-F238E27FC236}">
                <a16:creationId xmlns:a16="http://schemas.microsoft.com/office/drawing/2014/main" id="{A0BA1CDC-C7E3-6E0D-6D8C-AB285C54DDFD}"/>
              </a:ext>
            </a:extLst>
          </p:cNvPr>
          <p:cNvSpPr>
            <a:spLocks noGrp="1"/>
          </p:cNvSpPr>
          <p:nvPr>
            <p:ph type="body" sz="quarter" idx="38"/>
          </p:nvPr>
        </p:nvSpPr>
        <p:spPr>
          <a:xfrm>
            <a:off x="588167" y="1785002"/>
            <a:ext cx="1781457" cy="4661059"/>
          </a:xfrm>
          <a:prstGeom prst="rect">
            <a:avLst/>
          </a:prstGeom>
        </p:spPr>
        <p:txBody>
          <a:bodyPr lIns="0" tIns="0" rIns="0" bIns="0"/>
          <a:lstStyle>
            <a:lvl1pPr marL="228600" indent="-228600">
              <a:lnSpc>
                <a:spcPts val="1300"/>
              </a:lnSpc>
              <a:spcBef>
                <a:spcPts val="600"/>
              </a:spcBef>
              <a:buFont typeface="Calibri" panose="020F0502020204030204" pitchFamily="34" charset="0"/>
              <a:buChar char="+"/>
              <a:defRPr sz="1100">
                <a:solidFill>
                  <a:schemeClr val="tx2">
                    <a:lumMod val="50000"/>
                  </a:schemeClr>
                </a:solidFill>
              </a:defRPr>
            </a:lvl1pPr>
            <a:lvl2pPr>
              <a:lnSpc>
                <a:spcPts val="1300"/>
              </a:lnSpc>
              <a:spcBef>
                <a:spcPts val="600"/>
              </a:spcBef>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Tree>
    <p:extLst>
      <p:ext uri="{BB962C8B-B14F-4D97-AF65-F5344CB8AC3E}">
        <p14:creationId xmlns:p14="http://schemas.microsoft.com/office/powerpoint/2010/main" val="1334305290"/>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P12 | HEAD + INTRO + 1 Phone">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D1EDADC2-7A87-BE83-BAAA-2BD1F3042F67}"/>
              </a:ext>
            </a:extLst>
          </p:cNvPr>
          <p:cNvSpPr>
            <a:spLocks noGrp="1" noRot="1" noMove="1" noResize="1" noEditPoints="1" noAdjustHandles="1" noChangeArrowheads="1" noChangeShapeType="1"/>
          </p:cNvSpPr>
          <p:nvPr userDrawn="1"/>
        </p:nvSpPr>
        <p:spPr>
          <a:xfrm>
            <a:off x="6509047" y="0"/>
            <a:ext cx="5682953"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9" name="Text Placeholder 15">
            <a:extLst>
              <a:ext uri="{FF2B5EF4-FFF2-40B4-BE49-F238E27FC236}">
                <a16:creationId xmlns:a16="http://schemas.microsoft.com/office/drawing/2014/main" id="{2F017791-74B7-66AF-69A9-BFFAC745D0C7}"/>
              </a:ext>
            </a:extLst>
          </p:cNvPr>
          <p:cNvSpPr>
            <a:spLocks noGrp="1"/>
          </p:cNvSpPr>
          <p:nvPr>
            <p:ph type="body" sz="quarter" idx="57" hasCustomPrompt="1"/>
          </p:nvPr>
        </p:nvSpPr>
        <p:spPr>
          <a:xfrm>
            <a:off x="588166" y="1763293"/>
            <a:ext cx="5265703"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two lines maximum. Insert introductory text here. No longer than two lines.</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9B5F395B-F7A6-E3AE-1DEA-30D754916183}"/>
              </a:ext>
            </a:extLst>
          </p:cNvPr>
          <p:cNvGrpSpPr/>
          <p:nvPr userDrawn="1"/>
        </p:nvGrpSpPr>
        <p:grpSpPr>
          <a:xfrm>
            <a:off x="7910559" y="767787"/>
            <a:ext cx="2879927" cy="5676265"/>
            <a:chOff x="2887916" y="1785002"/>
            <a:chExt cx="2015659" cy="3972814"/>
          </a:xfrm>
        </p:grpSpPr>
        <p:sp>
          <p:nvSpPr>
            <p:cNvPr id="4" name="Rectangle: Rounded Corners 3">
              <a:extLst>
                <a:ext uri="{FF2B5EF4-FFF2-40B4-BE49-F238E27FC236}">
                  <a16:creationId xmlns:a16="http://schemas.microsoft.com/office/drawing/2014/main" id="{DE0AED2D-CFCD-F30E-1DF1-85EC6C8B9FFC}"/>
                </a:ext>
              </a:extLst>
            </p:cNvPr>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43EEB8A1-FA6E-1679-21FF-088D54893BE0}"/>
                </a:ext>
              </a:extLst>
            </p:cNvPr>
            <p:cNvGrpSpPr/>
            <p:nvPr userDrawn="1"/>
          </p:nvGrpSpPr>
          <p:grpSpPr>
            <a:xfrm>
              <a:off x="2887916" y="1785002"/>
              <a:ext cx="2015659" cy="3972814"/>
              <a:chOff x="1147727" y="2208941"/>
              <a:chExt cx="2015659" cy="3972814"/>
            </a:xfrm>
          </p:grpSpPr>
          <p:grpSp>
            <p:nvGrpSpPr>
              <p:cNvPr id="7" name="Graphic 3">
                <a:extLst>
                  <a:ext uri="{FF2B5EF4-FFF2-40B4-BE49-F238E27FC236}">
                    <a16:creationId xmlns:a16="http://schemas.microsoft.com/office/drawing/2014/main" id="{530ADB37-B3E6-0543-589D-491053397C60}"/>
                  </a:ext>
                </a:extLst>
              </p:cNvPr>
              <p:cNvGrpSpPr/>
              <p:nvPr/>
            </p:nvGrpSpPr>
            <p:grpSpPr>
              <a:xfrm>
                <a:off x="1147727" y="2962340"/>
                <a:ext cx="2015659" cy="977400"/>
                <a:chOff x="1147727" y="2962340"/>
                <a:chExt cx="2015659" cy="977400"/>
              </a:xfrm>
              <a:solidFill>
                <a:srgbClr val="B4C3CE"/>
              </a:solidFill>
            </p:grpSpPr>
            <p:sp>
              <p:nvSpPr>
                <p:cNvPr id="15" name="Freeform: Shape 14">
                  <a:extLst>
                    <a:ext uri="{FF2B5EF4-FFF2-40B4-BE49-F238E27FC236}">
                      <a16:creationId xmlns:a16="http://schemas.microsoft.com/office/drawing/2014/main" id="{A04A89D8-AC29-077D-60C8-269B1F82C4E5}"/>
                    </a:ext>
                  </a:extLst>
                </p:cNvPr>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A564763A-7A49-AAEF-DF49-C9734F0F6094}"/>
                    </a:ext>
                  </a:extLst>
                </p:cNvPr>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477DBF7A-4E03-2839-9F70-58A3198BCE52}"/>
                    </a:ext>
                  </a:extLst>
                </p:cNvPr>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11DB020-4CE0-FAF8-BD7A-6E70EFD0FA16}"/>
                    </a:ext>
                  </a:extLst>
                </p:cNvPr>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DBC32E1B-127D-956E-AD93-4A514D6DDF96}"/>
                  </a:ext>
                </a:extLst>
              </p:cNvPr>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5AAD80EB-60BA-755D-DC87-B44330718216}"/>
                  </a:ext>
                </a:extLst>
              </p:cNvPr>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20" name="Picture Placeholder 23">
            <a:extLst>
              <a:ext uri="{FF2B5EF4-FFF2-40B4-BE49-F238E27FC236}">
                <a16:creationId xmlns:a16="http://schemas.microsoft.com/office/drawing/2014/main" id="{DCF89A79-FAF9-A387-2211-6888D8CEBA17}"/>
              </a:ext>
            </a:extLst>
          </p:cNvPr>
          <p:cNvSpPr>
            <a:spLocks noGrp="1"/>
          </p:cNvSpPr>
          <p:nvPr>
            <p:ph type="pic" sz="quarter" idx="91" hasCustomPrompt="1"/>
          </p:nvPr>
        </p:nvSpPr>
        <p:spPr>
          <a:xfrm>
            <a:off x="8067765" y="897265"/>
            <a:ext cx="2580911" cy="5439106"/>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sp>
        <p:nvSpPr>
          <p:cNvPr id="38" name="Freeform 9">
            <a:extLst>
              <a:ext uri="{FF2B5EF4-FFF2-40B4-BE49-F238E27FC236}">
                <a16:creationId xmlns:a16="http://schemas.microsoft.com/office/drawing/2014/main" id="{55A63E97-3E21-2ED9-3016-04A8A41D7E0B}"/>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49" name="Title 1">
            <a:extLst>
              <a:ext uri="{FF2B5EF4-FFF2-40B4-BE49-F238E27FC236}">
                <a16:creationId xmlns:a16="http://schemas.microsoft.com/office/drawing/2014/main" id="{0A7AC818-03F1-EC1D-784C-9877ECA6E67C}"/>
              </a:ext>
            </a:extLst>
          </p:cNvPr>
          <p:cNvSpPr>
            <a:spLocks noGrp="1"/>
          </p:cNvSpPr>
          <p:nvPr>
            <p:ph type="ctrTitle" hasCustomPrompt="1"/>
          </p:nvPr>
        </p:nvSpPr>
        <p:spPr>
          <a:xfrm>
            <a:off x="588166" y="526900"/>
            <a:ext cx="4613321"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cxnSp>
        <p:nvCxnSpPr>
          <p:cNvPr id="51" name="Straight Connector 15">
            <a:extLst>
              <a:ext uri="{FF2B5EF4-FFF2-40B4-BE49-F238E27FC236}">
                <a16:creationId xmlns:a16="http://schemas.microsoft.com/office/drawing/2014/main" id="{B2050B34-D6A2-A276-21B2-FCB57BE721E7}"/>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9DBD9C05-FD3A-101E-372E-03F1800C0CB7}"/>
              </a:ext>
            </a:extLst>
          </p:cNvPr>
          <p:cNvSpPr>
            <a:spLocks noGrp="1"/>
          </p:cNvSpPr>
          <p:nvPr>
            <p:ph type="body" sz="quarter" idx="38"/>
          </p:nvPr>
        </p:nvSpPr>
        <p:spPr>
          <a:xfrm>
            <a:off x="588166" y="2432346"/>
            <a:ext cx="5265703" cy="4011705"/>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Tree>
    <p:extLst>
      <p:ext uri="{BB962C8B-B14F-4D97-AF65-F5344CB8AC3E}">
        <p14:creationId xmlns:p14="http://schemas.microsoft.com/office/powerpoint/2010/main" val="297445656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P12 | HEAD + INTRO + 1 x Phone Features">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D1EDADC2-7A87-BE83-BAAA-2BD1F3042F67}"/>
              </a:ext>
            </a:extLst>
          </p:cNvPr>
          <p:cNvSpPr>
            <a:spLocks noGrp="1" noRot="1" noMove="1" noResize="1" noEditPoints="1" noAdjustHandles="1" noChangeArrowheads="1" noChangeShapeType="1"/>
          </p:cNvSpPr>
          <p:nvPr userDrawn="1"/>
        </p:nvSpPr>
        <p:spPr>
          <a:xfrm>
            <a:off x="6509047" y="0"/>
            <a:ext cx="5682953"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7" name="Text Placeholder 4">
            <a:extLst>
              <a:ext uri="{FF2B5EF4-FFF2-40B4-BE49-F238E27FC236}">
                <a16:creationId xmlns:a16="http://schemas.microsoft.com/office/drawing/2014/main" id="{8127DF1C-13D0-7B49-F894-3D3BA31BFDA6}"/>
              </a:ext>
            </a:extLst>
          </p:cNvPr>
          <p:cNvSpPr>
            <a:spLocks noGrp="1"/>
          </p:cNvSpPr>
          <p:nvPr>
            <p:ph type="body" sz="quarter" idx="84" hasCustomPrompt="1"/>
          </p:nvPr>
        </p:nvSpPr>
        <p:spPr>
          <a:xfrm>
            <a:off x="963971" y="2558739"/>
            <a:ext cx="488989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feature heading</a:t>
            </a:r>
          </a:p>
        </p:txBody>
      </p:sp>
      <p:sp>
        <p:nvSpPr>
          <p:cNvPr id="74" name="Text Placeholder 4">
            <a:extLst>
              <a:ext uri="{FF2B5EF4-FFF2-40B4-BE49-F238E27FC236}">
                <a16:creationId xmlns:a16="http://schemas.microsoft.com/office/drawing/2014/main" id="{0A80EF2C-1E92-C947-2639-979677FE52FC}"/>
              </a:ext>
            </a:extLst>
          </p:cNvPr>
          <p:cNvSpPr>
            <a:spLocks noGrp="1"/>
          </p:cNvSpPr>
          <p:nvPr>
            <p:ph type="body" sz="quarter" idx="88" hasCustomPrompt="1"/>
          </p:nvPr>
        </p:nvSpPr>
        <p:spPr>
          <a:xfrm>
            <a:off x="963971" y="3398660"/>
            <a:ext cx="488989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feature heading</a:t>
            </a:r>
          </a:p>
        </p:txBody>
      </p:sp>
      <p:sp>
        <p:nvSpPr>
          <p:cNvPr id="75" name="Text Placeholder 4">
            <a:extLst>
              <a:ext uri="{FF2B5EF4-FFF2-40B4-BE49-F238E27FC236}">
                <a16:creationId xmlns:a16="http://schemas.microsoft.com/office/drawing/2014/main" id="{097F40D0-6061-6FAE-B666-159A5464BD4C}"/>
              </a:ext>
            </a:extLst>
          </p:cNvPr>
          <p:cNvSpPr>
            <a:spLocks noGrp="1"/>
          </p:cNvSpPr>
          <p:nvPr>
            <p:ph type="body" sz="quarter" idx="89" hasCustomPrompt="1"/>
          </p:nvPr>
        </p:nvSpPr>
        <p:spPr>
          <a:xfrm>
            <a:off x="963971" y="4238581"/>
            <a:ext cx="488989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feature heading</a:t>
            </a:r>
          </a:p>
        </p:txBody>
      </p:sp>
      <p:sp>
        <p:nvSpPr>
          <p:cNvPr id="69" name="Text Placeholder 15">
            <a:extLst>
              <a:ext uri="{FF2B5EF4-FFF2-40B4-BE49-F238E27FC236}">
                <a16:creationId xmlns:a16="http://schemas.microsoft.com/office/drawing/2014/main" id="{2F017791-74B7-66AF-69A9-BFFAC745D0C7}"/>
              </a:ext>
            </a:extLst>
          </p:cNvPr>
          <p:cNvSpPr>
            <a:spLocks noGrp="1"/>
          </p:cNvSpPr>
          <p:nvPr>
            <p:ph type="body" sz="quarter" idx="57" hasCustomPrompt="1"/>
          </p:nvPr>
        </p:nvSpPr>
        <p:spPr>
          <a:xfrm>
            <a:off x="588166" y="1763293"/>
            <a:ext cx="5265703"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two lines maximum. Insert introductory text here. No longer than two lines.</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48" name="Text Placeholder 22">
            <a:extLst>
              <a:ext uri="{FF2B5EF4-FFF2-40B4-BE49-F238E27FC236}">
                <a16:creationId xmlns:a16="http://schemas.microsoft.com/office/drawing/2014/main" id="{3BA38D46-6974-1A4E-24A2-DF2E7C1271DE}"/>
              </a:ext>
            </a:extLst>
          </p:cNvPr>
          <p:cNvSpPr>
            <a:spLocks noGrp="1"/>
          </p:cNvSpPr>
          <p:nvPr>
            <p:ph type="body" sz="quarter" idx="66" hasCustomPrompt="1"/>
          </p:nvPr>
        </p:nvSpPr>
        <p:spPr>
          <a:xfrm>
            <a:off x="963971" y="2768566"/>
            <a:ext cx="4889898"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short description of your feature here. Do not exceed 2 lines of copy here. Click to edit short description of your feature here. Do not exceed 2 lines of copy here. </a:t>
            </a:r>
            <a:endParaRPr lang="en-ZA" dirty="0"/>
          </a:p>
        </p:txBody>
      </p:sp>
      <p:sp>
        <p:nvSpPr>
          <p:cNvPr id="50" name="Text Placeholder 22">
            <a:extLst>
              <a:ext uri="{FF2B5EF4-FFF2-40B4-BE49-F238E27FC236}">
                <a16:creationId xmlns:a16="http://schemas.microsoft.com/office/drawing/2014/main" id="{D71BC426-F33A-3D38-3BDD-D67A2B25F548}"/>
              </a:ext>
            </a:extLst>
          </p:cNvPr>
          <p:cNvSpPr>
            <a:spLocks noGrp="1"/>
          </p:cNvSpPr>
          <p:nvPr>
            <p:ph type="body" sz="quarter" idx="68" hasCustomPrompt="1"/>
          </p:nvPr>
        </p:nvSpPr>
        <p:spPr>
          <a:xfrm>
            <a:off x="963971" y="3608487"/>
            <a:ext cx="4889898"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short description of your feature here. Do not exceed 2 lines of copy here. Click to edit short description of your feature here. Do not exceed 2 lines of copy here. </a:t>
            </a:r>
            <a:endParaRPr lang="en-ZA" dirty="0"/>
          </a:p>
        </p:txBody>
      </p:sp>
      <p:sp>
        <p:nvSpPr>
          <p:cNvPr id="52" name="Text Placeholder 22">
            <a:extLst>
              <a:ext uri="{FF2B5EF4-FFF2-40B4-BE49-F238E27FC236}">
                <a16:creationId xmlns:a16="http://schemas.microsoft.com/office/drawing/2014/main" id="{2D3147A5-4271-D5DA-0AE1-2A8E069827E9}"/>
              </a:ext>
            </a:extLst>
          </p:cNvPr>
          <p:cNvSpPr>
            <a:spLocks noGrp="1"/>
          </p:cNvSpPr>
          <p:nvPr>
            <p:ph type="body" sz="quarter" idx="70" hasCustomPrompt="1"/>
          </p:nvPr>
        </p:nvSpPr>
        <p:spPr>
          <a:xfrm>
            <a:off x="963971" y="4448408"/>
            <a:ext cx="4889898"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short description of your feature here. Do not exceed 2 lines of copy here. Click to edit short description of your feature here. Do not exceed 2 lines of copy here. </a:t>
            </a:r>
            <a:endParaRPr lang="en-ZA" dirty="0"/>
          </a:p>
        </p:txBody>
      </p:sp>
      <p:sp>
        <p:nvSpPr>
          <p:cNvPr id="71" name="TextBox 70">
            <a:extLst>
              <a:ext uri="{FF2B5EF4-FFF2-40B4-BE49-F238E27FC236}">
                <a16:creationId xmlns:a16="http://schemas.microsoft.com/office/drawing/2014/main" id="{AE5BB226-D6ED-6B68-A4E9-87753487AB63}"/>
              </a:ext>
            </a:extLst>
          </p:cNvPr>
          <p:cNvSpPr txBox="1">
            <a:spLocks/>
          </p:cNvSpPr>
          <p:nvPr userDrawn="1"/>
        </p:nvSpPr>
        <p:spPr>
          <a:xfrm>
            <a:off x="588166" y="2558739"/>
            <a:ext cx="453459"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2"/>
                </a:solidFill>
              </a:rPr>
              <a:t>01</a:t>
            </a:r>
            <a:endParaRPr lang="en-GB" dirty="0">
              <a:solidFill>
                <a:schemeClr val="accent2"/>
              </a:solidFill>
            </a:endParaRPr>
          </a:p>
        </p:txBody>
      </p:sp>
      <p:sp>
        <p:nvSpPr>
          <p:cNvPr id="72" name="TextBox 71">
            <a:extLst>
              <a:ext uri="{FF2B5EF4-FFF2-40B4-BE49-F238E27FC236}">
                <a16:creationId xmlns:a16="http://schemas.microsoft.com/office/drawing/2014/main" id="{DFEE2684-1AA4-91EB-3142-C3721168CF85}"/>
              </a:ext>
            </a:extLst>
          </p:cNvPr>
          <p:cNvSpPr txBox="1">
            <a:spLocks/>
          </p:cNvSpPr>
          <p:nvPr userDrawn="1"/>
        </p:nvSpPr>
        <p:spPr>
          <a:xfrm>
            <a:off x="588166" y="3398660"/>
            <a:ext cx="453459" cy="153888"/>
          </a:xfrm>
          <a:prstGeom prst="rect">
            <a:avLst/>
          </a:prstGeom>
        </p:spPr>
        <p:txBody>
          <a:bodyPr wrap="square" lIns="0" tIns="0" rIns="0" bIns="0">
            <a:spAutoFit/>
          </a:bodyPr>
          <a:lstStyle>
            <a:defPPr>
              <a:defRPr lang="en-US"/>
            </a:defPPr>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3"/>
                </a:solidFill>
              </a:rPr>
              <a:t>02</a:t>
            </a:r>
            <a:endParaRPr lang="en-GB" dirty="0">
              <a:solidFill>
                <a:schemeClr val="accent3"/>
              </a:solidFill>
            </a:endParaRPr>
          </a:p>
        </p:txBody>
      </p:sp>
      <p:sp>
        <p:nvSpPr>
          <p:cNvPr id="73" name="TextBox 72">
            <a:extLst>
              <a:ext uri="{FF2B5EF4-FFF2-40B4-BE49-F238E27FC236}">
                <a16:creationId xmlns:a16="http://schemas.microsoft.com/office/drawing/2014/main" id="{B14D14A7-100F-022B-128F-09A5068AF2A7}"/>
              </a:ext>
            </a:extLst>
          </p:cNvPr>
          <p:cNvSpPr txBox="1">
            <a:spLocks/>
          </p:cNvSpPr>
          <p:nvPr userDrawn="1"/>
        </p:nvSpPr>
        <p:spPr>
          <a:xfrm>
            <a:off x="588166" y="4238581"/>
            <a:ext cx="453459" cy="153888"/>
          </a:xfrm>
          <a:prstGeom prst="rect">
            <a:avLst/>
          </a:prstGeom>
        </p:spPr>
        <p:txBody>
          <a:bodyPr wrap="square" lIns="0" tIns="0" rIns="0" bIns="0">
            <a:spAutoFit/>
          </a:bodyPr>
          <a:lstStyle>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4"/>
                </a:solidFill>
              </a:rPr>
              <a:t>03</a:t>
            </a:r>
            <a:endParaRPr lang="en-GB" dirty="0">
              <a:solidFill>
                <a:schemeClr val="accent4"/>
              </a:solidFill>
            </a:endParaRPr>
          </a:p>
        </p:txBody>
      </p:sp>
      <p:grpSp>
        <p:nvGrpSpPr>
          <p:cNvPr id="3" name="Group 2">
            <a:extLst>
              <a:ext uri="{FF2B5EF4-FFF2-40B4-BE49-F238E27FC236}">
                <a16:creationId xmlns:a16="http://schemas.microsoft.com/office/drawing/2014/main" id="{9B5F395B-F7A6-E3AE-1DEA-30D754916183}"/>
              </a:ext>
            </a:extLst>
          </p:cNvPr>
          <p:cNvGrpSpPr/>
          <p:nvPr userDrawn="1"/>
        </p:nvGrpSpPr>
        <p:grpSpPr>
          <a:xfrm>
            <a:off x="7910559" y="767787"/>
            <a:ext cx="2879927" cy="5676265"/>
            <a:chOff x="2887916" y="1785002"/>
            <a:chExt cx="2015659" cy="3972814"/>
          </a:xfrm>
        </p:grpSpPr>
        <p:sp>
          <p:nvSpPr>
            <p:cNvPr id="4" name="Rectangle: Rounded Corners 3">
              <a:extLst>
                <a:ext uri="{FF2B5EF4-FFF2-40B4-BE49-F238E27FC236}">
                  <a16:creationId xmlns:a16="http://schemas.microsoft.com/office/drawing/2014/main" id="{DE0AED2D-CFCD-F30E-1DF1-85EC6C8B9FFC}"/>
                </a:ext>
              </a:extLst>
            </p:cNvPr>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43EEB8A1-FA6E-1679-21FF-088D54893BE0}"/>
                </a:ext>
              </a:extLst>
            </p:cNvPr>
            <p:cNvGrpSpPr/>
            <p:nvPr userDrawn="1"/>
          </p:nvGrpSpPr>
          <p:grpSpPr>
            <a:xfrm>
              <a:off x="2887916" y="1785002"/>
              <a:ext cx="2015659" cy="3972814"/>
              <a:chOff x="1147727" y="2208941"/>
              <a:chExt cx="2015659" cy="3972814"/>
            </a:xfrm>
          </p:grpSpPr>
          <p:grpSp>
            <p:nvGrpSpPr>
              <p:cNvPr id="7" name="Graphic 3">
                <a:extLst>
                  <a:ext uri="{FF2B5EF4-FFF2-40B4-BE49-F238E27FC236}">
                    <a16:creationId xmlns:a16="http://schemas.microsoft.com/office/drawing/2014/main" id="{530ADB37-B3E6-0543-589D-491053397C60}"/>
                  </a:ext>
                </a:extLst>
              </p:cNvPr>
              <p:cNvGrpSpPr/>
              <p:nvPr/>
            </p:nvGrpSpPr>
            <p:grpSpPr>
              <a:xfrm>
                <a:off x="1147727" y="2962340"/>
                <a:ext cx="2015659" cy="977400"/>
                <a:chOff x="1147727" y="2962340"/>
                <a:chExt cx="2015659" cy="977400"/>
              </a:xfrm>
              <a:solidFill>
                <a:srgbClr val="B4C3CE"/>
              </a:solidFill>
            </p:grpSpPr>
            <p:sp>
              <p:nvSpPr>
                <p:cNvPr id="15" name="Freeform: Shape 14">
                  <a:extLst>
                    <a:ext uri="{FF2B5EF4-FFF2-40B4-BE49-F238E27FC236}">
                      <a16:creationId xmlns:a16="http://schemas.microsoft.com/office/drawing/2014/main" id="{A04A89D8-AC29-077D-60C8-269B1F82C4E5}"/>
                    </a:ext>
                  </a:extLst>
                </p:cNvPr>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A564763A-7A49-AAEF-DF49-C9734F0F6094}"/>
                    </a:ext>
                  </a:extLst>
                </p:cNvPr>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477DBF7A-4E03-2839-9F70-58A3198BCE52}"/>
                    </a:ext>
                  </a:extLst>
                </p:cNvPr>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11DB020-4CE0-FAF8-BD7A-6E70EFD0FA16}"/>
                    </a:ext>
                  </a:extLst>
                </p:cNvPr>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DBC32E1B-127D-956E-AD93-4A514D6DDF96}"/>
                  </a:ext>
                </a:extLst>
              </p:cNvPr>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5AAD80EB-60BA-755D-DC87-B44330718216}"/>
                  </a:ext>
                </a:extLst>
              </p:cNvPr>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20" name="Picture Placeholder 23">
            <a:extLst>
              <a:ext uri="{FF2B5EF4-FFF2-40B4-BE49-F238E27FC236}">
                <a16:creationId xmlns:a16="http://schemas.microsoft.com/office/drawing/2014/main" id="{DCF89A79-FAF9-A387-2211-6888D8CEBA17}"/>
              </a:ext>
            </a:extLst>
          </p:cNvPr>
          <p:cNvSpPr>
            <a:spLocks noGrp="1"/>
          </p:cNvSpPr>
          <p:nvPr>
            <p:ph type="pic" sz="quarter" idx="91" hasCustomPrompt="1"/>
          </p:nvPr>
        </p:nvSpPr>
        <p:spPr>
          <a:xfrm>
            <a:off x="8067765" y="897265"/>
            <a:ext cx="2580911" cy="5439106"/>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sp>
        <p:nvSpPr>
          <p:cNvPr id="21" name="Text Placeholder 4">
            <a:extLst>
              <a:ext uri="{FF2B5EF4-FFF2-40B4-BE49-F238E27FC236}">
                <a16:creationId xmlns:a16="http://schemas.microsoft.com/office/drawing/2014/main" id="{448F4ABA-84B2-F2A0-C813-D525D7D62E86}"/>
              </a:ext>
            </a:extLst>
          </p:cNvPr>
          <p:cNvSpPr>
            <a:spLocks noGrp="1"/>
          </p:cNvSpPr>
          <p:nvPr>
            <p:ph type="body" sz="quarter" idx="92" hasCustomPrompt="1"/>
          </p:nvPr>
        </p:nvSpPr>
        <p:spPr>
          <a:xfrm>
            <a:off x="963971" y="5078502"/>
            <a:ext cx="488989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feature heading</a:t>
            </a:r>
          </a:p>
        </p:txBody>
      </p:sp>
      <p:sp>
        <p:nvSpPr>
          <p:cNvPr id="22" name="Text Placeholder 22">
            <a:extLst>
              <a:ext uri="{FF2B5EF4-FFF2-40B4-BE49-F238E27FC236}">
                <a16:creationId xmlns:a16="http://schemas.microsoft.com/office/drawing/2014/main" id="{376E9B85-9DA7-70FE-077A-429B0CCDC51E}"/>
              </a:ext>
            </a:extLst>
          </p:cNvPr>
          <p:cNvSpPr>
            <a:spLocks noGrp="1"/>
          </p:cNvSpPr>
          <p:nvPr>
            <p:ph type="body" sz="quarter" idx="93" hasCustomPrompt="1"/>
          </p:nvPr>
        </p:nvSpPr>
        <p:spPr>
          <a:xfrm>
            <a:off x="963971" y="5288329"/>
            <a:ext cx="4889898"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short description of your feature here. Do not exceed 2 lines of copy here. Click to edit short description of your feature here. Do not exceed 2 lines of copy here. </a:t>
            </a:r>
            <a:endParaRPr lang="en-ZA" dirty="0"/>
          </a:p>
        </p:txBody>
      </p:sp>
      <p:sp>
        <p:nvSpPr>
          <p:cNvPr id="29" name="TextBox 28">
            <a:extLst>
              <a:ext uri="{FF2B5EF4-FFF2-40B4-BE49-F238E27FC236}">
                <a16:creationId xmlns:a16="http://schemas.microsoft.com/office/drawing/2014/main" id="{5A492B40-B38A-A7C6-D596-97716C0E6828}"/>
              </a:ext>
            </a:extLst>
          </p:cNvPr>
          <p:cNvSpPr txBox="1">
            <a:spLocks/>
          </p:cNvSpPr>
          <p:nvPr userDrawn="1"/>
        </p:nvSpPr>
        <p:spPr>
          <a:xfrm>
            <a:off x="588166" y="5078502"/>
            <a:ext cx="453459" cy="153888"/>
          </a:xfrm>
          <a:prstGeom prst="rect">
            <a:avLst/>
          </a:prstGeom>
        </p:spPr>
        <p:txBody>
          <a:bodyPr wrap="square" lIns="0" tIns="0" rIns="0" bIns="0">
            <a:spAutoFit/>
          </a:bodyPr>
          <a:lstStyle>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6"/>
                </a:solidFill>
              </a:rPr>
              <a:t>04</a:t>
            </a:r>
            <a:endParaRPr lang="en-GB" dirty="0">
              <a:solidFill>
                <a:schemeClr val="accent6"/>
              </a:solidFill>
            </a:endParaRPr>
          </a:p>
        </p:txBody>
      </p:sp>
      <p:sp>
        <p:nvSpPr>
          <p:cNvPr id="33" name="Text Placeholder 4">
            <a:extLst>
              <a:ext uri="{FF2B5EF4-FFF2-40B4-BE49-F238E27FC236}">
                <a16:creationId xmlns:a16="http://schemas.microsoft.com/office/drawing/2014/main" id="{9FB268F6-4D93-CE84-DDFA-7EAC60D05B93}"/>
              </a:ext>
            </a:extLst>
          </p:cNvPr>
          <p:cNvSpPr>
            <a:spLocks noGrp="1"/>
          </p:cNvSpPr>
          <p:nvPr>
            <p:ph type="body" sz="quarter" idx="94" hasCustomPrompt="1"/>
          </p:nvPr>
        </p:nvSpPr>
        <p:spPr>
          <a:xfrm>
            <a:off x="963971" y="5917902"/>
            <a:ext cx="4889898" cy="153888"/>
          </a:xfrm>
          <a:prstGeom prst="rect">
            <a:avLst/>
          </a:prstGeom>
        </p:spPr>
        <p:txBody>
          <a:bodyPr wrap="square" lIns="0" tIns="0" rIns="0" bIns="0">
            <a:spAutoFit/>
          </a:bodyPr>
          <a:lstStyle>
            <a:lvl1pPr marL="0" indent="0">
              <a:lnSpc>
                <a:spcPts val="1200"/>
              </a:lnSpc>
              <a:spcBef>
                <a:spcPts val="0"/>
              </a:spcBef>
              <a:buFont typeface="Calibri" panose="020F0502020204030204" pitchFamily="34" charset="0"/>
              <a:buNone/>
              <a:defRPr sz="1050" b="1" spc="30" baseline="0">
                <a:solidFill>
                  <a:schemeClr val="accent5"/>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feature heading</a:t>
            </a:r>
          </a:p>
        </p:txBody>
      </p:sp>
      <p:sp>
        <p:nvSpPr>
          <p:cNvPr id="34" name="Text Placeholder 22">
            <a:extLst>
              <a:ext uri="{FF2B5EF4-FFF2-40B4-BE49-F238E27FC236}">
                <a16:creationId xmlns:a16="http://schemas.microsoft.com/office/drawing/2014/main" id="{DB647FA4-AF8B-CC8B-83AC-01657E36810B}"/>
              </a:ext>
            </a:extLst>
          </p:cNvPr>
          <p:cNvSpPr>
            <a:spLocks noGrp="1"/>
          </p:cNvSpPr>
          <p:nvPr>
            <p:ph type="body" sz="quarter" idx="95" hasCustomPrompt="1"/>
          </p:nvPr>
        </p:nvSpPr>
        <p:spPr>
          <a:xfrm>
            <a:off x="963971" y="6127729"/>
            <a:ext cx="4889898"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short description of your feature here. Do not exceed 2 lines of copy here. Click to edit short description of your feature here. Do not exceed 2 lines of copy here. </a:t>
            </a:r>
            <a:endParaRPr lang="en-ZA" dirty="0"/>
          </a:p>
        </p:txBody>
      </p:sp>
      <p:sp>
        <p:nvSpPr>
          <p:cNvPr id="36" name="TextBox 35">
            <a:extLst>
              <a:ext uri="{FF2B5EF4-FFF2-40B4-BE49-F238E27FC236}">
                <a16:creationId xmlns:a16="http://schemas.microsoft.com/office/drawing/2014/main" id="{9268F81F-A1D6-06ED-7C2D-DC88A8BA88BB}"/>
              </a:ext>
            </a:extLst>
          </p:cNvPr>
          <p:cNvSpPr txBox="1">
            <a:spLocks/>
          </p:cNvSpPr>
          <p:nvPr userDrawn="1"/>
        </p:nvSpPr>
        <p:spPr>
          <a:xfrm>
            <a:off x="588166" y="5917902"/>
            <a:ext cx="453459" cy="153888"/>
          </a:xfrm>
          <a:prstGeom prst="rect">
            <a:avLst/>
          </a:prstGeom>
        </p:spPr>
        <p:txBody>
          <a:bodyPr wrap="square" lIns="0" tIns="0" rIns="0" bIns="0">
            <a:spAutoFit/>
          </a:bodyPr>
          <a:lstStyle>
            <a:lvl1pPr lvl="0" indent="0">
              <a:lnSpc>
                <a:spcPts val="1200"/>
              </a:lnSpc>
              <a:spcBef>
                <a:spcPts val="0"/>
              </a:spcBef>
              <a:buFont typeface="Calibri" panose="020F0502020204030204" pitchFamily="34" charset="0"/>
              <a:buNone/>
              <a:defRPr sz="1050" b="1" spc="30" baseline="0">
                <a:solidFill>
                  <a:schemeClr val="tx2"/>
                </a:solidFill>
                <a:latin typeface="+mj-lt"/>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ZA" dirty="0">
                <a:solidFill>
                  <a:schemeClr val="accent5"/>
                </a:solidFill>
              </a:rPr>
              <a:t>05</a:t>
            </a:r>
            <a:endParaRPr lang="en-GB" dirty="0">
              <a:solidFill>
                <a:schemeClr val="accent5"/>
              </a:solidFill>
            </a:endParaRPr>
          </a:p>
        </p:txBody>
      </p:sp>
      <p:sp>
        <p:nvSpPr>
          <p:cNvPr id="38" name="Freeform 9">
            <a:extLst>
              <a:ext uri="{FF2B5EF4-FFF2-40B4-BE49-F238E27FC236}">
                <a16:creationId xmlns:a16="http://schemas.microsoft.com/office/drawing/2014/main" id="{55A63E97-3E21-2ED9-3016-04A8A41D7E0B}"/>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49" name="Title 1">
            <a:extLst>
              <a:ext uri="{FF2B5EF4-FFF2-40B4-BE49-F238E27FC236}">
                <a16:creationId xmlns:a16="http://schemas.microsoft.com/office/drawing/2014/main" id="{0A7AC818-03F1-EC1D-784C-9877ECA6E67C}"/>
              </a:ext>
            </a:extLst>
          </p:cNvPr>
          <p:cNvSpPr>
            <a:spLocks noGrp="1"/>
          </p:cNvSpPr>
          <p:nvPr>
            <p:ph type="ctrTitle" hasCustomPrompt="1"/>
          </p:nvPr>
        </p:nvSpPr>
        <p:spPr>
          <a:xfrm>
            <a:off x="588166" y="526900"/>
            <a:ext cx="4613321"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cxnSp>
        <p:nvCxnSpPr>
          <p:cNvPr id="51" name="Straight Connector 15">
            <a:extLst>
              <a:ext uri="{FF2B5EF4-FFF2-40B4-BE49-F238E27FC236}">
                <a16:creationId xmlns:a16="http://schemas.microsoft.com/office/drawing/2014/main" id="{B2050B34-D6A2-A276-21B2-FCB57BE721E7}"/>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19870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P12 | HEAD + INTRO + 2 x Phones">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D1EDADC2-7A87-BE83-BAAA-2BD1F3042F67}"/>
              </a:ext>
            </a:extLst>
          </p:cNvPr>
          <p:cNvSpPr>
            <a:spLocks noGrp="1" noRot="1" noMove="1" noResize="1" noEditPoints="1" noAdjustHandles="1" noChangeArrowheads="1" noChangeShapeType="1"/>
          </p:cNvSpPr>
          <p:nvPr userDrawn="1"/>
        </p:nvSpPr>
        <p:spPr>
          <a:xfrm flipH="1">
            <a:off x="6095999" y="0"/>
            <a:ext cx="6096000"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9" name="Text Placeholder 15">
            <a:extLst>
              <a:ext uri="{FF2B5EF4-FFF2-40B4-BE49-F238E27FC236}">
                <a16:creationId xmlns:a16="http://schemas.microsoft.com/office/drawing/2014/main" id="{2F017791-74B7-66AF-69A9-BFFAC745D0C7}"/>
              </a:ext>
            </a:extLst>
          </p:cNvPr>
          <p:cNvSpPr>
            <a:spLocks noGrp="1"/>
          </p:cNvSpPr>
          <p:nvPr>
            <p:ph type="body" sz="quarter" idx="57" hasCustomPrompt="1"/>
          </p:nvPr>
        </p:nvSpPr>
        <p:spPr>
          <a:xfrm>
            <a:off x="588167" y="1763292"/>
            <a:ext cx="4214570" cy="577085"/>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three lines maximum. Insert introductory text here. No longer than three lines.</a:t>
            </a:r>
            <a:endParaRPr lang="en-ZA"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9B5F395B-F7A6-E3AE-1DEA-30D754916183}"/>
              </a:ext>
            </a:extLst>
          </p:cNvPr>
          <p:cNvGrpSpPr/>
          <p:nvPr userDrawn="1"/>
        </p:nvGrpSpPr>
        <p:grpSpPr>
          <a:xfrm>
            <a:off x="8723906" y="767787"/>
            <a:ext cx="2879927" cy="5676265"/>
            <a:chOff x="2887916" y="1785002"/>
            <a:chExt cx="2015659" cy="3972814"/>
          </a:xfrm>
        </p:grpSpPr>
        <p:sp>
          <p:nvSpPr>
            <p:cNvPr id="4" name="Rectangle: Rounded Corners 3">
              <a:extLst>
                <a:ext uri="{FF2B5EF4-FFF2-40B4-BE49-F238E27FC236}">
                  <a16:creationId xmlns:a16="http://schemas.microsoft.com/office/drawing/2014/main" id="{DE0AED2D-CFCD-F30E-1DF1-85EC6C8B9FFC}"/>
                </a:ext>
              </a:extLst>
            </p:cNvPr>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a:extLst>
                <a:ext uri="{FF2B5EF4-FFF2-40B4-BE49-F238E27FC236}">
                  <a16:creationId xmlns:a16="http://schemas.microsoft.com/office/drawing/2014/main" id="{43EEB8A1-FA6E-1679-21FF-088D54893BE0}"/>
                </a:ext>
              </a:extLst>
            </p:cNvPr>
            <p:cNvGrpSpPr/>
            <p:nvPr userDrawn="1"/>
          </p:nvGrpSpPr>
          <p:grpSpPr>
            <a:xfrm>
              <a:off x="2887916" y="1785002"/>
              <a:ext cx="2015659" cy="3972814"/>
              <a:chOff x="1147727" y="2208941"/>
              <a:chExt cx="2015659" cy="3972814"/>
            </a:xfrm>
          </p:grpSpPr>
          <p:grpSp>
            <p:nvGrpSpPr>
              <p:cNvPr id="7" name="Graphic 3">
                <a:extLst>
                  <a:ext uri="{FF2B5EF4-FFF2-40B4-BE49-F238E27FC236}">
                    <a16:creationId xmlns:a16="http://schemas.microsoft.com/office/drawing/2014/main" id="{530ADB37-B3E6-0543-589D-491053397C60}"/>
                  </a:ext>
                </a:extLst>
              </p:cNvPr>
              <p:cNvGrpSpPr/>
              <p:nvPr/>
            </p:nvGrpSpPr>
            <p:grpSpPr>
              <a:xfrm>
                <a:off x="1147727" y="2962340"/>
                <a:ext cx="2015659" cy="977400"/>
                <a:chOff x="1147727" y="2962340"/>
                <a:chExt cx="2015659" cy="977400"/>
              </a:xfrm>
              <a:solidFill>
                <a:srgbClr val="B4C3CE"/>
              </a:solidFill>
            </p:grpSpPr>
            <p:sp>
              <p:nvSpPr>
                <p:cNvPr id="15" name="Freeform: Shape 14">
                  <a:extLst>
                    <a:ext uri="{FF2B5EF4-FFF2-40B4-BE49-F238E27FC236}">
                      <a16:creationId xmlns:a16="http://schemas.microsoft.com/office/drawing/2014/main" id="{A04A89D8-AC29-077D-60C8-269B1F82C4E5}"/>
                    </a:ext>
                  </a:extLst>
                </p:cNvPr>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A564763A-7A49-AAEF-DF49-C9734F0F6094}"/>
                    </a:ext>
                  </a:extLst>
                </p:cNvPr>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477DBF7A-4E03-2839-9F70-58A3198BCE52}"/>
                    </a:ext>
                  </a:extLst>
                </p:cNvPr>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F11DB020-4CE0-FAF8-BD7A-6E70EFD0FA16}"/>
                    </a:ext>
                  </a:extLst>
                </p:cNvPr>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9" name="Freeform: Shape 8">
                <a:extLst>
                  <a:ext uri="{FF2B5EF4-FFF2-40B4-BE49-F238E27FC236}">
                    <a16:creationId xmlns:a16="http://schemas.microsoft.com/office/drawing/2014/main" id="{DBC32E1B-127D-956E-AD93-4A514D6DDF96}"/>
                  </a:ext>
                </a:extLst>
              </p:cNvPr>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5AAD80EB-60BA-755D-DC87-B44330718216}"/>
                  </a:ext>
                </a:extLst>
              </p:cNvPr>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20" name="Picture Placeholder 23">
            <a:extLst>
              <a:ext uri="{FF2B5EF4-FFF2-40B4-BE49-F238E27FC236}">
                <a16:creationId xmlns:a16="http://schemas.microsoft.com/office/drawing/2014/main" id="{DCF89A79-FAF9-A387-2211-6888D8CEBA17}"/>
              </a:ext>
            </a:extLst>
          </p:cNvPr>
          <p:cNvSpPr>
            <a:spLocks noGrp="1"/>
          </p:cNvSpPr>
          <p:nvPr>
            <p:ph type="pic" sz="quarter" idx="91" hasCustomPrompt="1"/>
          </p:nvPr>
        </p:nvSpPr>
        <p:spPr>
          <a:xfrm>
            <a:off x="8881112" y="897265"/>
            <a:ext cx="2580911" cy="5439106"/>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grpSp>
        <p:nvGrpSpPr>
          <p:cNvPr id="6" name="Group 5">
            <a:extLst>
              <a:ext uri="{FF2B5EF4-FFF2-40B4-BE49-F238E27FC236}">
                <a16:creationId xmlns:a16="http://schemas.microsoft.com/office/drawing/2014/main" id="{88303836-FB94-8DB0-AC5A-E514D9E0F1B6}"/>
              </a:ext>
            </a:extLst>
          </p:cNvPr>
          <p:cNvGrpSpPr/>
          <p:nvPr userDrawn="1"/>
        </p:nvGrpSpPr>
        <p:grpSpPr>
          <a:xfrm>
            <a:off x="5459024" y="767787"/>
            <a:ext cx="2879927" cy="5676265"/>
            <a:chOff x="2887916" y="1785002"/>
            <a:chExt cx="2015659" cy="3972814"/>
          </a:xfrm>
        </p:grpSpPr>
        <p:sp>
          <p:nvSpPr>
            <p:cNvPr id="8" name="Rectangle: Rounded Corners 7">
              <a:extLst>
                <a:ext uri="{FF2B5EF4-FFF2-40B4-BE49-F238E27FC236}">
                  <a16:creationId xmlns:a16="http://schemas.microsoft.com/office/drawing/2014/main" id="{12BF9018-623D-5BC9-925F-6BDF703C2231}"/>
                </a:ext>
              </a:extLst>
            </p:cNvPr>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3" name="Group 22">
              <a:extLst>
                <a:ext uri="{FF2B5EF4-FFF2-40B4-BE49-F238E27FC236}">
                  <a16:creationId xmlns:a16="http://schemas.microsoft.com/office/drawing/2014/main" id="{2F121A0E-19A2-F90A-1BA6-FFA94DD626ED}"/>
                </a:ext>
              </a:extLst>
            </p:cNvPr>
            <p:cNvGrpSpPr/>
            <p:nvPr userDrawn="1"/>
          </p:nvGrpSpPr>
          <p:grpSpPr>
            <a:xfrm>
              <a:off x="2887916" y="1785002"/>
              <a:ext cx="2015659" cy="3972814"/>
              <a:chOff x="1147727" y="2208941"/>
              <a:chExt cx="2015659" cy="3972814"/>
            </a:xfrm>
          </p:grpSpPr>
          <p:grpSp>
            <p:nvGrpSpPr>
              <p:cNvPr id="24" name="Graphic 3">
                <a:extLst>
                  <a:ext uri="{FF2B5EF4-FFF2-40B4-BE49-F238E27FC236}">
                    <a16:creationId xmlns:a16="http://schemas.microsoft.com/office/drawing/2014/main" id="{B11D419D-4F18-3CD5-9AC0-9A03E891E2C9}"/>
                  </a:ext>
                </a:extLst>
              </p:cNvPr>
              <p:cNvGrpSpPr/>
              <p:nvPr/>
            </p:nvGrpSpPr>
            <p:grpSpPr>
              <a:xfrm>
                <a:off x="1147727" y="2962340"/>
                <a:ext cx="2015659" cy="977400"/>
                <a:chOff x="1147727" y="2962340"/>
                <a:chExt cx="2015659" cy="977400"/>
              </a:xfrm>
              <a:solidFill>
                <a:srgbClr val="B4C3CE"/>
              </a:solidFill>
            </p:grpSpPr>
            <p:sp>
              <p:nvSpPr>
                <p:cNvPr id="27" name="Freeform: Shape 26">
                  <a:extLst>
                    <a:ext uri="{FF2B5EF4-FFF2-40B4-BE49-F238E27FC236}">
                      <a16:creationId xmlns:a16="http://schemas.microsoft.com/office/drawing/2014/main" id="{C2AA825F-44DF-0FC9-5E1D-EF3F1CC44473}"/>
                    </a:ext>
                  </a:extLst>
                </p:cNvPr>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6C98888C-0193-5278-E375-E50F18A44BC3}"/>
                    </a:ext>
                  </a:extLst>
                </p:cNvPr>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65A2DEA5-4BEA-051B-ECE8-3426D1BB4B0F}"/>
                    </a:ext>
                  </a:extLst>
                </p:cNvPr>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39A1F1FF-73AC-8C4B-8202-ED959D385E16}"/>
                    </a:ext>
                  </a:extLst>
                </p:cNvPr>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25" name="Freeform: Shape 24">
                <a:extLst>
                  <a:ext uri="{FF2B5EF4-FFF2-40B4-BE49-F238E27FC236}">
                    <a16:creationId xmlns:a16="http://schemas.microsoft.com/office/drawing/2014/main" id="{F83E7734-F1D7-1535-B14B-802F76A15580}"/>
                  </a:ext>
                </a:extLst>
              </p:cNvPr>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F16F0223-350E-E693-CB28-72C2E6793468}"/>
                  </a:ext>
                </a:extLst>
              </p:cNvPr>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32" name="Picture Placeholder 23">
            <a:extLst>
              <a:ext uri="{FF2B5EF4-FFF2-40B4-BE49-F238E27FC236}">
                <a16:creationId xmlns:a16="http://schemas.microsoft.com/office/drawing/2014/main" id="{C733AAFE-BD98-9875-B2A9-B649242D77CF}"/>
              </a:ext>
            </a:extLst>
          </p:cNvPr>
          <p:cNvSpPr>
            <a:spLocks noGrp="1"/>
          </p:cNvSpPr>
          <p:nvPr>
            <p:ph type="pic" sz="quarter" idx="92" hasCustomPrompt="1"/>
          </p:nvPr>
        </p:nvSpPr>
        <p:spPr>
          <a:xfrm>
            <a:off x="5616230" y="897265"/>
            <a:ext cx="2580911" cy="5439106"/>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sp>
        <p:nvSpPr>
          <p:cNvPr id="35" name="Text Placeholder 4">
            <a:extLst>
              <a:ext uri="{FF2B5EF4-FFF2-40B4-BE49-F238E27FC236}">
                <a16:creationId xmlns:a16="http://schemas.microsoft.com/office/drawing/2014/main" id="{4E61D72E-9E77-D4D8-16F7-F970AC40AE06}"/>
              </a:ext>
            </a:extLst>
          </p:cNvPr>
          <p:cNvSpPr>
            <a:spLocks noGrp="1"/>
          </p:cNvSpPr>
          <p:nvPr>
            <p:ph type="body" sz="quarter" idx="38"/>
          </p:nvPr>
        </p:nvSpPr>
        <p:spPr>
          <a:xfrm>
            <a:off x="588166" y="2637446"/>
            <a:ext cx="4214569" cy="3808616"/>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37" name="Freeform 9">
            <a:extLst>
              <a:ext uri="{FF2B5EF4-FFF2-40B4-BE49-F238E27FC236}">
                <a16:creationId xmlns:a16="http://schemas.microsoft.com/office/drawing/2014/main" id="{B237AD86-0AE7-D44A-9AC5-CE63E81ADC36}"/>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8" name="Title 1">
            <a:extLst>
              <a:ext uri="{FF2B5EF4-FFF2-40B4-BE49-F238E27FC236}">
                <a16:creationId xmlns:a16="http://schemas.microsoft.com/office/drawing/2014/main" id="{9DC3EF69-9035-E52D-1A36-C6B02F1AB33D}"/>
              </a:ext>
            </a:extLst>
          </p:cNvPr>
          <p:cNvSpPr>
            <a:spLocks noGrp="1"/>
          </p:cNvSpPr>
          <p:nvPr>
            <p:ph type="ctrTitle" hasCustomPrompt="1"/>
          </p:nvPr>
        </p:nvSpPr>
        <p:spPr>
          <a:xfrm>
            <a:off x="588166" y="526900"/>
            <a:ext cx="4613321"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cxnSp>
        <p:nvCxnSpPr>
          <p:cNvPr id="39" name="Straight Connector 15">
            <a:extLst>
              <a:ext uri="{FF2B5EF4-FFF2-40B4-BE49-F238E27FC236}">
                <a16:creationId xmlns:a16="http://schemas.microsoft.com/office/drawing/2014/main" id="{1E038ED3-9E75-857A-2941-D2037A3F3C60}"/>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185172"/>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P12 | 1_HEAD + 3 x Phon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70" y="532999"/>
            <a:ext cx="11051375"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70" y="103329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623410A-F4EE-E6F8-E5FF-F4A517C25669}"/>
              </a:ext>
            </a:extLst>
          </p:cNvPr>
          <p:cNvSpPr>
            <a:spLocks noGrp="1" noRot="1" noMove="1" noResize="1" noEditPoints="1" noAdjustHandles="1" noChangeArrowheads="1" noChangeShapeType="1"/>
          </p:cNvSpPr>
          <p:nvPr userDrawn="1"/>
        </p:nvSpPr>
        <p:spPr>
          <a:xfrm>
            <a:off x="0" y="1425701"/>
            <a:ext cx="12192000" cy="54323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4" name="Group 3">
            <a:extLst>
              <a:ext uri="{FF2B5EF4-FFF2-40B4-BE49-F238E27FC236}">
                <a16:creationId xmlns:a16="http://schemas.microsoft.com/office/drawing/2014/main" id="{DD10BC50-F267-2F36-A62C-4A18B44A0203}"/>
              </a:ext>
            </a:extLst>
          </p:cNvPr>
          <p:cNvGrpSpPr>
            <a:grpSpLocks noGrp="1" noUngrp="1" noRot="1" noMove="1" noResize="1"/>
          </p:cNvGrpSpPr>
          <p:nvPr userDrawn="1"/>
        </p:nvGrpSpPr>
        <p:grpSpPr>
          <a:xfrm>
            <a:off x="4289996" y="1870460"/>
            <a:ext cx="2320472" cy="4573592"/>
            <a:chOff x="2887916" y="1785002"/>
            <a:chExt cx="2015659" cy="3972814"/>
          </a:xfrm>
        </p:grpSpPr>
        <p:sp>
          <p:nvSpPr>
            <p:cNvPr id="5" name="Rectangle: Rounded Corners 4">
              <a:extLst>
                <a:ext uri="{FF2B5EF4-FFF2-40B4-BE49-F238E27FC236}">
                  <a16:creationId xmlns:a16="http://schemas.microsoft.com/office/drawing/2014/main" id="{BE4DB8A4-C385-EF38-3150-AFEEFDCBACDE}"/>
                </a:ext>
              </a:extLst>
            </p:cNvPr>
            <p:cNvSpPr>
              <a:spLocks noGrp="1" noRot="1" noMove="1" noResize="1" noEditPoints="1" noAdjustHandles="1" noChangeArrowheads="1" noChangeShapeType="1"/>
            </p:cNvSpPr>
            <p:nvPr userDrawn="1"/>
          </p:nvSpPr>
          <p:spPr>
            <a:xfrm>
              <a:off x="2965391" y="1811708"/>
              <a:ext cx="1871529" cy="3905428"/>
            </a:xfrm>
            <a:prstGeom prst="roundRect">
              <a:avLst>
                <a:gd name="adj" fmla="val 14499"/>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107E6965-F37F-08CE-9760-DE4BA09440DF}"/>
                </a:ext>
              </a:extLst>
            </p:cNvPr>
            <p:cNvGrpSpPr>
              <a:grpSpLocks noGrp="1" noUngrp="1" noRot="1" noMove="1" noResize="1"/>
            </p:cNvGrpSpPr>
            <p:nvPr userDrawn="1"/>
          </p:nvGrpSpPr>
          <p:grpSpPr>
            <a:xfrm>
              <a:off x="2887916" y="1785002"/>
              <a:ext cx="2015659" cy="3972814"/>
              <a:chOff x="1147727" y="2208941"/>
              <a:chExt cx="2015659" cy="3972814"/>
            </a:xfrm>
          </p:grpSpPr>
          <p:grpSp>
            <p:nvGrpSpPr>
              <p:cNvPr id="7" name="Graphic 3">
                <a:extLst>
                  <a:ext uri="{FF2B5EF4-FFF2-40B4-BE49-F238E27FC236}">
                    <a16:creationId xmlns:a16="http://schemas.microsoft.com/office/drawing/2014/main" id="{BFE7AC59-BEB7-1EEA-B024-69CD930BB0AF}"/>
                  </a:ext>
                </a:extLst>
              </p:cNvPr>
              <p:cNvGrpSpPr>
                <a:grpSpLocks noGrp="1" noUngrp="1" noRot="1" noMove="1" noResize="1"/>
              </p:cNvGrpSpPr>
              <p:nvPr/>
            </p:nvGrpSpPr>
            <p:grpSpPr>
              <a:xfrm>
                <a:off x="1147727" y="2962340"/>
                <a:ext cx="2015659" cy="977400"/>
                <a:chOff x="1147727" y="2962340"/>
                <a:chExt cx="2015659" cy="977400"/>
              </a:xfrm>
              <a:solidFill>
                <a:srgbClr val="B4C3CE"/>
              </a:solidFill>
            </p:grpSpPr>
            <p:sp>
              <p:nvSpPr>
                <p:cNvPr id="10" name="Freeform: Shape 9">
                  <a:extLst>
                    <a:ext uri="{FF2B5EF4-FFF2-40B4-BE49-F238E27FC236}">
                      <a16:creationId xmlns:a16="http://schemas.microsoft.com/office/drawing/2014/main" id="{B106CEAA-C8A3-7109-CA63-DB5ADC5829C4}"/>
                    </a:ext>
                  </a:extLst>
                </p:cNvPr>
                <p:cNvSpPr>
                  <a:spLocks noGrp="1" noRot="1" noMove="1" noResize="1" noEditPoints="1" noAdjustHandles="1" noChangeArrowheads="1" noChangeShapeType="1"/>
                </p:cNvSpPr>
                <p:nvPr/>
              </p:nvSpPr>
              <p:spPr>
                <a:xfrm>
                  <a:off x="1147727" y="3636597"/>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9A797252-1FDC-628A-BCC5-3FB8C7290422}"/>
                    </a:ext>
                  </a:extLst>
                </p:cNvPr>
                <p:cNvSpPr>
                  <a:spLocks noGrp="1" noRot="1" noMove="1" noResize="1" noEditPoints="1" noAdjustHandles="1" noChangeArrowheads="1" noChangeShapeType="1"/>
                </p:cNvSpPr>
                <p:nvPr/>
              </p:nvSpPr>
              <p:spPr>
                <a:xfrm>
                  <a:off x="1147727" y="3276953"/>
                  <a:ext cx="95621" cy="303142"/>
                </a:xfrm>
                <a:custGeom>
                  <a:avLst/>
                  <a:gdLst>
                    <a:gd name="connsiteX0" fmla="*/ 88008 w 95621"/>
                    <a:gd name="connsiteY0" fmla="*/ 0 h 303142"/>
                    <a:gd name="connsiteX1" fmla="*/ 95621 w 95621"/>
                    <a:gd name="connsiteY1" fmla="*/ 7614 h 303142"/>
                    <a:gd name="connsiteX2" fmla="*/ 95621 w 95621"/>
                    <a:gd name="connsiteY2" fmla="*/ 295529 h 303142"/>
                    <a:gd name="connsiteX3" fmla="*/ 88008 w 95621"/>
                    <a:gd name="connsiteY3" fmla="*/ 303143 h 303142"/>
                    <a:gd name="connsiteX4" fmla="*/ 7614 w 95621"/>
                    <a:gd name="connsiteY4" fmla="*/ 303143 h 303142"/>
                    <a:gd name="connsiteX5" fmla="*/ 0 w 95621"/>
                    <a:gd name="connsiteY5" fmla="*/ 295529 h 303142"/>
                    <a:gd name="connsiteX6" fmla="*/ 0 w 95621"/>
                    <a:gd name="connsiteY6" fmla="*/ 7614 h 303142"/>
                    <a:gd name="connsiteX7" fmla="*/ 7614 w 95621"/>
                    <a:gd name="connsiteY7" fmla="*/ 0 h 303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303142">
                      <a:moveTo>
                        <a:pt x="88008" y="0"/>
                      </a:moveTo>
                      <a:cubicBezTo>
                        <a:pt x="92213" y="0"/>
                        <a:pt x="95621" y="3409"/>
                        <a:pt x="95621" y="7614"/>
                      </a:cubicBezTo>
                      <a:lnTo>
                        <a:pt x="95621" y="295529"/>
                      </a:lnTo>
                      <a:cubicBezTo>
                        <a:pt x="95621" y="299734"/>
                        <a:pt x="92213" y="303143"/>
                        <a:pt x="88008" y="303143"/>
                      </a:cubicBezTo>
                      <a:lnTo>
                        <a:pt x="7614" y="303143"/>
                      </a:lnTo>
                      <a:cubicBezTo>
                        <a:pt x="3409" y="303143"/>
                        <a:pt x="0" y="299734"/>
                        <a:pt x="0" y="295529"/>
                      </a:cubicBezTo>
                      <a:lnTo>
                        <a:pt x="0" y="7614"/>
                      </a:lnTo>
                      <a:cubicBezTo>
                        <a:pt x="0" y="3409"/>
                        <a:pt x="3409" y="0"/>
                        <a:pt x="7614" y="0"/>
                      </a:cubicBezTo>
                      <a:close/>
                    </a:path>
                  </a:pathLst>
                </a:custGeom>
                <a:solidFill>
                  <a:srgbClr val="B4C3CE"/>
                </a:solidFill>
                <a:ln w="4999"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45F44CF7-5BEB-B1CD-8C11-312A4E2FCE98}"/>
                    </a:ext>
                  </a:extLst>
                </p:cNvPr>
                <p:cNvSpPr>
                  <a:spLocks noGrp="1" noRot="1" noMove="1" noResize="1" noEditPoints="1" noAdjustHandles="1" noChangeArrowheads="1" noChangeShapeType="1"/>
                </p:cNvSpPr>
                <p:nvPr/>
              </p:nvSpPr>
              <p:spPr>
                <a:xfrm>
                  <a:off x="3067765" y="3276953"/>
                  <a:ext cx="95621" cy="456517"/>
                </a:xfrm>
                <a:custGeom>
                  <a:avLst/>
                  <a:gdLst>
                    <a:gd name="connsiteX0" fmla="*/ 86304 w 95621"/>
                    <a:gd name="connsiteY0" fmla="*/ 0 h 456517"/>
                    <a:gd name="connsiteX1" fmla="*/ 95621 w 95621"/>
                    <a:gd name="connsiteY1" fmla="*/ 9317 h 456517"/>
                    <a:gd name="connsiteX2" fmla="*/ 95621 w 95621"/>
                    <a:gd name="connsiteY2" fmla="*/ 447201 h 456517"/>
                    <a:gd name="connsiteX3" fmla="*/ 86304 w 95621"/>
                    <a:gd name="connsiteY3" fmla="*/ 456517 h 456517"/>
                    <a:gd name="connsiteX4" fmla="*/ 9317 w 95621"/>
                    <a:gd name="connsiteY4" fmla="*/ 456517 h 456517"/>
                    <a:gd name="connsiteX5" fmla="*/ 0 w 95621"/>
                    <a:gd name="connsiteY5" fmla="*/ 447201 h 456517"/>
                    <a:gd name="connsiteX6" fmla="*/ 0 w 95621"/>
                    <a:gd name="connsiteY6" fmla="*/ 9317 h 456517"/>
                    <a:gd name="connsiteX7" fmla="*/ 9317 w 95621"/>
                    <a:gd name="connsiteY7" fmla="*/ 0 h 456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456517">
                      <a:moveTo>
                        <a:pt x="86304" y="0"/>
                      </a:moveTo>
                      <a:cubicBezTo>
                        <a:pt x="91450" y="0"/>
                        <a:pt x="95621" y="4171"/>
                        <a:pt x="95621" y="9317"/>
                      </a:cubicBezTo>
                      <a:lnTo>
                        <a:pt x="95621" y="447201"/>
                      </a:lnTo>
                      <a:cubicBezTo>
                        <a:pt x="95621" y="452346"/>
                        <a:pt x="91450" y="456517"/>
                        <a:pt x="86304" y="456517"/>
                      </a:cubicBezTo>
                      <a:lnTo>
                        <a:pt x="9317" y="456517"/>
                      </a:lnTo>
                      <a:cubicBezTo>
                        <a:pt x="4171" y="456517"/>
                        <a:pt x="0" y="452346"/>
                        <a:pt x="0" y="447201"/>
                      </a:cubicBezTo>
                      <a:lnTo>
                        <a:pt x="0" y="9317"/>
                      </a:lnTo>
                      <a:cubicBezTo>
                        <a:pt x="0" y="4171"/>
                        <a:pt x="4171" y="0"/>
                        <a:pt x="9317" y="0"/>
                      </a:cubicBezTo>
                      <a:close/>
                    </a:path>
                  </a:pathLst>
                </a:custGeom>
                <a:solidFill>
                  <a:srgbClr val="B4C3CE"/>
                </a:solidFill>
                <a:ln w="4999"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2915AADE-99CB-D650-C852-963DC75AA6F8}"/>
                    </a:ext>
                  </a:extLst>
                </p:cNvPr>
                <p:cNvSpPr>
                  <a:spLocks noGrp="1" noRot="1" noMove="1" noResize="1" noEditPoints="1" noAdjustHandles="1" noChangeArrowheads="1" noChangeShapeType="1"/>
                </p:cNvSpPr>
                <p:nvPr/>
              </p:nvSpPr>
              <p:spPr>
                <a:xfrm>
                  <a:off x="1147727" y="2962340"/>
                  <a:ext cx="95621" cy="202863"/>
                </a:xfrm>
                <a:custGeom>
                  <a:avLst/>
                  <a:gdLst>
                    <a:gd name="connsiteX0" fmla="*/ 89410 w 95621"/>
                    <a:gd name="connsiteY0" fmla="*/ 0 h 202863"/>
                    <a:gd name="connsiteX1" fmla="*/ 95621 w 95621"/>
                    <a:gd name="connsiteY1" fmla="*/ 6211 h 202863"/>
                    <a:gd name="connsiteX2" fmla="*/ 95621 w 95621"/>
                    <a:gd name="connsiteY2" fmla="*/ 196652 h 202863"/>
                    <a:gd name="connsiteX3" fmla="*/ 89410 w 95621"/>
                    <a:gd name="connsiteY3" fmla="*/ 202863 h 202863"/>
                    <a:gd name="connsiteX4" fmla="*/ 6211 w 95621"/>
                    <a:gd name="connsiteY4" fmla="*/ 202863 h 202863"/>
                    <a:gd name="connsiteX5" fmla="*/ 0 w 95621"/>
                    <a:gd name="connsiteY5" fmla="*/ 196652 h 202863"/>
                    <a:gd name="connsiteX6" fmla="*/ 0 w 95621"/>
                    <a:gd name="connsiteY6" fmla="*/ 6211 h 202863"/>
                    <a:gd name="connsiteX7" fmla="*/ 6211 w 95621"/>
                    <a:gd name="connsiteY7" fmla="*/ 0 h 20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621" h="202863">
                      <a:moveTo>
                        <a:pt x="89410" y="0"/>
                      </a:moveTo>
                      <a:cubicBezTo>
                        <a:pt x="92840" y="0"/>
                        <a:pt x="95621" y="2781"/>
                        <a:pt x="95621" y="6211"/>
                      </a:cubicBezTo>
                      <a:lnTo>
                        <a:pt x="95621" y="196652"/>
                      </a:lnTo>
                      <a:cubicBezTo>
                        <a:pt x="95621" y="200083"/>
                        <a:pt x="92840" y="202863"/>
                        <a:pt x="89410" y="202863"/>
                      </a:cubicBezTo>
                      <a:lnTo>
                        <a:pt x="6211" y="202863"/>
                      </a:lnTo>
                      <a:cubicBezTo>
                        <a:pt x="2781" y="202863"/>
                        <a:pt x="0" y="200083"/>
                        <a:pt x="0" y="196652"/>
                      </a:cubicBezTo>
                      <a:lnTo>
                        <a:pt x="0" y="6211"/>
                      </a:lnTo>
                      <a:cubicBezTo>
                        <a:pt x="0" y="2781"/>
                        <a:pt x="2781" y="0"/>
                        <a:pt x="6211" y="0"/>
                      </a:cubicBezTo>
                      <a:close/>
                    </a:path>
                  </a:pathLst>
                </a:custGeom>
                <a:solidFill>
                  <a:srgbClr val="B4C3CE"/>
                </a:solidFill>
                <a:ln w="4999" cap="flat">
                  <a:noFill/>
                  <a:prstDash val="solid"/>
                  <a:miter/>
                </a:ln>
              </p:spPr>
              <p:txBody>
                <a:bodyPr rtlCol="0" anchor="ctr"/>
                <a:lstStyle/>
                <a:p>
                  <a:endParaRPr lang="en-GB"/>
                </a:p>
              </p:txBody>
            </p:sp>
          </p:grpSp>
          <p:sp>
            <p:nvSpPr>
              <p:cNvPr id="8" name="Freeform: Shape 7">
                <a:extLst>
                  <a:ext uri="{FF2B5EF4-FFF2-40B4-BE49-F238E27FC236}">
                    <a16:creationId xmlns:a16="http://schemas.microsoft.com/office/drawing/2014/main" id="{6BD3FAB5-99B5-D003-D0C1-2907F6F259A1}"/>
                  </a:ext>
                </a:extLst>
              </p:cNvPr>
              <p:cNvSpPr>
                <a:spLocks noGrp="1" noRot="1" noMove="1" noResize="1" noEditPoints="1" noAdjustHandles="1" noChangeArrowheads="1" noChangeShapeType="1"/>
              </p:cNvSpPr>
              <p:nvPr/>
            </p:nvSpPr>
            <p:spPr>
              <a:xfrm>
                <a:off x="1255620" y="2292039"/>
                <a:ext cx="1804882" cy="3806616"/>
              </a:xfrm>
              <a:custGeom>
                <a:avLst/>
                <a:gdLst>
                  <a:gd name="connsiteX0" fmla="*/ 215536 w 1804882"/>
                  <a:gd name="connsiteY0" fmla="*/ 0 h 3806616"/>
                  <a:gd name="connsiteX1" fmla="*/ 1589346 w 1804882"/>
                  <a:gd name="connsiteY1" fmla="*/ 0 h 3806616"/>
                  <a:gd name="connsiteX2" fmla="*/ 1804882 w 1804882"/>
                  <a:gd name="connsiteY2" fmla="*/ 215536 h 3806616"/>
                  <a:gd name="connsiteX3" fmla="*/ 1804882 w 1804882"/>
                  <a:gd name="connsiteY3" fmla="*/ 3591081 h 3806616"/>
                  <a:gd name="connsiteX4" fmla="*/ 1589346 w 1804882"/>
                  <a:gd name="connsiteY4" fmla="*/ 3806617 h 3806616"/>
                  <a:gd name="connsiteX5" fmla="*/ 215536 w 1804882"/>
                  <a:gd name="connsiteY5" fmla="*/ 3806617 h 3806616"/>
                  <a:gd name="connsiteX6" fmla="*/ 0 w 1804882"/>
                  <a:gd name="connsiteY6" fmla="*/ 3591081 h 3806616"/>
                  <a:gd name="connsiteX7" fmla="*/ 0 w 1804882"/>
                  <a:gd name="connsiteY7" fmla="*/ 215536 h 3806616"/>
                  <a:gd name="connsiteX8" fmla="*/ 215536 w 1804882"/>
                  <a:gd name="connsiteY8" fmla="*/ 0 h 3806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4882" h="3806616">
                    <a:moveTo>
                      <a:pt x="215536" y="0"/>
                    </a:moveTo>
                    <a:lnTo>
                      <a:pt x="1589346" y="0"/>
                    </a:lnTo>
                    <a:cubicBezTo>
                      <a:pt x="1708309" y="0"/>
                      <a:pt x="1804882" y="96573"/>
                      <a:pt x="1804882" y="215536"/>
                    </a:cubicBezTo>
                    <a:lnTo>
                      <a:pt x="1804882" y="3591081"/>
                    </a:lnTo>
                    <a:cubicBezTo>
                      <a:pt x="1804882" y="3710044"/>
                      <a:pt x="1708309" y="3806617"/>
                      <a:pt x="1589346" y="3806617"/>
                    </a:cubicBezTo>
                    <a:lnTo>
                      <a:pt x="215536" y="3806617"/>
                    </a:lnTo>
                    <a:cubicBezTo>
                      <a:pt x="96573" y="3806617"/>
                      <a:pt x="0" y="3710044"/>
                      <a:pt x="0" y="3591081"/>
                    </a:cubicBezTo>
                    <a:lnTo>
                      <a:pt x="0" y="215536"/>
                    </a:lnTo>
                    <a:cubicBezTo>
                      <a:pt x="0" y="96573"/>
                      <a:pt x="96573" y="0"/>
                      <a:pt x="215536" y="0"/>
                    </a:cubicBezTo>
                    <a:close/>
                  </a:path>
                </a:pathLst>
              </a:custGeom>
              <a:solidFill>
                <a:schemeClr val="accent5"/>
              </a:solidFill>
              <a:ln w="4999"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A5FAF642-931B-CBF2-1B45-04B3BD0373EB}"/>
                  </a:ext>
                </a:extLst>
              </p:cNvPr>
              <p:cNvSpPr>
                <a:spLocks noGrp="1" noRot="1" noMove="1" noResize="1" noEditPoints="1" noAdjustHandles="1" noChangeArrowheads="1" noChangeShapeType="1"/>
              </p:cNvSpPr>
              <p:nvPr/>
            </p:nvSpPr>
            <p:spPr>
              <a:xfrm>
                <a:off x="1172521" y="2208941"/>
                <a:ext cx="1971079" cy="3972814"/>
              </a:xfrm>
              <a:custGeom>
                <a:avLst/>
                <a:gdLst>
                  <a:gd name="connsiteX0" fmla="*/ 1672445 w 1971079"/>
                  <a:gd name="connsiteY0" fmla="*/ 83099 h 3972814"/>
                  <a:gd name="connsiteX1" fmla="*/ 1887981 w 1971079"/>
                  <a:gd name="connsiteY1" fmla="*/ 298635 h 3972814"/>
                  <a:gd name="connsiteX2" fmla="*/ 1887981 w 1971079"/>
                  <a:gd name="connsiteY2" fmla="*/ 3674180 h 3972814"/>
                  <a:gd name="connsiteX3" fmla="*/ 1672445 w 1971079"/>
                  <a:gd name="connsiteY3" fmla="*/ 3889716 h 3972814"/>
                  <a:gd name="connsiteX4" fmla="*/ 298635 w 1971079"/>
                  <a:gd name="connsiteY4" fmla="*/ 3889716 h 3972814"/>
                  <a:gd name="connsiteX5" fmla="*/ 83099 w 1971079"/>
                  <a:gd name="connsiteY5" fmla="*/ 3674180 h 3972814"/>
                  <a:gd name="connsiteX6" fmla="*/ 83099 w 1971079"/>
                  <a:gd name="connsiteY6" fmla="*/ 298635 h 3972814"/>
                  <a:gd name="connsiteX7" fmla="*/ 298635 w 1971079"/>
                  <a:gd name="connsiteY7" fmla="*/ 83099 h 3972814"/>
                  <a:gd name="connsiteX8" fmla="*/ 1672445 w 1971079"/>
                  <a:gd name="connsiteY8" fmla="*/ 83099 h 3972814"/>
                  <a:gd name="connsiteX9" fmla="*/ 1672445 w 1971079"/>
                  <a:gd name="connsiteY9" fmla="*/ 0 h 3972814"/>
                  <a:gd name="connsiteX10" fmla="*/ 298635 w 1971079"/>
                  <a:gd name="connsiteY10" fmla="*/ 0 h 3972814"/>
                  <a:gd name="connsiteX11" fmla="*/ 0 w 1971079"/>
                  <a:gd name="connsiteY11" fmla="*/ 298635 h 3972814"/>
                  <a:gd name="connsiteX12" fmla="*/ 0 w 1971079"/>
                  <a:gd name="connsiteY12" fmla="*/ 3674180 h 3972814"/>
                  <a:gd name="connsiteX13" fmla="*/ 298635 w 1971079"/>
                  <a:gd name="connsiteY13" fmla="*/ 3972814 h 3972814"/>
                  <a:gd name="connsiteX14" fmla="*/ 1672445 w 1971079"/>
                  <a:gd name="connsiteY14" fmla="*/ 3972814 h 3972814"/>
                  <a:gd name="connsiteX15" fmla="*/ 1971080 w 1971079"/>
                  <a:gd name="connsiteY15" fmla="*/ 3674180 h 3972814"/>
                  <a:gd name="connsiteX16" fmla="*/ 1971080 w 1971079"/>
                  <a:gd name="connsiteY16" fmla="*/ 298635 h 3972814"/>
                  <a:gd name="connsiteX17" fmla="*/ 1672445 w 1971079"/>
                  <a:gd name="connsiteY17" fmla="*/ 0 h 3972814"/>
                  <a:gd name="connsiteX18" fmla="*/ 1672445 w 1971079"/>
                  <a:gd name="connsiteY18" fmla="*/ 0 h 397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71079" h="3972814">
                    <a:moveTo>
                      <a:pt x="1672445" y="83099"/>
                    </a:moveTo>
                    <a:cubicBezTo>
                      <a:pt x="1791308" y="83099"/>
                      <a:pt x="1887981" y="179772"/>
                      <a:pt x="1887981" y="298635"/>
                    </a:cubicBezTo>
                    <a:lnTo>
                      <a:pt x="1887981" y="3674180"/>
                    </a:lnTo>
                    <a:cubicBezTo>
                      <a:pt x="1887981" y="3793042"/>
                      <a:pt x="1791308" y="3889716"/>
                      <a:pt x="1672445" y="3889716"/>
                    </a:cubicBezTo>
                    <a:lnTo>
                      <a:pt x="298635" y="3889716"/>
                    </a:lnTo>
                    <a:cubicBezTo>
                      <a:pt x="179772" y="3889716"/>
                      <a:pt x="83099" y="3793042"/>
                      <a:pt x="83099" y="3674180"/>
                    </a:cubicBezTo>
                    <a:lnTo>
                      <a:pt x="83099" y="298635"/>
                    </a:lnTo>
                    <a:cubicBezTo>
                      <a:pt x="83099" y="179772"/>
                      <a:pt x="179772" y="83099"/>
                      <a:pt x="298635" y="83099"/>
                    </a:cubicBezTo>
                    <a:lnTo>
                      <a:pt x="1672445" y="83099"/>
                    </a:lnTo>
                    <a:moveTo>
                      <a:pt x="1672445" y="0"/>
                    </a:moveTo>
                    <a:lnTo>
                      <a:pt x="298635" y="0"/>
                    </a:lnTo>
                    <a:cubicBezTo>
                      <a:pt x="133689" y="0"/>
                      <a:pt x="0" y="133689"/>
                      <a:pt x="0" y="298635"/>
                    </a:cubicBezTo>
                    <a:lnTo>
                      <a:pt x="0" y="3674180"/>
                    </a:lnTo>
                    <a:cubicBezTo>
                      <a:pt x="0" y="3839125"/>
                      <a:pt x="133689" y="3972814"/>
                      <a:pt x="298635" y="3972814"/>
                    </a:cubicBezTo>
                    <a:lnTo>
                      <a:pt x="1672445" y="3972814"/>
                    </a:lnTo>
                    <a:cubicBezTo>
                      <a:pt x="1837390" y="3972814"/>
                      <a:pt x="1971080" y="3839125"/>
                      <a:pt x="1971080" y="3674180"/>
                    </a:cubicBezTo>
                    <a:lnTo>
                      <a:pt x="1971080" y="298635"/>
                    </a:lnTo>
                    <a:cubicBezTo>
                      <a:pt x="1971080" y="133689"/>
                      <a:pt x="1837390" y="0"/>
                      <a:pt x="1672445" y="0"/>
                    </a:cubicBezTo>
                    <a:lnTo>
                      <a:pt x="1672445" y="0"/>
                    </a:lnTo>
                    <a:close/>
                  </a:path>
                </a:pathLst>
              </a:custGeom>
              <a:solidFill>
                <a:srgbClr val="37465B"/>
              </a:solidFill>
              <a:ln w="4999" cap="flat">
                <a:noFill/>
                <a:prstDash val="solid"/>
                <a:miter/>
              </a:ln>
            </p:spPr>
            <p:txBody>
              <a:bodyPr rtlCol="0" anchor="ctr"/>
              <a:lstStyle/>
              <a:p>
                <a:endParaRPr lang="en-GB"/>
              </a:p>
            </p:txBody>
          </p:sp>
        </p:grpSp>
      </p:grpSp>
      <p:sp>
        <p:nvSpPr>
          <p:cNvPr id="20" name="Rectangle 7">
            <a:extLst>
              <a:ext uri="{FF2B5EF4-FFF2-40B4-BE49-F238E27FC236}">
                <a16:creationId xmlns:a16="http://schemas.microsoft.com/office/drawing/2014/main" id="{BB1F3460-FD00-3581-CE14-00D2C33A6998}"/>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21" name="Rectangle 20">
            <a:extLst>
              <a:ext uri="{FF2B5EF4-FFF2-40B4-BE49-F238E27FC236}">
                <a16:creationId xmlns:a16="http://schemas.microsoft.com/office/drawing/2014/main" id="{FD03C9BE-6C8A-204D-B126-DD3D2CC01D1D}"/>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22" name="Straight Connector 21">
            <a:extLst>
              <a:ext uri="{FF2B5EF4-FFF2-40B4-BE49-F238E27FC236}">
                <a16:creationId xmlns:a16="http://schemas.microsoft.com/office/drawing/2014/main" id="{1639A157-3F6A-B13A-2737-00230079B5AA}"/>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23" name="Text Placeholder 4">
            <a:extLst>
              <a:ext uri="{FF2B5EF4-FFF2-40B4-BE49-F238E27FC236}">
                <a16:creationId xmlns:a16="http://schemas.microsoft.com/office/drawing/2014/main" id="{F733B956-DE2A-2C0B-9511-E682507AE5F0}"/>
              </a:ext>
            </a:extLst>
          </p:cNvPr>
          <p:cNvSpPr>
            <a:spLocks noGrp="1"/>
          </p:cNvSpPr>
          <p:nvPr>
            <p:ph type="body" sz="quarter" idx="38"/>
          </p:nvPr>
        </p:nvSpPr>
        <p:spPr>
          <a:xfrm>
            <a:off x="588167" y="2903764"/>
            <a:ext cx="2974184" cy="3541915"/>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Master text styles</a:t>
            </a:r>
          </a:p>
          <a:p>
            <a:pPr lvl="1">
              <a:lnSpc>
                <a:spcPts val="1300"/>
              </a:lnSpc>
              <a:spcBef>
                <a:spcPts val="600"/>
              </a:spcBef>
            </a:pPr>
            <a:r>
              <a:rPr lang="en-GB" noProof="0" dirty="0"/>
              <a:t>Second level</a:t>
            </a:r>
          </a:p>
        </p:txBody>
      </p:sp>
      <p:sp>
        <p:nvSpPr>
          <p:cNvPr id="24" name="Text Placeholder 4">
            <a:extLst>
              <a:ext uri="{FF2B5EF4-FFF2-40B4-BE49-F238E27FC236}">
                <a16:creationId xmlns:a16="http://schemas.microsoft.com/office/drawing/2014/main" id="{718F2D02-2B3F-446B-C08E-A057AA1AD62A}"/>
              </a:ext>
            </a:extLst>
          </p:cNvPr>
          <p:cNvSpPr>
            <a:spLocks noGrp="1"/>
          </p:cNvSpPr>
          <p:nvPr>
            <p:ph type="body" sz="quarter" idx="39" hasCustomPrompt="1"/>
          </p:nvPr>
        </p:nvSpPr>
        <p:spPr>
          <a:xfrm>
            <a:off x="588167" y="2550361"/>
            <a:ext cx="2974184" cy="185500"/>
          </a:xfrm>
          <a:prstGeom prst="rect">
            <a:avLst/>
          </a:prstGeom>
        </p:spPr>
        <p:txBody>
          <a:bodyPr wrap="square" lIns="0" tIns="0" rIns="0" bIns="0">
            <a:spAutoFit/>
          </a:bodyPr>
          <a:lstStyle>
            <a:lvl1pPr marL="0" indent="0">
              <a:lnSpc>
                <a:spcPts val="1600"/>
              </a:lnSpc>
              <a:buFont typeface="Calibri" panose="020F0502020204030204" pitchFamily="34" charset="0"/>
              <a:buNone/>
              <a:defRPr sz="105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Your third heading goes here</a:t>
            </a:r>
          </a:p>
        </p:txBody>
      </p:sp>
      <p:sp>
        <p:nvSpPr>
          <p:cNvPr id="25" name="Text Placeholder 4">
            <a:extLst>
              <a:ext uri="{FF2B5EF4-FFF2-40B4-BE49-F238E27FC236}">
                <a16:creationId xmlns:a16="http://schemas.microsoft.com/office/drawing/2014/main" id="{9284D021-385F-AC38-56EB-8B2637D39D1A}"/>
              </a:ext>
            </a:extLst>
          </p:cNvPr>
          <p:cNvSpPr>
            <a:spLocks noGrp="1"/>
          </p:cNvSpPr>
          <p:nvPr>
            <p:ph type="body" sz="quarter" idx="70" hasCustomPrompt="1"/>
          </p:nvPr>
        </p:nvSpPr>
        <p:spPr>
          <a:xfrm>
            <a:off x="588166" y="1844417"/>
            <a:ext cx="2974185" cy="410369"/>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 here over max two lines</a:t>
            </a:r>
          </a:p>
        </p:txBody>
      </p:sp>
      <p:sp>
        <p:nvSpPr>
          <p:cNvPr id="26" name="Picture Placeholder 23">
            <a:extLst>
              <a:ext uri="{FF2B5EF4-FFF2-40B4-BE49-F238E27FC236}">
                <a16:creationId xmlns:a16="http://schemas.microsoft.com/office/drawing/2014/main" id="{43CB6ED2-E7D3-E768-F2CC-CC0791F8955B}"/>
              </a:ext>
            </a:extLst>
          </p:cNvPr>
          <p:cNvSpPr>
            <a:spLocks noGrp="1"/>
          </p:cNvSpPr>
          <p:nvPr>
            <p:ph type="pic" sz="quarter" idx="89" hasCustomPrompt="1"/>
          </p:nvPr>
        </p:nvSpPr>
        <p:spPr>
          <a:xfrm>
            <a:off x="6967650" y="1974928"/>
            <a:ext cx="2079542" cy="4382502"/>
          </a:xfrm>
          <a:prstGeom prst="roundRect">
            <a:avLst>
              <a:gd name="adj" fmla="val 11322"/>
            </a:avLst>
          </a:prstGeom>
          <a:pattFill prst="ltUpDiag">
            <a:fgClr>
              <a:schemeClr val="tx1">
                <a:lumMod val="20000"/>
                <a:lumOff val="80000"/>
              </a:schemeClr>
            </a:fgClr>
            <a:bgClr>
              <a:schemeClr val="bg1"/>
            </a:bgClr>
          </a:pattFill>
          <a:effectLst>
            <a:outerShdw blurRad="50800" dist="38100" dir="8100000" algn="tr" rotWithShape="0">
              <a:srgbClr val="080808">
                <a:alpha val="14902"/>
              </a:srgbClr>
            </a:outerShdw>
          </a:effectLst>
        </p:spPr>
        <p:txBody>
          <a:bodyPr tIns="360000"/>
          <a:lstStyle>
            <a:lvl1pPr>
              <a:defRPr lang="en-GB" sz="1100"/>
            </a:lvl1pPr>
          </a:lstStyle>
          <a:p>
            <a:pPr marL="0" lvl="0" indent="0" algn="ctr">
              <a:buNone/>
            </a:pPr>
            <a:r>
              <a:rPr lang="en-ZA" dirty="0"/>
              <a:t>Add Screengrab</a:t>
            </a:r>
            <a:endParaRPr lang="en-GB" dirty="0"/>
          </a:p>
        </p:txBody>
      </p:sp>
      <p:sp>
        <p:nvSpPr>
          <p:cNvPr id="27" name="Picture Placeholder 23">
            <a:extLst>
              <a:ext uri="{FF2B5EF4-FFF2-40B4-BE49-F238E27FC236}">
                <a16:creationId xmlns:a16="http://schemas.microsoft.com/office/drawing/2014/main" id="{AC1AA041-7810-0112-5C81-704E88BD4326}"/>
              </a:ext>
            </a:extLst>
          </p:cNvPr>
          <p:cNvSpPr>
            <a:spLocks noGrp="1"/>
          </p:cNvSpPr>
          <p:nvPr>
            <p:ph type="pic" sz="quarter" idx="90" hasCustomPrompt="1"/>
          </p:nvPr>
        </p:nvSpPr>
        <p:spPr>
          <a:xfrm>
            <a:off x="9434135" y="1974928"/>
            <a:ext cx="2079542" cy="4382502"/>
          </a:xfrm>
          <a:prstGeom prst="roundRect">
            <a:avLst>
              <a:gd name="adj" fmla="val 11322"/>
            </a:avLst>
          </a:prstGeom>
          <a:pattFill prst="ltUpDiag">
            <a:fgClr>
              <a:schemeClr val="tx1">
                <a:lumMod val="20000"/>
                <a:lumOff val="80000"/>
              </a:schemeClr>
            </a:fgClr>
            <a:bgClr>
              <a:schemeClr val="bg1"/>
            </a:bgClr>
          </a:pattFill>
          <a:effectLst>
            <a:outerShdw blurRad="50800" dist="38100" dir="8100000" algn="tr" rotWithShape="0">
              <a:srgbClr val="080808">
                <a:alpha val="15000"/>
              </a:srgbClr>
            </a:outerShdw>
          </a:effectLst>
        </p:spPr>
        <p:txBody>
          <a:bodyPr tIns="360000"/>
          <a:lstStyle>
            <a:lvl1pPr>
              <a:defRPr lang="en-GB" sz="1100" dirty="0"/>
            </a:lvl1pPr>
          </a:lstStyle>
          <a:p>
            <a:pPr marL="0" lvl="0" indent="0" algn="ctr">
              <a:buNone/>
            </a:pPr>
            <a:r>
              <a:rPr lang="en-ZA" dirty="0"/>
              <a:t>Add Screengrab</a:t>
            </a:r>
            <a:endParaRPr lang="en-GB" dirty="0"/>
          </a:p>
        </p:txBody>
      </p:sp>
      <p:sp>
        <p:nvSpPr>
          <p:cNvPr id="28" name="Picture Placeholder 23">
            <a:extLst>
              <a:ext uri="{FF2B5EF4-FFF2-40B4-BE49-F238E27FC236}">
                <a16:creationId xmlns:a16="http://schemas.microsoft.com/office/drawing/2014/main" id="{07A91C7F-189A-E934-A410-8F0A1220869A}"/>
              </a:ext>
            </a:extLst>
          </p:cNvPr>
          <p:cNvSpPr>
            <a:spLocks noGrp="1"/>
          </p:cNvSpPr>
          <p:nvPr>
            <p:ph type="pic" sz="quarter" idx="91" hasCustomPrompt="1"/>
          </p:nvPr>
        </p:nvSpPr>
        <p:spPr>
          <a:xfrm>
            <a:off x="4413485" y="1953869"/>
            <a:ext cx="2079542" cy="4382502"/>
          </a:xfrm>
          <a:prstGeom prst="roundRect">
            <a:avLst>
              <a:gd name="adj" fmla="val 11322"/>
            </a:avLst>
          </a:prstGeom>
          <a:pattFill prst="ltUpDiag">
            <a:fgClr>
              <a:schemeClr val="tx1">
                <a:lumMod val="20000"/>
                <a:lumOff val="80000"/>
              </a:schemeClr>
            </a:fgClr>
            <a:bgClr>
              <a:schemeClr val="bg1"/>
            </a:bgClr>
          </a:pattFill>
        </p:spPr>
        <p:txBody>
          <a:bodyPr tIns="360000"/>
          <a:lstStyle>
            <a:lvl1pPr>
              <a:defRPr lang="en-GB" sz="1100"/>
            </a:lvl1pPr>
          </a:lstStyle>
          <a:p>
            <a:pPr marL="0" lvl="0" indent="0" algn="ctr">
              <a:buNone/>
            </a:pPr>
            <a:r>
              <a:rPr lang="en-ZA" dirty="0"/>
              <a:t>Add Screengrab</a:t>
            </a:r>
            <a:endParaRPr lang="en-GB" dirty="0"/>
          </a:p>
        </p:txBody>
      </p:sp>
    </p:spTree>
    <p:extLst>
      <p:ext uri="{BB962C8B-B14F-4D97-AF65-F5344CB8AC3E}">
        <p14:creationId xmlns:p14="http://schemas.microsoft.com/office/powerpoint/2010/main" val="252598821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P13 | HEAD + Photo + 1 x Sta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ACE5DE-848D-7004-8FE9-23A07F543845}"/>
              </a:ext>
            </a:extLst>
          </p:cNvPr>
          <p:cNvSpPr>
            <a:spLocks noGrp="1" noRot="1" noMove="1" noResize="1" noEditPoints="1" noAdjustHandles="1" noChangeArrowheads="1" noChangeShapeType="1"/>
          </p:cNvSpPr>
          <p:nvPr userDrawn="1"/>
        </p:nvSpPr>
        <p:spPr>
          <a:xfrm>
            <a:off x="588164" y="1733678"/>
            <a:ext cx="11051371" cy="4712369"/>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Text Placeholder 15">
            <a:extLst>
              <a:ext uri="{FF2B5EF4-FFF2-40B4-BE49-F238E27FC236}">
                <a16:creationId xmlns:a16="http://schemas.microsoft.com/office/drawing/2014/main" id="{E2D48D9C-369A-6276-061E-718E5CFC2F99}"/>
              </a:ext>
            </a:extLst>
          </p:cNvPr>
          <p:cNvSpPr>
            <a:spLocks noGrp="1"/>
          </p:cNvSpPr>
          <p:nvPr>
            <p:ph type="body" sz="quarter" idx="72" hasCustomPrompt="1"/>
          </p:nvPr>
        </p:nvSpPr>
        <p:spPr>
          <a:xfrm>
            <a:off x="1149618" y="5006903"/>
            <a:ext cx="4268416" cy="56060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3 lines maximum. Insert text here. Insert descriptive text for this statistic here. No longer than 3 lines maximum.</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4" name="Text Placeholder 15">
            <a:extLst>
              <a:ext uri="{FF2B5EF4-FFF2-40B4-BE49-F238E27FC236}">
                <a16:creationId xmlns:a16="http://schemas.microsoft.com/office/drawing/2014/main" id="{FBED8F70-6A83-6A79-C597-AC07FA07FA0C}"/>
              </a:ext>
            </a:extLst>
          </p:cNvPr>
          <p:cNvSpPr>
            <a:spLocks noGrp="1"/>
          </p:cNvSpPr>
          <p:nvPr>
            <p:ph type="body" sz="quarter" idx="59" hasCustomPrompt="1"/>
          </p:nvPr>
        </p:nvSpPr>
        <p:spPr>
          <a:xfrm>
            <a:off x="1444238" y="3249181"/>
            <a:ext cx="3973785" cy="923925"/>
          </a:xfrm>
          <a:prstGeom prst="rect">
            <a:avLst/>
          </a:prstGeom>
        </p:spPr>
        <p:txBody>
          <a:bodyPr lIns="0" tIns="0" rIns="0" bIns="0" anchor="b" anchorCtr="0"/>
          <a:lstStyle>
            <a:lvl1pPr marL="0" indent="0" algn="l">
              <a:buNone/>
              <a:defRPr sz="9600">
                <a:solidFill>
                  <a:schemeClr val="accent3"/>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56%</a:t>
            </a:r>
            <a:endParaRPr lang="en-GB" dirty="0"/>
          </a:p>
        </p:txBody>
      </p:sp>
      <p:sp>
        <p:nvSpPr>
          <p:cNvPr id="28" name="Text Placeholder 4">
            <a:extLst>
              <a:ext uri="{FF2B5EF4-FFF2-40B4-BE49-F238E27FC236}">
                <a16:creationId xmlns:a16="http://schemas.microsoft.com/office/drawing/2014/main" id="{6E7C9454-95FA-D867-0096-73287630F843}"/>
              </a:ext>
            </a:extLst>
          </p:cNvPr>
          <p:cNvSpPr>
            <a:spLocks noGrp="1"/>
          </p:cNvSpPr>
          <p:nvPr>
            <p:ph type="body" sz="quarter" idx="71" hasCustomPrompt="1"/>
          </p:nvPr>
        </p:nvSpPr>
        <p:spPr>
          <a:xfrm>
            <a:off x="1517925" y="4290849"/>
            <a:ext cx="3946135"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32" name="Text Placeholder 22">
            <a:extLst>
              <a:ext uri="{FF2B5EF4-FFF2-40B4-BE49-F238E27FC236}">
                <a16:creationId xmlns:a16="http://schemas.microsoft.com/office/drawing/2014/main" id="{22DFB2A7-19D8-201D-D1B6-2DF4C112A974}"/>
              </a:ext>
            </a:extLst>
          </p:cNvPr>
          <p:cNvSpPr>
            <a:spLocks noGrp="1"/>
          </p:cNvSpPr>
          <p:nvPr>
            <p:ph type="body" sz="quarter" idx="67" hasCustomPrompt="1"/>
          </p:nvPr>
        </p:nvSpPr>
        <p:spPr>
          <a:xfrm>
            <a:off x="1149614" y="5790773"/>
            <a:ext cx="4268412" cy="307777"/>
          </a:xfrm>
          <a:prstGeom prst="rect">
            <a:avLst/>
          </a:prstGeom>
        </p:spPr>
        <p:txBody>
          <a:bodyPr wrap="square" lIns="0" tIns="0" rIns="0" bIns="0">
            <a:spAutoFit/>
          </a:bodyPr>
          <a:lstStyle>
            <a:lvl1pPr marL="0" indent="0" algn="l">
              <a:lnSpc>
                <a:spcPts val="1200"/>
              </a:lnSpc>
              <a:spcBef>
                <a:spcPts val="400"/>
              </a:spcBef>
              <a:buNone/>
              <a:defRPr sz="1000">
                <a:solidFill>
                  <a:schemeClr val="bg2">
                    <a:lumMod val="75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secondary text here. Click to edit your secondary text here. Click to edit your secondary text here. Click to edit your secondary text here. </a:t>
            </a:r>
            <a:endParaRPr lang="en-ZA" dirty="0"/>
          </a:p>
        </p:txBody>
      </p:sp>
      <p:sp>
        <p:nvSpPr>
          <p:cNvPr id="4" name="그림 개체 틀 3">
            <a:extLst>
              <a:ext uri="{FF2B5EF4-FFF2-40B4-BE49-F238E27FC236}">
                <a16:creationId xmlns:a16="http://schemas.microsoft.com/office/drawing/2014/main" id="{334864FC-E0D6-C55B-7548-DA14D310D98B}"/>
              </a:ext>
            </a:extLst>
          </p:cNvPr>
          <p:cNvSpPr>
            <a:spLocks noGrp="1"/>
          </p:cNvSpPr>
          <p:nvPr>
            <p:ph type="pic" sz="quarter" idx="31" hasCustomPrompt="1"/>
          </p:nvPr>
        </p:nvSpPr>
        <p:spPr>
          <a:xfrm>
            <a:off x="6096000" y="1733678"/>
            <a:ext cx="5543535" cy="4712369"/>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cxnSp>
        <p:nvCxnSpPr>
          <p:cNvPr id="6" name="Straight Connector 5">
            <a:extLst>
              <a:ext uri="{FF2B5EF4-FFF2-40B4-BE49-F238E27FC236}">
                <a16:creationId xmlns:a16="http://schemas.microsoft.com/office/drawing/2014/main" id="{643CA409-38E1-D327-4A22-235BB6D1A63D}"/>
              </a:ext>
            </a:extLst>
          </p:cNvPr>
          <p:cNvCxnSpPr>
            <a:cxnSpLocks noGrp="1" noRot="1" noMove="1" noResize="1" noEditPoints="1" noAdjustHandles="1" noChangeArrowheads="1" noChangeShapeType="1"/>
          </p:cNvCxnSpPr>
          <p:nvPr userDrawn="1"/>
        </p:nvCxnSpPr>
        <p:spPr>
          <a:xfrm>
            <a:off x="1153295" y="2879931"/>
            <a:ext cx="0" cy="166643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3467909"/>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P13 | HEAD + 3 x Stat + Photos">
    <p:spTree>
      <p:nvGrpSpPr>
        <p:cNvPr id="1" name=""/>
        <p:cNvGrpSpPr/>
        <p:nvPr/>
      </p:nvGrpSpPr>
      <p:grpSpPr>
        <a:xfrm>
          <a:off x="0" y="0"/>
          <a:ext cx="0" cy="0"/>
          <a:chOff x="0" y="0"/>
          <a:chExt cx="0" cy="0"/>
        </a:xfrm>
      </p:grpSpPr>
      <p:sp>
        <p:nvSpPr>
          <p:cNvPr id="65" name="그림 개체 틀 3">
            <a:extLst>
              <a:ext uri="{FF2B5EF4-FFF2-40B4-BE49-F238E27FC236}">
                <a16:creationId xmlns:a16="http://schemas.microsoft.com/office/drawing/2014/main" id="{ACB78304-FA85-C7D4-A0A2-58EE32920FE3}"/>
              </a:ext>
            </a:extLst>
          </p:cNvPr>
          <p:cNvSpPr>
            <a:spLocks noGrp="1"/>
          </p:cNvSpPr>
          <p:nvPr>
            <p:ph type="pic" sz="quarter" idx="31" hasCustomPrompt="1"/>
          </p:nvPr>
        </p:nvSpPr>
        <p:spPr>
          <a:xfrm>
            <a:off x="4730397" y="3098686"/>
            <a:ext cx="2088000" cy="11736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71" name="그림 개체 틀 3">
            <a:extLst>
              <a:ext uri="{FF2B5EF4-FFF2-40B4-BE49-F238E27FC236}">
                <a16:creationId xmlns:a16="http://schemas.microsoft.com/office/drawing/2014/main" id="{07EA5156-3095-541F-2525-D694B9F2ECC5}"/>
              </a:ext>
            </a:extLst>
          </p:cNvPr>
          <p:cNvSpPr>
            <a:spLocks noGrp="1"/>
          </p:cNvSpPr>
          <p:nvPr>
            <p:ph type="pic" sz="quarter" idx="65" hasCustomPrompt="1"/>
          </p:nvPr>
        </p:nvSpPr>
        <p:spPr>
          <a:xfrm>
            <a:off x="7141818" y="3098686"/>
            <a:ext cx="2088000" cy="11736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72" name="그림 개체 틀 3">
            <a:extLst>
              <a:ext uri="{FF2B5EF4-FFF2-40B4-BE49-F238E27FC236}">
                <a16:creationId xmlns:a16="http://schemas.microsoft.com/office/drawing/2014/main" id="{8F8876F9-48E7-FE59-F8D2-4DC278D2C632}"/>
              </a:ext>
            </a:extLst>
          </p:cNvPr>
          <p:cNvSpPr>
            <a:spLocks noGrp="1"/>
          </p:cNvSpPr>
          <p:nvPr>
            <p:ph type="pic" sz="quarter" idx="66" hasCustomPrompt="1"/>
          </p:nvPr>
        </p:nvSpPr>
        <p:spPr>
          <a:xfrm>
            <a:off x="9553238" y="3098686"/>
            <a:ext cx="2088000" cy="11736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8" name="Rectangle 7">
            <a:extLst>
              <a:ext uri="{FF2B5EF4-FFF2-40B4-BE49-F238E27FC236}">
                <a16:creationId xmlns:a16="http://schemas.microsoft.com/office/drawing/2014/main" id="{1FFAF6B8-EFBC-8367-2511-DB9B67CED775}"/>
              </a:ext>
            </a:extLst>
          </p:cNvPr>
          <p:cNvSpPr>
            <a:spLocks noGrp="1" noRot="1" noMove="1" noResize="1" noEditPoints="1" noAdjustHandles="1" noChangeArrowheads="1" noChangeShapeType="1"/>
          </p:cNvSpPr>
          <p:nvPr userDrawn="1"/>
        </p:nvSpPr>
        <p:spPr>
          <a:xfrm>
            <a:off x="1" y="0"/>
            <a:ext cx="4110688"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Title 1">
            <a:extLst>
              <a:ext uri="{FF2B5EF4-FFF2-40B4-BE49-F238E27FC236}">
                <a16:creationId xmlns:a16="http://schemas.microsoft.com/office/drawing/2014/main" id="{9F6B8F4D-747A-1A61-D4D7-7C4518C67D68}"/>
              </a:ext>
            </a:extLst>
          </p:cNvPr>
          <p:cNvSpPr>
            <a:spLocks noGrp="1"/>
          </p:cNvSpPr>
          <p:nvPr>
            <p:ph type="ctrTitle" hasCustomPrompt="1"/>
          </p:nvPr>
        </p:nvSpPr>
        <p:spPr>
          <a:xfrm>
            <a:off x="588171" y="1717525"/>
            <a:ext cx="2869409"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cxnSp>
        <p:nvCxnSpPr>
          <p:cNvPr id="10" name="Straight Connector 15">
            <a:extLst>
              <a:ext uri="{FF2B5EF4-FFF2-40B4-BE49-F238E27FC236}">
                <a16:creationId xmlns:a16="http://schemas.microsoft.com/office/drawing/2014/main" id="{C85D40DE-CFFB-C484-16FC-D85D7C3DBAAE}"/>
              </a:ext>
            </a:extLst>
          </p:cNvPr>
          <p:cNvCxnSpPr>
            <a:cxnSpLocks noGrp="1" noRot="1" noMove="1" noResize="1" noEditPoints="1" noAdjustHandles="1" noChangeArrowheads="1" noChangeShapeType="1"/>
          </p:cNvCxnSpPr>
          <p:nvPr userDrawn="1"/>
        </p:nvCxnSpPr>
        <p:spPr>
          <a:xfrm>
            <a:off x="588171" y="254662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3" name="Text Placeholder 15">
            <a:extLst>
              <a:ext uri="{FF2B5EF4-FFF2-40B4-BE49-F238E27FC236}">
                <a16:creationId xmlns:a16="http://schemas.microsoft.com/office/drawing/2014/main" id="{FF7229FD-F21C-1AFA-DDFC-1B3CF7913B12}"/>
              </a:ext>
            </a:extLst>
          </p:cNvPr>
          <p:cNvSpPr>
            <a:spLocks noGrp="1"/>
          </p:cNvSpPr>
          <p:nvPr>
            <p:ph type="body" sz="quarter" idx="57" hasCustomPrompt="1"/>
          </p:nvPr>
        </p:nvSpPr>
        <p:spPr>
          <a:xfrm>
            <a:off x="588171" y="2941394"/>
            <a:ext cx="2869409" cy="752963"/>
          </a:xfrm>
          <a:prstGeom prst="rect">
            <a:avLst/>
          </a:prstGeom>
        </p:spPr>
        <p:txBody>
          <a:bodyPr wrap="square" lIns="0" tIns="0" rIns="0" bIns="0">
            <a:spAutoFit/>
          </a:bodyPr>
          <a:lstStyle>
            <a:lvl1pPr marL="0" indent="0" algn="l">
              <a:lnSpc>
                <a:spcPts val="1500"/>
              </a:lnSpc>
              <a:spcBef>
                <a:spcPts val="60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of slide here. Insert introductory text here. Insert introductory text of slide here. Insert introductory text here. </a:t>
            </a:r>
            <a:endParaRPr lang="en-ZA" dirty="0"/>
          </a:p>
        </p:txBody>
      </p:sp>
      <p:sp>
        <p:nvSpPr>
          <p:cNvPr id="32" name="Text Placeholder 4">
            <a:extLst>
              <a:ext uri="{FF2B5EF4-FFF2-40B4-BE49-F238E27FC236}">
                <a16:creationId xmlns:a16="http://schemas.microsoft.com/office/drawing/2014/main" id="{3EC4F19B-6C66-F1EA-4C07-9010598A6036}"/>
              </a:ext>
            </a:extLst>
          </p:cNvPr>
          <p:cNvSpPr>
            <a:spLocks noGrp="1"/>
          </p:cNvSpPr>
          <p:nvPr>
            <p:ph type="body" sz="quarter" idx="38" hasCustomPrompt="1"/>
          </p:nvPr>
        </p:nvSpPr>
        <p:spPr>
          <a:xfrm>
            <a:off x="4838397" y="4499629"/>
            <a:ext cx="1872000" cy="1776983"/>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52" name="Text Placeholder 4">
            <a:extLst>
              <a:ext uri="{FF2B5EF4-FFF2-40B4-BE49-F238E27FC236}">
                <a16:creationId xmlns:a16="http://schemas.microsoft.com/office/drawing/2014/main" id="{4370E7F4-C9CC-F83C-C483-EB3A7F214CA9}"/>
              </a:ext>
            </a:extLst>
          </p:cNvPr>
          <p:cNvSpPr>
            <a:spLocks noGrp="1"/>
          </p:cNvSpPr>
          <p:nvPr>
            <p:ph type="body" sz="quarter" idx="58" hasCustomPrompt="1"/>
          </p:nvPr>
        </p:nvSpPr>
        <p:spPr>
          <a:xfrm>
            <a:off x="7247879" y="4499629"/>
            <a:ext cx="1872000" cy="1776983"/>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54" name="Text Placeholder 4">
            <a:extLst>
              <a:ext uri="{FF2B5EF4-FFF2-40B4-BE49-F238E27FC236}">
                <a16:creationId xmlns:a16="http://schemas.microsoft.com/office/drawing/2014/main" id="{E577B957-6819-4144-2DB9-F188A4A95D0F}"/>
              </a:ext>
            </a:extLst>
          </p:cNvPr>
          <p:cNvSpPr>
            <a:spLocks noGrp="1"/>
          </p:cNvSpPr>
          <p:nvPr>
            <p:ph type="body" sz="quarter" idx="60" hasCustomPrompt="1"/>
          </p:nvPr>
        </p:nvSpPr>
        <p:spPr>
          <a:xfrm>
            <a:off x="9657621" y="4497556"/>
            <a:ext cx="1872000" cy="1776983"/>
          </a:xfrm>
          <a:prstGeom prst="rect">
            <a:avLst/>
          </a:prstGeom>
        </p:spPr>
        <p:txBody>
          <a:bodyPr lIns="0" tIns="0" rIns="0" bIns="0"/>
          <a:lstStyle>
            <a:lvl1pPr>
              <a:defRPr lang="en-GB" sz="1100" noProof="0" dirty="0">
                <a:solidFill>
                  <a:schemeClr val="tx2">
                    <a:lumMod val="50000"/>
                  </a:schemeClr>
                </a:solidFill>
              </a:defRPr>
            </a:lvl1pPr>
            <a:lvl2pPr>
              <a:defRPr lang="en-GB" sz="1050" noProof="0" dirty="0">
                <a:solidFill>
                  <a:schemeClr val="tx2">
                    <a:lumMod val="50000"/>
                  </a:schemeClr>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56" name="Text Placeholder 4">
            <a:extLst>
              <a:ext uri="{FF2B5EF4-FFF2-40B4-BE49-F238E27FC236}">
                <a16:creationId xmlns:a16="http://schemas.microsoft.com/office/drawing/2014/main" id="{A65F98C2-5B68-30DE-1C2F-A0E18CEAA009}"/>
              </a:ext>
            </a:extLst>
          </p:cNvPr>
          <p:cNvSpPr>
            <a:spLocks noGrp="1"/>
          </p:cNvSpPr>
          <p:nvPr>
            <p:ph type="body" sz="quarter" idx="62" hasCustomPrompt="1"/>
          </p:nvPr>
        </p:nvSpPr>
        <p:spPr>
          <a:xfrm>
            <a:off x="4727527" y="2693216"/>
            <a:ext cx="2086313" cy="185500"/>
          </a:xfrm>
          <a:prstGeom prst="rect">
            <a:avLst/>
          </a:prstGeom>
        </p:spPr>
        <p:txBody>
          <a:bodyPr wrap="square" lIns="0" tIns="0" rIns="0" bIns="0">
            <a:spAutoFit/>
          </a:bodyPr>
          <a:lstStyle>
            <a:lvl1pPr marL="0" indent="0" algn="ctr">
              <a:lnSpc>
                <a:spcPts val="1600"/>
              </a:lnSpc>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Short heading here</a:t>
            </a:r>
          </a:p>
        </p:txBody>
      </p:sp>
      <p:sp>
        <p:nvSpPr>
          <p:cNvPr id="57" name="Text Placeholder 4">
            <a:extLst>
              <a:ext uri="{FF2B5EF4-FFF2-40B4-BE49-F238E27FC236}">
                <a16:creationId xmlns:a16="http://schemas.microsoft.com/office/drawing/2014/main" id="{01785770-EA38-EB68-660A-C18A291F69D4}"/>
              </a:ext>
            </a:extLst>
          </p:cNvPr>
          <p:cNvSpPr>
            <a:spLocks noGrp="1"/>
          </p:cNvSpPr>
          <p:nvPr>
            <p:ph type="body" sz="quarter" idx="63" hasCustomPrompt="1"/>
          </p:nvPr>
        </p:nvSpPr>
        <p:spPr>
          <a:xfrm>
            <a:off x="7140383" y="2693216"/>
            <a:ext cx="2086313" cy="185500"/>
          </a:xfrm>
          <a:prstGeom prst="rect">
            <a:avLst/>
          </a:prstGeom>
        </p:spPr>
        <p:txBody>
          <a:bodyPr wrap="square" lIns="0" tIns="0" rIns="0" bIns="0">
            <a:spAutoFit/>
          </a:bodyPr>
          <a:lstStyle>
            <a:lvl1pPr marL="0" indent="0" algn="ctr">
              <a:lnSpc>
                <a:spcPts val="1600"/>
              </a:lnSpc>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Short heading here</a:t>
            </a:r>
          </a:p>
        </p:txBody>
      </p:sp>
      <p:sp>
        <p:nvSpPr>
          <p:cNvPr id="58" name="Text Placeholder 4">
            <a:extLst>
              <a:ext uri="{FF2B5EF4-FFF2-40B4-BE49-F238E27FC236}">
                <a16:creationId xmlns:a16="http://schemas.microsoft.com/office/drawing/2014/main" id="{1BEC9F03-31F4-134B-9AF6-7FD2A32C3FCE}"/>
              </a:ext>
            </a:extLst>
          </p:cNvPr>
          <p:cNvSpPr>
            <a:spLocks noGrp="1"/>
          </p:cNvSpPr>
          <p:nvPr>
            <p:ph type="body" sz="quarter" idx="64" hasCustomPrompt="1"/>
          </p:nvPr>
        </p:nvSpPr>
        <p:spPr>
          <a:xfrm>
            <a:off x="9553238" y="2691143"/>
            <a:ext cx="2086313" cy="185500"/>
          </a:xfrm>
          <a:prstGeom prst="rect">
            <a:avLst/>
          </a:prstGeom>
        </p:spPr>
        <p:txBody>
          <a:bodyPr wrap="square" lIns="0" tIns="0" rIns="0" bIns="0">
            <a:spAutoFit/>
          </a:bodyPr>
          <a:lstStyle>
            <a:lvl1pPr marL="0" indent="0" algn="ctr">
              <a:lnSpc>
                <a:spcPts val="1600"/>
              </a:lnSpc>
              <a:buFont typeface="Calibri" panose="020F0502020204030204" pitchFamily="34" charset="0"/>
              <a:buNone/>
              <a:defRPr sz="900" b="1" spc="30" baseline="0">
                <a:solidFill>
                  <a:schemeClr val="accent5">
                    <a:lumMod val="50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Short heading here</a:t>
            </a:r>
          </a:p>
        </p:txBody>
      </p:sp>
      <p:cxnSp>
        <p:nvCxnSpPr>
          <p:cNvPr id="59" name="Straight Connector 58">
            <a:extLst>
              <a:ext uri="{FF2B5EF4-FFF2-40B4-BE49-F238E27FC236}">
                <a16:creationId xmlns:a16="http://schemas.microsoft.com/office/drawing/2014/main" id="{060E4A2B-C7A1-B73E-BEC4-A42056D7C421}"/>
              </a:ext>
            </a:extLst>
          </p:cNvPr>
          <p:cNvCxnSpPr>
            <a:cxnSpLocks noGrp="1" noRot="1" noMove="1" noResize="1" noEditPoints="1" noAdjustHandles="1" noChangeArrowheads="1" noChangeShapeType="1"/>
          </p:cNvCxnSpPr>
          <p:nvPr userDrawn="1"/>
        </p:nvCxnSpPr>
        <p:spPr>
          <a:xfrm flipH="1">
            <a:off x="4731241" y="4283705"/>
            <a:ext cx="20863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F21A5BF-51E9-4552-0992-12AEB740E5DD}"/>
              </a:ext>
            </a:extLst>
          </p:cNvPr>
          <p:cNvCxnSpPr>
            <a:cxnSpLocks noGrp="1" noRot="1" noMove="1" noResize="1" noEditPoints="1" noAdjustHandles="1" noChangeArrowheads="1" noChangeShapeType="1"/>
          </p:cNvCxnSpPr>
          <p:nvPr userDrawn="1"/>
        </p:nvCxnSpPr>
        <p:spPr>
          <a:xfrm flipH="1">
            <a:off x="7140383" y="4283705"/>
            <a:ext cx="2086313"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B348567-5BDC-65AA-04B8-4937415C0BE8}"/>
              </a:ext>
            </a:extLst>
          </p:cNvPr>
          <p:cNvCxnSpPr>
            <a:cxnSpLocks noGrp="1" noRot="1" noMove="1" noResize="1" noEditPoints="1" noAdjustHandles="1" noChangeArrowheads="1" noChangeShapeType="1"/>
          </p:cNvCxnSpPr>
          <p:nvPr userDrawn="1"/>
        </p:nvCxnSpPr>
        <p:spPr>
          <a:xfrm flipH="1">
            <a:off x="9553238" y="4283705"/>
            <a:ext cx="2086313"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454607"/>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P13 | 1_HEAD + Photo + 4 x Stats">
    <p:spTree>
      <p:nvGrpSpPr>
        <p:cNvPr id="1" name=""/>
        <p:cNvGrpSpPr/>
        <p:nvPr/>
      </p:nvGrpSpPr>
      <p:grpSpPr>
        <a:xfrm>
          <a:off x="0" y="0"/>
          <a:ext cx="0" cy="0"/>
          <a:chOff x="0" y="0"/>
          <a:chExt cx="0" cy="0"/>
        </a:xfrm>
      </p:grpSpPr>
      <p:sp>
        <p:nvSpPr>
          <p:cNvPr id="46" name="Text Placeholder 45">
            <a:extLst>
              <a:ext uri="{FF2B5EF4-FFF2-40B4-BE49-F238E27FC236}">
                <a16:creationId xmlns:a16="http://schemas.microsoft.com/office/drawing/2014/main" id="{13DD826B-210B-4861-B32C-11CB363A7178}"/>
              </a:ext>
            </a:extLst>
          </p:cNvPr>
          <p:cNvSpPr>
            <a:spLocks noGrp="1"/>
          </p:cNvSpPr>
          <p:nvPr>
            <p:ph type="body" sz="quarter" idx="72" hasCustomPrompt="1"/>
          </p:nvPr>
        </p:nvSpPr>
        <p:spPr>
          <a:xfrm>
            <a:off x="900114" y="2541253"/>
            <a:ext cx="2724120" cy="914096"/>
          </a:xfrm>
          <a:prstGeom prst="rect">
            <a:avLst/>
          </a:prstGeom>
        </p:spPr>
        <p:txBody>
          <a:bodyPr wrap="square" lIns="0" tIns="0" rIns="0" bIns="0" anchor="b" anchorCtr="0">
            <a:spAutoFit/>
          </a:bodyPr>
          <a:lstStyle>
            <a:lvl1pPr marL="0" indent="0">
              <a:buNone/>
              <a:defRPr sz="6600">
                <a:solidFill>
                  <a:schemeClr val="accent3"/>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56%</a:t>
            </a:r>
            <a:endParaRPr lang="en-GB" dirty="0"/>
          </a:p>
        </p:txBody>
      </p:sp>
      <p:sp>
        <p:nvSpPr>
          <p:cNvPr id="33" name="Rectangle 32">
            <a:extLst>
              <a:ext uri="{FF2B5EF4-FFF2-40B4-BE49-F238E27FC236}">
                <a16:creationId xmlns:a16="http://schemas.microsoft.com/office/drawing/2014/main" id="{528AB771-2B80-E323-DAA3-122DCDD49B31}"/>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4" name="Title 1">
            <a:extLst>
              <a:ext uri="{FF2B5EF4-FFF2-40B4-BE49-F238E27FC236}">
                <a16:creationId xmlns:a16="http://schemas.microsoft.com/office/drawing/2014/main" id="{F398F808-9909-B53D-5CE2-711BB8C2AFE5}"/>
              </a:ext>
            </a:extLst>
          </p:cNvPr>
          <p:cNvSpPr>
            <a:spLocks noGrp="1"/>
          </p:cNvSpPr>
          <p:nvPr>
            <p:ph type="ctrTitle" hasCustomPrompt="1"/>
          </p:nvPr>
        </p:nvSpPr>
        <p:spPr>
          <a:xfrm>
            <a:off x="588167" y="532999"/>
            <a:ext cx="6983408"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35" name="Text Placeholder 4">
            <a:extLst>
              <a:ext uri="{FF2B5EF4-FFF2-40B4-BE49-F238E27FC236}">
                <a16:creationId xmlns:a16="http://schemas.microsoft.com/office/drawing/2014/main" id="{EA71BC54-EF79-DDB7-1CFD-50CE1E9594FD}"/>
              </a:ext>
            </a:extLst>
          </p:cNvPr>
          <p:cNvSpPr>
            <a:spLocks noGrp="1"/>
          </p:cNvSpPr>
          <p:nvPr>
            <p:ph type="body" sz="quarter" idx="40" hasCustomPrompt="1"/>
          </p:nvPr>
        </p:nvSpPr>
        <p:spPr>
          <a:xfrm>
            <a:off x="588166" y="966614"/>
            <a:ext cx="6983405" cy="220188"/>
          </a:xfrm>
          <a:prstGeom prst="rect">
            <a:avLst/>
          </a:prstGeom>
        </p:spPr>
        <p:txBody>
          <a:bodyPr wrap="square" lIns="0" tIns="0" rIns="0" bIns="0" anchor="b" anchorCtr="0">
            <a:spAutoFit/>
          </a:bodyPr>
          <a:lstStyle>
            <a:lvl1pPr marL="0" indent="0" algn="l">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4" name="그림 개체 틀 3">
            <a:extLst>
              <a:ext uri="{FF2B5EF4-FFF2-40B4-BE49-F238E27FC236}">
                <a16:creationId xmlns:a16="http://schemas.microsoft.com/office/drawing/2014/main" id="{334864FC-E0D6-C55B-7548-DA14D310D98B}"/>
              </a:ext>
            </a:extLst>
          </p:cNvPr>
          <p:cNvSpPr>
            <a:spLocks noGrp="1"/>
          </p:cNvSpPr>
          <p:nvPr>
            <p:ph type="pic" sz="quarter" idx="31" hasCustomPrompt="1"/>
          </p:nvPr>
        </p:nvSpPr>
        <p:spPr>
          <a:xfrm>
            <a:off x="8081312" y="0"/>
            <a:ext cx="4110688" cy="644604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19" name="Text Placeholder 15">
            <a:extLst>
              <a:ext uri="{FF2B5EF4-FFF2-40B4-BE49-F238E27FC236}">
                <a16:creationId xmlns:a16="http://schemas.microsoft.com/office/drawing/2014/main" id="{971B03E6-C700-8ACB-F6F8-E79B9645B1F4}"/>
              </a:ext>
            </a:extLst>
          </p:cNvPr>
          <p:cNvSpPr>
            <a:spLocks noGrp="1"/>
          </p:cNvSpPr>
          <p:nvPr>
            <p:ph type="body" sz="quarter" idx="57" hasCustomPrompt="1"/>
          </p:nvPr>
        </p:nvSpPr>
        <p:spPr>
          <a:xfrm>
            <a:off x="588171" y="1647825"/>
            <a:ext cx="6983398"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two lines maximum. Insert introductory text here. No longer than two lines maximum. </a:t>
            </a:r>
            <a:endParaRPr lang="en-ZA" dirty="0"/>
          </a:p>
        </p:txBody>
      </p:sp>
      <p:sp>
        <p:nvSpPr>
          <p:cNvPr id="28" name="Text Placeholder 4">
            <a:extLst>
              <a:ext uri="{FF2B5EF4-FFF2-40B4-BE49-F238E27FC236}">
                <a16:creationId xmlns:a16="http://schemas.microsoft.com/office/drawing/2014/main" id="{6E7C9454-95FA-D867-0096-73287630F843}"/>
              </a:ext>
            </a:extLst>
          </p:cNvPr>
          <p:cNvSpPr>
            <a:spLocks noGrp="1"/>
          </p:cNvSpPr>
          <p:nvPr>
            <p:ph type="body" sz="quarter" idx="71" hasCustomPrompt="1"/>
          </p:nvPr>
        </p:nvSpPr>
        <p:spPr>
          <a:xfrm>
            <a:off x="935700" y="3457671"/>
            <a:ext cx="2683812" cy="184025"/>
          </a:xfrm>
          <a:prstGeom prst="rect">
            <a:avLst/>
          </a:prstGeom>
        </p:spPr>
        <p:txBody>
          <a:bodyPr wrap="square" lIns="0" tIns="0" rIns="0" bIns="0" anchor="t" anchorCtr="0">
            <a:spAutoFit/>
          </a:bodyPr>
          <a:lstStyle>
            <a:lvl1pPr marL="0" indent="0">
              <a:lnSpc>
                <a:spcPts val="1600"/>
              </a:lnSpc>
              <a:buFont typeface="Calibri" panose="020F0502020204030204" pitchFamily="34" charset="0"/>
              <a:buNone/>
              <a:defRPr sz="1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cxnSp>
        <p:nvCxnSpPr>
          <p:cNvPr id="6" name="Straight Connector 5">
            <a:extLst>
              <a:ext uri="{FF2B5EF4-FFF2-40B4-BE49-F238E27FC236}">
                <a16:creationId xmlns:a16="http://schemas.microsoft.com/office/drawing/2014/main" id="{643CA409-38E1-D327-4A22-235BB6D1A63D}"/>
              </a:ext>
            </a:extLst>
          </p:cNvPr>
          <p:cNvCxnSpPr>
            <a:cxnSpLocks noGrp="1" noRot="1" noMove="1" noResize="1" noEditPoints="1" noAdjustHandles="1" noChangeArrowheads="1" noChangeShapeType="1"/>
          </p:cNvCxnSpPr>
          <p:nvPr userDrawn="1"/>
        </p:nvCxnSpPr>
        <p:spPr>
          <a:xfrm>
            <a:off x="609168" y="2495698"/>
            <a:ext cx="0" cy="1666430"/>
          </a:xfrm>
          <a:prstGeom prst="line">
            <a:avLst/>
          </a:prstGeom>
          <a:ln w="25400">
            <a:solidFill>
              <a:srgbClr val="EFF2F6"/>
            </a:solidFill>
          </a:ln>
        </p:spPr>
        <p:style>
          <a:lnRef idx="1">
            <a:schemeClr val="accent1"/>
          </a:lnRef>
          <a:fillRef idx="0">
            <a:schemeClr val="accent1"/>
          </a:fillRef>
          <a:effectRef idx="0">
            <a:schemeClr val="accent1"/>
          </a:effectRef>
          <a:fontRef idx="minor">
            <a:schemeClr val="tx1"/>
          </a:fontRef>
        </p:style>
      </p:cxnSp>
      <p:sp>
        <p:nvSpPr>
          <p:cNvPr id="44" name="Text Placeholder 22">
            <a:extLst>
              <a:ext uri="{FF2B5EF4-FFF2-40B4-BE49-F238E27FC236}">
                <a16:creationId xmlns:a16="http://schemas.microsoft.com/office/drawing/2014/main" id="{8704151C-5E28-966E-3A50-411916B5FD26}"/>
              </a:ext>
            </a:extLst>
          </p:cNvPr>
          <p:cNvSpPr>
            <a:spLocks noGrp="1"/>
          </p:cNvSpPr>
          <p:nvPr>
            <p:ph type="body" sz="quarter" idx="67" hasCustomPrompt="1"/>
          </p:nvPr>
        </p:nvSpPr>
        <p:spPr>
          <a:xfrm>
            <a:off x="935700" y="3766945"/>
            <a:ext cx="2683814"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two line brief description. Click to edit your brief description copy here. </a:t>
            </a:r>
            <a:endParaRPr lang="en-ZA" dirty="0"/>
          </a:p>
        </p:txBody>
      </p:sp>
      <p:sp>
        <p:nvSpPr>
          <p:cNvPr id="54" name="Text Placeholder 45">
            <a:extLst>
              <a:ext uri="{FF2B5EF4-FFF2-40B4-BE49-F238E27FC236}">
                <a16:creationId xmlns:a16="http://schemas.microsoft.com/office/drawing/2014/main" id="{6D7C9FA7-35E0-60E2-554A-A59D706444AC}"/>
              </a:ext>
            </a:extLst>
          </p:cNvPr>
          <p:cNvSpPr>
            <a:spLocks noGrp="1"/>
          </p:cNvSpPr>
          <p:nvPr>
            <p:ph type="body" sz="quarter" idx="73" hasCustomPrompt="1"/>
          </p:nvPr>
        </p:nvSpPr>
        <p:spPr>
          <a:xfrm>
            <a:off x="4599782" y="2541253"/>
            <a:ext cx="2724120" cy="914096"/>
          </a:xfrm>
          <a:prstGeom prst="rect">
            <a:avLst/>
          </a:prstGeom>
        </p:spPr>
        <p:txBody>
          <a:bodyPr wrap="square" lIns="0" tIns="0" rIns="0" bIns="0" anchor="b" anchorCtr="0">
            <a:spAutoFit/>
          </a:bodyPr>
          <a:lstStyle>
            <a:lvl1pPr marL="0" indent="0">
              <a:buNone/>
              <a:defRPr sz="66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38%</a:t>
            </a:r>
            <a:endParaRPr lang="en-GB" dirty="0"/>
          </a:p>
        </p:txBody>
      </p:sp>
      <p:sp>
        <p:nvSpPr>
          <p:cNvPr id="55" name="Text Placeholder 4">
            <a:extLst>
              <a:ext uri="{FF2B5EF4-FFF2-40B4-BE49-F238E27FC236}">
                <a16:creationId xmlns:a16="http://schemas.microsoft.com/office/drawing/2014/main" id="{041E51DD-4B36-2586-C8FF-4633E1F28941}"/>
              </a:ext>
            </a:extLst>
          </p:cNvPr>
          <p:cNvSpPr>
            <a:spLocks noGrp="1"/>
          </p:cNvSpPr>
          <p:nvPr>
            <p:ph type="body" sz="quarter" idx="74" hasCustomPrompt="1"/>
          </p:nvPr>
        </p:nvSpPr>
        <p:spPr>
          <a:xfrm>
            <a:off x="4635368" y="3457671"/>
            <a:ext cx="2683812" cy="184025"/>
          </a:xfrm>
          <a:prstGeom prst="rect">
            <a:avLst/>
          </a:prstGeom>
        </p:spPr>
        <p:txBody>
          <a:bodyPr wrap="square" lIns="0" tIns="0" rIns="0" bIns="0" anchor="t" anchorCtr="0">
            <a:spAutoFit/>
          </a:bodyPr>
          <a:lstStyle>
            <a:lvl1pPr marL="0" indent="0">
              <a:lnSpc>
                <a:spcPts val="1600"/>
              </a:lnSpc>
              <a:buFont typeface="Calibri" panose="020F0502020204030204" pitchFamily="34" charset="0"/>
              <a:buNone/>
              <a:defRPr sz="10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cxnSp>
        <p:nvCxnSpPr>
          <p:cNvPr id="56" name="Straight Connector 55">
            <a:extLst>
              <a:ext uri="{FF2B5EF4-FFF2-40B4-BE49-F238E27FC236}">
                <a16:creationId xmlns:a16="http://schemas.microsoft.com/office/drawing/2014/main" id="{30A47349-19C5-53EC-E891-5E2053915C16}"/>
              </a:ext>
            </a:extLst>
          </p:cNvPr>
          <p:cNvCxnSpPr>
            <a:cxnSpLocks noGrp="1" noRot="1" noMove="1" noResize="1" noEditPoints="1" noAdjustHandles="1" noChangeArrowheads="1" noChangeShapeType="1"/>
          </p:cNvCxnSpPr>
          <p:nvPr userDrawn="1"/>
        </p:nvCxnSpPr>
        <p:spPr>
          <a:xfrm>
            <a:off x="4308836" y="2495698"/>
            <a:ext cx="0" cy="1666430"/>
          </a:xfrm>
          <a:prstGeom prst="line">
            <a:avLst/>
          </a:prstGeom>
          <a:ln w="25400">
            <a:solidFill>
              <a:srgbClr val="EFF2F6"/>
            </a:solidFill>
          </a:ln>
        </p:spPr>
        <p:style>
          <a:lnRef idx="1">
            <a:schemeClr val="accent1"/>
          </a:lnRef>
          <a:fillRef idx="0">
            <a:schemeClr val="accent1"/>
          </a:fillRef>
          <a:effectRef idx="0">
            <a:schemeClr val="accent1"/>
          </a:effectRef>
          <a:fontRef idx="minor">
            <a:schemeClr val="tx1"/>
          </a:fontRef>
        </p:style>
      </p:cxnSp>
      <p:sp>
        <p:nvSpPr>
          <p:cNvPr id="57" name="Text Placeholder 22">
            <a:extLst>
              <a:ext uri="{FF2B5EF4-FFF2-40B4-BE49-F238E27FC236}">
                <a16:creationId xmlns:a16="http://schemas.microsoft.com/office/drawing/2014/main" id="{94AF112E-374E-A27C-BB0B-433E44B13513}"/>
              </a:ext>
            </a:extLst>
          </p:cNvPr>
          <p:cNvSpPr>
            <a:spLocks noGrp="1"/>
          </p:cNvSpPr>
          <p:nvPr>
            <p:ph type="body" sz="quarter" idx="75" hasCustomPrompt="1"/>
          </p:nvPr>
        </p:nvSpPr>
        <p:spPr>
          <a:xfrm>
            <a:off x="4635368" y="3766945"/>
            <a:ext cx="2683814"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two line brief description. Click to edit your brief description copy here. </a:t>
            </a:r>
            <a:endParaRPr lang="en-ZA" dirty="0"/>
          </a:p>
        </p:txBody>
      </p:sp>
      <p:sp>
        <p:nvSpPr>
          <p:cNvPr id="58" name="Text Placeholder 45">
            <a:extLst>
              <a:ext uri="{FF2B5EF4-FFF2-40B4-BE49-F238E27FC236}">
                <a16:creationId xmlns:a16="http://schemas.microsoft.com/office/drawing/2014/main" id="{4632A1FE-C2BF-3B9E-D5F5-0B0D6BF5500C}"/>
              </a:ext>
            </a:extLst>
          </p:cNvPr>
          <p:cNvSpPr>
            <a:spLocks noGrp="1"/>
          </p:cNvSpPr>
          <p:nvPr>
            <p:ph type="body" sz="quarter" idx="76" hasCustomPrompt="1"/>
          </p:nvPr>
        </p:nvSpPr>
        <p:spPr>
          <a:xfrm>
            <a:off x="900109" y="4622940"/>
            <a:ext cx="2724120" cy="914096"/>
          </a:xfrm>
          <a:prstGeom prst="rect">
            <a:avLst/>
          </a:prstGeom>
        </p:spPr>
        <p:txBody>
          <a:bodyPr wrap="square" lIns="0" tIns="0" rIns="0" bIns="0" anchor="b" anchorCtr="0">
            <a:spAutoFit/>
          </a:bodyPr>
          <a:lstStyle>
            <a:lvl1pPr marL="0" indent="0">
              <a:buNone/>
              <a:defRPr sz="6600">
                <a:solidFill>
                  <a:schemeClr val="accent6"/>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74%</a:t>
            </a:r>
            <a:endParaRPr lang="en-GB" dirty="0"/>
          </a:p>
        </p:txBody>
      </p:sp>
      <p:sp>
        <p:nvSpPr>
          <p:cNvPr id="59" name="Text Placeholder 4">
            <a:extLst>
              <a:ext uri="{FF2B5EF4-FFF2-40B4-BE49-F238E27FC236}">
                <a16:creationId xmlns:a16="http://schemas.microsoft.com/office/drawing/2014/main" id="{24492EE0-5829-21DC-02A9-9FAD4B618E50}"/>
              </a:ext>
            </a:extLst>
          </p:cNvPr>
          <p:cNvSpPr>
            <a:spLocks noGrp="1"/>
          </p:cNvSpPr>
          <p:nvPr>
            <p:ph type="body" sz="quarter" idx="77" hasCustomPrompt="1"/>
          </p:nvPr>
        </p:nvSpPr>
        <p:spPr>
          <a:xfrm>
            <a:off x="935695" y="5539358"/>
            <a:ext cx="2683812" cy="184025"/>
          </a:xfrm>
          <a:prstGeom prst="rect">
            <a:avLst/>
          </a:prstGeom>
        </p:spPr>
        <p:txBody>
          <a:bodyPr wrap="square" lIns="0" tIns="0" rIns="0" bIns="0" anchor="t" anchorCtr="0">
            <a:spAutoFit/>
          </a:bodyPr>
          <a:lstStyle>
            <a:lvl1pPr marL="0" indent="0">
              <a:lnSpc>
                <a:spcPts val="1600"/>
              </a:lnSpc>
              <a:buFont typeface="Calibri" panose="020F0502020204030204" pitchFamily="34" charset="0"/>
              <a:buNone/>
              <a:defRPr sz="10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cxnSp>
        <p:nvCxnSpPr>
          <p:cNvPr id="60" name="Straight Connector 59">
            <a:extLst>
              <a:ext uri="{FF2B5EF4-FFF2-40B4-BE49-F238E27FC236}">
                <a16:creationId xmlns:a16="http://schemas.microsoft.com/office/drawing/2014/main" id="{9E58BD48-5ACC-9B37-9E09-AEA793C55CA1}"/>
              </a:ext>
            </a:extLst>
          </p:cNvPr>
          <p:cNvCxnSpPr>
            <a:cxnSpLocks noGrp="1" noRot="1" noMove="1" noResize="1" noEditPoints="1" noAdjustHandles="1" noChangeArrowheads="1" noChangeShapeType="1"/>
          </p:cNvCxnSpPr>
          <p:nvPr userDrawn="1"/>
        </p:nvCxnSpPr>
        <p:spPr>
          <a:xfrm>
            <a:off x="609163" y="4577385"/>
            <a:ext cx="0" cy="1666430"/>
          </a:xfrm>
          <a:prstGeom prst="line">
            <a:avLst/>
          </a:prstGeom>
          <a:ln w="25400">
            <a:solidFill>
              <a:srgbClr val="EFF2F6"/>
            </a:solidFill>
          </a:ln>
        </p:spPr>
        <p:style>
          <a:lnRef idx="1">
            <a:schemeClr val="accent1"/>
          </a:lnRef>
          <a:fillRef idx="0">
            <a:schemeClr val="accent1"/>
          </a:fillRef>
          <a:effectRef idx="0">
            <a:schemeClr val="accent1"/>
          </a:effectRef>
          <a:fontRef idx="minor">
            <a:schemeClr val="tx1"/>
          </a:fontRef>
        </p:style>
      </p:cxnSp>
      <p:sp>
        <p:nvSpPr>
          <p:cNvPr id="61" name="Text Placeholder 22">
            <a:extLst>
              <a:ext uri="{FF2B5EF4-FFF2-40B4-BE49-F238E27FC236}">
                <a16:creationId xmlns:a16="http://schemas.microsoft.com/office/drawing/2014/main" id="{ACA52A74-BFBD-C434-6420-94A26947B85F}"/>
              </a:ext>
            </a:extLst>
          </p:cNvPr>
          <p:cNvSpPr>
            <a:spLocks noGrp="1"/>
          </p:cNvSpPr>
          <p:nvPr>
            <p:ph type="body" sz="quarter" idx="78" hasCustomPrompt="1"/>
          </p:nvPr>
        </p:nvSpPr>
        <p:spPr>
          <a:xfrm>
            <a:off x="935695" y="5848632"/>
            <a:ext cx="2683814"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two line brief description. Click to edit your brief description copy here. </a:t>
            </a:r>
            <a:endParaRPr lang="en-ZA" dirty="0"/>
          </a:p>
        </p:txBody>
      </p:sp>
      <p:sp>
        <p:nvSpPr>
          <p:cNvPr id="62" name="Text Placeholder 45">
            <a:extLst>
              <a:ext uri="{FF2B5EF4-FFF2-40B4-BE49-F238E27FC236}">
                <a16:creationId xmlns:a16="http://schemas.microsoft.com/office/drawing/2014/main" id="{C3F648C4-9C85-81D7-C4D5-7F2B5A1A3DC9}"/>
              </a:ext>
            </a:extLst>
          </p:cNvPr>
          <p:cNvSpPr>
            <a:spLocks noGrp="1"/>
          </p:cNvSpPr>
          <p:nvPr>
            <p:ph type="body" sz="quarter" idx="79" hasCustomPrompt="1"/>
          </p:nvPr>
        </p:nvSpPr>
        <p:spPr>
          <a:xfrm>
            <a:off x="4599777" y="4622940"/>
            <a:ext cx="2724120" cy="914096"/>
          </a:xfrm>
          <a:prstGeom prst="rect">
            <a:avLst/>
          </a:prstGeom>
        </p:spPr>
        <p:txBody>
          <a:bodyPr wrap="square" lIns="0" tIns="0" rIns="0" bIns="0" anchor="b" anchorCtr="0">
            <a:spAutoFit/>
          </a:bodyPr>
          <a:lstStyle>
            <a:lvl1pPr marL="0" indent="0">
              <a:buNone/>
              <a:defRPr sz="6600">
                <a:solidFill>
                  <a:schemeClr val="accent4"/>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67%</a:t>
            </a:r>
            <a:endParaRPr lang="en-GB" dirty="0"/>
          </a:p>
        </p:txBody>
      </p:sp>
      <p:sp>
        <p:nvSpPr>
          <p:cNvPr id="63" name="Text Placeholder 4">
            <a:extLst>
              <a:ext uri="{FF2B5EF4-FFF2-40B4-BE49-F238E27FC236}">
                <a16:creationId xmlns:a16="http://schemas.microsoft.com/office/drawing/2014/main" id="{44D24702-0A31-A088-8FF4-33956FF45CE1}"/>
              </a:ext>
            </a:extLst>
          </p:cNvPr>
          <p:cNvSpPr>
            <a:spLocks noGrp="1"/>
          </p:cNvSpPr>
          <p:nvPr>
            <p:ph type="body" sz="quarter" idx="80" hasCustomPrompt="1"/>
          </p:nvPr>
        </p:nvSpPr>
        <p:spPr>
          <a:xfrm>
            <a:off x="4635363" y="5539358"/>
            <a:ext cx="2683812" cy="184025"/>
          </a:xfrm>
          <a:prstGeom prst="rect">
            <a:avLst/>
          </a:prstGeom>
        </p:spPr>
        <p:txBody>
          <a:bodyPr wrap="square" lIns="0" tIns="0" rIns="0" bIns="0" anchor="t" anchorCtr="0">
            <a:spAutoFit/>
          </a:bodyPr>
          <a:lstStyle>
            <a:lvl1pPr marL="0" indent="0">
              <a:lnSpc>
                <a:spcPts val="1600"/>
              </a:lnSpc>
              <a:buFont typeface="Calibri" panose="020F0502020204030204" pitchFamily="34" charset="0"/>
              <a:buNone/>
              <a:defRPr sz="10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cxnSp>
        <p:nvCxnSpPr>
          <p:cNvPr id="64" name="Straight Connector 63">
            <a:extLst>
              <a:ext uri="{FF2B5EF4-FFF2-40B4-BE49-F238E27FC236}">
                <a16:creationId xmlns:a16="http://schemas.microsoft.com/office/drawing/2014/main" id="{030A246D-5EAD-FB2B-59B7-F705CD71D895}"/>
              </a:ext>
            </a:extLst>
          </p:cNvPr>
          <p:cNvCxnSpPr>
            <a:cxnSpLocks noGrp="1" noRot="1" noMove="1" noResize="1" noEditPoints="1" noAdjustHandles="1" noChangeArrowheads="1" noChangeShapeType="1"/>
          </p:cNvCxnSpPr>
          <p:nvPr userDrawn="1"/>
        </p:nvCxnSpPr>
        <p:spPr>
          <a:xfrm>
            <a:off x="4308831" y="4577385"/>
            <a:ext cx="0" cy="1666430"/>
          </a:xfrm>
          <a:prstGeom prst="line">
            <a:avLst/>
          </a:prstGeom>
          <a:ln w="25400">
            <a:solidFill>
              <a:srgbClr val="EFF2F6"/>
            </a:solidFill>
          </a:ln>
        </p:spPr>
        <p:style>
          <a:lnRef idx="1">
            <a:schemeClr val="accent1"/>
          </a:lnRef>
          <a:fillRef idx="0">
            <a:schemeClr val="accent1"/>
          </a:fillRef>
          <a:effectRef idx="0">
            <a:schemeClr val="accent1"/>
          </a:effectRef>
          <a:fontRef idx="minor">
            <a:schemeClr val="tx1"/>
          </a:fontRef>
        </p:style>
      </p:cxnSp>
      <p:sp>
        <p:nvSpPr>
          <p:cNvPr id="65" name="Text Placeholder 22">
            <a:extLst>
              <a:ext uri="{FF2B5EF4-FFF2-40B4-BE49-F238E27FC236}">
                <a16:creationId xmlns:a16="http://schemas.microsoft.com/office/drawing/2014/main" id="{CFC94640-3D03-C26A-9CB7-6942E87D49AF}"/>
              </a:ext>
            </a:extLst>
          </p:cNvPr>
          <p:cNvSpPr>
            <a:spLocks noGrp="1"/>
          </p:cNvSpPr>
          <p:nvPr>
            <p:ph type="body" sz="quarter" idx="81" hasCustomPrompt="1"/>
          </p:nvPr>
        </p:nvSpPr>
        <p:spPr>
          <a:xfrm>
            <a:off x="4635363" y="5848632"/>
            <a:ext cx="2683814" cy="307777"/>
          </a:xfrm>
          <a:prstGeom prst="rect">
            <a:avLst/>
          </a:prstGeom>
        </p:spPr>
        <p:txBody>
          <a:bodyPr wrap="square" lIns="0" tIns="0" rIns="0" bIns="0">
            <a:spAutoFit/>
          </a:bodyPr>
          <a:lstStyle>
            <a:lvl1pPr marL="0" indent="0" algn="l">
              <a:lnSpc>
                <a:spcPts val="1200"/>
              </a:lnSpc>
              <a:spcBef>
                <a:spcPts val="400"/>
              </a:spcBef>
              <a:buNone/>
              <a:defRPr sz="1000">
                <a:solidFill>
                  <a:schemeClr val="accent5"/>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two line brief description. Click to edit your brief description copy here. </a:t>
            </a:r>
            <a:endParaRPr lang="en-ZA" dirty="0"/>
          </a:p>
        </p:txBody>
      </p:sp>
      <p:sp>
        <p:nvSpPr>
          <p:cNvPr id="66" name="Rectangle 7">
            <a:extLst>
              <a:ext uri="{FF2B5EF4-FFF2-40B4-BE49-F238E27FC236}">
                <a16:creationId xmlns:a16="http://schemas.microsoft.com/office/drawing/2014/main" id="{F9B1FA9B-0FA6-C57A-EBC2-4045568D152E}"/>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67" name="Rectangle 66">
            <a:extLst>
              <a:ext uri="{FF2B5EF4-FFF2-40B4-BE49-F238E27FC236}">
                <a16:creationId xmlns:a16="http://schemas.microsoft.com/office/drawing/2014/main" id="{5D6E4534-6D46-7E94-91F2-F6BF8D48C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68" name="Straight Connector 67">
            <a:extLst>
              <a:ext uri="{FF2B5EF4-FFF2-40B4-BE49-F238E27FC236}">
                <a16:creationId xmlns:a16="http://schemas.microsoft.com/office/drawing/2014/main" id="{202B62B8-3FC9-22DE-B36D-A22979AF04A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74156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P13 | HEAD + Sub-Head + 4 x Stats">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C08AF0BB-CEEB-92E7-3489-CF3550C31A60}"/>
              </a:ext>
            </a:extLst>
          </p:cNvPr>
          <p:cNvGrpSpPr>
            <a:grpSpLocks noGrp="1" noUngrp="1" noRot="1" noMove="1" noResize="1"/>
          </p:cNvGrpSpPr>
          <p:nvPr userDrawn="1"/>
        </p:nvGrpSpPr>
        <p:grpSpPr>
          <a:xfrm>
            <a:off x="9030577" y="1715692"/>
            <a:ext cx="2606586" cy="4731126"/>
            <a:chOff x="9030577" y="1715692"/>
            <a:chExt cx="2606586" cy="4731126"/>
          </a:xfrm>
        </p:grpSpPr>
        <p:sp>
          <p:nvSpPr>
            <p:cNvPr id="9" name="Rectangle 8">
              <a:extLst>
                <a:ext uri="{FF2B5EF4-FFF2-40B4-BE49-F238E27FC236}">
                  <a16:creationId xmlns:a16="http://schemas.microsoft.com/office/drawing/2014/main" id="{458FC28C-A342-ACEA-F717-06E8858FF2E6}"/>
                </a:ext>
              </a:extLst>
            </p:cNvPr>
            <p:cNvSpPr>
              <a:spLocks noGrp="1" noRot="1" noMove="1" noResize="1" noEditPoints="1" noAdjustHandles="1" noChangeArrowheads="1" noChangeShapeType="1"/>
            </p:cNvSpPr>
            <p:nvPr userDrawn="1"/>
          </p:nvSpPr>
          <p:spPr>
            <a:xfrm>
              <a:off x="9030577" y="1715692"/>
              <a:ext cx="2606586" cy="226070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E8186DCE-A5DC-0723-7EA3-9F59304B9EFB}"/>
                </a:ext>
              </a:extLst>
            </p:cNvPr>
            <p:cNvSpPr>
              <a:spLocks noGrp="1" noRot="1" noMove="1" noResize="1" noEditPoints="1" noAdjustHandles="1" noChangeArrowheads="1" noChangeShapeType="1"/>
            </p:cNvSpPr>
            <p:nvPr userDrawn="1"/>
          </p:nvSpPr>
          <p:spPr>
            <a:xfrm>
              <a:off x="9030577" y="3976398"/>
              <a:ext cx="2606586" cy="2470420"/>
            </a:xfrm>
            <a:prstGeom prst="rect">
              <a:avLst/>
            </a:prstGeom>
            <a:solidFill>
              <a:srgbClr val="D9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Straight Connector 35">
              <a:extLst>
                <a:ext uri="{FF2B5EF4-FFF2-40B4-BE49-F238E27FC236}">
                  <a16:creationId xmlns:a16="http://schemas.microsoft.com/office/drawing/2014/main" id="{7FBFADD1-FCDA-AC72-EF33-C3637BAF5835}"/>
                </a:ext>
              </a:extLst>
            </p:cNvPr>
            <p:cNvCxnSpPr>
              <a:cxnSpLocks noGrp="1" noRot="1" noMove="1" noResize="1" noEditPoints="1" noAdjustHandles="1" noChangeArrowheads="1" noChangeShapeType="1"/>
            </p:cNvCxnSpPr>
            <p:nvPr userDrawn="1"/>
          </p:nvCxnSpPr>
          <p:spPr>
            <a:xfrm flipH="1">
              <a:off x="9325870" y="3586095"/>
              <a:ext cx="20160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6474F2DE-D0B6-5699-14F0-D5667C0DDC52}"/>
                </a:ext>
              </a:extLst>
            </p:cNvPr>
            <p:cNvSpPr>
              <a:spLocks noGrp="1" noRot="1" noMove="1" noResize="1" noEditPoints="1" noAdjustHandles="1" noChangeArrowheads="1" noChangeShapeType="1"/>
            </p:cNvSpPr>
            <p:nvPr userDrawn="1"/>
          </p:nvSpPr>
          <p:spPr>
            <a:xfrm>
              <a:off x="10153870" y="3406095"/>
              <a:ext cx="360000" cy="360000"/>
            </a:xfrm>
            <a:prstGeom prst="ellipse">
              <a:avLst/>
            </a:prstGeom>
            <a:solidFill>
              <a:schemeClr val="accent1"/>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04</a:t>
              </a:r>
            </a:p>
          </p:txBody>
        </p:sp>
      </p:grpSp>
      <p:grpSp>
        <p:nvGrpSpPr>
          <p:cNvPr id="47" name="Group 46">
            <a:extLst>
              <a:ext uri="{FF2B5EF4-FFF2-40B4-BE49-F238E27FC236}">
                <a16:creationId xmlns:a16="http://schemas.microsoft.com/office/drawing/2014/main" id="{7BCABB46-1300-903F-649C-7E49334DF17C}"/>
              </a:ext>
            </a:extLst>
          </p:cNvPr>
          <p:cNvGrpSpPr>
            <a:grpSpLocks noGrp="1" noUngrp="1" noRot="1" noMove="1" noResize="1"/>
          </p:cNvGrpSpPr>
          <p:nvPr userDrawn="1"/>
        </p:nvGrpSpPr>
        <p:grpSpPr>
          <a:xfrm>
            <a:off x="6215648" y="1715692"/>
            <a:ext cx="2606586" cy="4731126"/>
            <a:chOff x="6215648" y="1715692"/>
            <a:chExt cx="2606586" cy="4731126"/>
          </a:xfrm>
        </p:grpSpPr>
        <p:sp>
          <p:nvSpPr>
            <p:cNvPr id="8" name="Rectangle 7">
              <a:extLst>
                <a:ext uri="{FF2B5EF4-FFF2-40B4-BE49-F238E27FC236}">
                  <a16:creationId xmlns:a16="http://schemas.microsoft.com/office/drawing/2014/main" id="{18F8E51D-80D2-E63B-ABA7-E7A546051FBC}"/>
                </a:ext>
              </a:extLst>
            </p:cNvPr>
            <p:cNvSpPr>
              <a:spLocks noGrp="1" noRot="1" noMove="1" noResize="1" noEditPoints="1" noAdjustHandles="1" noChangeArrowheads="1" noChangeShapeType="1"/>
            </p:cNvSpPr>
            <p:nvPr userDrawn="1"/>
          </p:nvSpPr>
          <p:spPr>
            <a:xfrm>
              <a:off x="6215648" y="1715692"/>
              <a:ext cx="2606586" cy="22607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99D0685E-F131-CC41-B2F8-BA7F4C05E110}"/>
                </a:ext>
              </a:extLst>
            </p:cNvPr>
            <p:cNvSpPr>
              <a:spLocks noGrp="1" noRot="1" noMove="1" noResize="1" noEditPoints="1" noAdjustHandles="1" noChangeArrowheads="1" noChangeShapeType="1"/>
            </p:cNvSpPr>
            <p:nvPr userDrawn="1"/>
          </p:nvSpPr>
          <p:spPr>
            <a:xfrm>
              <a:off x="6215648" y="3976398"/>
              <a:ext cx="2606586" cy="2470420"/>
            </a:xfrm>
            <a:prstGeom prst="rect">
              <a:avLst/>
            </a:prstGeom>
            <a:solidFill>
              <a:srgbClr val="D9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D688B0EC-09BD-5F7C-137A-8C9AB2DA6195}"/>
                </a:ext>
              </a:extLst>
            </p:cNvPr>
            <p:cNvCxnSpPr>
              <a:cxnSpLocks noGrp="1" noRot="1" noMove="1" noResize="1" noEditPoints="1" noAdjustHandles="1" noChangeArrowheads="1" noChangeShapeType="1"/>
            </p:cNvCxnSpPr>
            <p:nvPr userDrawn="1"/>
          </p:nvCxnSpPr>
          <p:spPr>
            <a:xfrm flipH="1">
              <a:off x="6510941" y="3586095"/>
              <a:ext cx="2016000" cy="0"/>
            </a:xfrm>
            <a:prstGeom prst="line">
              <a:avLst/>
            </a:prstGeom>
            <a:ln w="25400">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F60C173D-E907-B785-D300-05227F04C2F2}"/>
                </a:ext>
              </a:extLst>
            </p:cNvPr>
            <p:cNvSpPr>
              <a:spLocks noGrp="1" noRot="1" noMove="1" noResize="1" noEditPoints="1" noAdjustHandles="1" noChangeArrowheads="1" noChangeShapeType="1"/>
            </p:cNvSpPr>
            <p:nvPr userDrawn="1"/>
          </p:nvSpPr>
          <p:spPr>
            <a:xfrm>
              <a:off x="7338941" y="3406095"/>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grpSp>
      <p:grpSp>
        <p:nvGrpSpPr>
          <p:cNvPr id="46" name="Group 45">
            <a:extLst>
              <a:ext uri="{FF2B5EF4-FFF2-40B4-BE49-F238E27FC236}">
                <a16:creationId xmlns:a16="http://schemas.microsoft.com/office/drawing/2014/main" id="{B748F07C-B5B5-9976-A015-F597D4B283E8}"/>
              </a:ext>
            </a:extLst>
          </p:cNvPr>
          <p:cNvGrpSpPr>
            <a:grpSpLocks noGrp="1" noUngrp="1" noRot="1" noMove="1" noResize="1"/>
          </p:cNvGrpSpPr>
          <p:nvPr userDrawn="1"/>
        </p:nvGrpSpPr>
        <p:grpSpPr>
          <a:xfrm>
            <a:off x="3400717" y="1715692"/>
            <a:ext cx="2606586" cy="4731126"/>
            <a:chOff x="3400717" y="1715692"/>
            <a:chExt cx="2606586" cy="4731126"/>
          </a:xfrm>
        </p:grpSpPr>
        <p:sp>
          <p:nvSpPr>
            <p:cNvPr id="6" name="Rectangle 5">
              <a:extLst>
                <a:ext uri="{FF2B5EF4-FFF2-40B4-BE49-F238E27FC236}">
                  <a16:creationId xmlns:a16="http://schemas.microsoft.com/office/drawing/2014/main" id="{FE9EEC57-BBE9-6D37-5063-41981FD32F98}"/>
                </a:ext>
              </a:extLst>
            </p:cNvPr>
            <p:cNvSpPr>
              <a:spLocks noGrp="1" noRot="1" noMove="1" noResize="1" noEditPoints="1" noAdjustHandles="1" noChangeArrowheads="1" noChangeShapeType="1"/>
            </p:cNvSpPr>
            <p:nvPr userDrawn="1"/>
          </p:nvSpPr>
          <p:spPr>
            <a:xfrm>
              <a:off x="3400717" y="1715692"/>
              <a:ext cx="2606586" cy="226070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a:extLst>
                <a:ext uri="{FF2B5EF4-FFF2-40B4-BE49-F238E27FC236}">
                  <a16:creationId xmlns:a16="http://schemas.microsoft.com/office/drawing/2014/main" id="{45ACD039-93D3-B0DF-5D32-741681CFD5BD}"/>
                </a:ext>
              </a:extLst>
            </p:cNvPr>
            <p:cNvSpPr>
              <a:spLocks noGrp="1" noRot="1" noMove="1" noResize="1" noEditPoints="1" noAdjustHandles="1" noChangeArrowheads="1" noChangeShapeType="1"/>
            </p:cNvSpPr>
            <p:nvPr userDrawn="1"/>
          </p:nvSpPr>
          <p:spPr>
            <a:xfrm>
              <a:off x="3400717" y="3976398"/>
              <a:ext cx="2606586" cy="2470420"/>
            </a:xfrm>
            <a:prstGeom prst="rect">
              <a:avLst/>
            </a:prstGeom>
            <a:solidFill>
              <a:srgbClr val="D9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8" name="Straight Connector 27">
              <a:extLst>
                <a:ext uri="{FF2B5EF4-FFF2-40B4-BE49-F238E27FC236}">
                  <a16:creationId xmlns:a16="http://schemas.microsoft.com/office/drawing/2014/main" id="{EF9C3845-B3CB-2B61-378E-059238967069}"/>
                </a:ext>
              </a:extLst>
            </p:cNvPr>
            <p:cNvCxnSpPr>
              <a:cxnSpLocks noGrp="1" noRot="1" noMove="1" noResize="1" noEditPoints="1" noAdjustHandles="1" noChangeArrowheads="1" noChangeShapeType="1"/>
            </p:cNvCxnSpPr>
            <p:nvPr userDrawn="1"/>
          </p:nvCxnSpPr>
          <p:spPr>
            <a:xfrm flipH="1">
              <a:off x="3696010" y="3586095"/>
              <a:ext cx="2016000" cy="0"/>
            </a:xfrm>
            <a:prstGeom prst="line">
              <a:avLst/>
            </a:prstGeom>
            <a:ln w="254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5AEF3201-2FF1-D079-1BB0-997B6B667680}"/>
                </a:ext>
              </a:extLst>
            </p:cNvPr>
            <p:cNvSpPr>
              <a:spLocks noGrp="1" noRot="1" noMove="1" noResize="1" noEditPoints="1" noAdjustHandles="1" noChangeArrowheads="1" noChangeShapeType="1"/>
            </p:cNvSpPr>
            <p:nvPr userDrawn="1"/>
          </p:nvSpPr>
          <p:spPr>
            <a:xfrm>
              <a:off x="4524010" y="3406095"/>
              <a:ext cx="360000" cy="360000"/>
            </a:xfrm>
            <a:prstGeom prst="ellipse">
              <a:avLst/>
            </a:prstGeom>
            <a:solidFill>
              <a:schemeClr val="accent3"/>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grpSp>
      <p:grpSp>
        <p:nvGrpSpPr>
          <p:cNvPr id="45" name="Group 44">
            <a:extLst>
              <a:ext uri="{FF2B5EF4-FFF2-40B4-BE49-F238E27FC236}">
                <a16:creationId xmlns:a16="http://schemas.microsoft.com/office/drawing/2014/main" id="{73E24DFE-DD19-D6EA-8A01-7730B4222F3F}"/>
              </a:ext>
            </a:extLst>
          </p:cNvPr>
          <p:cNvGrpSpPr>
            <a:grpSpLocks noGrp="1" noUngrp="1" noRot="1" noMove="1" noResize="1"/>
          </p:cNvGrpSpPr>
          <p:nvPr userDrawn="1"/>
        </p:nvGrpSpPr>
        <p:grpSpPr>
          <a:xfrm>
            <a:off x="585789" y="1715692"/>
            <a:ext cx="2606586" cy="4731126"/>
            <a:chOff x="585789" y="1715692"/>
            <a:chExt cx="2606586" cy="4731126"/>
          </a:xfrm>
        </p:grpSpPr>
        <p:sp>
          <p:nvSpPr>
            <p:cNvPr id="3" name="Rectangle 2">
              <a:extLst>
                <a:ext uri="{FF2B5EF4-FFF2-40B4-BE49-F238E27FC236}">
                  <a16:creationId xmlns:a16="http://schemas.microsoft.com/office/drawing/2014/main" id="{5E6C3257-97F1-92BE-C0A0-9CC5E9F2E9BE}"/>
                </a:ext>
              </a:extLst>
            </p:cNvPr>
            <p:cNvSpPr>
              <a:spLocks noGrp="1" noRot="1" noMove="1" noResize="1" noEditPoints="1" noAdjustHandles="1" noChangeArrowheads="1" noChangeShapeType="1"/>
            </p:cNvSpPr>
            <p:nvPr userDrawn="1"/>
          </p:nvSpPr>
          <p:spPr>
            <a:xfrm>
              <a:off x="585789" y="1715692"/>
              <a:ext cx="2606586" cy="22607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a:extLst>
                <a:ext uri="{FF2B5EF4-FFF2-40B4-BE49-F238E27FC236}">
                  <a16:creationId xmlns:a16="http://schemas.microsoft.com/office/drawing/2014/main" id="{39496A50-4623-78C9-78AD-FA3641E409D8}"/>
                </a:ext>
              </a:extLst>
            </p:cNvPr>
            <p:cNvSpPr>
              <a:spLocks noGrp="1" noRot="1" noMove="1" noResize="1" noEditPoints="1" noAdjustHandles="1" noChangeArrowheads="1" noChangeShapeType="1"/>
            </p:cNvSpPr>
            <p:nvPr userDrawn="1"/>
          </p:nvSpPr>
          <p:spPr>
            <a:xfrm>
              <a:off x="585789" y="3976398"/>
              <a:ext cx="2606586" cy="2470420"/>
            </a:xfrm>
            <a:prstGeom prst="rect">
              <a:avLst/>
            </a:prstGeom>
            <a:solidFill>
              <a:srgbClr val="DDF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a:extLst>
                <a:ext uri="{FF2B5EF4-FFF2-40B4-BE49-F238E27FC236}">
                  <a16:creationId xmlns:a16="http://schemas.microsoft.com/office/drawing/2014/main" id="{41F5557E-BEA9-72E6-8416-7D660C482FBE}"/>
                </a:ext>
              </a:extLst>
            </p:cNvPr>
            <p:cNvCxnSpPr>
              <a:cxnSpLocks noGrp="1" noRot="1" noMove="1" noResize="1" noEditPoints="1" noAdjustHandles="1" noChangeArrowheads="1" noChangeShapeType="1"/>
            </p:cNvCxnSpPr>
            <p:nvPr userDrawn="1"/>
          </p:nvCxnSpPr>
          <p:spPr>
            <a:xfrm flipH="1">
              <a:off x="881082" y="3586095"/>
              <a:ext cx="2016000" cy="0"/>
            </a:xfrm>
            <a:prstGeom prst="line">
              <a:avLst/>
            </a:prstGeom>
            <a:ln w="254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F277C547-3863-322A-FC34-8F97CDB0336C}"/>
                </a:ext>
              </a:extLst>
            </p:cNvPr>
            <p:cNvSpPr>
              <a:spLocks noGrp="1" noRot="1" noMove="1" noResize="1" noEditPoints="1" noAdjustHandles="1" noChangeArrowheads="1" noChangeShapeType="1"/>
            </p:cNvSpPr>
            <p:nvPr userDrawn="1"/>
          </p:nvSpPr>
          <p:spPr>
            <a:xfrm>
              <a:off x="1709082" y="3406095"/>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grpSp>
      <p:sp>
        <p:nvSpPr>
          <p:cNvPr id="2" name="Title 1">
            <a:extLst>
              <a:ext uri="{FF2B5EF4-FFF2-40B4-BE49-F238E27FC236}">
                <a16:creationId xmlns:a16="http://schemas.microsoft.com/office/drawing/2014/main" id="{FD8ABA2F-1866-0C6D-DFBA-10CF55F485F7}"/>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dirty="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15" name="Text Placeholder 45">
            <a:extLst>
              <a:ext uri="{FF2B5EF4-FFF2-40B4-BE49-F238E27FC236}">
                <a16:creationId xmlns:a16="http://schemas.microsoft.com/office/drawing/2014/main" id="{6210D8EF-4B26-86B2-8127-C752E82DC75F}"/>
              </a:ext>
            </a:extLst>
          </p:cNvPr>
          <p:cNvSpPr>
            <a:spLocks noGrp="1"/>
          </p:cNvSpPr>
          <p:nvPr userDrawn="1">
            <p:ph type="body" sz="quarter" idx="72" hasCustomPrompt="1"/>
          </p:nvPr>
        </p:nvSpPr>
        <p:spPr>
          <a:xfrm>
            <a:off x="585790" y="2049155"/>
            <a:ext cx="2606585" cy="914096"/>
          </a:xfrm>
          <a:prstGeom prst="rect">
            <a:avLst/>
          </a:prstGeom>
        </p:spPr>
        <p:txBody>
          <a:bodyPr wrap="square" lIns="0" tIns="0" rIns="0" bIns="0" anchor="b" anchorCtr="0">
            <a:spAutoFit/>
          </a:bodyPr>
          <a:lstStyle>
            <a:lvl1pPr marL="0" indent="0" algn="ctr">
              <a:buNone/>
              <a:defRPr sz="66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92%</a:t>
            </a:r>
            <a:endParaRPr lang="en-GB" dirty="0"/>
          </a:p>
        </p:txBody>
      </p:sp>
      <p:sp>
        <p:nvSpPr>
          <p:cNvPr id="16" name="Text Placeholder 4">
            <a:extLst>
              <a:ext uri="{FF2B5EF4-FFF2-40B4-BE49-F238E27FC236}">
                <a16:creationId xmlns:a16="http://schemas.microsoft.com/office/drawing/2014/main" id="{EE27E55D-906B-521D-D4E3-271DADBD488E}"/>
              </a:ext>
            </a:extLst>
          </p:cNvPr>
          <p:cNvSpPr>
            <a:spLocks noGrp="1"/>
          </p:cNvSpPr>
          <p:nvPr userDrawn="1">
            <p:ph type="body" sz="quarter" idx="71" hasCustomPrompt="1"/>
          </p:nvPr>
        </p:nvSpPr>
        <p:spPr>
          <a:xfrm>
            <a:off x="585790" y="2963251"/>
            <a:ext cx="2606585"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19" name="Text Placeholder 15">
            <a:extLst>
              <a:ext uri="{FF2B5EF4-FFF2-40B4-BE49-F238E27FC236}">
                <a16:creationId xmlns:a16="http://schemas.microsoft.com/office/drawing/2014/main" id="{486EFFA5-C8C7-86AB-63EF-D66ACC3DE04C}"/>
              </a:ext>
            </a:extLst>
          </p:cNvPr>
          <p:cNvSpPr>
            <a:spLocks noGrp="1"/>
          </p:cNvSpPr>
          <p:nvPr>
            <p:ph type="body" sz="quarter" idx="44" hasCustomPrompt="1"/>
          </p:nvPr>
        </p:nvSpPr>
        <p:spPr>
          <a:xfrm>
            <a:off x="899082" y="4451143"/>
            <a:ext cx="1980000" cy="1520929"/>
          </a:xfrm>
          <a:prstGeom prst="rect">
            <a:avLst/>
          </a:prstGeom>
        </p:spPr>
        <p:txBody>
          <a:bodyPr wrap="square" lIns="0" tIns="0" rIns="0" bIns="0" anchor="ctr" anchorCtr="0">
            <a:spAutoFit/>
          </a:bodyPr>
          <a:lstStyle>
            <a:lvl1pPr marL="0" indent="0" algn="ctr">
              <a:lnSpc>
                <a:spcPts val="1500"/>
              </a:lnSpc>
              <a:spcBef>
                <a:spcPts val="60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25" name="Text Placeholder 45">
            <a:extLst>
              <a:ext uri="{FF2B5EF4-FFF2-40B4-BE49-F238E27FC236}">
                <a16:creationId xmlns:a16="http://schemas.microsoft.com/office/drawing/2014/main" id="{74D4E76A-BD07-EE1E-C201-20240C0CA136}"/>
              </a:ext>
            </a:extLst>
          </p:cNvPr>
          <p:cNvSpPr>
            <a:spLocks noGrp="1"/>
          </p:cNvSpPr>
          <p:nvPr>
            <p:ph type="body" sz="quarter" idx="73" hasCustomPrompt="1"/>
          </p:nvPr>
        </p:nvSpPr>
        <p:spPr>
          <a:xfrm>
            <a:off x="3400718" y="2049155"/>
            <a:ext cx="2606585" cy="914096"/>
          </a:xfrm>
          <a:prstGeom prst="rect">
            <a:avLst/>
          </a:prstGeom>
        </p:spPr>
        <p:txBody>
          <a:bodyPr wrap="square" lIns="0" tIns="0" rIns="0" bIns="0" anchor="b" anchorCtr="0">
            <a:spAutoFit/>
          </a:bodyPr>
          <a:lstStyle>
            <a:lvl1pPr marL="0" indent="0" algn="ctr">
              <a:buNone/>
              <a:defRPr sz="66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57%</a:t>
            </a:r>
            <a:endParaRPr lang="en-GB" dirty="0"/>
          </a:p>
        </p:txBody>
      </p:sp>
      <p:sp>
        <p:nvSpPr>
          <p:cNvPr id="26" name="Text Placeholder 4">
            <a:extLst>
              <a:ext uri="{FF2B5EF4-FFF2-40B4-BE49-F238E27FC236}">
                <a16:creationId xmlns:a16="http://schemas.microsoft.com/office/drawing/2014/main" id="{546176A4-93BA-241E-BB19-71125B12DA56}"/>
              </a:ext>
            </a:extLst>
          </p:cNvPr>
          <p:cNvSpPr>
            <a:spLocks noGrp="1"/>
          </p:cNvSpPr>
          <p:nvPr>
            <p:ph type="body" sz="quarter" idx="74" hasCustomPrompt="1"/>
          </p:nvPr>
        </p:nvSpPr>
        <p:spPr>
          <a:xfrm>
            <a:off x="3400718" y="2963251"/>
            <a:ext cx="2606585"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27" name="Text Placeholder 15">
            <a:extLst>
              <a:ext uri="{FF2B5EF4-FFF2-40B4-BE49-F238E27FC236}">
                <a16:creationId xmlns:a16="http://schemas.microsoft.com/office/drawing/2014/main" id="{43484C74-89DE-7D14-D2CA-A97C38214323}"/>
              </a:ext>
            </a:extLst>
          </p:cNvPr>
          <p:cNvSpPr>
            <a:spLocks noGrp="1"/>
          </p:cNvSpPr>
          <p:nvPr>
            <p:ph type="body" sz="quarter" idx="75" hasCustomPrompt="1"/>
          </p:nvPr>
        </p:nvSpPr>
        <p:spPr>
          <a:xfrm>
            <a:off x="3714010" y="4451143"/>
            <a:ext cx="1980000" cy="1520929"/>
          </a:xfrm>
          <a:prstGeom prst="rect">
            <a:avLst/>
          </a:prstGeom>
        </p:spPr>
        <p:txBody>
          <a:bodyPr wrap="square" lIns="0" tIns="0" rIns="0" bIns="0" anchor="ctr" anchorCtr="0">
            <a:spAutoFit/>
          </a:bodyPr>
          <a:lstStyle>
            <a:lvl1pPr marL="0" indent="0" algn="ctr">
              <a:lnSpc>
                <a:spcPts val="1500"/>
              </a:lnSpc>
              <a:spcBef>
                <a:spcPts val="60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29" name="Text Placeholder 45">
            <a:extLst>
              <a:ext uri="{FF2B5EF4-FFF2-40B4-BE49-F238E27FC236}">
                <a16:creationId xmlns:a16="http://schemas.microsoft.com/office/drawing/2014/main" id="{2FA594FA-12B3-7CD9-7CF6-699D6AC693B7}"/>
              </a:ext>
            </a:extLst>
          </p:cNvPr>
          <p:cNvSpPr>
            <a:spLocks noGrp="1"/>
          </p:cNvSpPr>
          <p:nvPr>
            <p:ph type="body" sz="quarter" idx="76" hasCustomPrompt="1"/>
          </p:nvPr>
        </p:nvSpPr>
        <p:spPr>
          <a:xfrm>
            <a:off x="6215649" y="2049155"/>
            <a:ext cx="2606585" cy="914096"/>
          </a:xfrm>
          <a:prstGeom prst="rect">
            <a:avLst/>
          </a:prstGeom>
        </p:spPr>
        <p:txBody>
          <a:bodyPr wrap="square" lIns="0" tIns="0" rIns="0" bIns="0" anchor="b" anchorCtr="0">
            <a:spAutoFit/>
          </a:bodyPr>
          <a:lstStyle>
            <a:lvl1pPr marL="0" indent="0" algn="ctr">
              <a:buNone/>
              <a:defRPr sz="66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36%</a:t>
            </a:r>
            <a:endParaRPr lang="en-GB" dirty="0"/>
          </a:p>
        </p:txBody>
      </p:sp>
      <p:sp>
        <p:nvSpPr>
          <p:cNvPr id="30" name="Text Placeholder 4">
            <a:extLst>
              <a:ext uri="{FF2B5EF4-FFF2-40B4-BE49-F238E27FC236}">
                <a16:creationId xmlns:a16="http://schemas.microsoft.com/office/drawing/2014/main" id="{8721F5A9-F64B-31FD-D209-B6C07A18B893}"/>
              </a:ext>
            </a:extLst>
          </p:cNvPr>
          <p:cNvSpPr>
            <a:spLocks noGrp="1"/>
          </p:cNvSpPr>
          <p:nvPr>
            <p:ph type="body" sz="quarter" idx="77" hasCustomPrompt="1"/>
          </p:nvPr>
        </p:nvSpPr>
        <p:spPr>
          <a:xfrm>
            <a:off x="6215649" y="2963251"/>
            <a:ext cx="2606585"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31" name="Text Placeholder 15">
            <a:extLst>
              <a:ext uri="{FF2B5EF4-FFF2-40B4-BE49-F238E27FC236}">
                <a16:creationId xmlns:a16="http://schemas.microsoft.com/office/drawing/2014/main" id="{6A574CD3-E0DF-28BD-CC63-CC08FCF287A9}"/>
              </a:ext>
            </a:extLst>
          </p:cNvPr>
          <p:cNvSpPr>
            <a:spLocks noGrp="1"/>
          </p:cNvSpPr>
          <p:nvPr>
            <p:ph type="body" sz="quarter" idx="78" hasCustomPrompt="1"/>
          </p:nvPr>
        </p:nvSpPr>
        <p:spPr>
          <a:xfrm>
            <a:off x="6528941" y="4451143"/>
            <a:ext cx="1980000" cy="1520929"/>
          </a:xfrm>
          <a:prstGeom prst="rect">
            <a:avLst/>
          </a:prstGeom>
        </p:spPr>
        <p:txBody>
          <a:bodyPr wrap="square" lIns="0" tIns="0" rIns="0" bIns="0" anchor="ctr" anchorCtr="0">
            <a:spAutoFit/>
          </a:bodyPr>
          <a:lstStyle>
            <a:lvl1pPr marL="0" indent="0" algn="ctr">
              <a:lnSpc>
                <a:spcPts val="1500"/>
              </a:lnSpc>
              <a:spcBef>
                <a:spcPts val="60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33" name="Text Placeholder 45">
            <a:extLst>
              <a:ext uri="{FF2B5EF4-FFF2-40B4-BE49-F238E27FC236}">
                <a16:creationId xmlns:a16="http://schemas.microsoft.com/office/drawing/2014/main" id="{56C4D4D0-F261-8B46-FFB3-9AD4244AD579}"/>
              </a:ext>
            </a:extLst>
          </p:cNvPr>
          <p:cNvSpPr>
            <a:spLocks noGrp="1"/>
          </p:cNvSpPr>
          <p:nvPr>
            <p:ph type="body" sz="quarter" idx="79" hasCustomPrompt="1"/>
          </p:nvPr>
        </p:nvSpPr>
        <p:spPr>
          <a:xfrm>
            <a:off x="9030578" y="2049155"/>
            <a:ext cx="2606585" cy="914096"/>
          </a:xfrm>
          <a:prstGeom prst="rect">
            <a:avLst/>
          </a:prstGeom>
        </p:spPr>
        <p:txBody>
          <a:bodyPr wrap="square" lIns="0" tIns="0" rIns="0" bIns="0" anchor="b" anchorCtr="0">
            <a:spAutoFit/>
          </a:bodyPr>
          <a:lstStyle>
            <a:lvl1pPr marL="0" indent="0" algn="ctr">
              <a:buNone/>
              <a:defRPr sz="66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12%</a:t>
            </a:r>
            <a:endParaRPr lang="en-GB" dirty="0"/>
          </a:p>
        </p:txBody>
      </p:sp>
      <p:sp>
        <p:nvSpPr>
          <p:cNvPr id="34" name="Text Placeholder 4">
            <a:extLst>
              <a:ext uri="{FF2B5EF4-FFF2-40B4-BE49-F238E27FC236}">
                <a16:creationId xmlns:a16="http://schemas.microsoft.com/office/drawing/2014/main" id="{73B28D7D-CAD0-7C06-FBC8-00040A1451C8}"/>
              </a:ext>
            </a:extLst>
          </p:cNvPr>
          <p:cNvSpPr>
            <a:spLocks noGrp="1"/>
          </p:cNvSpPr>
          <p:nvPr>
            <p:ph type="body" sz="quarter" idx="80" hasCustomPrompt="1"/>
          </p:nvPr>
        </p:nvSpPr>
        <p:spPr>
          <a:xfrm>
            <a:off x="9030578" y="2963251"/>
            <a:ext cx="2606585"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3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35" name="Text Placeholder 15">
            <a:extLst>
              <a:ext uri="{FF2B5EF4-FFF2-40B4-BE49-F238E27FC236}">
                <a16:creationId xmlns:a16="http://schemas.microsoft.com/office/drawing/2014/main" id="{E286BC0E-DA4A-DC89-4F11-96E9D4FC8ACF}"/>
              </a:ext>
            </a:extLst>
          </p:cNvPr>
          <p:cNvSpPr>
            <a:spLocks noGrp="1"/>
          </p:cNvSpPr>
          <p:nvPr>
            <p:ph type="body" sz="quarter" idx="81" hasCustomPrompt="1"/>
          </p:nvPr>
        </p:nvSpPr>
        <p:spPr>
          <a:xfrm>
            <a:off x="9343870" y="4451143"/>
            <a:ext cx="1980000" cy="1520929"/>
          </a:xfrm>
          <a:prstGeom prst="rect">
            <a:avLst/>
          </a:prstGeom>
        </p:spPr>
        <p:txBody>
          <a:bodyPr wrap="square" lIns="0" tIns="0" rIns="0" bIns="0" anchor="ctr" anchorCtr="0">
            <a:spAutoFit/>
          </a:bodyPr>
          <a:lstStyle>
            <a:lvl1pPr marL="0" indent="0" algn="ctr">
              <a:lnSpc>
                <a:spcPts val="1500"/>
              </a:lnSpc>
              <a:spcBef>
                <a:spcPts val="600"/>
              </a:spcBef>
              <a:buNone/>
              <a:defRPr sz="100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descriptive text here. No longer than 8 lines maximum. Insert introductory text here. No longer than 8 lines of copy maximum. Insert introductory text here. No longer than 8 lines of copy.</a:t>
            </a:r>
            <a:endParaRPr lang="en-ZA" dirty="0"/>
          </a:p>
        </p:txBody>
      </p:sp>
    </p:spTree>
    <p:extLst>
      <p:ext uri="{BB962C8B-B14F-4D97-AF65-F5344CB8AC3E}">
        <p14:creationId xmlns:p14="http://schemas.microsoft.com/office/powerpoint/2010/main" val="121324753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P13 | HEAD + Photos + 5 x Stat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45F96E3-75B8-A36A-E714-EB492A38E00D}"/>
              </a:ext>
            </a:extLst>
          </p:cNvPr>
          <p:cNvSpPr>
            <a:spLocks noGrp="1" noRot="1" noMove="1" noResize="1" noEditPoints="1" noAdjustHandles="1" noChangeArrowheads="1" noChangeShapeType="1"/>
          </p:cNvSpPr>
          <p:nvPr userDrawn="1"/>
        </p:nvSpPr>
        <p:spPr>
          <a:xfrm>
            <a:off x="6509047" y="0"/>
            <a:ext cx="5682953" cy="6858000"/>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 Placeholder 15">
            <a:extLst>
              <a:ext uri="{FF2B5EF4-FFF2-40B4-BE49-F238E27FC236}">
                <a16:creationId xmlns:a16="http://schemas.microsoft.com/office/drawing/2014/main" id="{AE82A736-D26E-C0FD-4CD4-1C3E1F6D4BB4}"/>
              </a:ext>
            </a:extLst>
          </p:cNvPr>
          <p:cNvSpPr>
            <a:spLocks noGrp="1"/>
          </p:cNvSpPr>
          <p:nvPr>
            <p:ph type="body" sz="quarter" idx="57" hasCustomPrompt="1"/>
          </p:nvPr>
        </p:nvSpPr>
        <p:spPr>
          <a:xfrm>
            <a:off x="588166" y="1763293"/>
            <a:ext cx="5333663"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of slide here. No longer than 2 lines maximum. Insert text here. Insert introductory text of slide here.</a:t>
            </a:r>
            <a:endParaRPr lang="en-ZA" dirty="0"/>
          </a:p>
        </p:txBody>
      </p:sp>
      <p:sp>
        <p:nvSpPr>
          <p:cNvPr id="2" name="Freeform 9">
            <a:extLst>
              <a:ext uri="{FF2B5EF4-FFF2-40B4-BE49-F238E27FC236}">
                <a16:creationId xmlns:a16="http://schemas.microsoft.com/office/drawing/2014/main" id="{2302A6F3-2B12-4C83-1AAE-A9483EFE0EC0}"/>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15" name="Title 1">
            <a:extLst>
              <a:ext uri="{FF2B5EF4-FFF2-40B4-BE49-F238E27FC236}">
                <a16:creationId xmlns:a16="http://schemas.microsoft.com/office/drawing/2014/main" id="{3EC3D3D5-E40F-0973-170D-9DA9C8EAF832}"/>
              </a:ext>
            </a:extLst>
          </p:cNvPr>
          <p:cNvSpPr>
            <a:spLocks noGrp="1"/>
          </p:cNvSpPr>
          <p:nvPr>
            <p:ph type="ctrTitle" hasCustomPrompt="1"/>
          </p:nvPr>
        </p:nvSpPr>
        <p:spPr>
          <a:xfrm>
            <a:off x="588166" y="526900"/>
            <a:ext cx="5333663"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TWO LINE HEADING</a:t>
            </a:r>
          </a:p>
        </p:txBody>
      </p:sp>
      <p:cxnSp>
        <p:nvCxnSpPr>
          <p:cNvPr id="18" name="Straight Connector 15">
            <a:extLst>
              <a:ext uri="{FF2B5EF4-FFF2-40B4-BE49-F238E27FC236}">
                <a16:creationId xmlns:a16="http://schemas.microsoft.com/office/drawing/2014/main" id="{230610DB-9823-BE8A-2EEA-06460C0598E9}"/>
              </a:ext>
            </a:extLst>
          </p:cNvPr>
          <p:cNvCxnSpPr>
            <a:cxnSpLocks noGrp="1" noRot="1" noMove="1" noResize="1" noEditPoints="1" noAdjustHandles="1" noChangeArrowheads="1" noChangeShapeType="1"/>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4">
            <a:extLst>
              <a:ext uri="{FF2B5EF4-FFF2-40B4-BE49-F238E27FC236}">
                <a16:creationId xmlns:a16="http://schemas.microsoft.com/office/drawing/2014/main" id="{D8E118BD-FFEE-F337-B0A9-832C1E356A66}"/>
              </a:ext>
            </a:extLst>
          </p:cNvPr>
          <p:cNvSpPr>
            <a:spLocks noGrp="1"/>
          </p:cNvSpPr>
          <p:nvPr>
            <p:ph type="body" sz="quarter" idx="70" hasCustomPrompt="1"/>
          </p:nvPr>
        </p:nvSpPr>
        <p:spPr>
          <a:xfrm>
            <a:off x="8786948" y="1850242"/>
            <a:ext cx="2856255" cy="304699"/>
          </a:xfrm>
          <a:prstGeom prst="rect">
            <a:avLst/>
          </a:prstGeom>
        </p:spPr>
        <p:txBody>
          <a:bodyPr wrap="square" lIns="0" tIns="0" rIns="0" bIns="0" anchor="ctr" anchorCtr="0">
            <a:spAutoFit/>
          </a:bodyPr>
          <a:lstStyle>
            <a:lvl1pPr marL="0" indent="0">
              <a:buNone/>
              <a:defRPr sz="1100">
                <a:solidFill>
                  <a:srgbClr val="A1B3CA"/>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speaks to this statistic. No longer than 3 lines of copy maximum.</a:t>
            </a:r>
            <a:endParaRPr lang="en-GB" dirty="0"/>
          </a:p>
        </p:txBody>
      </p:sp>
      <p:sp>
        <p:nvSpPr>
          <p:cNvPr id="20" name="Text Placeholder 4">
            <a:extLst>
              <a:ext uri="{FF2B5EF4-FFF2-40B4-BE49-F238E27FC236}">
                <a16:creationId xmlns:a16="http://schemas.microsoft.com/office/drawing/2014/main" id="{3919FC3D-1C09-6BCA-D858-8AF573F29998}"/>
              </a:ext>
            </a:extLst>
          </p:cNvPr>
          <p:cNvSpPr>
            <a:spLocks noGrp="1"/>
          </p:cNvSpPr>
          <p:nvPr>
            <p:ph type="body" sz="quarter" idx="39"/>
          </p:nvPr>
        </p:nvSpPr>
        <p:spPr>
          <a:xfrm>
            <a:off x="588166" y="2288196"/>
            <a:ext cx="5333663" cy="1735164"/>
          </a:xfrm>
          <a:prstGeom prst="rect">
            <a:avLst/>
          </a:prstGeom>
        </p:spPr>
        <p:txBody>
          <a:bodyPr lIns="0" tIns="0" rIns="0" bIns="0"/>
          <a:lstStyle>
            <a:lvl1pPr marL="228600" indent="-228600">
              <a:lnSpc>
                <a:spcPts val="1600"/>
              </a:lnSpc>
              <a:buFont typeface="Calibri" panose="020F0502020204030204" pitchFamily="34" charset="0"/>
              <a:buChar char="+"/>
              <a:defRPr sz="1100">
                <a:solidFill>
                  <a:schemeClr val="tx2">
                    <a:lumMod val="50000"/>
                  </a:schemeClr>
                </a:solidFill>
              </a:defRPr>
            </a:lvl1pPr>
            <a:lvl2pPr>
              <a:lnSpc>
                <a:spcPts val="1600"/>
              </a:lnSpc>
              <a:defRPr sz="1050">
                <a:solidFill>
                  <a:schemeClr val="tx2">
                    <a:lumMod val="50000"/>
                  </a:schemeClr>
                </a:solidFill>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Master text styles</a:t>
            </a:r>
          </a:p>
          <a:p>
            <a:pPr lvl="1"/>
            <a:r>
              <a:rPr lang="en-GB" noProof="0" dirty="0"/>
              <a:t>Second level</a:t>
            </a:r>
          </a:p>
        </p:txBody>
      </p:sp>
      <p:sp>
        <p:nvSpPr>
          <p:cNvPr id="24" name="그림 개체 틀 3">
            <a:extLst>
              <a:ext uri="{FF2B5EF4-FFF2-40B4-BE49-F238E27FC236}">
                <a16:creationId xmlns:a16="http://schemas.microsoft.com/office/drawing/2014/main" id="{4DFAD6A6-88D8-6190-AF86-A4C2D1EF8F8B}"/>
              </a:ext>
            </a:extLst>
          </p:cNvPr>
          <p:cNvSpPr>
            <a:spLocks noGrp="1"/>
          </p:cNvSpPr>
          <p:nvPr>
            <p:ph type="pic" sz="quarter" idx="31" hasCustomPrompt="1"/>
          </p:nvPr>
        </p:nvSpPr>
        <p:spPr>
          <a:xfrm>
            <a:off x="588166" y="4358048"/>
            <a:ext cx="2088000" cy="208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36" name="그림 개체 틀 3">
            <a:extLst>
              <a:ext uri="{FF2B5EF4-FFF2-40B4-BE49-F238E27FC236}">
                <a16:creationId xmlns:a16="http://schemas.microsoft.com/office/drawing/2014/main" id="{353ECCF5-B441-88B6-0341-2229CFB65C54}"/>
              </a:ext>
            </a:extLst>
          </p:cNvPr>
          <p:cNvSpPr>
            <a:spLocks noGrp="1"/>
          </p:cNvSpPr>
          <p:nvPr>
            <p:ph type="pic" sz="quarter" idx="65" hasCustomPrompt="1"/>
          </p:nvPr>
        </p:nvSpPr>
        <p:spPr>
          <a:xfrm>
            <a:off x="2817225" y="4358048"/>
            <a:ext cx="2088000" cy="208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37" name="그림 개체 틀 3">
            <a:extLst>
              <a:ext uri="{FF2B5EF4-FFF2-40B4-BE49-F238E27FC236}">
                <a16:creationId xmlns:a16="http://schemas.microsoft.com/office/drawing/2014/main" id="{C303039A-AC01-6391-09C8-24F1FA4B3D57}"/>
              </a:ext>
            </a:extLst>
          </p:cNvPr>
          <p:cNvSpPr>
            <a:spLocks noGrp="1"/>
          </p:cNvSpPr>
          <p:nvPr>
            <p:ph type="pic" sz="quarter" idx="66" hasCustomPrompt="1"/>
          </p:nvPr>
        </p:nvSpPr>
        <p:spPr>
          <a:xfrm>
            <a:off x="5046284" y="4358048"/>
            <a:ext cx="2088000" cy="208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39" name="Rectangle 7">
            <a:extLst>
              <a:ext uri="{FF2B5EF4-FFF2-40B4-BE49-F238E27FC236}">
                <a16:creationId xmlns:a16="http://schemas.microsoft.com/office/drawing/2014/main" id="{A86BE190-D535-F81C-6A86-51A6E0B9C9C2}"/>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40" name="Rectangle 39">
            <a:extLst>
              <a:ext uri="{FF2B5EF4-FFF2-40B4-BE49-F238E27FC236}">
                <a16:creationId xmlns:a16="http://schemas.microsoft.com/office/drawing/2014/main" id="{BFA4BFEF-FA57-C631-4E24-9028659522BE}"/>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41" name="Straight Connector 40">
            <a:extLst>
              <a:ext uri="{FF2B5EF4-FFF2-40B4-BE49-F238E27FC236}">
                <a16:creationId xmlns:a16="http://schemas.microsoft.com/office/drawing/2014/main" id="{97A9AA34-032B-FC9C-456D-C88D65895206}"/>
              </a:ext>
            </a:extLst>
          </p:cNvPr>
          <p:cNvCxnSpPr>
            <a:cxnSpLocks/>
          </p:cNvCxnSpPr>
          <p:nvPr userDrawn="1"/>
        </p:nvCxnSpPr>
        <p:spPr>
          <a:xfrm flipV="1">
            <a:off x="11351790" y="6677025"/>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sp>
        <p:nvSpPr>
          <p:cNvPr id="42" name="Text Placeholder 45">
            <a:extLst>
              <a:ext uri="{FF2B5EF4-FFF2-40B4-BE49-F238E27FC236}">
                <a16:creationId xmlns:a16="http://schemas.microsoft.com/office/drawing/2014/main" id="{BDE152F7-C27F-3C51-5F0E-2AAFD7269F1D}"/>
              </a:ext>
            </a:extLst>
          </p:cNvPr>
          <p:cNvSpPr>
            <a:spLocks noGrp="1"/>
          </p:cNvSpPr>
          <p:nvPr>
            <p:ph type="body" sz="quarter" idx="72" hasCustomPrompt="1"/>
          </p:nvPr>
        </p:nvSpPr>
        <p:spPr>
          <a:xfrm>
            <a:off x="7533238" y="1799880"/>
            <a:ext cx="1076145" cy="470898"/>
          </a:xfrm>
          <a:prstGeom prst="rect">
            <a:avLst/>
          </a:prstGeom>
        </p:spPr>
        <p:txBody>
          <a:bodyPr wrap="square" lIns="0" tIns="0" rIns="0" bIns="0" anchor="b" anchorCtr="0">
            <a:spAutoFit/>
          </a:bodyPr>
          <a:lstStyle>
            <a:lvl1pPr marL="0" indent="0" algn="r">
              <a:buNone/>
              <a:defRPr sz="34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56%</a:t>
            </a:r>
            <a:endParaRPr lang="en-GB" dirty="0"/>
          </a:p>
        </p:txBody>
      </p:sp>
      <p:sp>
        <p:nvSpPr>
          <p:cNvPr id="43" name="Text Placeholder 24">
            <a:extLst>
              <a:ext uri="{FF2B5EF4-FFF2-40B4-BE49-F238E27FC236}">
                <a16:creationId xmlns:a16="http://schemas.microsoft.com/office/drawing/2014/main" id="{751D40DB-C55C-0F37-64CA-DFC87EF05C01}"/>
              </a:ext>
            </a:extLst>
          </p:cNvPr>
          <p:cNvSpPr>
            <a:spLocks noGrp="1"/>
          </p:cNvSpPr>
          <p:nvPr>
            <p:ph type="body" sz="quarter" idx="73" hasCustomPrompt="1"/>
          </p:nvPr>
        </p:nvSpPr>
        <p:spPr>
          <a:xfrm>
            <a:off x="8786948" y="2691878"/>
            <a:ext cx="2856255" cy="304699"/>
          </a:xfrm>
          <a:prstGeom prst="rect">
            <a:avLst/>
          </a:prstGeom>
        </p:spPr>
        <p:txBody>
          <a:bodyPr wrap="square" lIns="0" tIns="0" rIns="0" bIns="0" anchor="ctr" anchorCtr="0">
            <a:spAutoFit/>
          </a:bodyPr>
          <a:lstStyle>
            <a:lvl1pPr marL="0" indent="0">
              <a:buNone/>
              <a:defRPr sz="1100">
                <a:solidFill>
                  <a:srgbClr val="A1B3CA"/>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speaks to this statistic. No longer than 3 lines of copy maximum.</a:t>
            </a:r>
            <a:endParaRPr lang="en-GB" dirty="0"/>
          </a:p>
        </p:txBody>
      </p:sp>
      <p:sp>
        <p:nvSpPr>
          <p:cNvPr id="44" name="Text Placeholder 45">
            <a:extLst>
              <a:ext uri="{FF2B5EF4-FFF2-40B4-BE49-F238E27FC236}">
                <a16:creationId xmlns:a16="http://schemas.microsoft.com/office/drawing/2014/main" id="{FD13AADE-E47D-1A21-2B5A-4E7DCA8FEF0E}"/>
              </a:ext>
            </a:extLst>
          </p:cNvPr>
          <p:cNvSpPr>
            <a:spLocks noGrp="1"/>
          </p:cNvSpPr>
          <p:nvPr>
            <p:ph type="body" sz="quarter" idx="74" hasCustomPrompt="1"/>
          </p:nvPr>
        </p:nvSpPr>
        <p:spPr>
          <a:xfrm>
            <a:off x="7533238" y="2641516"/>
            <a:ext cx="1076145" cy="470898"/>
          </a:xfrm>
          <a:prstGeom prst="rect">
            <a:avLst/>
          </a:prstGeom>
        </p:spPr>
        <p:txBody>
          <a:bodyPr wrap="square" lIns="0" tIns="0" rIns="0" bIns="0" anchor="b" anchorCtr="0">
            <a:spAutoFit/>
          </a:bodyPr>
          <a:lstStyle>
            <a:lvl1pPr marL="0" indent="0" algn="r">
              <a:buNone/>
              <a:defRPr sz="34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14%</a:t>
            </a:r>
            <a:endParaRPr lang="en-GB" dirty="0"/>
          </a:p>
        </p:txBody>
      </p:sp>
      <p:sp>
        <p:nvSpPr>
          <p:cNvPr id="45" name="Text Placeholder 24">
            <a:extLst>
              <a:ext uri="{FF2B5EF4-FFF2-40B4-BE49-F238E27FC236}">
                <a16:creationId xmlns:a16="http://schemas.microsoft.com/office/drawing/2014/main" id="{E90EDB94-90A9-5E41-4A29-B0CC9FAE2934}"/>
              </a:ext>
            </a:extLst>
          </p:cNvPr>
          <p:cNvSpPr>
            <a:spLocks noGrp="1"/>
          </p:cNvSpPr>
          <p:nvPr>
            <p:ph type="body" sz="quarter" idx="75" hasCustomPrompt="1"/>
          </p:nvPr>
        </p:nvSpPr>
        <p:spPr>
          <a:xfrm>
            <a:off x="8786948" y="3533514"/>
            <a:ext cx="2856255" cy="304699"/>
          </a:xfrm>
          <a:prstGeom prst="rect">
            <a:avLst/>
          </a:prstGeom>
        </p:spPr>
        <p:txBody>
          <a:bodyPr wrap="square" lIns="0" tIns="0" rIns="0" bIns="0" anchor="ctr" anchorCtr="0">
            <a:spAutoFit/>
          </a:bodyPr>
          <a:lstStyle>
            <a:lvl1pPr marL="0" indent="0">
              <a:buNone/>
              <a:defRPr sz="1100">
                <a:solidFill>
                  <a:srgbClr val="A1B3CA"/>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speaks to this statistic. No longer than 3 lines of copy maximum.</a:t>
            </a:r>
            <a:endParaRPr lang="en-GB" dirty="0"/>
          </a:p>
        </p:txBody>
      </p:sp>
      <p:sp>
        <p:nvSpPr>
          <p:cNvPr id="46" name="Text Placeholder 45">
            <a:extLst>
              <a:ext uri="{FF2B5EF4-FFF2-40B4-BE49-F238E27FC236}">
                <a16:creationId xmlns:a16="http://schemas.microsoft.com/office/drawing/2014/main" id="{97CB3348-9F05-B135-0EB3-089E45C66726}"/>
              </a:ext>
            </a:extLst>
          </p:cNvPr>
          <p:cNvSpPr>
            <a:spLocks noGrp="1"/>
          </p:cNvSpPr>
          <p:nvPr>
            <p:ph type="body" sz="quarter" idx="76" hasCustomPrompt="1"/>
          </p:nvPr>
        </p:nvSpPr>
        <p:spPr>
          <a:xfrm>
            <a:off x="7533238" y="3483152"/>
            <a:ext cx="1076145" cy="470898"/>
          </a:xfrm>
          <a:prstGeom prst="rect">
            <a:avLst/>
          </a:prstGeom>
        </p:spPr>
        <p:txBody>
          <a:bodyPr wrap="square" lIns="0" tIns="0" rIns="0" bIns="0" anchor="b" anchorCtr="0">
            <a:spAutoFit/>
          </a:bodyPr>
          <a:lstStyle>
            <a:lvl1pPr marL="0" indent="0" algn="r">
              <a:buNone/>
              <a:defRPr sz="34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83%</a:t>
            </a:r>
            <a:endParaRPr lang="en-GB" dirty="0"/>
          </a:p>
        </p:txBody>
      </p:sp>
      <p:sp>
        <p:nvSpPr>
          <p:cNvPr id="49" name="Text Placeholder 24">
            <a:extLst>
              <a:ext uri="{FF2B5EF4-FFF2-40B4-BE49-F238E27FC236}">
                <a16:creationId xmlns:a16="http://schemas.microsoft.com/office/drawing/2014/main" id="{D7B2A365-6BE2-059B-D244-F29471EB8CB2}"/>
              </a:ext>
            </a:extLst>
          </p:cNvPr>
          <p:cNvSpPr>
            <a:spLocks noGrp="1"/>
          </p:cNvSpPr>
          <p:nvPr>
            <p:ph type="body" sz="quarter" idx="79" hasCustomPrompt="1"/>
          </p:nvPr>
        </p:nvSpPr>
        <p:spPr>
          <a:xfrm>
            <a:off x="8786948" y="4375150"/>
            <a:ext cx="2856255" cy="304699"/>
          </a:xfrm>
          <a:prstGeom prst="rect">
            <a:avLst/>
          </a:prstGeom>
        </p:spPr>
        <p:txBody>
          <a:bodyPr wrap="square" lIns="0" tIns="0" rIns="0" bIns="0" anchor="ctr" anchorCtr="0">
            <a:spAutoFit/>
          </a:bodyPr>
          <a:lstStyle>
            <a:lvl1pPr marL="0" indent="0">
              <a:buNone/>
              <a:defRPr sz="1100">
                <a:solidFill>
                  <a:srgbClr val="A1B3CA"/>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speaks to this statistic. No longer than 3 lines of copy maximum.</a:t>
            </a:r>
            <a:endParaRPr lang="en-GB" dirty="0"/>
          </a:p>
        </p:txBody>
      </p:sp>
      <p:sp>
        <p:nvSpPr>
          <p:cNvPr id="50" name="Text Placeholder 45">
            <a:extLst>
              <a:ext uri="{FF2B5EF4-FFF2-40B4-BE49-F238E27FC236}">
                <a16:creationId xmlns:a16="http://schemas.microsoft.com/office/drawing/2014/main" id="{54367795-A62F-5E22-7C87-F37EF756457F}"/>
              </a:ext>
            </a:extLst>
          </p:cNvPr>
          <p:cNvSpPr>
            <a:spLocks noGrp="1"/>
          </p:cNvSpPr>
          <p:nvPr>
            <p:ph type="body" sz="quarter" idx="80" hasCustomPrompt="1"/>
          </p:nvPr>
        </p:nvSpPr>
        <p:spPr>
          <a:xfrm>
            <a:off x="7533238" y="4324788"/>
            <a:ext cx="1076145" cy="470898"/>
          </a:xfrm>
          <a:prstGeom prst="rect">
            <a:avLst/>
          </a:prstGeom>
        </p:spPr>
        <p:txBody>
          <a:bodyPr wrap="square" lIns="0" tIns="0" rIns="0" bIns="0" anchor="b" anchorCtr="0">
            <a:spAutoFit/>
          </a:bodyPr>
          <a:lstStyle>
            <a:lvl1pPr marL="0" indent="0" algn="r">
              <a:buNone/>
              <a:defRPr sz="34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25%</a:t>
            </a:r>
            <a:endParaRPr lang="en-GB" dirty="0"/>
          </a:p>
        </p:txBody>
      </p:sp>
      <p:sp>
        <p:nvSpPr>
          <p:cNvPr id="51" name="Text Placeholder 24">
            <a:extLst>
              <a:ext uri="{FF2B5EF4-FFF2-40B4-BE49-F238E27FC236}">
                <a16:creationId xmlns:a16="http://schemas.microsoft.com/office/drawing/2014/main" id="{09F972CB-C2D7-BA83-D7CD-3066E54D75DB}"/>
              </a:ext>
            </a:extLst>
          </p:cNvPr>
          <p:cNvSpPr>
            <a:spLocks noGrp="1"/>
          </p:cNvSpPr>
          <p:nvPr>
            <p:ph type="body" sz="quarter" idx="81" hasCustomPrompt="1"/>
          </p:nvPr>
        </p:nvSpPr>
        <p:spPr>
          <a:xfrm>
            <a:off x="8783295" y="5218938"/>
            <a:ext cx="2856255" cy="304699"/>
          </a:xfrm>
          <a:prstGeom prst="rect">
            <a:avLst/>
          </a:prstGeom>
        </p:spPr>
        <p:txBody>
          <a:bodyPr wrap="square" lIns="0" tIns="0" rIns="0" bIns="0" anchor="ctr" anchorCtr="0">
            <a:spAutoFit/>
          </a:bodyPr>
          <a:lstStyle>
            <a:lvl1pPr marL="0" indent="0">
              <a:buNone/>
              <a:defRPr sz="1100">
                <a:solidFill>
                  <a:srgbClr val="A1B3CA"/>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speaks to this statistic. No longer than 3 lines of copy maximum.</a:t>
            </a:r>
            <a:endParaRPr lang="en-GB" dirty="0"/>
          </a:p>
        </p:txBody>
      </p:sp>
      <p:sp>
        <p:nvSpPr>
          <p:cNvPr id="52" name="Text Placeholder 45">
            <a:extLst>
              <a:ext uri="{FF2B5EF4-FFF2-40B4-BE49-F238E27FC236}">
                <a16:creationId xmlns:a16="http://schemas.microsoft.com/office/drawing/2014/main" id="{EA50D81E-E45D-4BFF-8312-747A19AE7024}"/>
              </a:ext>
            </a:extLst>
          </p:cNvPr>
          <p:cNvSpPr>
            <a:spLocks noGrp="1"/>
          </p:cNvSpPr>
          <p:nvPr>
            <p:ph type="body" sz="quarter" idx="82" hasCustomPrompt="1"/>
          </p:nvPr>
        </p:nvSpPr>
        <p:spPr>
          <a:xfrm>
            <a:off x="7529585" y="5168576"/>
            <a:ext cx="1076145" cy="470898"/>
          </a:xfrm>
          <a:prstGeom prst="rect">
            <a:avLst/>
          </a:prstGeom>
        </p:spPr>
        <p:txBody>
          <a:bodyPr wrap="square" lIns="0" tIns="0" rIns="0" bIns="0" anchor="b" anchorCtr="0">
            <a:spAutoFit/>
          </a:bodyPr>
          <a:lstStyle>
            <a:lvl1pPr marL="0" indent="0" algn="r">
              <a:buNone/>
              <a:defRPr sz="3400">
                <a:solidFill>
                  <a:schemeClr val="accent2"/>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36%</a:t>
            </a:r>
            <a:endParaRPr lang="en-GB" dirty="0"/>
          </a:p>
        </p:txBody>
      </p:sp>
    </p:spTree>
    <p:extLst>
      <p:ext uri="{BB962C8B-B14F-4D97-AF65-F5344CB8AC3E}">
        <p14:creationId xmlns:p14="http://schemas.microsoft.com/office/powerpoint/2010/main" val="401684490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P13 | HEAD + 2 x Stats">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A8A5268C-DB42-36ED-0558-B1B96FE80F6B}"/>
              </a:ext>
            </a:extLst>
          </p:cNvPr>
          <p:cNvGrpSpPr>
            <a:grpSpLocks noGrp="1" noUngrp="1" noRot="1" noMove="1" noResize="1"/>
          </p:cNvGrpSpPr>
          <p:nvPr userDrawn="1"/>
        </p:nvGrpSpPr>
        <p:grpSpPr>
          <a:xfrm>
            <a:off x="6503972" y="4519753"/>
            <a:ext cx="5135546" cy="1229956"/>
            <a:chOff x="6503972" y="4519753"/>
            <a:chExt cx="5135546" cy="1229956"/>
          </a:xfrm>
        </p:grpSpPr>
        <p:sp>
          <p:nvSpPr>
            <p:cNvPr id="27" name="Rectangle 26">
              <a:extLst>
                <a:ext uri="{FF2B5EF4-FFF2-40B4-BE49-F238E27FC236}">
                  <a16:creationId xmlns:a16="http://schemas.microsoft.com/office/drawing/2014/main" id="{152838FB-C24F-983B-510E-F4CA691E6E68}"/>
                </a:ext>
              </a:extLst>
            </p:cNvPr>
            <p:cNvSpPr>
              <a:spLocks noGrp="1" noRot="1" noMove="1" noResize="1" noEditPoints="1" noAdjustHandles="1" noChangeArrowheads="1" noChangeShapeType="1"/>
            </p:cNvSpPr>
            <p:nvPr userDrawn="1"/>
          </p:nvSpPr>
          <p:spPr>
            <a:xfrm>
              <a:off x="6503972" y="4519753"/>
              <a:ext cx="1229956" cy="1229956"/>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7965E354-7F96-FD9B-84D5-8516102FE599}"/>
                </a:ext>
              </a:extLst>
            </p:cNvPr>
            <p:cNvSpPr>
              <a:spLocks noGrp="1" noRot="1" noMove="1" noResize="1" noEditPoints="1" noAdjustHandles="1" noChangeArrowheads="1" noChangeShapeType="1"/>
            </p:cNvSpPr>
            <p:nvPr userDrawn="1"/>
          </p:nvSpPr>
          <p:spPr>
            <a:xfrm>
              <a:off x="7733927" y="4519753"/>
              <a:ext cx="3905591" cy="1229956"/>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4" name="Group 33">
            <a:extLst>
              <a:ext uri="{FF2B5EF4-FFF2-40B4-BE49-F238E27FC236}">
                <a16:creationId xmlns:a16="http://schemas.microsoft.com/office/drawing/2014/main" id="{BCFC7795-E23D-B3CA-9E48-34F9C0C4EE20}"/>
              </a:ext>
            </a:extLst>
          </p:cNvPr>
          <p:cNvGrpSpPr>
            <a:grpSpLocks noGrp="1" noUngrp="1" noRot="1" noMove="1" noResize="1"/>
          </p:cNvGrpSpPr>
          <p:nvPr userDrawn="1"/>
        </p:nvGrpSpPr>
        <p:grpSpPr>
          <a:xfrm>
            <a:off x="6503972" y="3091603"/>
            <a:ext cx="5135546" cy="1229956"/>
            <a:chOff x="6503972" y="3091603"/>
            <a:chExt cx="5135546" cy="1229956"/>
          </a:xfrm>
        </p:grpSpPr>
        <p:sp>
          <p:nvSpPr>
            <p:cNvPr id="26" name="Rectangle 25">
              <a:extLst>
                <a:ext uri="{FF2B5EF4-FFF2-40B4-BE49-F238E27FC236}">
                  <a16:creationId xmlns:a16="http://schemas.microsoft.com/office/drawing/2014/main" id="{F00FBCC8-6D62-AFE0-3DE6-346BDF2FCD23}"/>
                </a:ext>
              </a:extLst>
            </p:cNvPr>
            <p:cNvSpPr>
              <a:spLocks noGrp="1" noRot="1" noMove="1" noResize="1" noEditPoints="1" noAdjustHandles="1" noChangeArrowheads="1" noChangeShapeType="1"/>
            </p:cNvSpPr>
            <p:nvPr userDrawn="1"/>
          </p:nvSpPr>
          <p:spPr>
            <a:xfrm>
              <a:off x="6503972" y="3091603"/>
              <a:ext cx="1229956" cy="1229956"/>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69017384-FCCB-5F07-2486-7B98C2C8A588}"/>
                </a:ext>
              </a:extLst>
            </p:cNvPr>
            <p:cNvSpPr>
              <a:spLocks noGrp="1" noRot="1" noMove="1" noResize="1" noEditPoints="1" noAdjustHandles="1" noChangeArrowheads="1" noChangeShapeType="1"/>
            </p:cNvSpPr>
            <p:nvPr userDrawn="1"/>
          </p:nvSpPr>
          <p:spPr>
            <a:xfrm>
              <a:off x="7733927" y="3091603"/>
              <a:ext cx="3905591" cy="1229956"/>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D45F96E3-75B8-A36A-E714-EB492A38E00D}"/>
              </a:ext>
            </a:extLst>
          </p:cNvPr>
          <p:cNvSpPr>
            <a:spLocks noGrp="1" noRot="1" noMove="1" noResize="1" noEditPoints="1" noAdjustHandles="1" noChangeArrowheads="1" noChangeShapeType="1"/>
          </p:cNvSpPr>
          <p:nvPr userDrawn="1"/>
        </p:nvSpPr>
        <p:spPr>
          <a:xfrm>
            <a:off x="0" y="0"/>
            <a:ext cx="5682953"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 Placeholder 15">
            <a:extLst>
              <a:ext uri="{FF2B5EF4-FFF2-40B4-BE49-F238E27FC236}">
                <a16:creationId xmlns:a16="http://schemas.microsoft.com/office/drawing/2014/main" id="{AE82A736-D26E-C0FD-4CD4-1C3E1F6D4BB4}"/>
              </a:ext>
            </a:extLst>
          </p:cNvPr>
          <p:cNvSpPr>
            <a:spLocks noGrp="1"/>
          </p:cNvSpPr>
          <p:nvPr>
            <p:ph type="body" sz="quarter" idx="57" hasCustomPrompt="1"/>
          </p:nvPr>
        </p:nvSpPr>
        <p:spPr>
          <a:xfrm>
            <a:off x="588166" y="1763293"/>
            <a:ext cx="4340409"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2 lines maximum. Insert text here.</a:t>
            </a:r>
            <a:endParaRPr lang="en-ZA" dirty="0"/>
          </a:p>
        </p:txBody>
      </p:sp>
      <p:sp>
        <p:nvSpPr>
          <p:cNvPr id="5" name="Title 1">
            <a:extLst>
              <a:ext uri="{FF2B5EF4-FFF2-40B4-BE49-F238E27FC236}">
                <a16:creationId xmlns:a16="http://schemas.microsoft.com/office/drawing/2014/main" id="{749143B2-FE72-E9AA-0456-7E5070D2E866}"/>
              </a:ext>
            </a:extLst>
          </p:cNvPr>
          <p:cNvSpPr>
            <a:spLocks noGrp="1"/>
          </p:cNvSpPr>
          <p:nvPr>
            <p:ph type="ctrTitle" hasCustomPrompt="1"/>
          </p:nvPr>
        </p:nvSpPr>
        <p:spPr>
          <a:xfrm>
            <a:off x="588166" y="526900"/>
            <a:ext cx="4340409"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HEADING</a:t>
            </a:r>
          </a:p>
        </p:txBody>
      </p:sp>
      <p:sp>
        <p:nvSpPr>
          <p:cNvPr id="6" name="Freeform 9">
            <a:extLst>
              <a:ext uri="{FF2B5EF4-FFF2-40B4-BE49-F238E27FC236}">
                <a16:creationId xmlns:a16="http://schemas.microsoft.com/office/drawing/2014/main" id="{53D6CED1-1BD8-F951-74DC-C1A7070998A2}"/>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7" name="Straight Connector 15">
            <a:extLst>
              <a:ext uri="{FF2B5EF4-FFF2-40B4-BE49-F238E27FC236}">
                <a16:creationId xmlns:a16="http://schemas.microsoft.com/office/drawing/2014/main" id="{F67C262B-41E1-4EA6-BFB6-35DA7D07678F}"/>
              </a:ext>
            </a:extLst>
          </p:cNvPr>
          <p:cNvCxnSpPr>
            <a:cxnSpLocks/>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3E4B04E3-AE5E-4B00-82AF-7848B4B0BE6B}"/>
              </a:ext>
            </a:extLst>
          </p:cNvPr>
          <p:cNvSpPr>
            <a:spLocks noGrp="1"/>
          </p:cNvSpPr>
          <p:nvPr>
            <p:ph type="body" sz="quarter" idx="59" hasCustomPrompt="1"/>
          </p:nvPr>
        </p:nvSpPr>
        <p:spPr>
          <a:xfrm>
            <a:off x="1105782" y="3435248"/>
            <a:ext cx="3305175" cy="923925"/>
          </a:xfrm>
          <a:prstGeom prst="rect">
            <a:avLst/>
          </a:prstGeom>
        </p:spPr>
        <p:txBody>
          <a:bodyPr anchor="b" anchorCtr="0"/>
          <a:lstStyle>
            <a:lvl1pPr marL="0" indent="0" algn="ctr">
              <a:buNone/>
              <a:defRPr sz="4800">
                <a:solidFill>
                  <a:schemeClr val="accent3"/>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70%</a:t>
            </a:r>
            <a:endParaRPr lang="en-GB" dirty="0"/>
          </a:p>
        </p:txBody>
      </p:sp>
      <p:sp>
        <p:nvSpPr>
          <p:cNvPr id="17" name="Text Placeholder 15">
            <a:extLst>
              <a:ext uri="{FF2B5EF4-FFF2-40B4-BE49-F238E27FC236}">
                <a16:creationId xmlns:a16="http://schemas.microsoft.com/office/drawing/2014/main" id="{31AA307B-F0D4-60F1-E1C7-6940C6F192D0}"/>
              </a:ext>
            </a:extLst>
          </p:cNvPr>
          <p:cNvSpPr>
            <a:spLocks noGrp="1"/>
          </p:cNvSpPr>
          <p:nvPr>
            <p:ph type="body" sz="quarter" idx="60" hasCustomPrompt="1"/>
          </p:nvPr>
        </p:nvSpPr>
        <p:spPr>
          <a:xfrm>
            <a:off x="1105781" y="4559198"/>
            <a:ext cx="3305175" cy="923925"/>
          </a:xfrm>
          <a:prstGeom prst="rect">
            <a:avLst/>
          </a:prstGeom>
        </p:spPr>
        <p:txBody>
          <a:bodyPr anchor="t" anchorCtr="0"/>
          <a:lstStyle>
            <a:lvl1pPr marL="0" indent="0" algn="ctr">
              <a:buNone/>
              <a:defRPr sz="4800">
                <a:solidFill>
                  <a:schemeClr val="accent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30%</a:t>
            </a:r>
            <a:endParaRPr lang="en-GB" dirty="0"/>
          </a:p>
        </p:txBody>
      </p:sp>
      <p:cxnSp>
        <p:nvCxnSpPr>
          <p:cNvPr id="21" name="Straight Connector 20">
            <a:extLst>
              <a:ext uri="{FF2B5EF4-FFF2-40B4-BE49-F238E27FC236}">
                <a16:creationId xmlns:a16="http://schemas.microsoft.com/office/drawing/2014/main" id="{854CAE57-8C42-D17C-68CF-255307AB53E1}"/>
              </a:ext>
            </a:extLst>
          </p:cNvPr>
          <p:cNvCxnSpPr>
            <a:cxnSpLocks noGrp="1" noRot="1" noMove="1" noResize="1" noEditPoints="1" noAdjustHandles="1" noChangeArrowheads="1" noChangeShapeType="1"/>
          </p:cNvCxnSpPr>
          <p:nvPr userDrawn="1"/>
        </p:nvCxnSpPr>
        <p:spPr>
          <a:xfrm>
            <a:off x="1843968" y="4422571"/>
            <a:ext cx="1828800" cy="0"/>
          </a:xfrm>
          <a:prstGeom prst="line">
            <a:avLst/>
          </a:prstGeom>
          <a:ln w="34925">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 Placeholder 4">
            <a:extLst>
              <a:ext uri="{FF2B5EF4-FFF2-40B4-BE49-F238E27FC236}">
                <a16:creationId xmlns:a16="http://schemas.microsoft.com/office/drawing/2014/main" id="{4C4BAAE7-8A1C-6420-AEB7-87E65A22A164}"/>
              </a:ext>
            </a:extLst>
          </p:cNvPr>
          <p:cNvSpPr>
            <a:spLocks noGrp="1"/>
          </p:cNvSpPr>
          <p:nvPr>
            <p:ph type="body" sz="quarter" idx="40" hasCustomPrompt="1"/>
          </p:nvPr>
        </p:nvSpPr>
        <p:spPr>
          <a:xfrm>
            <a:off x="6504328" y="988693"/>
            <a:ext cx="5135215" cy="205184"/>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25" name="Text Placeholder 24">
            <a:extLst>
              <a:ext uri="{FF2B5EF4-FFF2-40B4-BE49-F238E27FC236}">
                <a16:creationId xmlns:a16="http://schemas.microsoft.com/office/drawing/2014/main" id="{D61A34C2-9817-1989-39A1-8D6CFC39295B}"/>
              </a:ext>
            </a:extLst>
          </p:cNvPr>
          <p:cNvSpPr>
            <a:spLocks noGrp="1"/>
          </p:cNvSpPr>
          <p:nvPr>
            <p:ph type="body" sz="quarter" idx="61" hasCustomPrompt="1"/>
          </p:nvPr>
        </p:nvSpPr>
        <p:spPr>
          <a:xfrm>
            <a:off x="6503972" y="1780805"/>
            <a:ext cx="5135562" cy="889987"/>
          </a:xfrm>
          <a:prstGeom prst="rect">
            <a:avLst/>
          </a:prstGeom>
        </p:spPr>
        <p:txBody>
          <a:bodyPr lIns="0" tIns="0" rIns="0" bIns="0">
            <a:spAutoFit/>
          </a:bodyPr>
          <a:lstStyle>
            <a:lvl1pPr marL="0" indent="0">
              <a:buNone/>
              <a:defRPr sz="1100">
                <a:solidFill>
                  <a:schemeClr val="accent5">
                    <a:lumMod val="50000"/>
                  </a:schemeClr>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will tell the story of the two percentages you are highlighting on this slide. Click to edit your paragraph that will tell the story of the two percentages you are highlighting on this slide. </a:t>
            </a:r>
            <a:endParaRPr lang="en-GB"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will tell the story of the two percentages you are highlighting on this slide. </a:t>
            </a:r>
            <a:endParaRPr lang="en-GB" dirty="0"/>
          </a:p>
        </p:txBody>
      </p:sp>
      <p:sp>
        <p:nvSpPr>
          <p:cNvPr id="30" name="Text Placeholder 24">
            <a:extLst>
              <a:ext uri="{FF2B5EF4-FFF2-40B4-BE49-F238E27FC236}">
                <a16:creationId xmlns:a16="http://schemas.microsoft.com/office/drawing/2014/main" id="{DADFBDAC-89A0-3F21-43C6-49762E27A6D8}"/>
              </a:ext>
            </a:extLst>
          </p:cNvPr>
          <p:cNvSpPr>
            <a:spLocks noGrp="1"/>
          </p:cNvSpPr>
          <p:nvPr>
            <p:ph type="body" sz="quarter" idx="62" hasCustomPrompt="1"/>
          </p:nvPr>
        </p:nvSpPr>
        <p:spPr>
          <a:xfrm>
            <a:off x="7967138" y="3325707"/>
            <a:ext cx="3439170" cy="761747"/>
          </a:xfrm>
          <a:prstGeom prst="rect">
            <a:avLst/>
          </a:prstGeom>
        </p:spPr>
        <p:txBody>
          <a:bodyPr wrap="square" lIns="0" tIns="0" rIns="0" bIns="0" anchor="ctr" anchorCtr="0">
            <a:spAutoFit/>
          </a:bodyPr>
          <a:lstStyle>
            <a:lvl1pPr marL="0" indent="0">
              <a:buNone/>
              <a:defRPr sz="1100">
                <a:solidFill>
                  <a:schemeClr val="accent1"/>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shares more specific detail about the first percentage. No longer than 5 lines of copy will fit this space. Click to edit your paragraph that shares more specific detail about the first percentage. No longer than 5 lines of copy will fit this space.</a:t>
            </a:r>
            <a:r>
              <a:rPr lang="en-GB" dirty="0"/>
              <a:t> </a:t>
            </a:r>
          </a:p>
        </p:txBody>
      </p:sp>
      <p:sp>
        <p:nvSpPr>
          <p:cNvPr id="31" name="Text Placeholder 15">
            <a:extLst>
              <a:ext uri="{FF2B5EF4-FFF2-40B4-BE49-F238E27FC236}">
                <a16:creationId xmlns:a16="http://schemas.microsoft.com/office/drawing/2014/main" id="{A4EE8650-CC84-B155-81AB-F2BA37D6C6CD}"/>
              </a:ext>
            </a:extLst>
          </p:cNvPr>
          <p:cNvSpPr>
            <a:spLocks noGrp="1"/>
          </p:cNvSpPr>
          <p:nvPr>
            <p:ph type="body" sz="quarter" idx="63" hasCustomPrompt="1"/>
          </p:nvPr>
        </p:nvSpPr>
        <p:spPr>
          <a:xfrm>
            <a:off x="6503972" y="3091603"/>
            <a:ext cx="1229955" cy="1229955"/>
          </a:xfrm>
          <a:prstGeom prst="rect">
            <a:avLst/>
          </a:prstGeom>
        </p:spPr>
        <p:txBody>
          <a:bodyPr lIns="0" tIns="36000" rIns="0" bIns="0" anchor="ctr" anchorCtr="0"/>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70%</a:t>
            </a:r>
            <a:endParaRPr lang="en-GB" dirty="0"/>
          </a:p>
        </p:txBody>
      </p:sp>
      <p:sp>
        <p:nvSpPr>
          <p:cNvPr id="32" name="Text Placeholder 15">
            <a:extLst>
              <a:ext uri="{FF2B5EF4-FFF2-40B4-BE49-F238E27FC236}">
                <a16:creationId xmlns:a16="http://schemas.microsoft.com/office/drawing/2014/main" id="{E2EE1E8A-8231-556A-E098-B92B2C8AA549}"/>
              </a:ext>
            </a:extLst>
          </p:cNvPr>
          <p:cNvSpPr>
            <a:spLocks noGrp="1"/>
          </p:cNvSpPr>
          <p:nvPr>
            <p:ph type="body" sz="quarter" idx="64" hasCustomPrompt="1"/>
          </p:nvPr>
        </p:nvSpPr>
        <p:spPr>
          <a:xfrm>
            <a:off x="6503972" y="4519752"/>
            <a:ext cx="1229955" cy="1229955"/>
          </a:xfrm>
          <a:prstGeom prst="rect">
            <a:avLst/>
          </a:prstGeom>
        </p:spPr>
        <p:txBody>
          <a:bodyPr lIns="0" tIns="36000" rIns="0" bIns="0" anchor="ctr" anchorCtr="0"/>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30%</a:t>
            </a:r>
            <a:endParaRPr lang="en-GB" dirty="0"/>
          </a:p>
        </p:txBody>
      </p:sp>
      <p:sp>
        <p:nvSpPr>
          <p:cNvPr id="33" name="Text Placeholder 24">
            <a:extLst>
              <a:ext uri="{FF2B5EF4-FFF2-40B4-BE49-F238E27FC236}">
                <a16:creationId xmlns:a16="http://schemas.microsoft.com/office/drawing/2014/main" id="{50857092-37ED-87D2-9D1D-1C339139BB54}"/>
              </a:ext>
            </a:extLst>
          </p:cNvPr>
          <p:cNvSpPr>
            <a:spLocks noGrp="1"/>
          </p:cNvSpPr>
          <p:nvPr>
            <p:ph type="body" sz="quarter" idx="65" hasCustomPrompt="1"/>
          </p:nvPr>
        </p:nvSpPr>
        <p:spPr>
          <a:xfrm>
            <a:off x="7967136" y="4753855"/>
            <a:ext cx="3439170" cy="761747"/>
          </a:xfrm>
          <a:prstGeom prst="rect">
            <a:avLst/>
          </a:prstGeom>
        </p:spPr>
        <p:txBody>
          <a:bodyPr wrap="square" lIns="0" tIns="0" rIns="0" bIns="0" anchor="ctr" anchorCtr="0">
            <a:spAutoFit/>
          </a:bodyPr>
          <a:lstStyle>
            <a:lvl1pPr marL="0" indent="0">
              <a:buNone/>
              <a:defRPr sz="1100">
                <a:solidFill>
                  <a:schemeClr val="accent2"/>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shares more specific detail about the first percentage. No longer than 5 lines of copy will fit this space. Click to edit your paragraph that shares more specific detail about the first percentage. No longer than 5 lines of copy will fit this space.</a:t>
            </a:r>
            <a:r>
              <a:rPr lang="en-GB" dirty="0"/>
              <a:t> </a:t>
            </a:r>
          </a:p>
        </p:txBody>
      </p:sp>
    </p:spTree>
    <p:extLst>
      <p:ext uri="{BB962C8B-B14F-4D97-AF65-F5344CB8AC3E}">
        <p14:creationId xmlns:p14="http://schemas.microsoft.com/office/powerpoint/2010/main" val="230175518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P13 | HEAD + 3 x Stat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F9DA8B-E2F0-68B7-0AAD-67AF7C6DB878}"/>
              </a:ext>
            </a:extLst>
          </p:cNvPr>
          <p:cNvSpPr>
            <a:spLocks noGrp="1" noRot="1" noMove="1" noResize="1" noEditPoints="1" noAdjustHandles="1" noChangeArrowheads="1" noChangeShapeType="1"/>
          </p:cNvSpPr>
          <p:nvPr userDrawn="1"/>
        </p:nvSpPr>
        <p:spPr>
          <a:xfrm>
            <a:off x="0" y="1733678"/>
            <a:ext cx="12192000" cy="5124322"/>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Text Placeholder 15">
            <a:extLst>
              <a:ext uri="{FF2B5EF4-FFF2-40B4-BE49-F238E27FC236}">
                <a16:creationId xmlns:a16="http://schemas.microsoft.com/office/drawing/2014/main" id="{E2D48D9C-369A-6276-061E-718E5CFC2F99}"/>
              </a:ext>
            </a:extLst>
          </p:cNvPr>
          <p:cNvSpPr>
            <a:spLocks noGrp="1"/>
          </p:cNvSpPr>
          <p:nvPr>
            <p:ph type="body" sz="quarter" idx="72" hasCustomPrompt="1"/>
          </p:nvPr>
        </p:nvSpPr>
        <p:spPr>
          <a:xfrm>
            <a:off x="816332" y="4350069"/>
            <a:ext cx="3161606" cy="94532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2" name="Title 1">
            <a:extLst>
              <a:ext uri="{FF2B5EF4-FFF2-40B4-BE49-F238E27FC236}">
                <a16:creationId xmlns:a16="http://schemas.microsoft.com/office/drawing/2014/main" id="{FD8ABA2F-1866-0C6D-DFBA-10CF55F485F7}"/>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l">
              <a:defRPr sz="2400" b="1" spc="40" baseline="0">
                <a:solidFill>
                  <a:schemeClr val="accent1"/>
                </a:solidFill>
              </a:defRPr>
            </a:lvl1pPr>
          </a:lstStyle>
          <a:p>
            <a:r>
              <a:rPr lang="en-GB" noProof="0"/>
              <a:t>CLICK TO INSERT ONE LINE HEADING</a:t>
            </a:r>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88166"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4">
            <a:extLst>
              <a:ext uri="{FF2B5EF4-FFF2-40B4-BE49-F238E27FC236}">
                <a16:creationId xmlns:a16="http://schemas.microsoft.com/office/drawing/2014/main" id="{0CE98A85-0F23-B4F7-9263-8293DAE70159}"/>
              </a:ext>
            </a:extLst>
          </p:cNvPr>
          <p:cNvSpPr>
            <a:spLocks noGrp="1"/>
          </p:cNvSpPr>
          <p:nvPr>
            <p:ph type="body" sz="quarter" idx="40" hasCustomPrompt="1"/>
          </p:nvPr>
        </p:nvSpPr>
        <p:spPr>
          <a:xfrm>
            <a:off x="588166" y="1007744"/>
            <a:ext cx="11051375" cy="205184"/>
          </a:xfrm>
          <a:prstGeom prst="rect">
            <a:avLst/>
          </a:prstGeom>
        </p:spPr>
        <p:txBody>
          <a:bodyPr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edit Sub-heading</a:t>
            </a:r>
          </a:p>
        </p:txBody>
      </p:sp>
      <p:sp>
        <p:nvSpPr>
          <p:cNvPr id="10" name="Oval 9">
            <a:extLst>
              <a:ext uri="{FF2B5EF4-FFF2-40B4-BE49-F238E27FC236}">
                <a16:creationId xmlns:a16="http://schemas.microsoft.com/office/drawing/2014/main" id="{60204D2D-B6A6-CCEA-B261-34FCD449ECE8}"/>
              </a:ext>
            </a:extLst>
          </p:cNvPr>
          <p:cNvSpPr>
            <a:spLocks noGrp="1" noRot="1" noMove="1" noResize="1" noEditPoints="1" noAdjustHandles="1" noChangeArrowheads="1" noChangeShapeType="1"/>
          </p:cNvSpPr>
          <p:nvPr userDrawn="1"/>
        </p:nvSpPr>
        <p:spPr>
          <a:xfrm>
            <a:off x="816333" y="2338982"/>
            <a:ext cx="360000" cy="360000"/>
          </a:xfrm>
          <a:prstGeom prst="ellipse">
            <a:avLst/>
          </a:prstGeom>
          <a:solidFill>
            <a:schemeClr val="accent2"/>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01</a:t>
            </a:r>
          </a:p>
        </p:txBody>
      </p:sp>
      <p:sp>
        <p:nvSpPr>
          <p:cNvPr id="24" name="Text Placeholder 15">
            <a:extLst>
              <a:ext uri="{FF2B5EF4-FFF2-40B4-BE49-F238E27FC236}">
                <a16:creationId xmlns:a16="http://schemas.microsoft.com/office/drawing/2014/main" id="{FBED8F70-6A83-6A79-C597-AC07FA07FA0C}"/>
              </a:ext>
            </a:extLst>
          </p:cNvPr>
          <p:cNvSpPr>
            <a:spLocks noGrp="1"/>
          </p:cNvSpPr>
          <p:nvPr>
            <p:ph type="body" sz="quarter" idx="59" hasCustomPrompt="1"/>
          </p:nvPr>
        </p:nvSpPr>
        <p:spPr>
          <a:xfrm>
            <a:off x="816332" y="3257727"/>
            <a:ext cx="3161605" cy="923925"/>
          </a:xfrm>
          <a:prstGeom prst="rect">
            <a:avLst/>
          </a:prstGeom>
        </p:spPr>
        <p:txBody>
          <a:bodyPr lIns="0" tIns="0" rIns="0" bIns="0" anchor="b" anchorCtr="0"/>
          <a:lstStyle>
            <a:lvl1pPr marL="0" indent="0" algn="l">
              <a:buNone/>
              <a:defRPr sz="6600">
                <a:solidFill>
                  <a:schemeClr val="accent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56%</a:t>
            </a:r>
            <a:endParaRPr lang="en-GB" dirty="0"/>
          </a:p>
        </p:txBody>
      </p:sp>
      <p:sp>
        <p:nvSpPr>
          <p:cNvPr id="28" name="Text Placeholder 4">
            <a:extLst>
              <a:ext uri="{FF2B5EF4-FFF2-40B4-BE49-F238E27FC236}">
                <a16:creationId xmlns:a16="http://schemas.microsoft.com/office/drawing/2014/main" id="{6E7C9454-95FA-D867-0096-73287630F843}"/>
              </a:ext>
            </a:extLst>
          </p:cNvPr>
          <p:cNvSpPr>
            <a:spLocks noGrp="1"/>
          </p:cNvSpPr>
          <p:nvPr>
            <p:ph type="body" sz="quarter" idx="71" hasCustomPrompt="1"/>
          </p:nvPr>
        </p:nvSpPr>
        <p:spPr>
          <a:xfrm>
            <a:off x="1371348" y="2420381"/>
            <a:ext cx="2606585"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2"/>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1</a:t>
            </a:r>
          </a:p>
        </p:txBody>
      </p:sp>
      <p:sp>
        <p:nvSpPr>
          <p:cNvPr id="32" name="Text Placeholder 22">
            <a:extLst>
              <a:ext uri="{FF2B5EF4-FFF2-40B4-BE49-F238E27FC236}">
                <a16:creationId xmlns:a16="http://schemas.microsoft.com/office/drawing/2014/main" id="{22DFB2A7-19D8-201D-D1B6-2DF4C112A974}"/>
              </a:ext>
            </a:extLst>
          </p:cNvPr>
          <p:cNvSpPr>
            <a:spLocks noGrp="1"/>
          </p:cNvSpPr>
          <p:nvPr>
            <p:ph type="body" sz="quarter" idx="67" hasCustomPrompt="1"/>
          </p:nvPr>
        </p:nvSpPr>
        <p:spPr>
          <a:xfrm>
            <a:off x="816332" y="5917916"/>
            <a:ext cx="3161599" cy="307777"/>
          </a:xfrm>
          <a:prstGeom prst="rect">
            <a:avLst/>
          </a:prstGeom>
        </p:spPr>
        <p:txBody>
          <a:bodyPr wrap="square" lIns="0" tIns="0" rIns="0" bIns="0">
            <a:spAutoFit/>
          </a:bodyPr>
          <a:lstStyle>
            <a:lvl1pPr marL="0" indent="0" algn="l">
              <a:lnSpc>
                <a:spcPts val="1200"/>
              </a:lnSpc>
              <a:spcBef>
                <a:spcPts val="400"/>
              </a:spcBef>
              <a:buNone/>
              <a:defRPr sz="1000">
                <a:solidFill>
                  <a:srgbClr val="A1B3CA"/>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secondary text here. Click to edit your secondary text here. Click to edit your secondary text here. </a:t>
            </a:r>
            <a:endParaRPr lang="en-ZA" dirty="0"/>
          </a:p>
        </p:txBody>
      </p:sp>
      <p:sp>
        <p:nvSpPr>
          <p:cNvPr id="34" name="Text Placeholder 15">
            <a:extLst>
              <a:ext uri="{FF2B5EF4-FFF2-40B4-BE49-F238E27FC236}">
                <a16:creationId xmlns:a16="http://schemas.microsoft.com/office/drawing/2014/main" id="{A22E1F3A-32B7-9F03-67D5-E7F0B5579946}"/>
              </a:ext>
            </a:extLst>
          </p:cNvPr>
          <p:cNvSpPr>
            <a:spLocks noGrp="1"/>
          </p:cNvSpPr>
          <p:nvPr>
            <p:ph type="body" sz="quarter" idx="73" hasCustomPrompt="1"/>
          </p:nvPr>
        </p:nvSpPr>
        <p:spPr>
          <a:xfrm>
            <a:off x="4651369" y="4350069"/>
            <a:ext cx="3161606" cy="94532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35" name="Oval 34">
            <a:extLst>
              <a:ext uri="{FF2B5EF4-FFF2-40B4-BE49-F238E27FC236}">
                <a16:creationId xmlns:a16="http://schemas.microsoft.com/office/drawing/2014/main" id="{C5B04BC2-8E30-FB0A-2B55-716001C15C62}"/>
              </a:ext>
            </a:extLst>
          </p:cNvPr>
          <p:cNvSpPr>
            <a:spLocks noGrp="1" noRot="1" noMove="1" noResize="1" noEditPoints="1" noAdjustHandles="1" noChangeArrowheads="1" noChangeShapeType="1"/>
          </p:cNvSpPr>
          <p:nvPr userDrawn="1"/>
        </p:nvSpPr>
        <p:spPr>
          <a:xfrm>
            <a:off x="4651370" y="2338982"/>
            <a:ext cx="360000" cy="360000"/>
          </a:xfrm>
          <a:prstGeom prst="ellipse">
            <a:avLst/>
          </a:prstGeom>
          <a:solidFill>
            <a:schemeClr val="accent4"/>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02</a:t>
            </a:r>
          </a:p>
        </p:txBody>
      </p:sp>
      <p:sp>
        <p:nvSpPr>
          <p:cNvPr id="36" name="Text Placeholder 15">
            <a:extLst>
              <a:ext uri="{FF2B5EF4-FFF2-40B4-BE49-F238E27FC236}">
                <a16:creationId xmlns:a16="http://schemas.microsoft.com/office/drawing/2014/main" id="{8C9EA728-E142-B105-E273-C4667DD07E84}"/>
              </a:ext>
            </a:extLst>
          </p:cNvPr>
          <p:cNvSpPr>
            <a:spLocks noGrp="1"/>
          </p:cNvSpPr>
          <p:nvPr>
            <p:ph type="body" sz="quarter" idx="74" hasCustomPrompt="1"/>
          </p:nvPr>
        </p:nvSpPr>
        <p:spPr>
          <a:xfrm>
            <a:off x="4651369" y="3257727"/>
            <a:ext cx="3161605" cy="923925"/>
          </a:xfrm>
          <a:prstGeom prst="rect">
            <a:avLst/>
          </a:prstGeom>
        </p:spPr>
        <p:txBody>
          <a:bodyPr lIns="0" tIns="0" rIns="0" bIns="0" anchor="b" anchorCtr="0"/>
          <a:lstStyle>
            <a:lvl1pPr marL="0" indent="0" algn="l">
              <a:buNone/>
              <a:defRPr sz="6600">
                <a:solidFill>
                  <a:schemeClr val="accent4"/>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83%</a:t>
            </a:r>
            <a:endParaRPr lang="en-GB" dirty="0"/>
          </a:p>
        </p:txBody>
      </p:sp>
      <p:sp>
        <p:nvSpPr>
          <p:cNvPr id="37" name="Text Placeholder 4">
            <a:extLst>
              <a:ext uri="{FF2B5EF4-FFF2-40B4-BE49-F238E27FC236}">
                <a16:creationId xmlns:a16="http://schemas.microsoft.com/office/drawing/2014/main" id="{BC6C9632-335F-727B-C720-424EB3DB6F7A}"/>
              </a:ext>
            </a:extLst>
          </p:cNvPr>
          <p:cNvSpPr>
            <a:spLocks noGrp="1"/>
          </p:cNvSpPr>
          <p:nvPr>
            <p:ph type="body" sz="quarter" idx="75" hasCustomPrompt="1"/>
          </p:nvPr>
        </p:nvSpPr>
        <p:spPr>
          <a:xfrm>
            <a:off x="5206385" y="2420381"/>
            <a:ext cx="2606585"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4"/>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2</a:t>
            </a:r>
          </a:p>
        </p:txBody>
      </p:sp>
      <p:sp>
        <p:nvSpPr>
          <p:cNvPr id="38" name="Text Placeholder 22">
            <a:extLst>
              <a:ext uri="{FF2B5EF4-FFF2-40B4-BE49-F238E27FC236}">
                <a16:creationId xmlns:a16="http://schemas.microsoft.com/office/drawing/2014/main" id="{9C0FAD13-61FF-D4D1-7F7C-E4D218467BE2}"/>
              </a:ext>
            </a:extLst>
          </p:cNvPr>
          <p:cNvSpPr>
            <a:spLocks noGrp="1"/>
          </p:cNvSpPr>
          <p:nvPr>
            <p:ph type="body" sz="quarter" idx="76" hasCustomPrompt="1"/>
          </p:nvPr>
        </p:nvSpPr>
        <p:spPr>
          <a:xfrm>
            <a:off x="4651369" y="5917916"/>
            <a:ext cx="3161599" cy="307777"/>
          </a:xfrm>
          <a:prstGeom prst="rect">
            <a:avLst/>
          </a:prstGeom>
        </p:spPr>
        <p:txBody>
          <a:bodyPr wrap="square" lIns="0" tIns="0" rIns="0" bIns="0">
            <a:spAutoFit/>
          </a:bodyPr>
          <a:lstStyle>
            <a:lvl1pPr marL="0" indent="0" algn="l">
              <a:lnSpc>
                <a:spcPts val="1200"/>
              </a:lnSpc>
              <a:spcBef>
                <a:spcPts val="400"/>
              </a:spcBef>
              <a:buNone/>
              <a:defRPr sz="1000">
                <a:solidFill>
                  <a:schemeClr val="bg2">
                    <a:lumMod val="75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secondary text here. Click to edit your secondary text here. Click to edit your secondary text here. </a:t>
            </a:r>
            <a:endParaRPr lang="en-ZA" dirty="0"/>
          </a:p>
        </p:txBody>
      </p:sp>
      <p:sp>
        <p:nvSpPr>
          <p:cNvPr id="39" name="Text Placeholder 15">
            <a:extLst>
              <a:ext uri="{FF2B5EF4-FFF2-40B4-BE49-F238E27FC236}">
                <a16:creationId xmlns:a16="http://schemas.microsoft.com/office/drawing/2014/main" id="{6A74D482-268B-0421-EF82-02F10893B3E9}"/>
              </a:ext>
            </a:extLst>
          </p:cNvPr>
          <p:cNvSpPr>
            <a:spLocks noGrp="1"/>
          </p:cNvSpPr>
          <p:nvPr>
            <p:ph type="body" sz="quarter" idx="77" hasCustomPrompt="1"/>
          </p:nvPr>
        </p:nvSpPr>
        <p:spPr>
          <a:xfrm>
            <a:off x="8491578" y="4350069"/>
            <a:ext cx="3161606" cy="945323"/>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40" name="Oval 39">
            <a:extLst>
              <a:ext uri="{FF2B5EF4-FFF2-40B4-BE49-F238E27FC236}">
                <a16:creationId xmlns:a16="http://schemas.microsoft.com/office/drawing/2014/main" id="{CCBB9384-A3D2-CE89-2B41-346AC99201D7}"/>
              </a:ext>
            </a:extLst>
          </p:cNvPr>
          <p:cNvSpPr>
            <a:spLocks noGrp="1" noRot="1" noMove="1" noResize="1" noEditPoints="1" noAdjustHandles="1" noChangeArrowheads="1" noChangeShapeType="1"/>
          </p:cNvSpPr>
          <p:nvPr userDrawn="1"/>
        </p:nvSpPr>
        <p:spPr>
          <a:xfrm>
            <a:off x="8491579" y="2338982"/>
            <a:ext cx="360000" cy="360000"/>
          </a:xfrm>
          <a:prstGeom prst="ellipse">
            <a:avLst/>
          </a:prstGeom>
          <a:solidFill>
            <a:schemeClr val="accent6"/>
          </a:solidFill>
          <a:ln w="19050">
            <a:solidFill>
              <a:schemeClr val="bg1"/>
            </a:solidFill>
          </a:ln>
          <a:effectLst>
            <a:outerShdw blurRad="50800" dist="38100" dir="2700000" algn="tl" rotWithShape="0">
              <a:prstClr val="black">
                <a:alpha val="20361"/>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r>
              <a:rPr lang="en-ZA" sz="1050" b="1" dirty="0">
                <a:solidFill>
                  <a:schemeClr val="bg1"/>
                </a:solidFill>
                <a:latin typeface="+mj-lt"/>
              </a:rPr>
              <a:t>03</a:t>
            </a:r>
          </a:p>
        </p:txBody>
      </p:sp>
      <p:sp>
        <p:nvSpPr>
          <p:cNvPr id="41" name="Text Placeholder 15">
            <a:extLst>
              <a:ext uri="{FF2B5EF4-FFF2-40B4-BE49-F238E27FC236}">
                <a16:creationId xmlns:a16="http://schemas.microsoft.com/office/drawing/2014/main" id="{540D27BE-145C-400A-6BCC-91A80AF5623B}"/>
              </a:ext>
            </a:extLst>
          </p:cNvPr>
          <p:cNvSpPr>
            <a:spLocks noGrp="1"/>
          </p:cNvSpPr>
          <p:nvPr>
            <p:ph type="body" sz="quarter" idx="78" hasCustomPrompt="1"/>
          </p:nvPr>
        </p:nvSpPr>
        <p:spPr>
          <a:xfrm>
            <a:off x="8491578" y="3257727"/>
            <a:ext cx="3161605" cy="923925"/>
          </a:xfrm>
          <a:prstGeom prst="rect">
            <a:avLst/>
          </a:prstGeom>
        </p:spPr>
        <p:txBody>
          <a:bodyPr lIns="0" tIns="0" rIns="0" bIns="0" anchor="b" anchorCtr="0"/>
          <a:lstStyle>
            <a:lvl1pPr marL="0" indent="0" algn="l">
              <a:buNone/>
              <a:defRPr sz="6600">
                <a:solidFill>
                  <a:schemeClr val="accent6"/>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37%</a:t>
            </a:r>
            <a:endParaRPr lang="en-GB" dirty="0"/>
          </a:p>
        </p:txBody>
      </p:sp>
      <p:sp>
        <p:nvSpPr>
          <p:cNvPr id="42" name="Text Placeholder 4">
            <a:extLst>
              <a:ext uri="{FF2B5EF4-FFF2-40B4-BE49-F238E27FC236}">
                <a16:creationId xmlns:a16="http://schemas.microsoft.com/office/drawing/2014/main" id="{DEE51841-6B17-DA05-9E77-599843A3D230}"/>
              </a:ext>
            </a:extLst>
          </p:cNvPr>
          <p:cNvSpPr>
            <a:spLocks noGrp="1"/>
          </p:cNvSpPr>
          <p:nvPr>
            <p:ph type="body" sz="quarter" idx="79" hasCustomPrompt="1"/>
          </p:nvPr>
        </p:nvSpPr>
        <p:spPr>
          <a:xfrm>
            <a:off x="9046594" y="2420381"/>
            <a:ext cx="2606585" cy="187039"/>
          </a:xfrm>
          <a:prstGeom prst="rect">
            <a:avLst/>
          </a:prstGeom>
        </p:spPr>
        <p:txBody>
          <a:bodyPr wrap="square" lIns="0" tIns="0" rIns="0" bIns="0" anchor="ctr" anchorCtr="0">
            <a:spAutoFit/>
          </a:bodyPr>
          <a:lstStyle>
            <a:lvl1pPr marL="0" indent="0">
              <a:lnSpc>
                <a:spcPts val="1600"/>
              </a:lnSpc>
              <a:buFont typeface="Calibri" panose="020F0502020204030204" pitchFamily="34" charset="0"/>
              <a:buNone/>
              <a:defRPr sz="1100" b="1" spc="30" baseline="0">
                <a:solidFill>
                  <a:schemeClr val="accent6"/>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HEADING 3</a:t>
            </a:r>
          </a:p>
        </p:txBody>
      </p:sp>
      <p:sp>
        <p:nvSpPr>
          <p:cNvPr id="43" name="Text Placeholder 22">
            <a:extLst>
              <a:ext uri="{FF2B5EF4-FFF2-40B4-BE49-F238E27FC236}">
                <a16:creationId xmlns:a16="http://schemas.microsoft.com/office/drawing/2014/main" id="{B4E776F3-C3C0-720A-33D9-099EFCE25BAB}"/>
              </a:ext>
            </a:extLst>
          </p:cNvPr>
          <p:cNvSpPr>
            <a:spLocks noGrp="1"/>
          </p:cNvSpPr>
          <p:nvPr>
            <p:ph type="body" sz="quarter" idx="80" hasCustomPrompt="1"/>
          </p:nvPr>
        </p:nvSpPr>
        <p:spPr>
          <a:xfrm>
            <a:off x="8491578" y="5917916"/>
            <a:ext cx="3161599" cy="307777"/>
          </a:xfrm>
          <a:prstGeom prst="rect">
            <a:avLst/>
          </a:prstGeom>
        </p:spPr>
        <p:txBody>
          <a:bodyPr wrap="square" lIns="0" tIns="0" rIns="0" bIns="0">
            <a:spAutoFit/>
          </a:bodyPr>
          <a:lstStyle>
            <a:lvl1pPr marL="0" indent="0" algn="l">
              <a:lnSpc>
                <a:spcPts val="1200"/>
              </a:lnSpc>
              <a:spcBef>
                <a:spcPts val="400"/>
              </a:spcBef>
              <a:buNone/>
              <a:defRPr sz="1000">
                <a:solidFill>
                  <a:schemeClr val="bg2">
                    <a:lumMod val="75000"/>
                  </a:schemeClr>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marL="0" marR="0" lvl="0" indent="0" algn="l" defTabSz="914400" rtl="0" eaLnBrk="1" fontAlgn="auto" latinLnBrk="0" hangingPunct="1">
              <a:lnSpc>
                <a:spcPts val="1200"/>
              </a:lnSpc>
              <a:spcBef>
                <a:spcPts val="400"/>
              </a:spcBef>
              <a:spcAft>
                <a:spcPts val="0"/>
              </a:spcAft>
              <a:buClrTx/>
              <a:buSzTx/>
              <a:buFont typeface="Arial" panose="020B0604020202020204" pitchFamily="34" charset="0"/>
              <a:buNone/>
              <a:tabLst/>
              <a:defRPr/>
            </a:pPr>
            <a:r>
              <a:rPr lang="en-US" dirty="0"/>
              <a:t>Click to edit your secondary text here. Click to edit your secondary text here. Click to edit your secondary text here. </a:t>
            </a:r>
            <a:endParaRPr lang="en-ZA" dirty="0"/>
          </a:p>
        </p:txBody>
      </p:sp>
    </p:spTree>
    <p:extLst>
      <p:ext uri="{BB962C8B-B14F-4D97-AF65-F5344CB8AC3E}">
        <p14:creationId xmlns:p14="http://schemas.microsoft.com/office/powerpoint/2010/main" val="90195169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P13 | HEAD + 5 x Stats">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40D4EE3-1732-79C9-9513-CB66090B1DED}"/>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962650" y="0"/>
            <a:ext cx="6229350" cy="6858000"/>
          </a:xfrm>
          <a:prstGeom prst="rect">
            <a:avLst/>
          </a:prstGeom>
        </p:spPr>
      </p:pic>
      <p:sp>
        <p:nvSpPr>
          <p:cNvPr id="37" name="Text Placeholder 36">
            <a:extLst>
              <a:ext uri="{FF2B5EF4-FFF2-40B4-BE49-F238E27FC236}">
                <a16:creationId xmlns:a16="http://schemas.microsoft.com/office/drawing/2014/main" id="{238D0AF9-4172-AE28-53A0-0389C6370E7A}"/>
              </a:ext>
            </a:extLst>
          </p:cNvPr>
          <p:cNvSpPr>
            <a:spLocks noGrp="1"/>
          </p:cNvSpPr>
          <p:nvPr>
            <p:ph type="body" sz="quarter" idx="71" hasCustomPrompt="1"/>
          </p:nvPr>
        </p:nvSpPr>
        <p:spPr>
          <a:xfrm>
            <a:off x="6835774" y="1789513"/>
            <a:ext cx="4803311" cy="457048"/>
          </a:xfrm>
          <a:prstGeom prst="rect">
            <a:avLst/>
          </a:prstGeom>
        </p:spPr>
        <p:txBody>
          <a:bodyPr lIns="0" tIns="0" rIns="0" bIns="0">
            <a:spAutoFit/>
          </a:bodyPr>
          <a:lstStyle>
            <a:lvl1pPr marL="0" indent="0" algn="ctr">
              <a:spcBef>
                <a:spcPts val="600"/>
              </a:spcBef>
              <a:buNone/>
              <a:defRPr sz="1100">
                <a:solidFill>
                  <a:schemeClr val="accent5"/>
                </a:solidFill>
              </a:defRPr>
            </a:lvl1pPr>
            <a:lvl2pPr marL="457200" indent="0" algn="ctr">
              <a:spcBef>
                <a:spcPts val="600"/>
              </a:spcBef>
              <a:buNone/>
              <a:defRPr sz="1100"/>
            </a:lvl2pPr>
            <a:lvl3pPr marL="914400" indent="0" algn="ctr">
              <a:spcBef>
                <a:spcPts val="600"/>
              </a:spcBef>
              <a:buNone/>
              <a:defRPr sz="1100"/>
            </a:lvl3pPr>
            <a:lvl4pPr marL="1371600" indent="0" algn="ctr">
              <a:spcBef>
                <a:spcPts val="600"/>
              </a:spcBef>
              <a:buNone/>
              <a:defRPr sz="1100"/>
            </a:lvl4pPr>
            <a:lvl5pPr marL="1828800" indent="0" algn="ctr">
              <a:spcBef>
                <a:spcPts val="600"/>
              </a:spcBef>
              <a:buNone/>
              <a:defRPr sz="1100"/>
            </a:lvl5pPr>
          </a:lstStyle>
          <a:p>
            <a:pPr marL="0" marR="0" lvl="0" indent="0" algn="ctr"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lang="en-US" dirty="0"/>
              <a:t>Click to edit your paragraph that introduces the story on this slide. No longer than three 3 lines of copy should go here. Click to edit your paragraph that introduces the story on this slide. No longer than three 3 lines of copy should go here. </a:t>
            </a:r>
            <a:endParaRPr lang="en-GB"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6" name="Text Placeholder 15">
            <a:extLst>
              <a:ext uri="{FF2B5EF4-FFF2-40B4-BE49-F238E27FC236}">
                <a16:creationId xmlns:a16="http://schemas.microsoft.com/office/drawing/2014/main" id="{F2E45C39-9250-AEFF-43E5-CFB96CE2A57A}"/>
              </a:ext>
            </a:extLst>
          </p:cNvPr>
          <p:cNvSpPr>
            <a:spLocks noGrp="1"/>
          </p:cNvSpPr>
          <p:nvPr>
            <p:ph type="body" sz="quarter" idx="57" hasCustomPrompt="1"/>
          </p:nvPr>
        </p:nvSpPr>
        <p:spPr>
          <a:xfrm>
            <a:off x="588166" y="1763293"/>
            <a:ext cx="5374484" cy="368242"/>
          </a:xfrm>
          <a:prstGeom prst="rect">
            <a:avLst/>
          </a:prstGeom>
        </p:spPr>
        <p:txBody>
          <a:bodyPr wrap="square"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or Sub-heading of slide here. No longer than two lines maximum. Insert text here. No longer than two lines maximum.</a:t>
            </a:r>
            <a:endParaRPr lang="en-ZA" dirty="0"/>
          </a:p>
        </p:txBody>
      </p:sp>
      <p:sp>
        <p:nvSpPr>
          <p:cNvPr id="15" name="Oval 14">
            <a:extLst>
              <a:ext uri="{FF2B5EF4-FFF2-40B4-BE49-F238E27FC236}">
                <a16:creationId xmlns:a16="http://schemas.microsoft.com/office/drawing/2014/main" id="{8AF1BFA6-F866-40FD-605C-10FF2FBDC319}"/>
              </a:ext>
            </a:extLst>
          </p:cNvPr>
          <p:cNvSpPr>
            <a:spLocks noGrp="1" noRot="1" noMove="1" noResize="1" noEditPoints="1" noAdjustHandles="1" noChangeArrowheads="1" noChangeShapeType="1"/>
          </p:cNvSpPr>
          <p:nvPr userDrawn="1"/>
        </p:nvSpPr>
        <p:spPr>
          <a:xfrm>
            <a:off x="588165" y="2534194"/>
            <a:ext cx="1884975" cy="1884975"/>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04A2CAED-E0F0-C438-ADCE-34A7A3EC3D03}"/>
              </a:ext>
            </a:extLst>
          </p:cNvPr>
          <p:cNvSpPr>
            <a:spLocks noGrp="1" noRot="1" noMove="1" noResize="1" noEditPoints="1" noAdjustHandles="1" noChangeArrowheads="1" noChangeShapeType="1"/>
          </p:cNvSpPr>
          <p:nvPr userDrawn="1"/>
        </p:nvSpPr>
        <p:spPr>
          <a:xfrm>
            <a:off x="1890956" y="3540465"/>
            <a:ext cx="1884975" cy="1884975"/>
          </a:xfrm>
          <a:prstGeom prst="ellipse">
            <a:avLst/>
          </a:prstGeom>
          <a:solidFill>
            <a:schemeClr val="accent2"/>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 Placeholder 15">
            <a:extLst>
              <a:ext uri="{FF2B5EF4-FFF2-40B4-BE49-F238E27FC236}">
                <a16:creationId xmlns:a16="http://schemas.microsoft.com/office/drawing/2014/main" id="{F4C23719-DBE2-99A1-3D57-A7276F5CB6C8}"/>
              </a:ext>
            </a:extLst>
          </p:cNvPr>
          <p:cNvSpPr>
            <a:spLocks noGrp="1"/>
          </p:cNvSpPr>
          <p:nvPr userDrawn="1">
            <p:ph type="body" sz="quarter" idx="59" hasCustomPrompt="1"/>
          </p:nvPr>
        </p:nvSpPr>
        <p:spPr>
          <a:xfrm>
            <a:off x="6836230" y="3786482"/>
            <a:ext cx="4803312" cy="923925"/>
          </a:xfrm>
          <a:prstGeom prst="rect">
            <a:avLst/>
          </a:prstGeom>
        </p:spPr>
        <p:txBody>
          <a:bodyPr anchor="t" anchorCtr="0"/>
          <a:lstStyle>
            <a:lvl1pPr marL="0" indent="0" algn="ctr">
              <a:buNone/>
              <a:defRPr sz="6000" b="0">
                <a:solidFill>
                  <a:schemeClr val="accent5"/>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$8.8Mil</a:t>
            </a:r>
            <a:endParaRPr lang="en-GB" dirty="0"/>
          </a:p>
        </p:txBody>
      </p:sp>
      <p:sp>
        <p:nvSpPr>
          <p:cNvPr id="10" name="Text Placeholder 15">
            <a:extLst>
              <a:ext uri="{FF2B5EF4-FFF2-40B4-BE49-F238E27FC236}">
                <a16:creationId xmlns:a16="http://schemas.microsoft.com/office/drawing/2014/main" id="{A80436F1-F9D4-8916-FB10-EBB0F395B8C0}"/>
              </a:ext>
            </a:extLst>
          </p:cNvPr>
          <p:cNvSpPr>
            <a:spLocks noGrp="1"/>
          </p:cNvSpPr>
          <p:nvPr userDrawn="1">
            <p:ph type="body" sz="quarter" idx="60" hasCustomPrompt="1"/>
          </p:nvPr>
        </p:nvSpPr>
        <p:spPr>
          <a:xfrm>
            <a:off x="6836230" y="2703123"/>
            <a:ext cx="4803312" cy="923925"/>
          </a:xfrm>
          <a:prstGeom prst="rect">
            <a:avLst/>
          </a:prstGeom>
        </p:spPr>
        <p:txBody>
          <a:bodyPr anchor="b" anchorCtr="0"/>
          <a:lstStyle>
            <a:lvl1pPr marL="0" indent="0" algn="ctr">
              <a:buNone/>
              <a:defRPr sz="1800" b="1" spc="40" baseline="0">
                <a:solidFill>
                  <a:schemeClr val="accent5"/>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YOUR TITLE</a:t>
            </a:r>
            <a:endParaRPr lang="en-GB" dirty="0"/>
          </a:p>
        </p:txBody>
      </p:sp>
      <p:sp>
        <p:nvSpPr>
          <p:cNvPr id="26" name="Text Placeholder 15">
            <a:extLst>
              <a:ext uri="{FF2B5EF4-FFF2-40B4-BE49-F238E27FC236}">
                <a16:creationId xmlns:a16="http://schemas.microsoft.com/office/drawing/2014/main" id="{D7EBC8F8-FB66-D1FF-972E-3DC980D785D2}"/>
              </a:ext>
            </a:extLst>
          </p:cNvPr>
          <p:cNvSpPr>
            <a:spLocks noGrp="1"/>
          </p:cNvSpPr>
          <p:nvPr>
            <p:ph type="body" sz="quarter" idx="65" hasCustomPrompt="1"/>
          </p:nvPr>
        </p:nvSpPr>
        <p:spPr>
          <a:xfrm>
            <a:off x="1895715" y="4202584"/>
            <a:ext cx="1884974" cy="387798"/>
          </a:xfrm>
          <a:prstGeom prst="rect">
            <a:avLst/>
          </a:prstGeom>
        </p:spPr>
        <p:txBody>
          <a:bodyPr lIns="0" tIns="0" rIns="0" bIns="0" anchor="b" anchorCtr="0">
            <a:spAutoFit/>
          </a:bodyPr>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$0.00</a:t>
            </a:r>
            <a:endParaRPr lang="en-GB" dirty="0"/>
          </a:p>
        </p:txBody>
      </p:sp>
      <p:sp>
        <p:nvSpPr>
          <p:cNvPr id="27" name="Text Placeholder 15">
            <a:extLst>
              <a:ext uri="{FF2B5EF4-FFF2-40B4-BE49-F238E27FC236}">
                <a16:creationId xmlns:a16="http://schemas.microsoft.com/office/drawing/2014/main" id="{295621ED-286D-0F52-A880-79D38A2CF2A4}"/>
              </a:ext>
            </a:extLst>
          </p:cNvPr>
          <p:cNvSpPr>
            <a:spLocks noGrp="1"/>
          </p:cNvSpPr>
          <p:nvPr>
            <p:ph type="body" sz="quarter" idx="66" hasCustomPrompt="1"/>
          </p:nvPr>
        </p:nvSpPr>
        <p:spPr>
          <a:xfrm>
            <a:off x="1890956" y="4691370"/>
            <a:ext cx="1884974" cy="152349"/>
          </a:xfrm>
          <a:prstGeom prst="rect">
            <a:avLst/>
          </a:prstGeom>
        </p:spPr>
        <p:txBody>
          <a:bodyPr lIns="0" tIns="0" rIns="0" bIns="0" anchor="t" anchorCtr="0">
            <a:spAutoFit/>
          </a:bodyPr>
          <a:lstStyle>
            <a:lvl1pPr marL="0" indent="0" algn="ctr">
              <a:buNone/>
              <a:defRPr sz="1100" spc="40" baseline="0">
                <a:solidFill>
                  <a:schemeClr val="tx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Second title</a:t>
            </a:r>
            <a:endParaRPr lang="en-GB" dirty="0"/>
          </a:p>
        </p:txBody>
      </p:sp>
      <p:sp>
        <p:nvSpPr>
          <p:cNvPr id="16" name="Oval 15">
            <a:extLst>
              <a:ext uri="{FF2B5EF4-FFF2-40B4-BE49-F238E27FC236}">
                <a16:creationId xmlns:a16="http://schemas.microsoft.com/office/drawing/2014/main" id="{F5EEDE07-2BE6-7D58-A9D6-0CB724A39649}"/>
              </a:ext>
            </a:extLst>
          </p:cNvPr>
          <p:cNvSpPr>
            <a:spLocks noGrp="1" noRot="1" noMove="1" noResize="1" noEditPoints="1" noAdjustHandles="1" noChangeArrowheads="1" noChangeShapeType="1"/>
          </p:cNvSpPr>
          <p:nvPr userDrawn="1"/>
        </p:nvSpPr>
        <p:spPr>
          <a:xfrm>
            <a:off x="3203264" y="2534194"/>
            <a:ext cx="1884975" cy="1884975"/>
          </a:xfrm>
          <a:prstGeom prst="ellipse">
            <a:avLst/>
          </a:prstGeom>
          <a:solidFill>
            <a:schemeClr val="accent6"/>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19" name="Oval 18">
            <a:extLst>
              <a:ext uri="{FF2B5EF4-FFF2-40B4-BE49-F238E27FC236}">
                <a16:creationId xmlns:a16="http://schemas.microsoft.com/office/drawing/2014/main" id="{DB8635AE-58C7-DC70-71F8-03ECF9995525}"/>
              </a:ext>
            </a:extLst>
          </p:cNvPr>
          <p:cNvSpPr>
            <a:spLocks noGrp="1" noRot="1" noMove="1" noResize="1" noEditPoints="1" noAdjustHandles="1" noChangeArrowheads="1" noChangeShapeType="1"/>
          </p:cNvSpPr>
          <p:nvPr userDrawn="1"/>
        </p:nvSpPr>
        <p:spPr>
          <a:xfrm>
            <a:off x="4506055" y="3540465"/>
            <a:ext cx="1884975" cy="1884975"/>
          </a:xfrm>
          <a:prstGeom prst="ellipse">
            <a:avLst/>
          </a:prstGeom>
          <a:solidFill>
            <a:schemeClr val="accent4"/>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GB"/>
          </a:p>
        </p:txBody>
      </p:sp>
      <p:sp>
        <p:nvSpPr>
          <p:cNvPr id="28" name="Text Placeholder 15">
            <a:extLst>
              <a:ext uri="{FF2B5EF4-FFF2-40B4-BE49-F238E27FC236}">
                <a16:creationId xmlns:a16="http://schemas.microsoft.com/office/drawing/2014/main" id="{13AC334E-4796-915B-C4BD-F7708E706C7A}"/>
              </a:ext>
            </a:extLst>
          </p:cNvPr>
          <p:cNvSpPr>
            <a:spLocks noGrp="1"/>
          </p:cNvSpPr>
          <p:nvPr>
            <p:ph type="body" sz="quarter" idx="67" hasCustomPrompt="1"/>
          </p:nvPr>
        </p:nvSpPr>
        <p:spPr>
          <a:xfrm>
            <a:off x="4511671" y="4208665"/>
            <a:ext cx="1884974" cy="387798"/>
          </a:xfrm>
          <a:prstGeom prst="rect">
            <a:avLst/>
          </a:prstGeom>
        </p:spPr>
        <p:txBody>
          <a:bodyPr lIns="0" tIns="0" rIns="0" bIns="0" anchor="b" anchorCtr="0">
            <a:spAutoFit/>
          </a:bodyPr>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$0.00</a:t>
            </a:r>
            <a:endParaRPr lang="en-GB" dirty="0"/>
          </a:p>
        </p:txBody>
      </p:sp>
      <p:sp>
        <p:nvSpPr>
          <p:cNvPr id="29" name="Text Placeholder 15">
            <a:extLst>
              <a:ext uri="{FF2B5EF4-FFF2-40B4-BE49-F238E27FC236}">
                <a16:creationId xmlns:a16="http://schemas.microsoft.com/office/drawing/2014/main" id="{AED8E849-5DD0-5639-612B-6527319C9562}"/>
              </a:ext>
            </a:extLst>
          </p:cNvPr>
          <p:cNvSpPr>
            <a:spLocks noGrp="1"/>
          </p:cNvSpPr>
          <p:nvPr>
            <p:ph type="body" sz="quarter" idx="68" hasCustomPrompt="1"/>
          </p:nvPr>
        </p:nvSpPr>
        <p:spPr>
          <a:xfrm>
            <a:off x="4506912" y="4697451"/>
            <a:ext cx="1884974" cy="152349"/>
          </a:xfrm>
          <a:prstGeom prst="rect">
            <a:avLst/>
          </a:prstGeom>
        </p:spPr>
        <p:txBody>
          <a:bodyPr lIns="0" tIns="0" rIns="0" bIns="0" anchor="t" anchorCtr="0">
            <a:spAutoFit/>
          </a:bodyPr>
          <a:lstStyle>
            <a:lvl1pPr marL="0" indent="0" algn="ctr">
              <a:buNone/>
              <a:defRPr sz="1100" spc="40" baseline="0">
                <a:solidFill>
                  <a:schemeClr val="tx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Fourth title</a:t>
            </a:r>
            <a:endParaRPr lang="en-GB" dirty="0"/>
          </a:p>
        </p:txBody>
      </p:sp>
      <p:sp>
        <p:nvSpPr>
          <p:cNvPr id="21" name="Text Placeholder 15">
            <a:extLst>
              <a:ext uri="{FF2B5EF4-FFF2-40B4-BE49-F238E27FC236}">
                <a16:creationId xmlns:a16="http://schemas.microsoft.com/office/drawing/2014/main" id="{F020C7E7-9793-A0EA-B862-E039CCC718F8}"/>
              </a:ext>
            </a:extLst>
          </p:cNvPr>
          <p:cNvSpPr>
            <a:spLocks noGrp="1"/>
          </p:cNvSpPr>
          <p:nvPr>
            <p:ph type="body" sz="quarter" idx="61" hasCustomPrompt="1"/>
          </p:nvPr>
        </p:nvSpPr>
        <p:spPr>
          <a:xfrm>
            <a:off x="588166" y="3143573"/>
            <a:ext cx="1884974" cy="387798"/>
          </a:xfrm>
          <a:prstGeom prst="rect">
            <a:avLst/>
          </a:prstGeom>
        </p:spPr>
        <p:txBody>
          <a:bodyPr lIns="0" tIns="0" rIns="0" bIns="0" anchor="b" anchorCtr="0">
            <a:spAutoFit/>
          </a:bodyPr>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$0.00</a:t>
            </a:r>
            <a:endParaRPr lang="en-GB" dirty="0"/>
          </a:p>
        </p:txBody>
      </p:sp>
      <p:sp>
        <p:nvSpPr>
          <p:cNvPr id="22" name="Text Placeholder 15">
            <a:extLst>
              <a:ext uri="{FF2B5EF4-FFF2-40B4-BE49-F238E27FC236}">
                <a16:creationId xmlns:a16="http://schemas.microsoft.com/office/drawing/2014/main" id="{C34CCC3B-24B6-5739-88D2-0FD2C0805462}"/>
              </a:ext>
            </a:extLst>
          </p:cNvPr>
          <p:cNvSpPr>
            <a:spLocks noGrp="1"/>
          </p:cNvSpPr>
          <p:nvPr>
            <p:ph type="body" sz="quarter" idx="62" hasCustomPrompt="1"/>
          </p:nvPr>
        </p:nvSpPr>
        <p:spPr>
          <a:xfrm>
            <a:off x="583407" y="3632359"/>
            <a:ext cx="1884974" cy="152349"/>
          </a:xfrm>
          <a:prstGeom prst="rect">
            <a:avLst/>
          </a:prstGeom>
        </p:spPr>
        <p:txBody>
          <a:bodyPr lIns="0" tIns="0" rIns="0" bIns="0" anchor="t" anchorCtr="0">
            <a:spAutoFit/>
          </a:bodyPr>
          <a:lstStyle>
            <a:lvl1pPr marL="0" indent="0" algn="ctr">
              <a:buNone/>
              <a:defRPr sz="1100" spc="40" baseline="0">
                <a:solidFill>
                  <a:schemeClr val="tx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First title</a:t>
            </a:r>
            <a:endParaRPr lang="en-GB" dirty="0"/>
          </a:p>
        </p:txBody>
      </p:sp>
      <p:sp>
        <p:nvSpPr>
          <p:cNvPr id="23" name="Text Placeholder 15">
            <a:extLst>
              <a:ext uri="{FF2B5EF4-FFF2-40B4-BE49-F238E27FC236}">
                <a16:creationId xmlns:a16="http://schemas.microsoft.com/office/drawing/2014/main" id="{86EFBBF4-7C41-A736-2E86-AFA1EA6A4377}"/>
              </a:ext>
            </a:extLst>
          </p:cNvPr>
          <p:cNvSpPr>
            <a:spLocks noGrp="1"/>
          </p:cNvSpPr>
          <p:nvPr>
            <p:ph type="body" sz="quarter" idx="63" hasCustomPrompt="1"/>
          </p:nvPr>
        </p:nvSpPr>
        <p:spPr>
          <a:xfrm>
            <a:off x="3203265" y="3139011"/>
            <a:ext cx="1884974" cy="387798"/>
          </a:xfrm>
          <a:prstGeom prst="rect">
            <a:avLst/>
          </a:prstGeom>
        </p:spPr>
        <p:txBody>
          <a:bodyPr lIns="0" tIns="0" rIns="0" bIns="0" anchor="b" anchorCtr="0">
            <a:spAutoFit/>
          </a:bodyPr>
          <a:lstStyle>
            <a:lvl1pPr marL="0" indent="0" algn="ctr">
              <a:buNone/>
              <a:defRPr sz="2800">
                <a:solidFill>
                  <a:schemeClr val="bg1"/>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$0.00</a:t>
            </a:r>
            <a:endParaRPr lang="en-GB" dirty="0"/>
          </a:p>
        </p:txBody>
      </p:sp>
      <p:sp>
        <p:nvSpPr>
          <p:cNvPr id="24" name="Text Placeholder 15">
            <a:extLst>
              <a:ext uri="{FF2B5EF4-FFF2-40B4-BE49-F238E27FC236}">
                <a16:creationId xmlns:a16="http://schemas.microsoft.com/office/drawing/2014/main" id="{6282F704-7413-775F-21C2-7B908CDD26F5}"/>
              </a:ext>
            </a:extLst>
          </p:cNvPr>
          <p:cNvSpPr>
            <a:spLocks noGrp="1"/>
          </p:cNvSpPr>
          <p:nvPr>
            <p:ph type="body" sz="quarter" idx="64" hasCustomPrompt="1"/>
          </p:nvPr>
        </p:nvSpPr>
        <p:spPr>
          <a:xfrm>
            <a:off x="3198506" y="3627797"/>
            <a:ext cx="1884974" cy="152349"/>
          </a:xfrm>
          <a:prstGeom prst="rect">
            <a:avLst/>
          </a:prstGeom>
        </p:spPr>
        <p:txBody>
          <a:bodyPr lIns="0" tIns="0" rIns="0" bIns="0" anchor="t" anchorCtr="0">
            <a:spAutoFit/>
          </a:bodyPr>
          <a:lstStyle>
            <a:lvl1pPr marL="0" indent="0" algn="ctr">
              <a:buNone/>
              <a:defRPr sz="1100" spc="40" baseline="0">
                <a:solidFill>
                  <a:schemeClr val="tx2"/>
                </a:solidFill>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Third title</a:t>
            </a:r>
            <a:endParaRPr lang="en-GB" dirty="0"/>
          </a:p>
        </p:txBody>
      </p:sp>
      <p:sp>
        <p:nvSpPr>
          <p:cNvPr id="31" name="Text Placeholder 24">
            <a:extLst>
              <a:ext uri="{FF2B5EF4-FFF2-40B4-BE49-F238E27FC236}">
                <a16:creationId xmlns:a16="http://schemas.microsoft.com/office/drawing/2014/main" id="{89DA16CC-0CE8-FE12-DFEE-081D536160E1}"/>
              </a:ext>
            </a:extLst>
          </p:cNvPr>
          <p:cNvSpPr>
            <a:spLocks noGrp="1"/>
          </p:cNvSpPr>
          <p:nvPr>
            <p:ph type="body" sz="quarter" idx="70" hasCustomPrompt="1"/>
          </p:nvPr>
        </p:nvSpPr>
        <p:spPr>
          <a:xfrm>
            <a:off x="583407" y="5828099"/>
            <a:ext cx="5379243" cy="609398"/>
          </a:xfrm>
          <a:prstGeom prst="rect">
            <a:avLst/>
          </a:prstGeom>
        </p:spPr>
        <p:txBody>
          <a:bodyPr wrap="square" lIns="0" tIns="0" rIns="0" bIns="0">
            <a:spAutoFit/>
          </a:bodyPr>
          <a:lstStyle>
            <a:lvl1pPr marL="0" indent="0">
              <a:buNone/>
              <a:defRPr sz="1100">
                <a:solidFill>
                  <a:schemeClr val="accent5">
                    <a:lumMod val="50000"/>
                  </a:schemeClr>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will conclude the story on this slide. No longer than four (4) lines of copy should go here. Edit your paragraph to conclude the story on this slide. No longer than 4 lines. Click to edit your paragraph to conclude the story on this slide. No longer than 4 lines will fit in this space. </a:t>
            </a:r>
            <a:endParaRPr lang="en-GB" dirty="0"/>
          </a:p>
        </p:txBody>
      </p:sp>
      <p:sp>
        <p:nvSpPr>
          <p:cNvPr id="2" name="Title 1">
            <a:extLst>
              <a:ext uri="{FF2B5EF4-FFF2-40B4-BE49-F238E27FC236}">
                <a16:creationId xmlns:a16="http://schemas.microsoft.com/office/drawing/2014/main" id="{054AA713-9292-566A-4AD5-8AFC0681E534}"/>
              </a:ext>
            </a:extLst>
          </p:cNvPr>
          <p:cNvSpPr>
            <a:spLocks noGrp="1"/>
          </p:cNvSpPr>
          <p:nvPr>
            <p:ph type="ctrTitle" hasCustomPrompt="1"/>
          </p:nvPr>
        </p:nvSpPr>
        <p:spPr>
          <a:xfrm>
            <a:off x="588166" y="526900"/>
            <a:ext cx="5374484"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CLICK TO INSERT YOUR SLIDE HEADING</a:t>
            </a:r>
          </a:p>
        </p:txBody>
      </p:sp>
      <p:cxnSp>
        <p:nvCxnSpPr>
          <p:cNvPr id="3" name="Straight Connector 15">
            <a:extLst>
              <a:ext uri="{FF2B5EF4-FFF2-40B4-BE49-F238E27FC236}">
                <a16:creationId xmlns:a16="http://schemas.microsoft.com/office/drawing/2014/main" id="{B08DE6B2-2978-EA50-68A2-A4BE1FF54C13}"/>
              </a:ext>
            </a:extLst>
          </p:cNvPr>
          <p:cNvCxnSpPr>
            <a:cxnSpLocks/>
          </p:cNvCxnSpPr>
          <p:nvPr userDrawn="1"/>
        </p:nvCxnSpPr>
        <p:spPr>
          <a:xfrm>
            <a:off x="588166" y="1355997"/>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267197"/>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P13 | HEAD + Sub-Head + 2 x Stats + Photos">
    <p:spTree>
      <p:nvGrpSpPr>
        <p:cNvPr id="1" name=""/>
        <p:cNvGrpSpPr/>
        <p:nvPr/>
      </p:nvGrpSpPr>
      <p:grpSpPr>
        <a:xfrm>
          <a:off x="0" y="0"/>
          <a:ext cx="0" cy="0"/>
          <a:chOff x="0" y="0"/>
          <a:chExt cx="0" cy="0"/>
        </a:xfrm>
      </p:grpSpPr>
      <p:grpSp>
        <p:nvGrpSpPr>
          <p:cNvPr id="88" name="Group 87">
            <a:extLst>
              <a:ext uri="{FF2B5EF4-FFF2-40B4-BE49-F238E27FC236}">
                <a16:creationId xmlns:a16="http://schemas.microsoft.com/office/drawing/2014/main" id="{2FAFC74E-9591-FE2D-497A-B21C37B2FCEF}"/>
              </a:ext>
            </a:extLst>
          </p:cNvPr>
          <p:cNvGrpSpPr>
            <a:grpSpLocks noGrp="1" noUngrp="1" noRot="1" noMove="1" noResize="1"/>
          </p:cNvGrpSpPr>
          <p:nvPr userDrawn="1"/>
        </p:nvGrpSpPr>
        <p:grpSpPr>
          <a:xfrm>
            <a:off x="5008714" y="2027501"/>
            <a:ext cx="4420548" cy="2210275"/>
            <a:chOff x="5008714" y="2027501"/>
            <a:chExt cx="4420548" cy="2210275"/>
          </a:xfrm>
        </p:grpSpPr>
        <p:sp>
          <p:nvSpPr>
            <p:cNvPr id="46" name="Freeform: Shape 45">
              <a:extLst>
                <a:ext uri="{FF2B5EF4-FFF2-40B4-BE49-F238E27FC236}">
                  <a16:creationId xmlns:a16="http://schemas.microsoft.com/office/drawing/2014/main" id="{2D846855-4641-0296-F184-F333C7CF196B}"/>
                </a:ext>
              </a:extLst>
            </p:cNvPr>
            <p:cNvSpPr>
              <a:spLocks noGrp="1" noRot="1" noMove="1" noResize="1" noEditPoints="1" noAdjustHandles="1" noChangeArrowheads="1" noChangeShapeType="1"/>
            </p:cNvSpPr>
            <p:nvPr userDrawn="1"/>
          </p:nvSpPr>
          <p:spPr>
            <a:xfrm>
              <a:off x="5008714" y="2027501"/>
              <a:ext cx="4420548" cy="2210275"/>
            </a:xfrm>
            <a:custGeom>
              <a:avLst/>
              <a:gdLst>
                <a:gd name="connsiteX0" fmla="*/ 2371542 w 4743084"/>
                <a:gd name="connsiteY0" fmla="*/ 0 h 2371542"/>
                <a:gd name="connsiteX1" fmla="*/ 0 w 4743084"/>
                <a:gd name="connsiteY1" fmla="*/ 0 h 2371542"/>
                <a:gd name="connsiteX2" fmla="*/ 0 w 4743084"/>
                <a:gd name="connsiteY2" fmla="*/ 2371542 h 2371542"/>
                <a:gd name="connsiteX3" fmla="*/ 2371542 w 4743084"/>
                <a:gd name="connsiteY3" fmla="*/ 2371542 h 2371542"/>
                <a:gd name="connsiteX4" fmla="*/ 4743085 w 4743084"/>
                <a:gd name="connsiteY4" fmla="*/ 2371542 h 2371542"/>
                <a:gd name="connsiteX5" fmla="*/ 4743085 w 4743084"/>
                <a:gd name="connsiteY5" fmla="*/ 0 h 2371542"/>
                <a:gd name="connsiteX6" fmla="*/ 2371542 w 4743084"/>
                <a:gd name="connsiteY6" fmla="*/ 0 h 237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43084" h="2371542">
                  <a:moveTo>
                    <a:pt x="2371542" y="0"/>
                  </a:moveTo>
                  <a:lnTo>
                    <a:pt x="0" y="0"/>
                  </a:lnTo>
                  <a:lnTo>
                    <a:pt x="0" y="2371542"/>
                  </a:lnTo>
                  <a:lnTo>
                    <a:pt x="2371542" y="2371542"/>
                  </a:lnTo>
                  <a:lnTo>
                    <a:pt x="4743085" y="2371542"/>
                  </a:lnTo>
                  <a:lnTo>
                    <a:pt x="4743085" y="0"/>
                  </a:lnTo>
                  <a:lnTo>
                    <a:pt x="2371542" y="0"/>
                  </a:lnTo>
                  <a:close/>
                </a:path>
              </a:pathLst>
            </a:custGeom>
            <a:solidFill>
              <a:schemeClr val="tx2"/>
            </a:solidFill>
            <a:ln w="5972" cap="flat">
              <a:noFill/>
              <a:prstDash val="solid"/>
              <a:miter/>
            </a:ln>
          </p:spPr>
          <p:txBody>
            <a:bodyPr rtlCol="0" anchor="ctr"/>
            <a:lstStyle/>
            <a:p>
              <a:endParaRPr lang="en-GB"/>
            </a:p>
          </p:txBody>
        </p:sp>
        <p:pic>
          <p:nvPicPr>
            <p:cNvPr id="58" name="Graphic 57">
              <a:extLst>
                <a:ext uri="{FF2B5EF4-FFF2-40B4-BE49-F238E27FC236}">
                  <a16:creationId xmlns:a16="http://schemas.microsoft.com/office/drawing/2014/main" id="{04856C40-ECC9-FA26-AF26-062398C60AA4}"/>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379678" y="3006638"/>
              <a:ext cx="182368" cy="252000"/>
            </a:xfrm>
            <a:prstGeom prst="rect">
              <a:avLst/>
            </a:prstGeom>
          </p:spPr>
        </p:pic>
      </p:grpSp>
      <p:sp>
        <p:nvSpPr>
          <p:cNvPr id="50" name="Freeform: Shape 49">
            <a:extLst>
              <a:ext uri="{FF2B5EF4-FFF2-40B4-BE49-F238E27FC236}">
                <a16:creationId xmlns:a16="http://schemas.microsoft.com/office/drawing/2014/main" id="{898575F4-AF1B-CEEC-520E-A4952F3683CF}"/>
              </a:ext>
            </a:extLst>
          </p:cNvPr>
          <p:cNvSpPr>
            <a:spLocks noGrp="1" noRot="1" noMove="1" noResize="1" noEditPoints="1" noAdjustHandles="1" noChangeArrowheads="1" noChangeShapeType="1"/>
          </p:cNvSpPr>
          <p:nvPr userDrawn="1"/>
        </p:nvSpPr>
        <p:spPr>
          <a:xfrm>
            <a:off x="5008711" y="4237774"/>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chemeClr val="accent2"/>
          </a:solidFill>
          <a:ln w="5972" cap="flat">
            <a:noFill/>
            <a:prstDash val="solid"/>
            <a:miter/>
          </a:ln>
        </p:spPr>
        <p:txBody>
          <a:bodyPr rtlCol="0" anchor="ctr"/>
          <a:lstStyle/>
          <a:p>
            <a:endParaRPr lang="en-GB"/>
          </a:p>
        </p:txBody>
      </p:sp>
      <p:sp>
        <p:nvSpPr>
          <p:cNvPr id="86" name="Oval 85">
            <a:extLst>
              <a:ext uri="{FF2B5EF4-FFF2-40B4-BE49-F238E27FC236}">
                <a16:creationId xmlns:a16="http://schemas.microsoft.com/office/drawing/2014/main" id="{96E8CA7C-B12D-21B7-6A3F-0198AC127FAA}"/>
              </a:ext>
            </a:extLst>
          </p:cNvPr>
          <p:cNvSpPr>
            <a:spLocks noGrp="1" noRot="1" noMove="1" noResize="1" noEditPoints="1" noAdjustHandles="1" noChangeArrowheads="1" noChangeShapeType="1"/>
          </p:cNvSpPr>
          <p:nvPr userDrawn="1"/>
        </p:nvSpPr>
        <p:spPr>
          <a:xfrm>
            <a:off x="5346094" y="4593007"/>
            <a:ext cx="1499811" cy="1499811"/>
          </a:xfrm>
          <a:prstGeom prst="ellipse">
            <a:avLst/>
          </a:prstGeom>
          <a:solidFill>
            <a:srgbClr val="005B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B580E1E1-FF37-12BF-887E-B4FAB3370CF8}"/>
              </a:ext>
            </a:extLst>
          </p:cNvPr>
          <p:cNvSpPr>
            <a:spLocks noGrp="1" noRot="1" noMove="1" noResize="1" noEditPoints="1" noAdjustHandles="1" noChangeArrowheads="1" noChangeShapeType="1"/>
          </p:cNvSpPr>
          <p:nvPr userDrawn="1"/>
        </p:nvSpPr>
        <p:spPr>
          <a:xfrm>
            <a:off x="2798440" y="2027501"/>
            <a:ext cx="2210274" cy="2210271"/>
          </a:xfrm>
          <a:custGeom>
            <a:avLst/>
            <a:gdLst>
              <a:gd name="connsiteX0" fmla="*/ 0 w 2371542"/>
              <a:gd name="connsiteY0" fmla="*/ 0 h 4743084"/>
              <a:gd name="connsiteX1" fmla="*/ 2371542 w 2371542"/>
              <a:gd name="connsiteY1" fmla="*/ 0 h 4743084"/>
              <a:gd name="connsiteX2" fmla="*/ 2371542 w 2371542"/>
              <a:gd name="connsiteY2" fmla="*/ 4743085 h 4743084"/>
              <a:gd name="connsiteX3" fmla="*/ 0 w 2371542"/>
              <a:gd name="connsiteY3" fmla="*/ 4743085 h 4743084"/>
            </a:gdLst>
            <a:ahLst/>
            <a:cxnLst>
              <a:cxn ang="0">
                <a:pos x="connsiteX0" y="connsiteY0"/>
              </a:cxn>
              <a:cxn ang="0">
                <a:pos x="connsiteX1" y="connsiteY1"/>
              </a:cxn>
              <a:cxn ang="0">
                <a:pos x="connsiteX2" y="connsiteY2"/>
              </a:cxn>
              <a:cxn ang="0">
                <a:pos x="connsiteX3" y="connsiteY3"/>
              </a:cxn>
            </a:cxnLst>
            <a:rect l="l" t="t" r="r" b="b"/>
            <a:pathLst>
              <a:path w="2371542" h="4743084">
                <a:moveTo>
                  <a:pt x="0" y="0"/>
                </a:moveTo>
                <a:lnTo>
                  <a:pt x="2371542" y="0"/>
                </a:lnTo>
                <a:lnTo>
                  <a:pt x="2371542" y="4743085"/>
                </a:lnTo>
                <a:lnTo>
                  <a:pt x="0" y="4743085"/>
                </a:lnTo>
                <a:close/>
              </a:path>
            </a:pathLst>
          </a:custGeom>
          <a:solidFill>
            <a:srgbClr val="00BBF0"/>
          </a:solidFill>
          <a:ln w="5972" cap="flat">
            <a:noFill/>
            <a:prstDash val="solid"/>
            <a:miter/>
          </a:ln>
        </p:spPr>
        <p:txBody>
          <a:bodyPr rtlCol="0" anchor="ctr"/>
          <a:lstStyle/>
          <a:p>
            <a:endParaRPr lang="en-GB"/>
          </a:p>
        </p:txBody>
      </p:sp>
      <p:sp>
        <p:nvSpPr>
          <p:cNvPr id="51" name="Text Placeholder 45">
            <a:extLst>
              <a:ext uri="{FF2B5EF4-FFF2-40B4-BE49-F238E27FC236}">
                <a16:creationId xmlns:a16="http://schemas.microsoft.com/office/drawing/2014/main" id="{20811B5C-2797-B8CF-645C-97F321C0DAB6}"/>
              </a:ext>
            </a:extLst>
          </p:cNvPr>
          <p:cNvSpPr>
            <a:spLocks noGrp="1"/>
          </p:cNvSpPr>
          <p:nvPr>
            <p:ph type="body" sz="quarter" idx="73" hasCustomPrompt="1"/>
          </p:nvPr>
        </p:nvSpPr>
        <p:spPr>
          <a:xfrm>
            <a:off x="2798440" y="2578744"/>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57%</a:t>
            </a:r>
            <a:endParaRPr lang="en-GB" dirty="0"/>
          </a:p>
        </p:txBody>
      </p:sp>
      <p:sp>
        <p:nvSpPr>
          <p:cNvPr id="52" name="Text Placeholder 4">
            <a:extLst>
              <a:ext uri="{FF2B5EF4-FFF2-40B4-BE49-F238E27FC236}">
                <a16:creationId xmlns:a16="http://schemas.microsoft.com/office/drawing/2014/main" id="{B371C420-EA6B-D77A-7D56-750879C1C650}"/>
              </a:ext>
            </a:extLst>
          </p:cNvPr>
          <p:cNvSpPr>
            <a:spLocks noGrp="1"/>
          </p:cNvSpPr>
          <p:nvPr>
            <p:ph type="body" sz="quarter" idx="74" hasCustomPrompt="1"/>
          </p:nvPr>
        </p:nvSpPr>
        <p:spPr>
          <a:xfrm>
            <a:off x="2798440" y="3409741"/>
            <a:ext cx="2210271"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44" name="Freeform: Shape 43">
            <a:extLst>
              <a:ext uri="{FF2B5EF4-FFF2-40B4-BE49-F238E27FC236}">
                <a16:creationId xmlns:a16="http://schemas.microsoft.com/office/drawing/2014/main" id="{7EF35613-2314-2D0E-C667-8B07732E0FAA}"/>
              </a:ext>
            </a:extLst>
          </p:cNvPr>
          <p:cNvSpPr>
            <a:spLocks noGrp="1" noRot="1" noMove="1" noResize="1" noEditPoints="1" noAdjustHandles="1" noChangeArrowheads="1" noChangeShapeType="1"/>
          </p:cNvSpPr>
          <p:nvPr userDrawn="1"/>
        </p:nvSpPr>
        <p:spPr>
          <a:xfrm>
            <a:off x="2798440" y="4237776"/>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rgbClr val="005083"/>
          </a:solidFill>
          <a:ln w="5972"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18531E83-C4C7-00CB-ABB7-B49E0A9A4F97}"/>
              </a:ext>
            </a:extLst>
          </p:cNvPr>
          <p:cNvSpPr>
            <a:spLocks noGrp="1" noRot="1" noMove="1" noResize="1" noEditPoints="1" noAdjustHandles="1" noChangeArrowheads="1" noChangeShapeType="1"/>
          </p:cNvSpPr>
          <p:nvPr userDrawn="1"/>
        </p:nvSpPr>
        <p:spPr>
          <a:xfrm>
            <a:off x="588166" y="2027501"/>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rgbClr val="005083"/>
          </a:solidFill>
          <a:ln w="5972"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39CB90AB-63EC-602A-BA36-49B235C0C1D1}"/>
              </a:ext>
            </a:extLst>
          </p:cNvPr>
          <p:cNvSpPr>
            <a:spLocks noGrp="1" noRot="1" noMove="1" noResize="1" noEditPoints="1" noAdjustHandles="1" noChangeArrowheads="1" noChangeShapeType="1"/>
          </p:cNvSpPr>
          <p:nvPr userDrawn="1"/>
        </p:nvSpPr>
        <p:spPr>
          <a:xfrm>
            <a:off x="9429263" y="2027501"/>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chemeClr val="accent2"/>
          </a:solidFill>
          <a:ln w="5972" cap="flat">
            <a:noFill/>
            <a:prstDash val="solid"/>
            <a:miter/>
          </a:ln>
        </p:spPr>
        <p:txBody>
          <a:bodyPr rtlCol="0" anchor="ctr"/>
          <a:lstStyle/>
          <a:p>
            <a:endParaRPr lang="en-GB"/>
          </a:p>
        </p:txBody>
      </p:sp>
      <p:sp>
        <p:nvSpPr>
          <p:cNvPr id="48" name="그림 개체 틀 3">
            <a:extLst>
              <a:ext uri="{FF2B5EF4-FFF2-40B4-BE49-F238E27FC236}">
                <a16:creationId xmlns:a16="http://schemas.microsoft.com/office/drawing/2014/main" id="{BDD6AA3E-AB77-2816-45C1-2754A4E1756C}"/>
              </a:ext>
            </a:extLst>
          </p:cNvPr>
          <p:cNvSpPr>
            <a:spLocks noGrp="1"/>
          </p:cNvSpPr>
          <p:nvPr>
            <p:ph type="pic" sz="quarter" idx="31" hasCustomPrompt="1"/>
          </p:nvPr>
        </p:nvSpPr>
        <p:spPr>
          <a:xfrm>
            <a:off x="588165" y="4237775"/>
            <a:ext cx="2210275" cy="221027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49" name="그림 개체 틀 3">
            <a:extLst>
              <a:ext uri="{FF2B5EF4-FFF2-40B4-BE49-F238E27FC236}">
                <a16:creationId xmlns:a16="http://schemas.microsoft.com/office/drawing/2014/main" id="{A399BA6F-4AD7-F1A0-4C5D-381A2906641B}"/>
              </a:ext>
            </a:extLst>
          </p:cNvPr>
          <p:cNvSpPr>
            <a:spLocks noGrp="1"/>
          </p:cNvSpPr>
          <p:nvPr>
            <p:ph type="pic" sz="quarter" idx="41" hasCustomPrompt="1"/>
          </p:nvPr>
        </p:nvSpPr>
        <p:spPr>
          <a:xfrm>
            <a:off x="7218989" y="4237776"/>
            <a:ext cx="4420544" cy="221027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457189" indent="-457189" algn="ctr">
              <a:buNone/>
              <a:defRPr lang="ko-KR" altLang="en-US" sz="1000" kern="1200" baseline="0" dirty="0">
                <a:solidFill>
                  <a:srgbClr val="0E1D29"/>
                </a:solidFill>
                <a:latin typeface="+mn-lt"/>
                <a:ea typeface="+mn-ea"/>
                <a:cs typeface="+mn-cs"/>
              </a:defRPr>
            </a:lvl1pPr>
          </a:lstStyle>
          <a:p>
            <a:pPr marL="0" lvl="0" indent="0" algn="ctr" defTabSz="1219170" rtl="0" eaLnBrk="1" latinLnBrk="1" hangingPunct="1">
              <a:spcBef>
                <a:spcPct val="20000"/>
              </a:spcBef>
            </a:pPr>
            <a:r>
              <a:rPr lang="en-US" altLang="ko-KR" dirty="0"/>
              <a:t>Insert Image</a:t>
            </a:r>
            <a:endParaRPr lang="ko-KR" altLang="en-US" dirty="0"/>
          </a:p>
        </p:txBody>
      </p:sp>
      <p:sp>
        <p:nvSpPr>
          <p:cNvPr id="53" name="Text Placeholder 15">
            <a:extLst>
              <a:ext uri="{FF2B5EF4-FFF2-40B4-BE49-F238E27FC236}">
                <a16:creationId xmlns:a16="http://schemas.microsoft.com/office/drawing/2014/main" id="{896AB18D-6EC3-21C0-696A-76CCC7207FE1}"/>
              </a:ext>
            </a:extLst>
          </p:cNvPr>
          <p:cNvSpPr>
            <a:spLocks noGrp="1"/>
          </p:cNvSpPr>
          <p:nvPr>
            <p:ph type="body" sz="quarter" idx="44" hasCustomPrompt="1"/>
          </p:nvPr>
        </p:nvSpPr>
        <p:spPr>
          <a:xfrm>
            <a:off x="946588" y="2468354"/>
            <a:ext cx="1493431" cy="1328569"/>
          </a:xfrm>
          <a:prstGeom prst="rect">
            <a:avLst/>
          </a:prstGeom>
        </p:spPr>
        <p:txBody>
          <a:bodyPr wrap="square" lIns="0" tIns="0" rIns="0" bIns="0" anchor="ctr" anchorCtr="0">
            <a:spAutoFit/>
          </a:bodyPr>
          <a:lstStyle>
            <a:lvl1pPr marL="0" indent="0" algn="l">
              <a:lnSpc>
                <a:spcPts val="1500"/>
              </a:lnSpc>
              <a:spcBef>
                <a:spcPts val="600"/>
              </a:spcBef>
              <a:buNone/>
              <a:defRPr sz="1000" b="1" spc="4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 text here. No longer than 7 lines maximum. Insert intro text here. No longer than 7 lines of copy maximum. </a:t>
            </a:r>
            <a:endParaRPr lang="en-ZA" dirty="0"/>
          </a:p>
        </p:txBody>
      </p:sp>
      <p:sp>
        <p:nvSpPr>
          <p:cNvPr id="59" name="Text Placeholder 15">
            <a:extLst>
              <a:ext uri="{FF2B5EF4-FFF2-40B4-BE49-F238E27FC236}">
                <a16:creationId xmlns:a16="http://schemas.microsoft.com/office/drawing/2014/main" id="{FC7E44C5-349C-F2E2-7973-B107ABBA96BA}"/>
              </a:ext>
            </a:extLst>
          </p:cNvPr>
          <p:cNvSpPr>
            <a:spLocks noGrp="1"/>
          </p:cNvSpPr>
          <p:nvPr>
            <p:ph type="body" sz="quarter" idx="76" hasCustomPrompt="1"/>
          </p:nvPr>
        </p:nvSpPr>
        <p:spPr>
          <a:xfrm>
            <a:off x="5905374" y="2468355"/>
            <a:ext cx="3144622" cy="1328569"/>
          </a:xfrm>
          <a:prstGeom prst="rect">
            <a:avLst/>
          </a:prstGeom>
        </p:spPr>
        <p:txBody>
          <a:bodyPr wrap="square" lIns="0" tIns="0" rIns="0" bIns="0" anchor="ctr" anchorCtr="0">
            <a:spAutoFit/>
          </a:bodyPr>
          <a:lstStyle>
            <a:lvl1pPr marL="0" indent="0" algn="l">
              <a:lnSpc>
                <a:spcPts val="1500"/>
              </a:lnSpc>
              <a:spcBef>
                <a:spcPts val="600"/>
              </a:spcBef>
              <a:buNone/>
              <a:defRPr sz="1000" spc="4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
        <p:nvSpPr>
          <p:cNvPr id="64" name="Text Placeholder 26">
            <a:extLst>
              <a:ext uri="{FF2B5EF4-FFF2-40B4-BE49-F238E27FC236}">
                <a16:creationId xmlns:a16="http://schemas.microsoft.com/office/drawing/2014/main" id="{90F9C858-4782-8D2C-2F7D-9D4174AB490E}"/>
              </a:ext>
            </a:extLst>
          </p:cNvPr>
          <p:cNvSpPr>
            <a:spLocks noGrp="1"/>
          </p:cNvSpPr>
          <p:nvPr>
            <p:ph type="body" sz="quarter" idx="62" hasCustomPrompt="1"/>
          </p:nvPr>
        </p:nvSpPr>
        <p:spPr>
          <a:xfrm>
            <a:off x="9787685" y="2524652"/>
            <a:ext cx="1493431" cy="1215974"/>
          </a:xfrm>
          <a:prstGeom prst="rect">
            <a:avLst/>
          </a:prstGeom>
        </p:spPr>
        <p:txBody>
          <a:bodyPr wrap="square" lIns="0" tIns="0" rIns="0" bIns="0" anchor="ctr" anchorCtr="0">
            <a:spAutoFit/>
          </a:bodyPr>
          <a:lstStyle>
            <a:lvl1pPr marL="0" indent="0" algn="ctr">
              <a:lnSpc>
                <a:spcPts val="1600"/>
              </a:lnSpc>
              <a:spcBef>
                <a:spcPts val="600"/>
              </a:spcBef>
              <a:buNone/>
              <a:defRPr sz="1200" b="1" spc="40" baseline="0">
                <a:solidFill>
                  <a:srgbClr val="005B5C"/>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ADD YOUR LARGE STATEMENT THAT YOU WISH TO CALLOUT IN THIS BOX HERE</a:t>
            </a:r>
            <a:endParaRPr lang="en-ZA" dirty="0"/>
          </a:p>
        </p:txBody>
      </p:sp>
      <p:sp>
        <p:nvSpPr>
          <p:cNvPr id="65" name="Text Placeholder 24">
            <a:extLst>
              <a:ext uri="{FF2B5EF4-FFF2-40B4-BE49-F238E27FC236}">
                <a16:creationId xmlns:a16="http://schemas.microsoft.com/office/drawing/2014/main" id="{298BBC17-60FC-6740-B8FB-0C93A45FC27D}"/>
              </a:ext>
            </a:extLst>
          </p:cNvPr>
          <p:cNvSpPr>
            <a:spLocks noGrp="1"/>
          </p:cNvSpPr>
          <p:nvPr>
            <p:ph type="body" sz="quarter" idx="61" hasCustomPrompt="1"/>
          </p:nvPr>
        </p:nvSpPr>
        <p:spPr>
          <a:xfrm>
            <a:off x="3153668" y="4809690"/>
            <a:ext cx="1499811" cy="1066446"/>
          </a:xfrm>
          <a:prstGeom prst="rect">
            <a:avLst/>
          </a:prstGeom>
        </p:spPr>
        <p:txBody>
          <a:bodyPr wrap="square" lIns="0" tIns="0" rIns="0" bIns="0" anchor="ctr" anchorCtr="0">
            <a:spAutoFit/>
          </a:bodyPr>
          <a:lstStyle>
            <a:lvl1pPr marL="0" indent="0">
              <a:spcBef>
                <a:spcPts val="600"/>
              </a:spcBef>
              <a:buNone/>
              <a:defRPr sz="1100">
                <a:solidFill>
                  <a:schemeClr val="bg1"/>
                </a:solidFill>
              </a:defRPr>
            </a:lvl1pPr>
            <a:lvl2pPr marL="457200" indent="0">
              <a:buNone/>
              <a:defRPr sz="1100">
                <a:solidFill>
                  <a:schemeClr val="accent5">
                    <a:lumMod val="50000"/>
                  </a:schemeClr>
                </a:solidFill>
              </a:defRPr>
            </a:lvl2pPr>
            <a:lvl3pPr marL="914400" indent="0">
              <a:buNone/>
              <a:defRPr sz="1100">
                <a:solidFill>
                  <a:schemeClr val="accent5">
                    <a:lumMod val="50000"/>
                  </a:schemeClr>
                </a:solidFill>
              </a:defRPr>
            </a:lvl3pPr>
            <a:lvl4pPr marL="1371600" indent="0">
              <a:buNone/>
              <a:defRPr sz="1100">
                <a:solidFill>
                  <a:schemeClr val="accent5">
                    <a:lumMod val="50000"/>
                  </a:schemeClr>
                </a:solidFill>
              </a:defRPr>
            </a:lvl4pPr>
            <a:lvl5pPr marL="1828800" indent="0">
              <a:buNone/>
              <a:defRPr sz="1100">
                <a:solidFill>
                  <a:schemeClr val="accent5">
                    <a:lumMod val="50000"/>
                  </a:schemeClr>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copy to tell more of the story you are highlighting on this slide. Click to edit your paragraph to tell more of the story you are highlighting on this slide.</a:t>
            </a:r>
            <a:endParaRPr lang="en-GB" dirty="0"/>
          </a:p>
        </p:txBody>
      </p:sp>
      <p:sp>
        <p:nvSpPr>
          <p:cNvPr id="73" name="Text Placeholder 45">
            <a:extLst>
              <a:ext uri="{FF2B5EF4-FFF2-40B4-BE49-F238E27FC236}">
                <a16:creationId xmlns:a16="http://schemas.microsoft.com/office/drawing/2014/main" id="{CE7B0870-B1CF-E808-0D4C-1A3A35755D82}"/>
              </a:ext>
            </a:extLst>
          </p:cNvPr>
          <p:cNvSpPr>
            <a:spLocks noGrp="1"/>
          </p:cNvSpPr>
          <p:nvPr>
            <p:ph type="body" sz="quarter" idx="77" hasCustomPrompt="1"/>
          </p:nvPr>
        </p:nvSpPr>
        <p:spPr>
          <a:xfrm>
            <a:off x="5008714" y="4916315"/>
            <a:ext cx="2210271" cy="387798"/>
          </a:xfrm>
          <a:prstGeom prst="rect">
            <a:avLst/>
          </a:prstGeom>
        </p:spPr>
        <p:txBody>
          <a:bodyPr wrap="square" lIns="0" tIns="0" rIns="0" bIns="0" anchor="b" anchorCtr="0">
            <a:spAutoFit/>
          </a:bodyPr>
          <a:lstStyle>
            <a:lvl1pPr marL="0" indent="0" algn="ctr">
              <a:buNone/>
              <a:defRPr sz="2800" b="0" spc="40" baseline="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32%</a:t>
            </a:r>
            <a:endParaRPr lang="en-GB" dirty="0"/>
          </a:p>
        </p:txBody>
      </p:sp>
      <p:sp>
        <p:nvSpPr>
          <p:cNvPr id="74" name="Text Placeholder 4">
            <a:extLst>
              <a:ext uri="{FF2B5EF4-FFF2-40B4-BE49-F238E27FC236}">
                <a16:creationId xmlns:a16="http://schemas.microsoft.com/office/drawing/2014/main" id="{303E53D6-E4A9-7550-374E-684D4F84FA0D}"/>
              </a:ext>
            </a:extLst>
          </p:cNvPr>
          <p:cNvSpPr>
            <a:spLocks noGrp="1"/>
          </p:cNvSpPr>
          <p:nvPr>
            <p:ph type="body" sz="quarter" idx="78" hasCustomPrompt="1"/>
          </p:nvPr>
        </p:nvSpPr>
        <p:spPr>
          <a:xfrm>
            <a:off x="5008718" y="5547178"/>
            <a:ext cx="2210271"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900" b="0"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75" name="Text Placeholder 15">
            <a:extLst>
              <a:ext uri="{FF2B5EF4-FFF2-40B4-BE49-F238E27FC236}">
                <a16:creationId xmlns:a16="http://schemas.microsoft.com/office/drawing/2014/main" id="{B101F38F-E36A-D2AC-DF82-2B70A4B4B89D}"/>
              </a:ext>
            </a:extLst>
          </p:cNvPr>
          <p:cNvSpPr>
            <a:spLocks noGrp="1"/>
          </p:cNvSpPr>
          <p:nvPr>
            <p:ph type="body" sz="quarter" idx="79" hasCustomPrompt="1"/>
          </p:nvPr>
        </p:nvSpPr>
        <p:spPr>
          <a:xfrm>
            <a:off x="587375" y="1594211"/>
            <a:ext cx="11052175" cy="185500"/>
          </a:xfrm>
          <a:prstGeom prst="rect">
            <a:avLst/>
          </a:prstGeom>
        </p:spPr>
        <p:txBody>
          <a:bodyPr lIns="0" tIns="0" rIns="0" bIns="0">
            <a:spAutoFit/>
          </a:bodyPr>
          <a:lstStyle>
            <a:lvl1pPr marL="0" indent="0" algn="ctr">
              <a:lnSpc>
                <a:spcPts val="1600"/>
              </a:lnSpc>
              <a:spcBef>
                <a:spcPts val="0"/>
              </a:spcBef>
              <a:buNone/>
              <a:defRPr sz="1050" spc="2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pic>
        <p:nvPicPr>
          <p:cNvPr id="85" name="Graphic 84">
            <a:extLst>
              <a:ext uri="{FF2B5EF4-FFF2-40B4-BE49-F238E27FC236}">
                <a16:creationId xmlns:a16="http://schemas.microsoft.com/office/drawing/2014/main" id="{243AFA4C-82A5-D0CE-81F1-280876966F0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054736" y="5387946"/>
            <a:ext cx="117464" cy="88098"/>
          </a:xfrm>
          <a:prstGeom prst="rect">
            <a:avLst/>
          </a:prstGeom>
        </p:spPr>
      </p:pic>
    </p:spTree>
    <p:extLst>
      <p:ext uri="{BB962C8B-B14F-4D97-AF65-F5344CB8AC3E}">
        <p14:creationId xmlns:p14="http://schemas.microsoft.com/office/powerpoint/2010/main" val="3282722569"/>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P13 | HEAD + Sub-Head + 3 x Stats">
    <p:spTree>
      <p:nvGrpSpPr>
        <p:cNvPr id="1" name=""/>
        <p:cNvGrpSpPr/>
        <p:nvPr/>
      </p:nvGrpSpPr>
      <p:grpSpPr>
        <a:xfrm>
          <a:off x="0" y="0"/>
          <a:ext cx="0" cy="0"/>
          <a:chOff x="0" y="0"/>
          <a:chExt cx="0" cy="0"/>
        </a:xfrm>
      </p:grpSpPr>
      <p:grpSp>
        <p:nvGrpSpPr>
          <p:cNvPr id="54" name="Group 53">
            <a:extLst>
              <a:ext uri="{FF2B5EF4-FFF2-40B4-BE49-F238E27FC236}">
                <a16:creationId xmlns:a16="http://schemas.microsoft.com/office/drawing/2014/main" id="{BB174DC0-7CCF-BCE1-9489-FA801CEA6DFA}"/>
              </a:ext>
            </a:extLst>
          </p:cNvPr>
          <p:cNvGrpSpPr>
            <a:grpSpLocks noGrp="1" noUngrp="1" noRot="1" noMove="1" noResize="1"/>
          </p:cNvGrpSpPr>
          <p:nvPr userDrawn="1"/>
        </p:nvGrpSpPr>
        <p:grpSpPr>
          <a:xfrm>
            <a:off x="5008714" y="2027501"/>
            <a:ext cx="4420548" cy="2210275"/>
            <a:chOff x="5008714" y="2027501"/>
            <a:chExt cx="4420548" cy="2210275"/>
          </a:xfrm>
        </p:grpSpPr>
        <p:sp>
          <p:nvSpPr>
            <p:cNvPr id="46" name="Freeform: Shape 45">
              <a:extLst>
                <a:ext uri="{FF2B5EF4-FFF2-40B4-BE49-F238E27FC236}">
                  <a16:creationId xmlns:a16="http://schemas.microsoft.com/office/drawing/2014/main" id="{2D846855-4641-0296-F184-F333C7CF196B}"/>
                </a:ext>
              </a:extLst>
            </p:cNvPr>
            <p:cNvSpPr>
              <a:spLocks noGrp="1" noRot="1" noMove="1" noResize="1" noEditPoints="1" noAdjustHandles="1" noChangeArrowheads="1" noChangeShapeType="1"/>
            </p:cNvSpPr>
            <p:nvPr userDrawn="1"/>
          </p:nvSpPr>
          <p:spPr>
            <a:xfrm>
              <a:off x="5008714" y="2027501"/>
              <a:ext cx="4420548" cy="2210275"/>
            </a:xfrm>
            <a:custGeom>
              <a:avLst/>
              <a:gdLst>
                <a:gd name="connsiteX0" fmla="*/ 2371542 w 4743084"/>
                <a:gd name="connsiteY0" fmla="*/ 0 h 2371542"/>
                <a:gd name="connsiteX1" fmla="*/ 0 w 4743084"/>
                <a:gd name="connsiteY1" fmla="*/ 0 h 2371542"/>
                <a:gd name="connsiteX2" fmla="*/ 0 w 4743084"/>
                <a:gd name="connsiteY2" fmla="*/ 2371542 h 2371542"/>
                <a:gd name="connsiteX3" fmla="*/ 2371542 w 4743084"/>
                <a:gd name="connsiteY3" fmla="*/ 2371542 h 2371542"/>
                <a:gd name="connsiteX4" fmla="*/ 4743085 w 4743084"/>
                <a:gd name="connsiteY4" fmla="*/ 2371542 h 2371542"/>
                <a:gd name="connsiteX5" fmla="*/ 4743085 w 4743084"/>
                <a:gd name="connsiteY5" fmla="*/ 0 h 2371542"/>
                <a:gd name="connsiteX6" fmla="*/ 2371542 w 4743084"/>
                <a:gd name="connsiteY6" fmla="*/ 0 h 237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43084" h="2371542">
                  <a:moveTo>
                    <a:pt x="2371542" y="0"/>
                  </a:moveTo>
                  <a:lnTo>
                    <a:pt x="0" y="0"/>
                  </a:lnTo>
                  <a:lnTo>
                    <a:pt x="0" y="2371542"/>
                  </a:lnTo>
                  <a:lnTo>
                    <a:pt x="2371542" y="2371542"/>
                  </a:lnTo>
                  <a:lnTo>
                    <a:pt x="4743085" y="2371542"/>
                  </a:lnTo>
                  <a:lnTo>
                    <a:pt x="4743085" y="0"/>
                  </a:lnTo>
                  <a:lnTo>
                    <a:pt x="2371542" y="0"/>
                  </a:lnTo>
                  <a:close/>
                </a:path>
              </a:pathLst>
            </a:custGeom>
            <a:solidFill>
              <a:schemeClr val="tx2"/>
            </a:solidFill>
            <a:ln w="5972" cap="flat">
              <a:noFill/>
              <a:prstDash val="solid"/>
              <a:miter/>
            </a:ln>
          </p:spPr>
          <p:txBody>
            <a:bodyPr rtlCol="0" anchor="ctr"/>
            <a:lstStyle/>
            <a:p>
              <a:endParaRPr lang="en-GB"/>
            </a:p>
          </p:txBody>
        </p:sp>
        <p:pic>
          <p:nvPicPr>
            <p:cNvPr id="58" name="Graphic 57">
              <a:extLst>
                <a:ext uri="{FF2B5EF4-FFF2-40B4-BE49-F238E27FC236}">
                  <a16:creationId xmlns:a16="http://schemas.microsoft.com/office/drawing/2014/main" id="{04856C40-ECC9-FA26-AF26-062398C60AA4}"/>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379678" y="3006638"/>
              <a:ext cx="182368" cy="252000"/>
            </a:xfrm>
            <a:prstGeom prst="rect">
              <a:avLst/>
            </a:prstGeom>
          </p:spPr>
        </p:pic>
      </p:grpSp>
      <p:grpSp>
        <p:nvGrpSpPr>
          <p:cNvPr id="42" name="Group 41">
            <a:extLst>
              <a:ext uri="{FF2B5EF4-FFF2-40B4-BE49-F238E27FC236}">
                <a16:creationId xmlns:a16="http://schemas.microsoft.com/office/drawing/2014/main" id="{C391993E-A7FA-902B-9F29-E325FD18D139}"/>
              </a:ext>
            </a:extLst>
          </p:cNvPr>
          <p:cNvGrpSpPr>
            <a:grpSpLocks noGrp="1" noUngrp="1" noRot="1" noMove="1" noResize="1"/>
          </p:cNvGrpSpPr>
          <p:nvPr userDrawn="1"/>
        </p:nvGrpSpPr>
        <p:grpSpPr>
          <a:xfrm>
            <a:off x="9429251" y="2027493"/>
            <a:ext cx="2210274" cy="4420556"/>
            <a:chOff x="9429251" y="2027493"/>
            <a:chExt cx="2210274" cy="4420556"/>
          </a:xfrm>
        </p:grpSpPr>
        <p:sp>
          <p:nvSpPr>
            <p:cNvPr id="22" name="Freeform: Shape 21">
              <a:extLst>
                <a:ext uri="{FF2B5EF4-FFF2-40B4-BE49-F238E27FC236}">
                  <a16:creationId xmlns:a16="http://schemas.microsoft.com/office/drawing/2014/main" id="{CB9741AB-C8C2-DD13-587A-ACD387F63D05}"/>
                </a:ext>
              </a:extLst>
            </p:cNvPr>
            <p:cNvSpPr>
              <a:spLocks noGrp="1" noRot="1" noMove="1" noResize="1" noEditPoints="1" noAdjustHandles="1" noChangeArrowheads="1" noChangeShapeType="1"/>
            </p:cNvSpPr>
            <p:nvPr userDrawn="1"/>
          </p:nvSpPr>
          <p:spPr>
            <a:xfrm>
              <a:off x="9429251" y="2027493"/>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chemeClr val="accent2"/>
            </a:solidFill>
            <a:ln w="5972" cap="flat">
              <a:noFill/>
              <a:prstDash val="solid"/>
              <a:miter/>
            </a:ln>
          </p:spPr>
          <p:txBody>
            <a:bodyPr rtlCol="0" anchor="ctr"/>
            <a:lstStyle/>
            <a:p>
              <a:endParaRPr lang="en-GB"/>
            </a:p>
          </p:txBody>
        </p:sp>
        <p:sp>
          <p:nvSpPr>
            <p:cNvPr id="23" name="Oval 22">
              <a:extLst>
                <a:ext uri="{FF2B5EF4-FFF2-40B4-BE49-F238E27FC236}">
                  <a16:creationId xmlns:a16="http://schemas.microsoft.com/office/drawing/2014/main" id="{8B00518F-1714-F389-D03E-B978288B61F3}"/>
                </a:ext>
              </a:extLst>
            </p:cNvPr>
            <p:cNvSpPr>
              <a:spLocks noGrp="1" noRot="1" noMove="1" noResize="1" noEditPoints="1" noAdjustHandles="1" noChangeArrowheads="1" noChangeShapeType="1"/>
            </p:cNvSpPr>
            <p:nvPr userDrawn="1"/>
          </p:nvSpPr>
          <p:spPr>
            <a:xfrm>
              <a:off x="9668686" y="2266931"/>
              <a:ext cx="1731404" cy="1731402"/>
            </a:xfrm>
            <a:prstGeom prst="ellipse">
              <a:avLst/>
            </a:prstGeom>
            <a:solidFill>
              <a:srgbClr val="DDFB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Freeform: Shape 49">
              <a:extLst>
                <a:ext uri="{FF2B5EF4-FFF2-40B4-BE49-F238E27FC236}">
                  <a16:creationId xmlns:a16="http://schemas.microsoft.com/office/drawing/2014/main" id="{898575F4-AF1B-CEEC-520E-A4952F3683CF}"/>
                </a:ext>
              </a:extLst>
            </p:cNvPr>
            <p:cNvSpPr>
              <a:spLocks noGrp="1" noRot="1" noMove="1" noResize="1" noEditPoints="1" noAdjustHandles="1" noChangeArrowheads="1" noChangeShapeType="1"/>
            </p:cNvSpPr>
            <p:nvPr userDrawn="1"/>
          </p:nvSpPr>
          <p:spPr>
            <a:xfrm>
              <a:off x="9429251" y="4237774"/>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chemeClr val="accent2"/>
            </a:solidFill>
            <a:ln w="5972" cap="flat">
              <a:noFill/>
              <a:prstDash val="solid"/>
              <a:miter/>
            </a:ln>
          </p:spPr>
          <p:txBody>
            <a:bodyPr rtlCol="0" anchor="ctr"/>
            <a:lstStyle/>
            <a:p>
              <a:endParaRPr lang="en-GB"/>
            </a:p>
          </p:txBody>
        </p:sp>
        <p:pic>
          <p:nvPicPr>
            <p:cNvPr id="17" name="Graphic 16">
              <a:extLst>
                <a:ext uri="{FF2B5EF4-FFF2-40B4-BE49-F238E27FC236}">
                  <a16:creationId xmlns:a16="http://schemas.microsoft.com/office/drawing/2014/main" id="{651A8B2A-F3D2-F800-5A80-D5D663117896}"/>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rot="16200000" flipH="1">
              <a:off x="10443204" y="4202955"/>
              <a:ext cx="182368" cy="252000"/>
            </a:xfrm>
            <a:prstGeom prst="rect">
              <a:avLst/>
            </a:prstGeom>
          </p:spPr>
        </p:pic>
        <p:cxnSp>
          <p:nvCxnSpPr>
            <p:cNvPr id="31" name="Straight Connector 30">
              <a:extLst>
                <a:ext uri="{FF2B5EF4-FFF2-40B4-BE49-F238E27FC236}">
                  <a16:creationId xmlns:a16="http://schemas.microsoft.com/office/drawing/2014/main" id="{F99533AA-8609-6CC1-A576-14C21960B6A8}"/>
                </a:ext>
              </a:extLst>
            </p:cNvPr>
            <p:cNvCxnSpPr>
              <a:cxnSpLocks noGrp="1" noRot="1" noMove="1" noResize="1" noEditPoints="1" noAdjustHandles="1" noChangeArrowheads="1" noChangeShapeType="1"/>
            </p:cNvCxnSpPr>
            <p:nvPr userDrawn="1"/>
          </p:nvCxnSpPr>
          <p:spPr>
            <a:xfrm>
              <a:off x="9981411" y="3275744"/>
              <a:ext cx="1105955" cy="0"/>
            </a:xfrm>
            <a:prstGeom prst="line">
              <a:avLst/>
            </a:prstGeom>
            <a:ln w="25400">
              <a:solidFill>
                <a:srgbClr val="0E8081"/>
              </a:solidFill>
            </a:ln>
          </p:spPr>
          <p:style>
            <a:lnRef idx="1">
              <a:schemeClr val="accent1"/>
            </a:lnRef>
            <a:fillRef idx="0">
              <a:schemeClr val="accent1"/>
            </a:fillRef>
            <a:effectRef idx="0">
              <a:schemeClr val="accent1"/>
            </a:effectRef>
            <a:fontRef idx="minor">
              <a:schemeClr val="tx1"/>
            </a:fontRef>
          </p:style>
        </p:cxnSp>
      </p:grpSp>
      <p:grpSp>
        <p:nvGrpSpPr>
          <p:cNvPr id="7" name="Group 6">
            <a:extLst>
              <a:ext uri="{FF2B5EF4-FFF2-40B4-BE49-F238E27FC236}">
                <a16:creationId xmlns:a16="http://schemas.microsoft.com/office/drawing/2014/main" id="{D2F53723-2E6A-7B42-F1D3-B455B43A8480}"/>
              </a:ext>
            </a:extLst>
          </p:cNvPr>
          <p:cNvGrpSpPr>
            <a:grpSpLocks noGrp="1" noUngrp="1" noRot="1" noMove="1" noResize="1"/>
          </p:cNvGrpSpPr>
          <p:nvPr userDrawn="1"/>
        </p:nvGrpSpPr>
        <p:grpSpPr>
          <a:xfrm flipH="1">
            <a:off x="588162" y="4237771"/>
            <a:ext cx="4420548" cy="2210275"/>
            <a:chOff x="588162" y="4237771"/>
            <a:chExt cx="4420548" cy="2210275"/>
          </a:xfrm>
        </p:grpSpPr>
        <p:sp>
          <p:nvSpPr>
            <p:cNvPr id="4" name="Freeform: Shape 3">
              <a:extLst>
                <a:ext uri="{FF2B5EF4-FFF2-40B4-BE49-F238E27FC236}">
                  <a16:creationId xmlns:a16="http://schemas.microsoft.com/office/drawing/2014/main" id="{9591B30F-6EE9-263E-A48D-3C8BF16FD483}"/>
                </a:ext>
              </a:extLst>
            </p:cNvPr>
            <p:cNvSpPr>
              <a:spLocks noGrp="1" noRot="1" noMove="1" noResize="1" noEditPoints="1" noAdjustHandles="1" noChangeArrowheads="1" noChangeShapeType="1"/>
            </p:cNvSpPr>
            <p:nvPr userDrawn="1"/>
          </p:nvSpPr>
          <p:spPr>
            <a:xfrm>
              <a:off x="588162" y="4237771"/>
              <a:ext cx="4420548" cy="2210275"/>
            </a:xfrm>
            <a:custGeom>
              <a:avLst/>
              <a:gdLst>
                <a:gd name="connsiteX0" fmla="*/ 2371542 w 4743084"/>
                <a:gd name="connsiteY0" fmla="*/ 0 h 2371542"/>
                <a:gd name="connsiteX1" fmla="*/ 0 w 4743084"/>
                <a:gd name="connsiteY1" fmla="*/ 0 h 2371542"/>
                <a:gd name="connsiteX2" fmla="*/ 0 w 4743084"/>
                <a:gd name="connsiteY2" fmla="*/ 2371542 h 2371542"/>
                <a:gd name="connsiteX3" fmla="*/ 2371542 w 4743084"/>
                <a:gd name="connsiteY3" fmla="*/ 2371542 h 2371542"/>
                <a:gd name="connsiteX4" fmla="*/ 4743085 w 4743084"/>
                <a:gd name="connsiteY4" fmla="*/ 2371542 h 2371542"/>
                <a:gd name="connsiteX5" fmla="*/ 4743085 w 4743084"/>
                <a:gd name="connsiteY5" fmla="*/ 0 h 2371542"/>
                <a:gd name="connsiteX6" fmla="*/ 2371542 w 4743084"/>
                <a:gd name="connsiteY6" fmla="*/ 0 h 237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43084" h="2371542">
                  <a:moveTo>
                    <a:pt x="2371542" y="0"/>
                  </a:moveTo>
                  <a:lnTo>
                    <a:pt x="0" y="0"/>
                  </a:lnTo>
                  <a:lnTo>
                    <a:pt x="0" y="2371542"/>
                  </a:lnTo>
                  <a:lnTo>
                    <a:pt x="2371542" y="2371542"/>
                  </a:lnTo>
                  <a:lnTo>
                    <a:pt x="4743085" y="2371542"/>
                  </a:lnTo>
                  <a:lnTo>
                    <a:pt x="4743085" y="0"/>
                  </a:lnTo>
                  <a:lnTo>
                    <a:pt x="2371542" y="0"/>
                  </a:lnTo>
                  <a:close/>
                </a:path>
              </a:pathLst>
            </a:custGeom>
            <a:solidFill>
              <a:schemeClr val="tx2"/>
            </a:solidFill>
            <a:ln w="5972" cap="flat">
              <a:noFill/>
              <a:prstDash val="solid"/>
              <a:miter/>
            </a:ln>
          </p:spPr>
          <p:txBody>
            <a:bodyPr rtlCol="0" anchor="ctr"/>
            <a:lstStyle/>
            <a:p>
              <a:endParaRPr lang="en-GB"/>
            </a:p>
          </p:txBody>
        </p:sp>
        <p:pic>
          <p:nvPicPr>
            <p:cNvPr id="5" name="Graphic 4">
              <a:extLst>
                <a:ext uri="{FF2B5EF4-FFF2-40B4-BE49-F238E27FC236}">
                  <a16:creationId xmlns:a16="http://schemas.microsoft.com/office/drawing/2014/main" id="{C7C2C413-B055-8979-FCBE-3CA2DB6DC705}"/>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959126" y="5216908"/>
              <a:ext cx="182368" cy="252000"/>
            </a:xfrm>
            <a:prstGeom prst="rect">
              <a:avLst/>
            </a:prstGeom>
          </p:spPr>
        </p:pic>
      </p:grpSp>
      <p:sp>
        <p:nvSpPr>
          <p:cNvPr id="41" name="Text Placeholder 40">
            <a:extLst>
              <a:ext uri="{FF2B5EF4-FFF2-40B4-BE49-F238E27FC236}">
                <a16:creationId xmlns:a16="http://schemas.microsoft.com/office/drawing/2014/main" id="{C0459303-E820-5295-6128-9910A0A83B02}"/>
              </a:ext>
            </a:extLst>
          </p:cNvPr>
          <p:cNvSpPr>
            <a:spLocks noGrp="1"/>
          </p:cNvSpPr>
          <p:nvPr>
            <p:ph type="body" sz="quarter" idx="85" hasCustomPrompt="1"/>
          </p:nvPr>
        </p:nvSpPr>
        <p:spPr>
          <a:xfrm>
            <a:off x="953370" y="4774804"/>
            <a:ext cx="3137840" cy="1136208"/>
          </a:xfrm>
          <a:prstGeom prst="rect">
            <a:avLst/>
          </a:prstGeom>
        </p:spPr>
        <p:txBody>
          <a:bodyPr wrap="square" lIns="0" tIns="0" rIns="0" bIns="0" anchor="ctr" anchorCtr="0">
            <a:spAutoFit/>
          </a:bodyPr>
          <a:lstStyle>
            <a:lvl1pPr marL="0" indent="0" algn="r">
              <a:lnSpc>
                <a:spcPts val="1500"/>
              </a:lnSpc>
              <a:spcBef>
                <a:spcPts val="600"/>
              </a:spcBef>
              <a:buNone/>
              <a:defRPr sz="1000">
                <a:solidFill>
                  <a:schemeClr val="bg1"/>
                </a:solidFill>
                <a:latin typeface="+mj-lt"/>
              </a:defRPr>
            </a:lvl1pPr>
            <a:lvl2pPr marL="457200" indent="0" algn="r">
              <a:lnSpc>
                <a:spcPts val="1500"/>
              </a:lnSpc>
              <a:spcBef>
                <a:spcPts val="600"/>
              </a:spcBef>
              <a:buNone/>
              <a:defRPr sz="1000">
                <a:latin typeface="+mj-lt"/>
              </a:defRPr>
            </a:lvl2pPr>
            <a:lvl3pPr marL="914400" indent="0" algn="r">
              <a:lnSpc>
                <a:spcPts val="1500"/>
              </a:lnSpc>
              <a:spcBef>
                <a:spcPts val="600"/>
              </a:spcBef>
              <a:buNone/>
              <a:defRPr sz="1000">
                <a:latin typeface="+mj-lt"/>
              </a:defRPr>
            </a:lvl3pPr>
            <a:lvl4pPr marL="1371600" indent="0" algn="r">
              <a:lnSpc>
                <a:spcPts val="1500"/>
              </a:lnSpc>
              <a:spcBef>
                <a:spcPts val="600"/>
              </a:spcBef>
              <a:buNone/>
              <a:defRPr sz="1000">
                <a:latin typeface="+mj-lt"/>
              </a:defRPr>
            </a:lvl4pPr>
            <a:lvl5pPr marL="1828800" indent="0" algn="r">
              <a:lnSpc>
                <a:spcPts val="1500"/>
              </a:lnSpc>
              <a:spcBef>
                <a:spcPts val="600"/>
              </a:spcBef>
              <a:buNone/>
              <a:defRPr sz="1000">
                <a:latin typeface="+mj-lt"/>
              </a:defRPr>
            </a:lvl5pPr>
          </a:lstStyle>
          <a:p>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
        <p:nvSpPr>
          <p:cNvPr id="24" name="Text Placeholder 45">
            <a:extLst>
              <a:ext uri="{FF2B5EF4-FFF2-40B4-BE49-F238E27FC236}">
                <a16:creationId xmlns:a16="http://schemas.microsoft.com/office/drawing/2014/main" id="{962E4EF0-4853-5CEF-DC09-E7F11ABAF78D}"/>
              </a:ext>
            </a:extLst>
          </p:cNvPr>
          <p:cNvSpPr>
            <a:spLocks noGrp="1"/>
          </p:cNvSpPr>
          <p:nvPr>
            <p:ph type="body" sz="quarter" idx="77" hasCustomPrompt="1"/>
          </p:nvPr>
        </p:nvSpPr>
        <p:spPr>
          <a:xfrm>
            <a:off x="9429253" y="2653045"/>
            <a:ext cx="2210271" cy="553998"/>
          </a:xfrm>
          <a:prstGeom prst="rect">
            <a:avLst/>
          </a:prstGeom>
        </p:spPr>
        <p:txBody>
          <a:bodyPr wrap="square" lIns="0" tIns="0" rIns="0" bIns="0" anchor="b" anchorCtr="0">
            <a:spAutoFit/>
          </a:bodyPr>
          <a:lstStyle>
            <a:lvl1pPr marL="0" indent="0" algn="ctr">
              <a:buNone/>
              <a:defRPr sz="4000" b="0" spc="40" baseline="0">
                <a:solidFill>
                  <a:srgbClr val="0E808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32%</a:t>
            </a:r>
            <a:endParaRPr lang="en-GB" dirty="0"/>
          </a:p>
        </p:txBody>
      </p:sp>
      <p:sp>
        <p:nvSpPr>
          <p:cNvPr id="25" name="Text Placeholder 4">
            <a:extLst>
              <a:ext uri="{FF2B5EF4-FFF2-40B4-BE49-F238E27FC236}">
                <a16:creationId xmlns:a16="http://schemas.microsoft.com/office/drawing/2014/main" id="{A15BC604-FE58-F825-F469-BBC08BC6CBD8}"/>
              </a:ext>
            </a:extLst>
          </p:cNvPr>
          <p:cNvSpPr>
            <a:spLocks noGrp="1"/>
          </p:cNvSpPr>
          <p:nvPr>
            <p:ph type="body" sz="quarter" idx="78" hasCustomPrompt="1"/>
          </p:nvPr>
        </p:nvSpPr>
        <p:spPr>
          <a:xfrm>
            <a:off x="9429253" y="3392089"/>
            <a:ext cx="2210271"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0" spc="40" baseline="0">
                <a:solidFill>
                  <a:srgbClr val="0E808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43" name="Freeform: Shape 42">
            <a:extLst>
              <a:ext uri="{FF2B5EF4-FFF2-40B4-BE49-F238E27FC236}">
                <a16:creationId xmlns:a16="http://schemas.microsoft.com/office/drawing/2014/main" id="{B580E1E1-FF37-12BF-887E-B4FAB3370CF8}"/>
              </a:ext>
            </a:extLst>
          </p:cNvPr>
          <p:cNvSpPr>
            <a:spLocks noGrp="1" noRot="1" noMove="1" noResize="1" noEditPoints="1" noAdjustHandles="1" noChangeArrowheads="1" noChangeShapeType="1"/>
          </p:cNvSpPr>
          <p:nvPr userDrawn="1"/>
        </p:nvSpPr>
        <p:spPr>
          <a:xfrm>
            <a:off x="2798440" y="2027501"/>
            <a:ext cx="2210274" cy="2210271"/>
          </a:xfrm>
          <a:custGeom>
            <a:avLst/>
            <a:gdLst>
              <a:gd name="connsiteX0" fmla="*/ 0 w 2371542"/>
              <a:gd name="connsiteY0" fmla="*/ 0 h 4743084"/>
              <a:gd name="connsiteX1" fmla="*/ 2371542 w 2371542"/>
              <a:gd name="connsiteY1" fmla="*/ 0 h 4743084"/>
              <a:gd name="connsiteX2" fmla="*/ 2371542 w 2371542"/>
              <a:gd name="connsiteY2" fmla="*/ 4743085 h 4743084"/>
              <a:gd name="connsiteX3" fmla="*/ 0 w 2371542"/>
              <a:gd name="connsiteY3" fmla="*/ 4743085 h 4743084"/>
            </a:gdLst>
            <a:ahLst/>
            <a:cxnLst>
              <a:cxn ang="0">
                <a:pos x="connsiteX0" y="connsiteY0"/>
              </a:cxn>
              <a:cxn ang="0">
                <a:pos x="connsiteX1" y="connsiteY1"/>
              </a:cxn>
              <a:cxn ang="0">
                <a:pos x="connsiteX2" y="connsiteY2"/>
              </a:cxn>
              <a:cxn ang="0">
                <a:pos x="connsiteX3" y="connsiteY3"/>
              </a:cxn>
            </a:cxnLst>
            <a:rect l="l" t="t" r="r" b="b"/>
            <a:pathLst>
              <a:path w="2371542" h="4743084">
                <a:moveTo>
                  <a:pt x="0" y="0"/>
                </a:moveTo>
                <a:lnTo>
                  <a:pt x="2371542" y="0"/>
                </a:lnTo>
                <a:lnTo>
                  <a:pt x="2371542" y="4743085"/>
                </a:lnTo>
                <a:lnTo>
                  <a:pt x="0" y="4743085"/>
                </a:lnTo>
                <a:close/>
              </a:path>
            </a:pathLst>
          </a:custGeom>
          <a:solidFill>
            <a:srgbClr val="00BBF0"/>
          </a:solidFill>
          <a:ln w="5972" cap="flat">
            <a:noFill/>
            <a:prstDash val="solid"/>
            <a:miter/>
          </a:ln>
        </p:spPr>
        <p:txBody>
          <a:bodyPr rtlCol="0" anchor="ctr"/>
          <a:lstStyle/>
          <a:p>
            <a:endParaRPr lang="en-GB"/>
          </a:p>
        </p:txBody>
      </p:sp>
      <p:sp>
        <p:nvSpPr>
          <p:cNvPr id="51" name="Text Placeholder 45">
            <a:extLst>
              <a:ext uri="{FF2B5EF4-FFF2-40B4-BE49-F238E27FC236}">
                <a16:creationId xmlns:a16="http://schemas.microsoft.com/office/drawing/2014/main" id="{20811B5C-2797-B8CF-645C-97F321C0DAB6}"/>
              </a:ext>
            </a:extLst>
          </p:cNvPr>
          <p:cNvSpPr>
            <a:spLocks noGrp="1"/>
          </p:cNvSpPr>
          <p:nvPr>
            <p:ph type="body" sz="quarter" idx="73" hasCustomPrompt="1"/>
          </p:nvPr>
        </p:nvSpPr>
        <p:spPr>
          <a:xfrm>
            <a:off x="2798440" y="2578744"/>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57%</a:t>
            </a:r>
            <a:endParaRPr lang="en-GB" dirty="0"/>
          </a:p>
        </p:txBody>
      </p:sp>
      <p:sp>
        <p:nvSpPr>
          <p:cNvPr id="52" name="Text Placeholder 4">
            <a:extLst>
              <a:ext uri="{FF2B5EF4-FFF2-40B4-BE49-F238E27FC236}">
                <a16:creationId xmlns:a16="http://schemas.microsoft.com/office/drawing/2014/main" id="{B371C420-EA6B-D77A-7D56-750879C1C650}"/>
              </a:ext>
            </a:extLst>
          </p:cNvPr>
          <p:cNvSpPr>
            <a:spLocks noGrp="1"/>
          </p:cNvSpPr>
          <p:nvPr>
            <p:ph type="body" sz="quarter" idx="74" hasCustomPrompt="1"/>
          </p:nvPr>
        </p:nvSpPr>
        <p:spPr>
          <a:xfrm>
            <a:off x="2798440" y="3409741"/>
            <a:ext cx="2210271"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3" name="Rectangle 2">
            <a:extLst>
              <a:ext uri="{FF2B5EF4-FFF2-40B4-BE49-F238E27FC236}">
                <a16:creationId xmlns:a16="http://schemas.microsoft.com/office/drawing/2014/main" id="{2B1126BE-1066-CB6D-F501-7AE010A86367}"/>
              </a:ext>
            </a:extLst>
          </p:cNvPr>
          <p:cNvSpPr>
            <a:spLocks noGrp="1" noRot="1" noMove="1" noResize="1" noEditPoints="1" noAdjustHandles="1" noChangeArrowheads="1" noChangeShapeType="1"/>
          </p:cNvSpPr>
          <p:nvPr userDrawn="1"/>
        </p:nvSpPr>
        <p:spPr>
          <a:xfrm>
            <a:off x="0" y="0"/>
            <a:ext cx="12192000" cy="1381125"/>
          </a:xfrm>
          <a:prstGeom prst="rect">
            <a:avLst/>
          </a:prstGeom>
          <a:solidFill>
            <a:srgbClr val="EF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27" name="Title 1">
            <a:extLst>
              <a:ext uri="{FF2B5EF4-FFF2-40B4-BE49-F238E27FC236}">
                <a16:creationId xmlns:a16="http://schemas.microsoft.com/office/drawing/2014/main" id="{192E2FA8-D0E3-E1ED-527D-73C3494E2CEF}"/>
              </a:ext>
            </a:extLst>
          </p:cNvPr>
          <p:cNvSpPr>
            <a:spLocks noGrp="1"/>
          </p:cNvSpPr>
          <p:nvPr>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accent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44" name="Freeform: Shape 43">
            <a:extLst>
              <a:ext uri="{FF2B5EF4-FFF2-40B4-BE49-F238E27FC236}">
                <a16:creationId xmlns:a16="http://schemas.microsoft.com/office/drawing/2014/main" id="{7EF35613-2314-2D0E-C667-8B07732E0FAA}"/>
              </a:ext>
            </a:extLst>
          </p:cNvPr>
          <p:cNvSpPr>
            <a:spLocks noGrp="1" noRot="1" noMove="1" noResize="1" noEditPoints="1" noAdjustHandles="1" noChangeArrowheads="1" noChangeShapeType="1"/>
          </p:cNvSpPr>
          <p:nvPr userDrawn="1"/>
        </p:nvSpPr>
        <p:spPr>
          <a:xfrm>
            <a:off x="7218976" y="4237771"/>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rgbClr val="005083"/>
          </a:solidFill>
          <a:ln w="5972"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18531E83-C4C7-00CB-ABB7-B49E0A9A4F97}"/>
              </a:ext>
            </a:extLst>
          </p:cNvPr>
          <p:cNvSpPr>
            <a:spLocks noGrp="1" noRot="1" noMove="1" noResize="1" noEditPoints="1" noAdjustHandles="1" noChangeArrowheads="1" noChangeShapeType="1"/>
          </p:cNvSpPr>
          <p:nvPr userDrawn="1"/>
        </p:nvSpPr>
        <p:spPr>
          <a:xfrm>
            <a:off x="588166" y="2027501"/>
            <a:ext cx="2210274" cy="2210275"/>
          </a:xfrm>
          <a:custGeom>
            <a:avLst/>
            <a:gdLst>
              <a:gd name="connsiteX0" fmla="*/ 0 w 2371542"/>
              <a:gd name="connsiteY0" fmla="*/ 0 h 2371542"/>
              <a:gd name="connsiteX1" fmla="*/ 2371542 w 2371542"/>
              <a:gd name="connsiteY1" fmla="*/ 0 h 2371542"/>
              <a:gd name="connsiteX2" fmla="*/ 2371542 w 2371542"/>
              <a:gd name="connsiteY2" fmla="*/ 2371542 h 2371542"/>
              <a:gd name="connsiteX3" fmla="*/ 0 w 2371542"/>
              <a:gd name="connsiteY3" fmla="*/ 2371542 h 2371542"/>
            </a:gdLst>
            <a:ahLst/>
            <a:cxnLst>
              <a:cxn ang="0">
                <a:pos x="connsiteX0" y="connsiteY0"/>
              </a:cxn>
              <a:cxn ang="0">
                <a:pos x="connsiteX1" y="connsiteY1"/>
              </a:cxn>
              <a:cxn ang="0">
                <a:pos x="connsiteX2" y="connsiteY2"/>
              </a:cxn>
              <a:cxn ang="0">
                <a:pos x="connsiteX3" y="connsiteY3"/>
              </a:cxn>
            </a:cxnLst>
            <a:rect l="l" t="t" r="r" b="b"/>
            <a:pathLst>
              <a:path w="2371542" h="2371542">
                <a:moveTo>
                  <a:pt x="0" y="0"/>
                </a:moveTo>
                <a:lnTo>
                  <a:pt x="2371542" y="0"/>
                </a:lnTo>
                <a:lnTo>
                  <a:pt x="2371542" y="2371542"/>
                </a:lnTo>
                <a:lnTo>
                  <a:pt x="0" y="2371542"/>
                </a:lnTo>
                <a:close/>
              </a:path>
            </a:pathLst>
          </a:custGeom>
          <a:solidFill>
            <a:srgbClr val="005083"/>
          </a:solidFill>
          <a:ln w="5972" cap="flat">
            <a:noFill/>
            <a:prstDash val="solid"/>
            <a:miter/>
          </a:ln>
        </p:spPr>
        <p:txBody>
          <a:bodyPr rtlCol="0" anchor="ctr"/>
          <a:lstStyle/>
          <a:p>
            <a:endParaRPr lang="en-GB"/>
          </a:p>
        </p:txBody>
      </p:sp>
      <p:sp>
        <p:nvSpPr>
          <p:cNvPr id="59" name="Text Placeholder 15">
            <a:extLst>
              <a:ext uri="{FF2B5EF4-FFF2-40B4-BE49-F238E27FC236}">
                <a16:creationId xmlns:a16="http://schemas.microsoft.com/office/drawing/2014/main" id="{FC7E44C5-349C-F2E2-7973-B107ABBA96BA}"/>
              </a:ext>
            </a:extLst>
          </p:cNvPr>
          <p:cNvSpPr>
            <a:spLocks noGrp="1"/>
          </p:cNvSpPr>
          <p:nvPr>
            <p:ph type="body" sz="quarter" idx="76" hasCustomPrompt="1"/>
          </p:nvPr>
        </p:nvSpPr>
        <p:spPr>
          <a:xfrm>
            <a:off x="5905374" y="2468355"/>
            <a:ext cx="3144622" cy="1328569"/>
          </a:xfrm>
          <a:prstGeom prst="rect">
            <a:avLst/>
          </a:prstGeom>
        </p:spPr>
        <p:txBody>
          <a:bodyPr wrap="square" lIns="0" tIns="0" rIns="0" bIns="0" anchor="ctr" anchorCtr="0">
            <a:spAutoFit/>
          </a:bodyPr>
          <a:lstStyle>
            <a:lvl1pPr marL="0" indent="0" algn="l">
              <a:lnSpc>
                <a:spcPts val="1500"/>
              </a:lnSpc>
              <a:spcBef>
                <a:spcPts val="600"/>
              </a:spcBef>
              <a:buNone/>
              <a:defRPr sz="1000" spc="40" baseline="0">
                <a:solidFill>
                  <a:schemeClr val="bg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ts val="1500"/>
              </a:lnSpc>
              <a:spcBef>
                <a:spcPts val="0"/>
              </a:spcBef>
              <a:spcAft>
                <a:spcPts val="0"/>
              </a:spcAft>
              <a:buClrTx/>
              <a:buSzTx/>
              <a:buFont typeface="Arial" panose="020B0604020202020204" pitchFamily="34" charset="0"/>
              <a:buNone/>
              <a:tabLst/>
              <a:defRPr/>
            </a:pPr>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
        <p:nvSpPr>
          <p:cNvPr id="75" name="Text Placeholder 15">
            <a:extLst>
              <a:ext uri="{FF2B5EF4-FFF2-40B4-BE49-F238E27FC236}">
                <a16:creationId xmlns:a16="http://schemas.microsoft.com/office/drawing/2014/main" id="{B101F38F-E36A-D2AC-DF82-2B70A4B4B89D}"/>
              </a:ext>
            </a:extLst>
          </p:cNvPr>
          <p:cNvSpPr>
            <a:spLocks noGrp="1"/>
          </p:cNvSpPr>
          <p:nvPr>
            <p:ph type="body" sz="quarter" idx="79" hasCustomPrompt="1"/>
          </p:nvPr>
        </p:nvSpPr>
        <p:spPr>
          <a:xfrm>
            <a:off x="587375" y="1594211"/>
            <a:ext cx="11052175" cy="185500"/>
          </a:xfrm>
          <a:prstGeom prst="rect">
            <a:avLst/>
          </a:prstGeom>
        </p:spPr>
        <p:txBody>
          <a:bodyPr lIns="0" tIns="0" rIns="0" bIns="0">
            <a:spAutoFit/>
          </a:bodyPr>
          <a:lstStyle>
            <a:lvl1pPr marL="0" indent="0" algn="ctr">
              <a:lnSpc>
                <a:spcPts val="1600"/>
              </a:lnSpc>
              <a:spcBef>
                <a:spcPts val="0"/>
              </a:spcBef>
              <a:buNone/>
              <a:defRPr sz="1050" spc="2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Insert introductory text here. No longer than 1 line maximum. Insert introductory text here. </a:t>
            </a:r>
            <a:endParaRPr lang="en-ZA" dirty="0"/>
          </a:p>
        </p:txBody>
      </p:sp>
      <p:sp>
        <p:nvSpPr>
          <p:cNvPr id="8" name="Freeform: Shape 7">
            <a:extLst>
              <a:ext uri="{FF2B5EF4-FFF2-40B4-BE49-F238E27FC236}">
                <a16:creationId xmlns:a16="http://schemas.microsoft.com/office/drawing/2014/main" id="{BB5CB315-076D-4A66-0887-0F1571DA2F9F}"/>
              </a:ext>
            </a:extLst>
          </p:cNvPr>
          <p:cNvSpPr>
            <a:spLocks noGrp="1" noRot="1" noMove="1" noResize="1" noEditPoints="1" noAdjustHandles="1" noChangeArrowheads="1" noChangeShapeType="1"/>
          </p:cNvSpPr>
          <p:nvPr userDrawn="1"/>
        </p:nvSpPr>
        <p:spPr>
          <a:xfrm>
            <a:off x="5008708" y="4237775"/>
            <a:ext cx="2210274" cy="2210271"/>
          </a:xfrm>
          <a:custGeom>
            <a:avLst/>
            <a:gdLst>
              <a:gd name="connsiteX0" fmla="*/ 0 w 2371542"/>
              <a:gd name="connsiteY0" fmla="*/ 0 h 4743084"/>
              <a:gd name="connsiteX1" fmla="*/ 2371542 w 2371542"/>
              <a:gd name="connsiteY1" fmla="*/ 0 h 4743084"/>
              <a:gd name="connsiteX2" fmla="*/ 2371542 w 2371542"/>
              <a:gd name="connsiteY2" fmla="*/ 4743085 h 4743084"/>
              <a:gd name="connsiteX3" fmla="*/ 0 w 2371542"/>
              <a:gd name="connsiteY3" fmla="*/ 4743085 h 4743084"/>
            </a:gdLst>
            <a:ahLst/>
            <a:cxnLst>
              <a:cxn ang="0">
                <a:pos x="connsiteX0" y="connsiteY0"/>
              </a:cxn>
              <a:cxn ang="0">
                <a:pos x="connsiteX1" y="connsiteY1"/>
              </a:cxn>
              <a:cxn ang="0">
                <a:pos x="connsiteX2" y="connsiteY2"/>
              </a:cxn>
              <a:cxn ang="0">
                <a:pos x="connsiteX3" y="connsiteY3"/>
              </a:cxn>
            </a:cxnLst>
            <a:rect l="l" t="t" r="r" b="b"/>
            <a:pathLst>
              <a:path w="2371542" h="4743084">
                <a:moveTo>
                  <a:pt x="0" y="0"/>
                </a:moveTo>
                <a:lnTo>
                  <a:pt x="2371542" y="0"/>
                </a:lnTo>
                <a:lnTo>
                  <a:pt x="2371542" y="4743085"/>
                </a:lnTo>
                <a:lnTo>
                  <a:pt x="0" y="4743085"/>
                </a:lnTo>
                <a:close/>
              </a:path>
            </a:pathLst>
          </a:custGeom>
          <a:solidFill>
            <a:srgbClr val="00BBF0"/>
          </a:solidFill>
          <a:ln w="5972" cap="flat">
            <a:noFill/>
            <a:prstDash val="solid"/>
            <a:miter/>
          </a:ln>
        </p:spPr>
        <p:txBody>
          <a:bodyPr rtlCol="0" anchor="ctr"/>
          <a:lstStyle/>
          <a:p>
            <a:endParaRPr lang="en-GB"/>
          </a:p>
        </p:txBody>
      </p:sp>
      <p:sp>
        <p:nvSpPr>
          <p:cNvPr id="9" name="Text Placeholder 45">
            <a:extLst>
              <a:ext uri="{FF2B5EF4-FFF2-40B4-BE49-F238E27FC236}">
                <a16:creationId xmlns:a16="http://schemas.microsoft.com/office/drawing/2014/main" id="{9252D375-7BDD-14E0-386E-88C4FEA6CBD7}"/>
              </a:ext>
            </a:extLst>
          </p:cNvPr>
          <p:cNvSpPr>
            <a:spLocks noGrp="1"/>
          </p:cNvSpPr>
          <p:nvPr>
            <p:ph type="body" sz="quarter" idx="82" hasCustomPrompt="1"/>
          </p:nvPr>
        </p:nvSpPr>
        <p:spPr>
          <a:xfrm>
            <a:off x="5008708" y="4789018"/>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57%</a:t>
            </a:r>
            <a:endParaRPr lang="en-GB" dirty="0"/>
          </a:p>
        </p:txBody>
      </p:sp>
      <p:sp>
        <p:nvSpPr>
          <p:cNvPr id="10" name="Text Placeholder 4">
            <a:extLst>
              <a:ext uri="{FF2B5EF4-FFF2-40B4-BE49-F238E27FC236}">
                <a16:creationId xmlns:a16="http://schemas.microsoft.com/office/drawing/2014/main" id="{C2E3FF76-3F6E-24E0-CE96-1C74A502E6A3}"/>
              </a:ext>
            </a:extLst>
          </p:cNvPr>
          <p:cNvSpPr>
            <a:spLocks noGrp="1"/>
          </p:cNvSpPr>
          <p:nvPr>
            <p:ph type="body" sz="quarter" idx="83" hasCustomPrompt="1"/>
          </p:nvPr>
        </p:nvSpPr>
        <p:spPr>
          <a:xfrm>
            <a:off x="5008708" y="5620015"/>
            <a:ext cx="2210271"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bg1"/>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20" name="Text Placeholder 26">
            <a:extLst>
              <a:ext uri="{FF2B5EF4-FFF2-40B4-BE49-F238E27FC236}">
                <a16:creationId xmlns:a16="http://schemas.microsoft.com/office/drawing/2014/main" id="{53472598-0454-4CD8-3C50-F8277152897D}"/>
              </a:ext>
            </a:extLst>
          </p:cNvPr>
          <p:cNvSpPr>
            <a:spLocks noGrp="1"/>
          </p:cNvSpPr>
          <p:nvPr>
            <p:ph type="body" sz="quarter" idx="62" hasCustomPrompt="1"/>
          </p:nvPr>
        </p:nvSpPr>
        <p:spPr>
          <a:xfrm>
            <a:off x="7575223" y="4734921"/>
            <a:ext cx="1493431" cy="1215974"/>
          </a:xfrm>
          <a:prstGeom prst="rect">
            <a:avLst/>
          </a:prstGeom>
        </p:spPr>
        <p:txBody>
          <a:bodyPr wrap="square" lIns="0" tIns="0" rIns="0" bIns="0" anchor="ctr" anchorCtr="0">
            <a:spAutoFit/>
          </a:bodyPr>
          <a:lstStyle>
            <a:lvl1pPr marL="0" indent="0" algn="ctr">
              <a:lnSpc>
                <a:spcPts val="1600"/>
              </a:lnSpc>
              <a:spcBef>
                <a:spcPts val="60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ADD YOUR LARGE STATEMENT THAT YOU WISH TO CALLOUT IN THIS BOX HERE</a:t>
            </a:r>
            <a:endParaRPr lang="en-ZA" dirty="0"/>
          </a:p>
        </p:txBody>
      </p:sp>
      <p:sp>
        <p:nvSpPr>
          <p:cNvPr id="21" name="Text Placeholder 26">
            <a:extLst>
              <a:ext uri="{FF2B5EF4-FFF2-40B4-BE49-F238E27FC236}">
                <a16:creationId xmlns:a16="http://schemas.microsoft.com/office/drawing/2014/main" id="{010E70D6-12E6-9E59-5719-9B63BAED995B}"/>
              </a:ext>
            </a:extLst>
          </p:cNvPr>
          <p:cNvSpPr>
            <a:spLocks noGrp="1"/>
          </p:cNvSpPr>
          <p:nvPr>
            <p:ph type="body" sz="quarter" idx="84" hasCustomPrompt="1"/>
          </p:nvPr>
        </p:nvSpPr>
        <p:spPr>
          <a:xfrm>
            <a:off x="934420" y="2524649"/>
            <a:ext cx="1493431" cy="1215974"/>
          </a:xfrm>
          <a:prstGeom prst="rect">
            <a:avLst/>
          </a:prstGeom>
        </p:spPr>
        <p:txBody>
          <a:bodyPr wrap="square" lIns="0" tIns="0" rIns="0" bIns="0" anchor="ctr" anchorCtr="0">
            <a:spAutoFit/>
          </a:bodyPr>
          <a:lstStyle>
            <a:lvl1pPr marL="0" indent="0" algn="ctr">
              <a:lnSpc>
                <a:spcPts val="1600"/>
              </a:lnSpc>
              <a:spcBef>
                <a:spcPts val="600"/>
              </a:spcBef>
              <a:buNone/>
              <a:defRPr sz="1200" b="1" spc="40" baseline="0">
                <a:solidFill>
                  <a:schemeClr val="bg1"/>
                </a:solidFill>
                <a:latin typeface="+mj-lt"/>
              </a:defRPr>
            </a:lvl1pPr>
            <a:lvl2pPr marL="457200" indent="0">
              <a:buNone/>
              <a:defRPr sz="1100">
                <a:latin typeface="+mj-lt"/>
              </a:defRPr>
            </a:lvl2pPr>
            <a:lvl3pPr marL="914400" indent="0">
              <a:buNone/>
              <a:defRPr sz="1100">
                <a:latin typeface="+mj-lt"/>
              </a:defRPr>
            </a:lvl3pPr>
            <a:lvl4pPr marL="1371600" indent="0">
              <a:buNone/>
              <a:defRPr sz="1100">
                <a:latin typeface="+mj-lt"/>
              </a:defRPr>
            </a:lvl4pPr>
            <a:lvl5pPr marL="1828800" indent="0">
              <a:buNone/>
              <a:defRPr sz="1100">
                <a:latin typeface="+mj-lt"/>
              </a:defRPr>
            </a:lvl5pPr>
          </a:lstStyle>
          <a:p>
            <a:pPr lvl="0"/>
            <a:r>
              <a:rPr lang="en-US" dirty="0"/>
              <a:t>CLICK TO ADD YOUR LARGE STATEMENT THAT YOU WISH TO CALLOUT IN THIS BOX HERE</a:t>
            </a:r>
            <a:endParaRPr lang="en-ZA" dirty="0"/>
          </a:p>
        </p:txBody>
      </p:sp>
      <p:sp>
        <p:nvSpPr>
          <p:cNvPr id="30" name="Text Placeholder 36">
            <a:extLst>
              <a:ext uri="{FF2B5EF4-FFF2-40B4-BE49-F238E27FC236}">
                <a16:creationId xmlns:a16="http://schemas.microsoft.com/office/drawing/2014/main" id="{292FE4A2-8BC0-EA28-4C5C-864C0089A818}"/>
              </a:ext>
            </a:extLst>
          </p:cNvPr>
          <p:cNvSpPr>
            <a:spLocks noGrp="1"/>
          </p:cNvSpPr>
          <p:nvPr>
            <p:ph type="body" sz="quarter" idx="71" hasCustomPrompt="1"/>
          </p:nvPr>
        </p:nvSpPr>
        <p:spPr>
          <a:xfrm>
            <a:off x="9777811" y="4733510"/>
            <a:ext cx="1513155" cy="1371145"/>
          </a:xfrm>
          <a:prstGeom prst="rect">
            <a:avLst/>
          </a:prstGeom>
        </p:spPr>
        <p:txBody>
          <a:bodyPr wrap="square" lIns="0" tIns="0" rIns="0" bIns="0">
            <a:spAutoFit/>
          </a:bodyPr>
          <a:lstStyle>
            <a:lvl1pPr marL="0" indent="0" algn="ctr">
              <a:spcBef>
                <a:spcPts val="600"/>
              </a:spcBef>
              <a:buNone/>
              <a:defRPr sz="1100">
                <a:solidFill>
                  <a:srgbClr val="DDFBF5"/>
                </a:solidFill>
              </a:defRPr>
            </a:lvl1pPr>
            <a:lvl2pPr marL="457200" indent="0" algn="ctr">
              <a:spcBef>
                <a:spcPts val="600"/>
              </a:spcBef>
              <a:buNone/>
              <a:defRPr sz="1100"/>
            </a:lvl2pPr>
            <a:lvl3pPr marL="914400" indent="0" algn="ctr">
              <a:spcBef>
                <a:spcPts val="600"/>
              </a:spcBef>
              <a:buNone/>
              <a:defRPr sz="1100"/>
            </a:lvl3pPr>
            <a:lvl4pPr marL="1371600" indent="0" algn="ctr">
              <a:spcBef>
                <a:spcPts val="600"/>
              </a:spcBef>
              <a:buNone/>
              <a:defRPr sz="1100"/>
            </a:lvl4pPr>
            <a:lvl5pPr marL="1828800" indent="0" algn="ctr">
              <a:spcBef>
                <a:spcPts val="600"/>
              </a:spcBef>
              <a:buNone/>
              <a:defRPr sz="1100"/>
            </a:lvl5pPr>
          </a:lstStyle>
          <a:p>
            <a:pPr marL="0" marR="0" lvl="0" indent="0" algn="ctr" defTabSz="914400" rtl="0" eaLnBrk="1" fontAlgn="auto" latinLnBrk="0" hangingPunct="1">
              <a:lnSpc>
                <a:spcPct val="90000"/>
              </a:lnSpc>
              <a:spcBef>
                <a:spcPts val="600"/>
              </a:spcBef>
              <a:spcAft>
                <a:spcPts val="0"/>
              </a:spcAft>
              <a:buClrTx/>
              <a:buSzTx/>
              <a:buFont typeface="Arial" panose="020B0604020202020204" pitchFamily="34" charset="0"/>
              <a:buNone/>
              <a:tabLst/>
              <a:defRPr/>
            </a:pPr>
            <a:r>
              <a:rPr lang="en-US" dirty="0"/>
              <a:t>Insert descriptive text for this statistic here. No longer than 9 lines maximum. Insert descriptive text for this statistic here. No longer than 9 lines maximum. Insert descriptive text for this statistic here. </a:t>
            </a:r>
            <a:endParaRPr lang="en-GB" dirty="0"/>
          </a:p>
        </p:txBody>
      </p:sp>
    </p:spTree>
    <p:extLst>
      <p:ext uri="{BB962C8B-B14F-4D97-AF65-F5344CB8AC3E}">
        <p14:creationId xmlns:p14="http://schemas.microsoft.com/office/powerpoint/2010/main" val="219257605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P13 | 1_HEAD + Sub-Head + 3 x Stats">
    <p:bg>
      <p:bgPr>
        <a:solidFill>
          <a:schemeClr val="tx2"/>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F7F6C7B-4DAE-5474-E19A-4EF4EA013B8E}"/>
              </a:ext>
            </a:extLst>
          </p:cNvPr>
          <p:cNvPicPr>
            <a:picLocks noChangeAspect="1"/>
          </p:cNvPicPr>
          <p:nvPr userDrawn="1"/>
        </p:nvPicPr>
        <p:blipFill>
          <a:blip r:embed="rId2">
            <a:alphaModFix amt="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87" name="Group 86">
            <a:extLst>
              <a:ext uri="{FF2B5EF4-FFF2-40B4-BE49-F238E27FC236}">
                <a16:creationId xmlns:a16="http://schemas.microsoft.com/office/drawing/2014/main" id="{1D40B730-7FEF-16B9-0712-AC6245CB4F04}"/>
              </a:ext>
            </a:extLst>
          </p:cNvPr>
          <p:cNvGrpSpPr>
            <a:grpSpLocks noGrp="1" noUngrp="1" noRot="1" noMove="1" noResize="1"/>
          </p:cNvGrpSpPr>
          <p:nvPr userDrawn="1"/>
        </p:nvGrpSpPr>
        <p:grpSpPr>
          <a:xfrm>
            <a:off x="572470" y="2140985"/>
            <a:ext cx="11062181" cy="2243494"/>
            <a:chOff x="572470" y="2140985"/>
            <a:chExt cx="11062181" cy="2243494"/>
          </a:xfrm>
        </p:grpSpPr>
        <p:grpSp>
          <p:nvGrpSpPr>
            <p:cNvPr id="82" name="Group 81">
              <a:extLst>
                <a:ext uri="{FF2B5EF4-FFF2-40B4-BE49-F238E27FC236}">
                  <a16:creationId xmlns:a16="http://schemas.microsoft.com/office/drawing/2014/main" id="{A55CF3A8-278B-DE68-32DF-B767BEA5BA21}"/>
                </a:ext>
              </a:extLst>
            </p:cNvPr>
            <p:cNvGrpSpPr>
              <a:grpSpLocks noGrp="1" noUngrp="1" noRot="1" noMove="1" noResize="1"/>
            </p:cNvGrpSpPr>
            <p:nvPr userDrawn="1"/>
          </p:nvGrpSpPr>
          <p:grpSpPr>
            <a:xfrm>
              <a:off x="572470" y="2141902"/>
              <a:ext cx="11062181" cy="2242577"/>
              <a:chOff x="724870" y="2729220"/>
              <a:chExt cx="11062181" cy="2242577"/>
            </a:xfrm>
            <a:solidFill>
              <a:schemeClr val="tx2"/>
            </a:solidFill>
          </p:grpSpPr>
          <p:sp>
            <p:nvSpPr>
              <p:cNvPr id="78" name="Oval 77">
                <a:extLst>
                  <a:ext uri="{FF2B5EF4-FFF2-40B4-BE49-F238E27FC236}">
                    <a16:creationId xmlns:a16="http://schemas.microsoft.com/office/drawing/2014/main" id="{D771A429-F2D9-F433-39C9-8ECEB8AB05E8}"/>
                  </a:ext>
                </a:extLst>
              </p:cNvPr>
              <p:cNvSpPr>
                <a:spLocks noGrp="1" noRot="1" noMove="1" noResize="1" noEditPoints="1" noAdjustHandles="1" noChangeArrowheads="1" noChangeShapeType="1"/>
              </p:cNvSpPr>
              <p:nvPr userDrawn="1"/>
            </p:nvSpPr>
            <p:spPr>
              <a:xfrm>
                <a:off x="724870" y="2730137"/>
                <a:ext cx="2241662" cy="2241660"/>
              </a:xfrm>
              <a:prstGeom prst="ellipse">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9" name="Oval 78">
                <a:extLst>
                  <a:ext uri="{FF2B5EF4-FFF2-40B4-BE49-F238E27FC236}">
                    <a16:creationId xmlns:a16="http://schemas.microsoft.com/office/drawing/2014/main" id="{A96F3F6E-13EA-4E4C-F661-0AFC87ADA4C0}"/>
                  </a:ext>
                </a:extLst>
              </p:cNvPr>
              <p:cNvSpPr>
                <a:spLocks noGrp="1" noRot="1" noMove="1" noResize="1" noEditPoints="1" noAdjustHandles="1" noChangeArrowheads="1" noChangeShapeType="1"/>
              </p:cNvSpPr>
              <p:nvPr userDrawn="1"/>
            </p:nvSpPr>
            <p:spPr>
              <a:xfrm>
                <a:off x="3665043" y="2730137"/>
                <a:ext cx="2241662" cy="2241660"/>
              </a:xfrm>
              <a:prstGeom prst="ellipse">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0" name="Oval 79">
                <a:extLst>
                  <a:ext uri="{FF2B5EF4-FFF2-40B4-BE49-F238E27FC236}">
                    <a16:creationId xmlns:a16="http://schemas.microsoft.com/office/drawing/2014/main" id="{C590CD44-9B07-B696-9835-B94638D4CF55}"/>
                  </a:ext>
                </a:extLst>
              </p:cNvPr>
              <p:cNvSpPr>
                <a:spLocks noGrp="1" noRot="1" noMove="1" noResize="1" noEditPoints="1" noAdjustHandles="1" noChangeArrowheads="1" noChangeShapeType="1"/>
              </p:cNvSpPr>
              <p:nvPr userDrawn="1"/>
            </p:nvSpPr>
            <p:spPr>
              <a:xfrm>
                <a:off x="6605216" y="2729220"/>
                <a:ext cx="2241662" cy="2241660"/>
              </a:xfrm>
              <a:prstGeom prst="ellipse">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1" name="Oval 80">
                <a:extLst>
                  <a:ext uri="{FF2B5EF4-FFF2-40B4-BE49-F238E27FC236}">
                    <a16:creationId xmlns:a16="http://schemas.microsoft.com/office/drawing/2014/main" id="{A8288ECD-6D7B-EFFE-7E40-DE66D30E5BD3}"/>
                  </a:ext>
                </a:extLst>
              </p:cNvPr>
              <p:cNvSpPr>
                <a:spLocks noGrp="1" noRot="1" noMove="1" noResize="1" noEditPoints="1" noAdjustHandles="1" noChangeArrowheads="1" noChangeShapeType="1"/>
              </p:cNvSpPr>
              <p:nvPr userDrawn="1"/>
            </p:nvSpPr>
            <p:spPr>
              <a:xfrm>
                <a:off x="9545389" y="2729220"/>
                <a:ext cx="2241662" cy="2241660"/>
              </a:xfrm>
              <a:prstGeom prst="ellipse">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5" name="Group 84">
              <a:extLst>
                <a:ext uri="{FF2B5EF4-FFF2-40B4-BE49-F238E27FC236}">
                  <a16:creationId xmlns:a16="http://schemas.microsoft.com/office/drawing/2014/main" id="{C427AE50-D7BA-8EC5-48E9-4EAE20C3ABDA}"/>
                </a:ext>
              </a:extLst>
            </p:cNvPr>
            <p:cNvGrpSpPr>
              <a:grpSpLocks noGrp="1" noUngrp="1" noRot="1" noMove="1" noResize="1"/>
            </p:cNvGrpSpPr>
            <p:nvPr userDrawn="1"/>
          </p:nvGrpSpPr>
          <p:grpSpPr>
            <a:xfrm>
              <a:off x="572470" y="2140985"/>
              <a:ext cx="11062181" cy="2242577"/>
              <a:chOff x="572470" y="2140985"/>
              <a:chExt cx="11062181" cy="2242577"/>
            </a:xfrm>
          </p:grpSpPr>
          <p:sp>
            <p:nvSpPr>
              <p:cNvPr id="38" name="Oval 37">
                <a:extLst>
                  <a:ext uri="{FF2B5EF4-FFF2-40B4-BE49-F238E27FC236}">
                    <a16:creationId xmlns:a16="http://schemas.microsoft.com/office/drawing/2014/main" id="{E901FED5-63F3-F6B5-BBEF-39279580D820}"/>
                  </a:ext>
                </a:extLst>
              </p:cNvPr>
              <p:cNvSpPr>
                <a:spLocks noGrp="1" noRot="1" noMove="1" noResize="1" noEditPoints="1" noAdjustHandles="1" noChangeArrowheads="1" noChangeShapeType="1"/>
              </p:cNvSpPr>
              <p:nvPr userDrawn="1"/>
            </p:nvSpPr>
            <p:spPr>
              <a:xfrm>
                <a:off x="572470" y="2141902"/>
                <a:ext cx="2241662" cy="2241660"/>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Oval 54">
                <a:extLst>
                  <a:ext uri="{FF2B5EF4-FFF2-40B4-BE49-F238E27FC236}">
                    <a16:creationId xmlns:a16="http://schemas.microsoft.com/office/drawing/2014/main" id="{52EA34FA-1080-0B80-117C-A8AE6A1677CE}"/>
                  </a:ext>
                </a:extLst>
              </p:cNvPr>
              <p:cNvSpPr>
                <a:spLocks noGrp="1" noRot="1" noMove="1" noResize="1" noEditPoints="1" noAdjustHandles="1" noChangeArrowheads="1" noChangeShapeType="1"/>
              </p:cNvSpPr>
              <p:nvPr userDrawn="1"/>
            </p:nvSpPr>
            <p:spPr>
              <a:xfrm>
                <a:off x="3512643" y="2141902"/>
                <a:ext cx="2241662" cy="2241660"/>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a:extLst>
                  <a:ext uri="{FF2B5EF4-FFF2-40B4-BE49-F238E27FC236}">
                    <a16:creationId xmlns:a16="http://schemas.microsoft.com/office/drawing/2014/main" id="{E044A87E-5041-B0FF-F4C9-5B471675D43F}"/>
                  </a:ext>
                </a:extLst>
              </p:cNvPr>
              <p:cNvSpPr>
                <a:spLocks noGrp="1" noRot="1" noMove="1" noResize="1" noEditPoints="1" noAdjustHandles="1" noChangeArrowheads="1" noChangeShapeType="1"/>
              </p:cNvSpPr>
              <p:nvPr userDrawn="1"/>
            </p:nvSpPr>
            <p:spPr>
              <a:xfrm>
                <a:off x="6452816" y="2140985"/>
                <a:ext cx="2241662" cy="2241660"/>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2" name="Oval 71">
                <a:extLst>
                  <a:ext uri="{FF2B5EF4-FFF2-40B4-BE49-F238E27FC236}">
                    <a16:creationId xmlns:a16="http://schemas.microsoft.com/office/drawing/2014/main" id="{54C2B0ED-BFF5-F730-8FE5-16AFB879B0FB}"/>
                  </a:ext>
                </a:extLst>
              </p:cNvPr>
              <p:cNvSpPr>
                <a:spLocks noGrp="1" noRot="1" noMove="1" noResize="1" noEditPoints="1" noAdjustHandles="1" noChangeArrowheads="1" noChangeShapeType="1"/>
              </p:cNvSpPr>
              <p:nvPr userDrawn="1"/>
            </p:nvSpPr>
            <p:spPr>
              <a:xfrm>
                <a:off x="9392989" y="2140985"/>
                <a:ext cx="2241662" cy="2241660"/>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cxnSp>
          <p:nvCxnSpPr>
            <p:cNvPr id="49" name="Straight Connector 48">
              <a:extLst>
                <a:ext uri="{FF2B5EF4-FFF2-40B4-BE49-F238E27FC236}">
                  <a16:creationId xmlns:a16="http://schemas.microsoft.com/office/drawing/2014/main" id="{2D07A2C7-A00B-5B4A-51CF-8F669FFC5BD3}"/>
                </a:ext>
              </a:extLst>
            </p:cNvPr>
            <p:cNvCxnSpPr>
              <a:cxnSpLocks noGrp="1" noRot="1" noMove="1" noResize="1" noEditPoints="1" noAdjustHandles="1" noChangeArrowheads="1" noChangeShapeType="1"/>
            </p:cNvCxnSpPr>
            <p:nvPr userDrawn="1"/>
          </p:nvCxnSpPr>
          <p:spPr>
            <a:xfrm>
              <a:off x="1122036" y="3587135"/>
              <a:ext cx="1105955" cy="0"/>
            </a:xfrm>
            <a:prstGeom prst="line">
              <a:avLst/>
            </a:prstGeom>
            <a:ln w="254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0E6033B-6CED-4282-E301-A60E861C8A2D}"/>
                </a:ext>
              </a:extLst>
            </p:cNvPr>
            <p:cNvCxnSpPr>
              <a:cxnSpLocks noGrp="1" noRot="1" noMove="1" noResize="1" noEditPoints="1" noAdjustHandles="1" noChangeArrowheads="1" noChangeShapeType="1"/>
            </p:cNvCxnSpPr>
            <p:nvPr userDrawn="1"/>
          </p:nvCxnSpPr>
          <p:spPr>
            <a:xfrm>
              <a:off x="4060920" y="3587135"/>
              <a:ext cx="1105955" cy="0"/>
            </a:xfrm>
            <a:prstGeom prst="line">
              <a:avLst/>
            </a:prstGeom>
            <a:ln w="254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E180604-4FD0-984F-BE6F-87B5D3C8E00B}"/>
                </a:ext>
              </a:extLst>
            </p:cNvPr>
            <p:cNvCxnSpPr>
              <a:cxnSpLocks noGrp="1" noRot="1" noMove="1" noResize="1" noEditPoints="1" noAdjustHandles="1" noChangeArrowheads="1" noChangeShapeType="1"/>
            </p:cNvCxnSpPr>
            <p:nvPr userDrawn="1"/>
          </p:nvCxnSpPr>
          <p:spPr>
            <a:xfrm>
              <a:off x="7002381" y="3586218"/>
              <a:ext cx="1105955" cy="0"/>
            </a:xfrm>
            <a:prstGeom prst="line">
              <a:avLst/>
            </a:prstGeom>
            <a:ln w="254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4C4C500-FD93-087F-4618-863E6E494F32}"/>
                </a:ext>
              </a:extLst>
            </p:cNvPr>
            <p:cNvCxnSpPr>
              <a:cxnSpLocks noGrp="1" noRot="1" noMove="1" noResize="1" noEditPoints="1" noAdjustHandles="1" noChangeArrowheads="1" noChangeShapeType="1"/>
            </p:cNvCxnSpPr>
            <p:nvPr userDrawn="1"/>
          </p:nvCxnSpPr>
          <p:spPr>
            <a:xfrm>
              <a:off x="9942555" y="3586218"/>
              <a:ext cx="1105955" cy="0"/>
            </a:xfrm>
            <a:prstGeom prst="line">
              <a:avLst/>
            </a:prstGeom>
            <a:ln w="25400">
              <a:solidFill>
                <a:schemeClr val="bg1">
                  <a:alpha val="35000"/>
                </a:schemeClr>
              </a:solidFill>
            </a:ln>
          </p:spPr>
          <p:style>
            <a:lnRef idx="1">
              <a:schemeClr val="accent1"/>
            </a:lnRef>
            <a:fillRef idx="0">
              <a:schemeClr val="accent1"/>
            </a:fillRef>
            <a:effectRef idx="0">
              <a:schemeClr val="accent1"/>
            </a:effectRef>
            <a:fontRef idx="minor">
              <a:schemeClr val="tx1"/>
            </a:fontRef>
          </p:style>
        </p:cxnSp>
      </p:grpSp>
      <p:sp>
        <p:nvSpPr>
          <p:cNvPr id="27" name="Title 1">
            <a:extLst>
              <a:ext uri="{FF2B5EF4-FFF2-40B4-BE49-F238E27FC236}">
                <a16:creationId xmlns:a16="http://schemas.microsoft.com/office/drawing/2014/main" id="{192E2FA8-D0E3-E1ED-527D-73C3494E2CEF}"/>
              </a:ext>
            </a:extLst>
          </p:cNvPr>
          <p:cNvSpPr>
            <a:spLocks noGrp="1"/>
          </p:cNvSpPr>
          <p:nvPr userDrawn="1">
            <p:ph type="ctrTitle" hasCustomPrompt="1"/>
          </p:nvPr>
        </p:nvSpPr>
        <p:spPr>
          <a:xfrm>
            <a:off x="588166" y="532999"/>
            <a:ext cx="11051379"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CLICK TO INSERT ONE LINE HEADING</a:t>
            </a:r>
          </a:p>
        </p:txBody>
      </p:sp>
      <p:sp>
        <p:nvSpPr>
          <p:cNvPr id="29" name="Text Placeholder 4">
            <a:extLst>
              <a:ext uri="{FF2B5EF4-FFF2-40B4-BE49-F238E27FC236}">
                <a16:creationId xmlns:a16="http://schemas.microsoft.com/office/drawing/2014/main" id="{7AF2B5C2-FFFC-83AC-B69F-97C69D5C027B}"/>
              </a:ext>
            </a:extLst>
          </p:cNvPr>
          <p:cNvSpPr>
            <a:spLocks noGrp="1"/>
          </p:cNvSpPr>
          <p:nvPr userDrawn="1">
            <p:ph type="body" sz="quarter" idx="40" hasCustomPrompt="1"/>
          </p:nvPr>
        </p:nvSpPr>
        <p:spPr>
          <a:xfrm>
            <a:off x="588166" y="966614"/>
            <a:ext cx="11051375" cy="220188"/>
          </a:xfrm>
          <a:prstGeom prst="rect">
            <a:avLst/>
          </a:prstGeom>
        </p:spPr>
        <p:txBody>
          <a:bodyPr lIns="0" tIns="0" rIns="0" bIns="0" anchor="b" anchorCtr="0">
            <a:spAutoFit/>
          </a:bodyPr>
          <a:lstStyle>
            <a:lvl1pPr marL="0" indent="0" algn="ctr">
              <a:lnSpc>
                <a:spcPts val="1600"/>
              </a:lnSpc>
              <a:buFont typeface="Calibri" panose="020F0502020204030204" pitchFamily="34" charset="0"/>
              <a:buNone/>
              <a:defRPr sz="2000" b="1" spc="30" baseline="0">
                <a:solidFill>
                  <a:srgbClr val="A1B3CA"/>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sp>
        <p:nvSpPr>
          <p:cNvPr id="28" name="Rectangle 7">
            <a:extLst>
              <a:ext uri="{FF2B5EF4-FFF2-40B4-BE49-F238E27FC236}">
                <a16:creationId xmlns:a16="http://schemas.microsoft.com/office/drawing/2014/main" id="{D7FF395B-F2A5-B48A-E8F5-47297AA0015C}"/>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32" name="Rectangle 31">
            <a:extLst>
              <a:ext uri="{FF2B5EF4-FFF2-40B4-BE49-F238E27FC236}">
                <a16:creationId xmlns:a16="http://schemas.microsoft.com/office/drawing/2014/main" id="{5731C16B-CB0F-B1E8-7A2F-18BF53C9F3A1}"/>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33" name="Straight Connector 32">
            <a:extLst>
              <a:ext uri="{FF2B5EF4-FFF2-40B4-BE49-F238E27FC236}">
                <a16:creationId xmlns:a16="http://schemas.microsoft.com/office/drawing/2014/main" id="{1E6DA001-B269-F567-6D44-86D07235CBBC}"/>
              </a:ext>
            </a:extLst>
          </p:cNvPr>
          <p:cNvCxnSpPr>
            <a:cxnSpLocks/>
          </p:cNvCxnSpPr>
          <p:nvPr userDrawn="1"/>
        </p:nvCxnSpPr>
        <p:spPr>
          <a:xfrm flipV="1">
            <a:off x="11351790" y="6677025"/>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5">
            <a:extLst>
              <a:ext uri="{FF2B5EF4-FFF2-40B4-BE49-F238E27FC236}">
                <a16:creationId xmlns:a16="http://schemas.microsoft.com/office/drawing/2014/main" id="{46FDB500-08E4-7E3E-71BD-99D026433C97}"/>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Freeform 9">
            <a:extLst>
              <a:ext uri="{FF2B5EF4-FFF2-40B4-BE49-F238E27FC236}">
                <a16:creationId xmlns:a16="http://schemas.microsoft.com/office/drawing/2014/main" id="{868AA273-52D3-B6FE-3C18-EA20960D5533}"/>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39" name="Text Placeholder 45">
            <a:extLst>
              <a:ext uri="{FF2B5EF4-FFF2-40B4-BE49-F238E27FC236}">
                <a16:creationId xmlns:a16="http://schemas.microsoft.com/office/drawing/2014/main" id="{C679A3DB-D2AF-9347-66EA-805D5FBA7BA1}"/>
              </a:ext>
            </a:extLst>
          </p:cNvPr>
          <p:cNvSpPr>
            <a:spLocks noGrp="1"/>
          </p:cNvSpPr>
          <p:nvPr userDrawn="1">
            <p:ph type="body" sz="quarter" idx="73" hasCustomPrompt="1"/>
          </p:nvPr>
        </p:nvSpPr>
        <p:spPr>
          <a:xfrm>
            <a:off x="588166" y="2666113"/>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63%</a:t>
            </a:r>
            <a:endParaRPr lang="en-GB" dirty="0"/>
          </a:p>
        </p:txBody>
      </p:sp>
      <p:sp>
        <p:nvSpPr>
          <p:cNvPr id="40" name="Text Placeholder 4">
            <a:extLst>
              <a:ext uri="{FF2B5EF4-FFF2-40B4-BE49-F238E27FC236}">
                <a16:creationId xmlns:a16="http://schemas.microsoft.com/office/drawing/2014/main" id="{D199C877-D69D-B1C4-A3D4-30CC341C3AC4}"/>
              </a:ext>
            </a:extLst>
          </p:cNvPr>
          <p:cNvSpPr>
            <a:spLocks noGrp="1"/>
          </p:cNvSpPr>
          <p:nvPr userDrawn="1">
            <p:ph type="body" sz="quarter" idx="74" hasCustomPrompt="1"/>
          </p:nvPr>
        </p:nvSpPr>
        <p:spPr>
          <a:xfrm>
            <a:off x="865013" y="3702211"/>
            <a:ext cx="1620000"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53" name="Text Placeholder 4">
            <a:extLst>
              <a:ext uri="{FF2B5EF4-FFF2-40B4-BE49-F238E27FC236}">
                <a16:creationId xmlns:a16="http://schemas.microsoft.com/office/drawing/2014/main" id="{06B973B8-A5B7-9DED-4F62-BE3F2A3818E3}"/>
              </a:ext>
            </a:extLst>
          </p:cNvPr>
          <p:cNvSpPr>
            <a:spLocks noGrp="1"/>
          </p:cNvSpPr>
          <p:nvPr userDrawn="1">
            <p:ph type="body" sz="quarter" idx="38" hasCustomPrompt="1"/>
          </p:nvPr>
        </p:nvSpPr>
        <p:spPr>
          <a:xfrm>
            <a:off x="757301" y="4690195"/>
            <a:ext cx="1872000" cy="1319400"/>
          </a:xfrm>
          <a:prstGeom prst="rect">
            <a:avLst/>
          </a:prstGeom>
        </p:spPr>
        <p:txBody>
          <a:bodyPr lIns="0" tIns="0" rIns="0" bIns="0"/>
          <a:lstStyle>
            <a:lvl1pPr>
              <a:defRPr lang="en-GB" sz="1100" noProof="0" dirty="0">
                <a:solidFill>
                  <a:schemeClr val="bg1"/>
                </a:solidFill>
              </a:defRPr>
            </a:lvl1pPr>
            <a:lvl2pPr>
              <a:defRPr lang="en-GB" sz="1050" noProof="0" dirty="0">
                <a:solidFill>
                  <a:schemeClr val="bg1"/>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56" name="Text Placeholder 45">
            <a:extLst>
              <a:ext uri="{FF2B5EF4-FFF2-40B4-BE49-F238E27FC236}">
                <a16:creationId xmlns:a16="http://schemas.microsoft.com/office/drawing/2014/main" id="{2D94C47C-F77E-4E7F-D6F6-B79B4013021D}"/>
              </a:ext>
            </a:extLst>
          </p:cNvPr>
          <p:cNvSpPr>
            <a:spLocks noGrp="1"/>
          </p:cNvSpPr>
          <p:nvPr userDrawn="1">
            <p:ph type="body" sz="quarter" idx="80" hasCustomPrompt="1"/>
          </p:nvPr>
        </p:nvSpPr>
        <p:spPr>
          <a:xfrm>
            <a:off x="3527050" y="2666113"/>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25%</a:t>
            </a:r>
            <a:endParaRPr lang="en-GB" dirty="0"/>
          </a:p>
        </p:txBody>
      </p:sp>
      <p:sp>
        <p:nvSpPr>
          <p:cNvPr id="57" name="Text Placeholder 4">
            <a:extLst>
              <a:ext uri="{FF2B5EF4-FFF2-40B4-BE49-F238E27FC236}">
                <a16:creationId xmlns:a16="http://schemas.microsoft.com/office/drawing/2014/main" id="{1ABCA735-7144-162A-283C-1E71F6F8130C}"/>
              </a:ext>
            </a:extLst>
          </p:cNvPr>
          <p:cNvSpPr>
            <a:spLocks noGrp="1"/>
          </p:cNvSpPr>
          <p:nvPr userDrawn="1">
            <p:ph type="body" sz="quarter" idx="81" hasCustomPrompt="1"/>
          </p:nvPr>
        </p:nvSpPr>
        <p:spPr>
          <a:xfrm>
            <a:off x="3803897" y="3702211"/>
            <a:ext cx="1620000"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61" name="Text Placeholder 4">
            <a:extLst>
              <a:ext uri="{FF2B5EF4-FFF2-40B4-BE49-F238E27FC236}">
                <a16:creationId xmlns:a16="http://schemas.microsoft.com/office/drawing/2014/main" id="{09AC868D-A19B-4BB2-10DC-27A83CDC99D8}"/>
              </a:ext>
            </a:extLst>
          </p:cNvPr>
          <p:cNvSpPr>
            <a:spLocks noGrp="1"/>
          </p:cNvSpPr>
          <p:nvPr userDrawn="1">
            <p:ph type="body" sz="quarter" idx="82" hasCustomPrompt="1"/>
          </p:nvPr>
        </p:nvSpPr>
        <p:spPr>
          <a:xfrm>
            <a:off x="3696185" y="4690195"/>
            <a:ext cx="1872000" cy="1319400"/>
          </a:xfrm>
          <a:prstGeom prst="rect">
            <a:avLst/>
          </a:prstGeom>
        </p:spPr>
        <p:txBody>
          <a:bodyPr lIns="0" tIns="0" rIns="0" bIns="0"/>
          <a:lstStyle>
            <a:lvl1pPr>
              <a:defRPr lang="en-GB" sz="1100" noProof="0" dirty="0">
                <a:solidFill>
                  <a:schemeClr val="bg1"/>
                </a:solidFill>
              </a:defRPr>
            </a:lvl1pPr>
            <a:lvl2pPr>
              <a:defRPr lang="en-GB" sz="1050" noProof="0" dirty="0">
                <a:solidFill>
                  <a:schemeClr val="bg1"/>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68" name="Text Placeholder 45">
            <a:extLst>
              <a:ext uri="{FF2B5EF4-FFF2-40B4-BE49-F238E27FC236}">
                <a16:creationId xmlns:a16="http://schemas.microsoft.com/office/drawing/2014/main" id="{A3815B0E-D7D7-D444-5C09-4934FB4922D2}"/>
              </a:ext>
            </a:extLst>
          </p:cNvPr>
          <p:cNvSpPr>
            <a:spLocks noGrp="1"/>
          </p:cNvSpPr>
          <p:nvPr userDrawn="1">
            <p:ph type="body" sz="quarter" idx="83" hasCustomPrompt="1"/>
          </p:nvPr>
        </p:nvSpPr>
        <p:spPr>
          <a:xfrm>
            <a:off x="6468511" y="2665196"/>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75%</a:t>
            </a:r>
            <a:endParaRPr lang="en-GB" dirty="0"/>
          </a:p>
        </p:txBody>
      </p:sp>
      <p:sp>
        <p:nvSpPr>
          <p:cNvPr id="69" name="Text Placeholder 4">
            <a:extLst>
              <a:ext uri="{FF2B5EF4-FFF2-40B4-BE49-F238E27FC236}">
                <a16:creationId xmlns:a16="http://schemas.microsoft.com/office/drawing/2014/main" id="{D43DFC38-AE6D-DD42-6865-7CE70D985D62}"/>
              </a:ext>
            </a:extLst>
          </p:cNvPr>
          <p:cNvSpPr>
            <a:spLocks noGrp="1"/>
          </p:cNvSpPr>
          <p:nvPr userDrawn="1">
            <p:ph type="body" sz="quarter" idx="84" hasCustomPrompt="1"/>
          </p:nvPr>
        </p:nvSpPr>
        <p:spPr>
          <a:xfrm>
            <a:off x="6745358" y="3701294"/>
            <a:ext cx="1620000"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71" name="Text Placeholder 4">
            <a:extLst>
              <a:ext uri="{FF2B5EF4-FFF2-40B4-BE49-F238E27FC236}">
                <a16:creationId xmlns:a16="http://schemas.microsoft.com/office/drawing/2014/main" id="{115DCBEE-6DB3-4079-638B-38B65844A0F1}"/>
              </a:ext>
            </a:extLst>
          </p:cNvPr>
          <p:cNvSpPr>
            <a:spLocks noGrp="1"/>
          </p:cNvSpPr>
          <p:nvPr userDrawn="1">
            <p:ph type="body" sz="quarter" idx="85" hasCustomPrompt="1"/>
          </p:nvPr>
        </p:nvSpPr>
        <p:spPr>
          <a:xfrm>
            <a:off x="6637646" y="4689278"/>
            <a:ext cx="1872000" cy="1319400"/>
          </a:xfrm>
          <a:prstGeom prst="rect">
            <a:avLst/>
          </a:prstGeom>
        </p:spPr>
        <p:txBody>
          <a:bodyPr lIns="0" tIns="0" rIns="0" bIns="0"/>
          <a:lstStyle>
            <a:lvl1pPr>
              <a:defRPr lang="en-GB" sz="1100" noProof="0" dirty="0">
                <a:solidFill>
                  <a:schemeClr val="bg1"/>
                </a:solidFill>
              </a:defRPr>
            </a:lvl1pPr>
            <a:lvl2pPr>
              <a:defRPr lang="en-GB" sz="1050" noProof="0" dirty="0">
                <a:solidFill>
                  <a:schemeClr val="bg1"/>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
        <p:nvSpPr>
          <p:cNvPr id="73" name="Text Placeholder 45">
            <a:extLst>
              <a:ext uri="{FF2B5EF4-FFF2-40B4-BE49-F238E27FC236}">
                <a16:creationId xmlns:a16="http://schemas.microsoft.com/office/drawing/2014/main" id="{E7B0CF75-9535-7C5E-DA0A-E4367DEA7ADE}"/>
              </a:ext>
            </a:extLst>
          </p:cNvPr>
          <p:cNvSpPr>
            <a:spLocks noGrp="1"/>
          </p:cNvSpPr>
          <p:nvPr userDrawn="1">
            <p:ph type="body" sz="quarter" idx="86" hasCustomPrompt="1"/>
          </p:nvPr>
        </p:nvSpPr>
        <p:spPr>
          <a:xfrm>
            <a:off x="9408685" y="2665196"/>
            <a:ext cx="2210271" cy="830997"/>
          </a:xfrm>
          <a:prstGeom prst="rect">
            <a:avLst/>
          </a:prstGeom>
        </p:spPr>
        <p:txBody>
          <a:bodyPr wrap="square" lIns="0" tIns="0" rIns="0" bIns="0" anchor="b" anchorCtr="0">
            <a:spAutoFit/>
          </a:bodyPr>
          <a:lstStyle>
            <a:lvl1pPr marL="0" indent="0" algn="ctr">
              <a:buNone/>
              <a:defRPr sz="6000">
                <a:solidFill>
                  <a:schemeClr val="bg1"/>
                </a:solidFill>
                <a:latin typeface="+mj-lt"/>
              </a:defRPr>
            </a:lvl1pPr>
            <a:lvl2pPr marL="457200" indent="0">
              <a:buNone/>
              <a:defRPr sz="7200">
                <a:latin typeface="+mj-lt"/>
              </a:defRPr>
            </a:lvl2pPr>
            <a:lvl3pPr marL="914400" indent="0">
              <a:buNone/>
              <a:defRPr sz="7200">
                <a:latin typeface="+mj-lt"/>
              </a:defRPr>
            </a:lvl3pPr>
            <a:lvl4pPr marL="1371600" indent="0">
              <a:buNone/>
              <a:defRPr sz="7200">
                <a:latin typeface="+mj-lt"/>
              </a:defRPr>
            </a:lvl4pPr>
            <a:lvl5pPr marL="1828800" indent="0">
              <a:buNone/>
              <a:defRPr sz="7200">
                <a:latin typeface="+mj-lt"/>
              </a:defRPr>
            </a:lvl5pPr>
          </a:lstStyle>
          <a:p>
            <a:pPr lvl="0"/>
            <a:r>
              <a:rPr lang="en-US" dirty="0"/>
              <a:t>15%</a:t>
            </a:r>
            <a:endParaRPr lang="en-GB" dirty="0"/>
          </a:p>
        </p:txBody>
      </p:sp>
      <p:sp>
        <p:nvSpPr>
          <p:cNvPr id="74" name="Text Placeholder 4">
            <a:extLst>
              <a:ext uri="{FF2B5EF4-FFF2-40B4-BE49-F238E27FC236}">
                <a16:creationId xmlns:a16="http://schemas.microsoft.com/office/drawing/2014/main" id="{E7F2AD3C-2754-064C-D385-F273120CA188}"/>
              </a:ext>
            </a:extLst>
          </p:cNvPr>
          <p:cNvSpPr>
            <a:spLocks noGrp="1"/>
          </p:cNvSpPr>
          <p:nvPr userDrawn="1">
            <p:ph type="body" sz="quarter" idx="87" hasCustomPrompt="1"/>
          </p:nvPr>
        </p:nvSpPr>
        <p:spPr>
          <a:xfrm>
            <a:off x="9685532" y="3701294"/>
            <a:ext cx="1620000" cy="184025"/>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1000" b="1" spc="4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STATISTIC TITLE</a:t>
            </a:r>
          </a:p>
        </p:txBody>
      </p:sp>
      <p:sp>
        <p:nvSpPr>
          <p:cNvPr id="77" name="Text Placeholder 4">
            <a:extLst>
              <a:ext uri="{FF2B5EF4-FFF2-40B4-BE49-F238E27FC236}">
                <a16:creationId xmlns:a16="http://schemas.microsoft.com/office/drawing/2014/main" id="{90F92325-89D9-0D2C-8B06-051F1B9A7D18}"/>
              </a:ext>
            </a:extLst>
          </p:cNvPr>
          <p:cNvSpPr>
            <a:spLocks noGrp="1"/>
          </p:cNvSpPr>
          <p:nvPr userDrawn="1">
            <p:ph type="body" sz="quarter" idx="88" hasCustomPrompt="1"/>
          </p:nvPr>
        </p:nvSpPr>
        <p:spPr>
          <a:xfrm>
            <a:off x="9577820" y="4689278"/>
            <a:ext cx="1872000" cy="1319400"/>
          </a:xfrm>
          <a:prstGeom prst="rect">
            <a:avLst/>
          </a:prstGeom>
        </p:spPr>
        <p:txBody>
          <a:bodyPr lIns="0" tIns="0" rIns="0" bIns="0"/>
          <a:lstStyle>
            <a:lvl1pPr>
              <a:defRPr lang="en-GB" sz="1100" noProof="0" dirty="0">
                <a:solidFill>
                  <a:schemeClr val="bg1"/>
                </a:solidFill>
              </a:defRPr>
            </a:lvl1pPr>
            <a:lvl2pPr>
              <a:defRPr lang="en-GB" sz="1050" noProof="0" dirty="0">
                <a:solidFill>
                  <a:schemeClr val="bg1"/>
                </a:solidFill>
              </a:defRPr>
            </a:lvl2pPr>
          </a:lstStyle>
          <a:p>
            <a:pPr lvl="0">
              <a:lnSpc>
                <a:spcPts val="1300"/>
              </a:lnSpc>
              <a:spcBef>
                <a:spcPts val="600"/>
              </a:spcBef>
              <a:buFont typeface="Calibri" panose="020F0502020204030204" pitchFamily="34" charset="0"/>
              <a:buChar char="+"/>
            </a:pPr>
            <a:r>
              <a:rPr lang="en-GB" noProof="0" dirty="0"/>
              <a:t>Click to edit text styles</a:t>
            </a:r>
          </a:p>
          <a:p>
            <a:pPr lvl="1">
              <a:lnSpc>
                <a:spcPts val="1300"/>
              </a:lnSpc>
              <a:spcBef>
                <a:spcPts val="600"/>
              </a:spcBef>
            </a:pPr>
            <a:r>
              <a:rPr lang="en-GB" noProof="0" dirty="0"/>
              <a:t>Second level</a:t>
            </a:r>
          </a:p>
        </p:txBody>
      </p:sp>
    </p:spTree>
    <p:extLst>
      <p:ext uri="{BB962C8B-B14F-4D97-AF65-F5344CB8AC3E}">
        <p14:creationId xmlns:p14="http://schemas.microsoft.com/office/powerpoint/2010/main" val="14409606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P14 | HEAD + SUB-HEAD + 4 x Pillar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74D5AF-B9A5-646A-1F92-48B85063DECD}"/>
              </a:ext>
            </a:extLst>
          </p:cNvPr>
          <p:cNvSpPr>
            <a:spLocks noGrp="1" noRot="1" noMove="1" noResize="1" noEditPoints="1" noAdjustHandles="1" noChangeArrowheads="1" noChangeShapeType="1"/>
          </p:cNvSpPr>
          <p:nvPr userDrawn="1"/>
        </p:nvSpPr>
        <p:spPr>
          <a:xfrm>
            <a:off x="0" y="0"/>
            <a:ext cx="12192000" cy="3295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1" name="Freeform 6">
            <a:extLst>
              <a:ext uri="{FF2B5EF4-FFF2-40B4-BE49-F238E27FC236}">
                <a16:creationId xmlns:a16="http://schemas.microsoft.com/office/drawing/2014/main" id="{8DCC2924-7A4D-407D-8D57-17EC46DDE22C}"/>
              </a:ext>
            </a:extLst>
          </p:cNvPr>
          <p:cNvSpPr/>
          <p:nvPr userDrawn="1"/>
        </p:nvSpPr>
        <p:spPr bwMode="auto">
          <a:xfrm>
            <a:off x="10831348" y="26118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5" name="Freeform 10">
            <a:extLst>
              <a:ext uri="{FF2B5EF4-FFF2-40B4-BE49-F238E27FC236}">
                <a16:creationId xmlns:a16="http://schemas.microsoft.com/office/drawing/2014/main" id="{AD338690-856C-EF01-DC0C-2D9C7278CCAD}"/>
              </a:ext>
            </a:extLst>
          </p:cNvPr>
          <p:cNvSpPr/>
          <p:nvPr userDrawn="1"/>
        </p:nvSpPr>
        <p:spPr bwMode="auto">
          <a:xfrm>
            <a:off x="8574296" y="522538"/>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nvGrpSpPr>
          <p:cNvPr id="40" name="Group 39">
            <a:extLst>
              <a:ext uri="{FF2B5EF4-FFF2-40B4-BE49-F238E27FC236}">
                <a16:creationId xmlns:a16="http://schemas.microsoft.com/office/drawing/2014/main" id="{9F3F8BC5-3175-4F6A-B1AC-30BDA4DF3E58}"/>
              </a:ext>
            </a:extLst>
          </p:cNvPr>
          <p:cNvGrpSpPr>
            <a:grpSpLocks noGrp="1" noUngrp="1" noRot="1" noMove="1" noResize="1"/>
          </p:cNvGrpSpPr>
          <p:nvPr userDrawn="1"/>
        </p:nvGrpSpPr>
        <p:grpSpPr>
          <a:xfrm flipV="1">
            <a:off x="0" y="570163"/>
            <a:ext cx="1656394" cy="1658687"/>
            <a:chOff x="8574296" y="522538"/>
            <a:chExt cx="1656394" cy="1658687"/>
          </a:xfrm>
        </p:grpSpPr>
        <p:sp>
          <p:nvSpPr>
            <p:cNvPr id="34" name="Freeform 9">
              <a:extLst>
                <a:ext uri="{FF2B5EF4-FFF2-40B4-BE49-F238E27FC236}">
                  <a16:creationId xmlns:a16="http://schemas.microsoft.com/office/drawing/2014/main" id="{6FC92B54-A194-E1C9-B260-D727E85B0429}"/>
                </a:ext>
              </a:extLst>
            </p:cNvPr>
            <p:cNvSpPr>
              <a:spLocks noGrp="1" noRot="1" noMove="1" noResize="1" noEditPoints="1" noAdjustHandles="1" noChangeArrowheads="1" noChangeShapeType="1"/>
            </p:cNvSpPr>
            <p:nvPr userDrawn="1"/>
          </p:nvSpPr>
          <p:spPr bwMode="auto">
            <a:xfrm>
              <a:off x="8574296" y="522538"/>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6" name="Freeform 11">
              <a:extLst>
                <a:ext uri="{FF2B5EF4-FFF2-40B4-BE49-F238E27FC236}">
                  <a16:creationId xmlns:a16="http://schemas.microsoft.com/office/drawing/2014/main" id="{2FD8DA64-142B-51E5-6F50-1032A1AE850C}"/>
                </a:ext>
              </a:extLst>
            </p:cNvPr>
            <p:cNvSpPr>
              <a:spLocks noGrp="1" noRot="1" noMove="1" noResize="1" noEditPoints="1" noAdjustHandles="1" noChangeArrowheads="1" noChangeShapeType="1"/>
            </p:cNvSpPr>
            <p:nvPr userDrawn="1"/>
          </p:nvSpPr>
          <p:spPr bwMode="auto">
            <a:xfrm>
              <a:off x="8574296" y="1565665"/>
              <a:ext cx="614413" cy="615560"/>
            </a:xfrm>
            <a:custGeom>
              <a:avLst/>
              <a:gdLst>
                <a:gd name="T0" fmla="*/ 195 w 536"/>
                <a:gd name="T1" fmla="*/ 537 h 537"/>
                <a:gd name="T2" fmla="*/ 195 w 536"/>
                <a:gd name="T3" fmla="*/ 342 h 537"/>
                <a:gd name="T4" fmla="*/ 0 w 536"/>
                <a:gd name="T5" fmla="*/ 342 h 537"/>
                <a:gd name="T6" fmla="*/ 0 w 536"/>
                <a:gd name="T7" fmla="*/ 195 h 537"/>
                <a:gd name="T8" fmla="*/ 195 w 536"/>
                <a:gd name="T9" fmla="*/ 195 h 537"/>
                <a:gd name="T10" fmla="*/ 195 w 536"/>
                <a:gd name="T11" fmla="*/ 0 h 537"/>
                <a:gd name="T12" fmla="*/ 341 w 536"/>
                <a:gd name="T13" fmla="*/ 0 h 537"/>
                <a:gd name="T14" fmla="*/ 341 w 536"/>
                <a:gd name="T15" fmla="*/ 195 h 537"/>
                <a:gd name="T16" fmla="*/ 536 w 536"/>
                <a:gd name="T17" fmla="*/ 195 h 537"/>
                <a:gd name="T18" fmla="*/ 536 w 536"/>
                <a:gd name="T19" fmla="*/ 342 h 537"/>
                <a:gd name="T20" fmla="*/ 341 w 536"/>
                <a:gd name="T21" fmla="*/ 342 h 537"/>
                <a:gd name="T22" fmla="*/ 341 w 536"/>
                <a:gd name="T23" fmla="*/ 537 h 537"/>
                <a:gd name="T24" fmla="*/ 195 w 536"/>
                <a:gd name="T25" fmla="*/ 53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6" h="537">
                  <a:moveTo>
                    <a:pt x="195" y="537"/>
                  </a:moveTo>
                  <a:lnTo>
                    <a:pt x="195" y="342"/>
                  </a:lnTo>
                  <a:lnTo>
                    <a:pt x="0" y="342"/>
                  </a:lnTo>
                  <a:lnTo>
                    <a:pt x="0" y="195"/>
                  </a:lnTo>
                  <a:lnTo>
                    <a:pt x="195" y="195"/>
                  </a:lnTo>
                  <a:lnTo>
                    <a:pt x="195" y="0"/>
                  </a:lnTo>
                  <a:lnTo>
                    <a:pt x="341" y="0"/>
                  </a:lnTo>
                  <a:lnTo>
                    <a:pt x="341" y="195"/>
                  </a:lnTo>
                  <a:lnTo>
                    <a:pt x="536" y="195"/>
                  </a:lnTo>
                  <a:lnTo>
                    <a:pt x="536" y="342"/>
                  </a:lnTo>
                  <a:lnTo>
                    <a:pt x="341" y="342"/>
                  </a:lnTo>
                  <a:lnTo>
                    <a:pt x="341" y="537"/>
                  </a:lnTo>
                  <a:lnTo>
                    <a:pt x="195" y="53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7" name="Freeform 12">
              <a:extLst>
                <a:ext uri="{FF2B5EF4-FFF2-40B4-BE49-F238E27FC236}">
                  <a16:creationId xmlns:a16="http://schemas.microsoft.com/office/drawing/2014/main" id="{2D8971B4-FCD9-E913-55A3-36ED40D9D51C}"/>
                </a:ext>
              </a:extLst>
            </p:cNvPr>
            <p:cNvSpPr>
              <a:spLocks noGrp="1" noRot="1" noMove="1" noResize="1" noEditPoints="1" noAdjustHandles="1" noChangeArrowheads="1" noChangeShapeType="1"/>
            </p:cNvSpPr>
            <p:nvPr userDrawn="1"/>
          </p:nvSpPr>
          <p:spPr bwMode="auto">
            <a:xfrm>
              <a:off x="9618569" y="522538"/>
              <a:ext cx="612121" cy="613267"/>
            </a:xfrm>
            <a:custGeom>
              <a:avLst/>
              <a:gdLst>
                <a:gd name="T0" fmla="*/ 195 w 534"/>
                <a:gd name="T1" fmla="*/ 535 h 535"/>
                <a:gd name="T2" fmla="*/ 195 w 534"/>
                <a:gd name="T3" fmla="*/ 340 h 535"/>
                <a:gd name="T4" fmla="*/ 0 w 534"/>
                <a:gd name="T5" fmla="*/ 340 h 535"/>
                <a:gd name="T6" fmla="*/ 0 w 534"/>
                <a:gd name="T7" fmla="*/ 193 h 535"/>
                <a:gd name="T8" fmla="*/ 195 w 534"/>
                <a:gd name="T9" fmla="*/ 193 h 535"/>
                <a:gd name="T10" fmla="*/ 195 w 534"/>
                <a:gd name="T11" fmla="*/ 0 h 535"/>
                <a:gd name="T12" fmla="*/ 342 w 534"/>
                <a:gd name="T13" fmla="*/ 0 h 535"/>
                <a:gd name="T14" fmla="*/ 342 w 534"/>
                <a:gd name="T15" fmla="*/ 193 h 535"/>
                <a:gd name="T16" fmla="*/ 534 w 534"/>
                <a:gd name="T17" fmla="*/ 193 h 535"/>
                <a:gd name="T18" fmla="*/ 534 w 534"/>
                <a:gd name="T19" fmla="*/ 340 h 535"/>
                <a:gd name="T20" fmla="*/ 342 w 534"/>
                <a:gd name="T21" fmla="*/ 340 h 535"/>
                <a:gd name="T22" fmla="*/ 342 w 534"/>
                <a:gd name="T23" fmla="*/ 535 h 535"/>
                <a:gd name="T24" fmla="*/ 195 w 534"/>
                <a:gd name="T25" fmla="*/ 535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34" h="535">
                  <a:moveTo>
                    <a:pt x="195" y="535"/>
                  </a:moveTo>
                  <a:lnTo>
                    <a:pt x="195" y="340"/>
                  </a:lnTo>
                  <a:lnTo>
                    <a:pt x="0" y="340"/>
                  </a:lnTo>
                  <a:lnTo>
                    <a:pt x="0" y="193"/>
                  </a:lnTo>
                  <a:lnTo>
                    <a:pt x="195" y="193"/>
                  </a:lnTo>
                  <a:lnTo>
                    <a:pt x="195" y="0"/>
                  </a:lnTo>
                  <a:lnTo>
                    <a:pt x="342" y="0"/>
                  </a:lnTo>
                  <a:lnTo>
                    <a:pt x="342" y="193"/>
                  </a:lnTo>
                  <a:lnTo>
                    <a:pt x="534" y="193"/>
                  </a:lnTo>
                  <a:lnTo>
                    <a:pt x="534" y="340"/>
                  </a:lnTo>
                  <a:lnTo>
                    <a:pt x="342" y="340"/>
                  </a:lnTo>
                  <a:lnTo>
                    <a:pt x="342" y="535"/>
                  </a:lnTo>
                  <a:lnTo>
                    <a:pt x="195" y="535"/>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46" name="Group 45">
            <a:extLst>
              <a:ext uri="{FF2B5EF4-FFF2-40B4-BE49-F238E27FC236}">
                <a16:creationId xmlns:a16="http://schemas.microsoft.com/office/drawing/2014/main" id="{4C769369-CD09-C5C1-43C0-133EA96C536A}"/>
              </a:ext>
            </a:extLst>
          </p:cNvPr>
          <p:cNvGrpSpPr>
            <a:grpSpLocks noGrp="1" noUngrp="1" noRot="1" noMove="1" noResize="1"/>
          </p:cNvGrpSpPr>
          <p:nvPr userDrawn="1"/>
        </p:nvGrpSpPr>
        <p:grpSpPr>
          <a:xfrm>
            <a:off x="10140135" y="0"/>
            <a:ext cx="2051865" cy="1920042"/>
            <a:chOff x="10140133" y="-1318"/>
            <a:chExt cx="2051865" cy="1920042"/>
          </a:xfrm>
        </p:grpSpPr>
        <p:grpSp>
          <p:nvGrpSpPr>
            <p:cNvPr id="44" name="Group 43">
              <a:extLst>
                <a:ext uri="{FF2B5EF4-FFF2-40B4-BE49-F238E27FC236}">
                  <a16:creationId xmlns:a16="http://schemas.microsoft.com/office/drawing/2014/main" id="{39359D47-240B-AC22-115F-C2C7BA51A6F1}"/>
                </a:ext>
              </a:extLst>
            </p:cNvPr>
            <p:cNvGrpSpPr>
              <a:grpSpLocks noGrp="1" noUngrp="1" noRot="1" noMove="1" noResize="1"/>
            </p:cNvGrpSpPr>
            <p:nvPr userDrawn="1"/>
          </p:nvGrpSpPr>
          <p:grpSpPr>
            <a:xfrm>
              <a:off x="10831348" y="261183"/>
              <a:ext cx="1360650" cy="1657541"/>
              <a:chOff x="10831348" y="261183"/>
              <a:chExt cx="1360650" cy="1657541"/>
            </a:xfrm>
          </p:grpSpPr>
          <p:sp>
            <p:nvSpPr>
              <p:cNvPr id="30" name="Freeform 5">
                <a:extLst>
                  <a:ext uri="{FF2B5EF4-FFF2-40B4-BE49-F238E27FC236}">
                    <a16:creationId xmlns:a16="http://schemas.microsoft.com/office/drawing/2014/main" id="{9D8888A8-3159-1DD5-0A83-F033C351C0CB}"/>
                  </a:ext>
                </a:extLst>
              </p:cNvPr>
              <p:cNvSpPr>
                <a:spLocks noGrp="1" noRot="1" noMove="1" noResize="1" noEditPoints="1" noAdjustHandles="1" noChangeArrowheads="1" noChangeShapeType="1"/>
              </p:cNvSpPr>
              <p:nvPr userDrawn="1"/>
            </p:nvSpPr>
            <p:spPr bwMode="auto">
              <a:xfrm>
                <a:off x="10831348" y="26118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32" name="Freeform 7">
                <a:extLst>
                  <a:ext uri="{FF2B5EF4-FFF2-40B4-BE49-F238E27FC236}">
                    <a16:creationId xmlns:a16="http://schemas.microsoft.com/office/drawing/2014/main" id="{B1782245-084F-3DCF-6524-242741C17C73}"/>
                  </a:ext>
                </a:extLst>
              </p:cNvPr>
              <p:cNvSpPr>
                <a:spLocks noGrp="1" noRot="1" noMove="1" noResize="1" noEditPoints="1" noAdjustHandles="1" noChangeArrowheads="1" noChangeShapeType="1"/>
              </p:cNvSpPr>
              <p:nvPr userDrawn="1"/>
            </p:nvSpPr>
            <p:spPr bwMode="auto">
              <a:xfrm>
                <a:off x="10831348" y="1304310"/>
                <a:ext cx="612121" cy="614413"/>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3" name="Freeform 8">
                <a:extLst>
                  <a:ext uri="{FF2B5EF4-FFF2-40B4-BE49-F238E27FC236}">
                    <a16:creationId xmlns:a16="http://schemas.microsoft.com/office/drawing/2014/main" id="{04457479-9510-2E81-7D8A-D6298FA83566}"/>
                  </a:ext>
                </a:extLst>
              </p:cNvPr>
              <p:cNvSpPr>
                <a:spLocks noGrp="1" noRot="1" noMove="1" noResize="1" noEditPoints="1" noAdjustHandles="1" noChangeArrowheads="1" noChangeShapeType="1"/>
              </p:cNvSpPr>
              <p:nvPr userDrawn="1"/>
            </p:nvSpPr>
            <p:spPr bwMode="auto">
              <a:xfrm>
                <a:off x="11873328" y="261183"/>
                <a:ext cx="318670" cy="612121"/>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45" name="Group 44">
              <a:extLst>
                <a:ext uri="{FF2B5EF4-FFF2-40B4-BE49-F238E27FC236}">
                  <a16:creationId xmlns:a16="http://schemas.microsoft.com/office/drawing/2014/main" id="{8A27586B-4F84-84DE-FAC1-B477C5DC6F98}"/>
                </a:ext>
              </a:extLst>
            </p:cNvPr>
            <p:cNvGrpSpPr>
              <a:grpSpLocks noGrp="1" noUngrp="1" noRot="1" noMove="1" noResize="1"/>
            </p:cNvGrpSpPr>
            <p:nvPr userDrawn="1"/>
          </p:nvGrpSpPr>
          <p:grpSpPr>
            <a:xfrm>
              <a:off x="10140133" y="-1318"/>
              <a:ext cx="1419111" cy="989251"/>
              <a:chOff x="10140133" y="-1318"/>
              <a:chExt cx="1419111" cy="989251"/>
            </a:xfrm>
          </p:grpSpPr>
          <p:sp>
            <p:nvSpPr>
              <p:cNvPr id="38" name="Freeform 13">
                <a:extLst>
                  <a:ext uri="{FF2B5EF4-FFF2-40B4-BE49-F238E27FC236}">
                    <a16:creationId xmlns:a16="http://schemas.microsoft.com/office/drawing/2014/main" id="{92A82CE4-7E1D-7149-19A8-46BD67C3F141}"/>
                  </a:ext>
                </a:extLst>
              </p:cNvPr>
              <p:cNvSpPr>
                <a:spLocks noGrp="1" noRot="1" noMove="1" noResize="1" noEditPoints="1" noAdjustHandles="1" noChangeArrowheads="1" noChangeShapeType="1"/>
              </p:cNvSpPr>
              <p:nvPr userDrawn="1"/>
            </p:nvSpPr>
            <p:spPr bwMode="auto">
              <a:xfrm>
                <a:off x="10140133" y="-1318"/>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9" name="Freeform 14">
                <a:extLst>
                  <a:ext uri="{FF2B5EF4-FFF2-40B4-BE49-F238E27FC236}">
                    <a16:creationId xmlns:a16="http://schemas.microsoft.com/office/drawing/2014/main" id="{38037297-6BDF-5170-C065-DBDFAF962905}"/>
                  </a:ext>
                </a:extLst>
              </p:cNvPr>
              <p:cNvSpPr>
                <a:spLocks noGrp="1" noRot="1" noMove="1" noResize="1" noEditPoints="1" noAdjustHandles="1" noChangeArrowheads="1" noChangeShapeType="1"/>
              </p:cNvSpPr>
              <p:nvPr userDrawn="1"/>
            </p:nvSpPr>
            <p:spPr bwMode="auto">
              <a:xfrm>
                <a:off x="10947123" y="374666"/>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Rectangle 4">
            <a:extLst>
              <a:ext uri="{FF2B5EF4-FFF2-40B4-BE49-F238E27FC236}">
                <a16:creationId xmlns:a16="http://schemas.microsoft.com/office/drawing/2014/main" id="{88A51636-A52B-76CC-A192-88254AFF13B4}"/>
              </a:ext>
            </a:extLst>
          </p:cNvPr>
          <p:cNvSpPr>
            <a:spLocks noGrp="1" noRot="1" noMove="1" noResize="1" noEditPoints="1" noAdjustHandles="1" noChangeArrowheads="1" noChangeShapeType="1"/>
          </p:cNvSpPr>
          <p:nvPr userDrawn="1"/>
        </p:nvSpPr>
        <p:spPr>
          <a:xfrm>
            <a:off x="588166" y="2228850"/>
            <a:ext cx="2638425" cy="35638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FF22D87-5FBF-D14F-9046-F213639EBDAF}"/>
              </a:ext>
            </a:extLst>
          </p:cNvPr>
          <p:cNvSpPr>
            <a:spLocks noGrp="1" noRot="1" noMove="1" noResize="1" noEditPoints="1" noAdjustHandles="1" noChangeArrowheads="1" noChangeShapeType="1"/>
          </p:cNvSpPr>
          <p:nvPr userDrawn="1"/>
        </p:nvSpPr>
        <p:spPr>
          <a:xfrm>
            <a:off x="3392483" y="2228850"/>
            <a:ext cx="2638425" cy="356384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65B0778-13D6-14ED-2983-50BB74056650}"/>
              </a:ext>
            </a:extLst>
          </p:cNvPr>
          <p:cNvSpPr>
            <a:spLocks noGrp="1" noRot="1" noMove="1" noResize="1" noEditPoints="1" noAdjustHandles="1" noChangeArrowheads="1" noChangeShapeType="1"/>
          </p:cNvSpPr>
          <p:nvPr userDrawn="1"/>
        </p:nvSpPr>
        <p:spPr>
          <a:xfrm>
            <a:off x="6196800" y="2228850"/>
            <a:ext cx="2638425" cy="35638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2CED094-D901-AAD4-7DDF-4C58F045E776}"/>
              </a:ext>
            </a:extLst>
          </p:cNvPr>
          <p:cNvSpPr>
            <a:spLocks noGrp="1" noRot="1" noMove="1" noResize="1" noEditPoints="1" noAdjustHandles="1" noChangeArrowheads="1" noChangeShapeType="1"/>
          </p:cNvSpPr>
          <p:nvPr userDrawn="1"/>
        </p:nvSpPr>
        <p:spPr>
          <a:xfrm>
            <a:off x="9001116" y="2228850"/>
            <a:ext cx="2638425" cy="356384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3">
            <a:extLst>
              <a:ext uri="{FF2B5EF4-FFF2-40B4-BE49-F238E27FC236}">
                <a16:creationId xmlns:a16="http://schemas.microsoft.com/office/drawing/2014/main" id="{3926EA96-3752-6404-A16D-3D6F429E941A}"/>
              </a:ext>
            </a:extLst>
          </p:cNvPr>
          <p:cNvSpPr txBox="1">
            <a:spLocks/>
          </p:cNvSpPr>
          <p:nvPr userDrawn="1"/>
        </p:nvSpPr>
        <p:spPr>
          <a:xfrm>
            <a:off x="588166" y="6159538"/>
            <a:ext cx="11051379" cy="249299"/>
          </a:xfrm>
          <a:prstGeom prst="rect">
            <a:avLst/>
          </a:prstGeom>
        </p:spPr>
        <p:txBody>
          <a:bodyPr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800" spc="30" baseline="0" dirty="0">
                <a:solidFill>
                  <a:schemeClr val="accent5"/>
                </a:solidFill>
              </a:rPr>
              <a:t>WINNING AT THE POINT OF PURCHASE, IN-STORE AND ONLINE</a:t>
            </a:r>
          </a:p>
        </p:txBody>
      </p:sp>
      <p:sp>
        <p:nvSpPr>
          <p:cNvPr id="17" name="Title 1">
            <a:extLst>
              <a:ext uri="{FF2B5EF4-FFF2-40B4-BE49-F238E27FC236}">
                <a16:creationId xmlns:a16="http://schemas.microsoft.com/office/drawing/2014/main" id="{3D297FA8-99A0-10F6-75A6-48908F343F2A}"/>
              </a:ext>
            </a:extLst>
          </p:cNvPr>
          <p:cNvSpPr>
            <a:spLocks noGrp="1"/>
          </p:cNvSpPr>
          <p:nvPr userDrawn="1">
            <p:ph type="ctrTitle" hasCustomPrompt="1"/>
          </p:nvPr>
        </p:nvSpPr>
        <p:spPr>
          <a:xfrm>
            <a:off x="1702533" y="532999"/>
            <a:ext cx="8786935"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WHAT MAKES SMOLLAN UNIQUE?</a:t>
            </a:r>
          </a:p>
        </p:txBody>
      </p:sp>
      <p:sp>
        <p:nvSpPr>
          <p:cNvPr id="20" name="Text Placeholder 4">
            <a:extLst>
              <a:ext uri="{FF2B5EF4-FFF2-40B4-BE49-F238E27FC236}">
                <a16:creationId xmlns:a16="http://schemas.microsoft.com/office/drawing/2014/main" id="{7383F894-7332-5B8F-D5D1-660926EBC5A6}"/>
              </a:ext>
            </a:extLst>
          </p:cNvPr>
          <p:cNvSpPr>
            <a:spLocks noGrp="1"/>
          </p:cNvSpPr>
          <p:nvPr userDrawn="1">
            <p:ph type="body" sz="quarter" idx="40" hasCustomPrompt="1"/>
          </p:nvPr>
        </p:nvSpPr>
        <p:spPr>
          <a:xfrm>
            <a:off x="1702533" y="976139"/>
            <a:ext cx="8787600" cy="220188"/>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CLICK TO ADD SUB-HEADING</a:t>
            </a:r>
          </a:p>
        </p:txBody>
      </p:sp>
      <p:cxnSp>
        <p:nvCxnSpPr>
          <p:cNvPr id="42" name="Straight Connector 15">
            <a:extLst>
              <a:ext uri="{FF2B5EF4-FFF2-40B4-BE49-F238E27FC236}">
                <a16:creationId xmlns:a16="http://schemas.microsoft.com/office/drawing/2014/main" id="{B115964A-1810-BE31-851B-2C76B5FF03F0}"/>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9" name="Text Placeholder 8">
            <a:extLst>
              <a:ext uri="{FF2B5EF4-FFF2-40B4-BE49-F238E27FC236}">
                <a16:creationId xmlns:a16="http://schemas.microsoft.com/office/drawing/2014/main" id="{27EAE5E6-930B-B4F5-13B2-8DF68A6F7765}"/>
              </a:ext>
            </a:extLst>
          </p:cNvPr>
          <p:cNvSpPr txBox="1">
            <a:spLocks/>
          </p:cNvSpPr>
          <p:nvPr userDrawn="1"/>
        </p:nvSpPr>
        <p:spPr>
          <a:xfrm>
            <a:off x="1365347" y="2622591"/>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01.</a:t>
            </a:r>
            <a:endParaRPr lang="en-GB" dirty="0">
              <a:solidFill>
                <a:schemeClr val="bg1"/>
              </a:solidFill>
            </a:endParaRPr>
          </a:p>
        </p:txBody>
      </p:sp>
      <p:sp>
        <p:nvSpPr>
          <p:cNvPr id="50" name="Text Placeholder 8">
            <a:extLst>
              <a:ext uri="{FF2B5EF4-FFF2-40B4-BE49-F238E27FC236}">
                <a16:creationId xmlns:a16="http://schemas.microsoft.com/office/drawing/2014/main" id="{7748C3A6-FCE1-FCB0-E07C-7648F830DC1F}"/>
              </a:ext>
            </a:extLst>
          </p:cNvPr>
          <p:cNvSpPr txBox="1">
            <a:spLocks/>
          </p:cNvSpPr>
          <p:nvPr userDrawn="1"/>
        </p:nvSpPr>
        <p:spPr>
          <a:xfrm>
            <a:off x="4173622" y="2622591"/>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02.</a:t>
            </a:r>
            <a:endParaRPr lang="en-GB" dirty="0">
              <a:solidFill>
                <a:schemeClr val="bg1"/>
              </a:solidFill>
            </a:endParaRPr>
          </a:p>
        </p:txBody>
      </p:sp>
      <p:sp>
        <p:nvSpPr>
          <p:cNvPr id="51" name="Text Placeholder 8">
            <a:extLst>
              <a:ext uri="{FF2B5EF4-FFF2-40B4-BE49-F238E27FC236}">
                <a16:creationId xmlns:a16="http://schemas.microsoft.com/office/drawing/2014/main" id="{01780191-3563-3911-D470-2C8EB92EFF3F}"/>
              </a:ext>
            </a:extLst>
          </p:cNvPr>
          <p:cNvSpPr txBox="1">
            <a:spLocks/>
          </p:cNvSpPr>
          <p:nvPr userDrawn="1"/>
        </p:nvSpPr>
        <p:spPr>
          <a:xfrm>
            <a:off x="6977939" y="2622591"/>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03.</a:t>
            </a:r>
            <a:endParaRPr lang="en-GB" dirty="0">
              <a:solidFill>
                <a:schemeClr val="bg1"/>
              </a:solidFill>
            </a:endParaRPr>
          </a:p>
        </p:txBody>
      </p:sp>
      <p:sp>
        <p:nvSpPr>
          <p:cNvPr id="52" name="Text Placeholder 8">
            <a:extLst>
              <a:ext uri="{FF2B5EF4-FFF2-40B4-BE49-F238E27FC236}">
                <a16:creationId xmlns:a16="http://schemas.microsoft.com/office/drawing/2014/main" id="{2FE0678B-857D-8093-E83B-69FFB17FD8FA}"/>
              </a:ext>
            </a:extLst>
          </p:cNvPr>
          <p:cNvSpPr txBox="1">
            <a:spLocks/>
          </p:cNvSpPr>
          <p:nvPr userDrawn="1"/>
        </p:nvSpPr>
        <p:spPr>
          <a:xfrm>
            <a:off x="9782255" y="2622591"/>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04.</a:t>
            </a:r>
            <a:endParaRPr lang="en-GB" dirty="0">
              <a:solidFill>
                <a:schemeClr val="bg1"/>
              </a:solidFill>
            </a:endParaRPr>
          </a:p>
        </p:txBody>
      </p:sp>
      <p:pic>
        <p:nvPicPr>
          <p:cNvPr id="63" name="Graphic 62">
            <a:extLst>
              <a:ext uri="{FF2B5EF4-FFF2-40B4-BE49-F238E27FC236}">
                <a16:creationId xmlns:a16="http://schemas.microsoft.com/office/drawing/2014/main" id="{87E8D970-092F-EB58-9488-EA23C8D90C97}"/>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834409" y="4358096"/>
            <a:ext cx="138017" cy="138015"/>
          </a:xfrm>
          <a:prstGeom prst="rect">
            <a:avLst/>
          </a:prstGeom>
        </p:spPr>
      </p:pic>
      <p:pic>
        <p:nvPicPr>
          <p:cNvPr id="65" name="Graphic 64">
            <a:extLst>
              <a:ext uri="{FF2B5EF4-FFF2-40B4-BE49-F238E27FC236}">
                <a16:creationId xmlns:a16="http://schemas.microsoft.com/office/drawing/2014/main" id="{150C10F3-CB88-A554-CF12-ADEC7D831402}"/>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642684" y="4358096"/>
            <a:ext cx="138017" cy="138015"/>
          </a:xfrm>
          <a:prstGeom prst="rect">
            <a:avLst/>
          </a:prstGeom>
        </p:spPr>
      </p:pic>
      <p:pic>
        <p:nvPicPr>
          <p:cNvPr id="66" name="Graphic 65">
            <a:extLst>
              <a:ext uri="{FF2B5EF4-FFF2-40B4-BE49-F238E27FC236}">
                <a16:creationId xmlns:a16="http://schemas.microsoft.com/office/drawing/2014/main" id="{8DBE3035-55B6-C86E-F7EA-705FCE484730}"/>
              </a:ext>
            </a:extLst>
          </p:cNvPr>
          <p:cNvPicPr>
            <a:picLocks noGrp="1" noRo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7447001" y="4358096"/>
            <a:ext cx="138017" cy="138015"/>
          </a:xfrm>
          <a:prstGeom prst="rect">
            <a:avLst/>
          </a:prstGeom>
        </p:spPr>
      </p:pic>
      <p:pic>
        <p:nvPicPr>
          <p:cNvPr id="67" name="Graphic 66">
            <a:extLst>
              <a:ext uri="{FF2B5EF4-FFF2-40B4-BE49-F238E27FC236}">
                <a16:creationId xmlns:a16="http://schemas.microsoft.com/office/drawing/2014/main" id="{F445A578-81D1-E2FC-A86E-02C158C1D83E}"/>
              </a:ext>
            </a:extLst>
          </p:cNvPr>
          <p:cNvPicPr>
            <a:picLocks noGrp="1" noRot="1" noMove="1" noResize="1" noEditPoints="1" noAdjustHandles="1" noChangeArrowheads="1" noChangeShapeType="1" noCrop="1"/>
          </p:cNvPicPr>
          <p:nvPr userDrawn="1"/>
        </p:nvPicPr>
        <p:blipFill>
          <a:blip r:embed="rId8">
            <a:extLst>
              <a:ext uri="{96DAC541-7B7A-43D3-8B79-37D633B846F1}">
                <asvg:svgBlip xmlns:asvg="http://schemas.microsoft.com/office/drawing/2016/SVG/main" r:embed="rId9"/>
              </a:ext>
            </a:extLst>
          </a:blip>
          <a:stretch>
            <a:fillRect/>
          </a:stretch>
        </p:blipFill>
        <p:spPr>
          <a:xfrm>
            <a:off x="10251317" y="4358096"/>
            <a:ext cx="138017" cy="138015"/>
          </a:xfrm>
          <a:prstGeom prst="rect">
            <a:avLst/>
          </a:prstGeom>
        </p:spPr>
      </p:pic>
    </p:spTree>
    <p:extLst>
      <p:ext uri="{BB962C8B-B14F-4D97-AF65-F5344CB8AC3E}">
        <p14:creationId xmlns:p14="http://schemas.microsoft.com/office/powerpoint/2010/main" val="2595938740"/>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P14 | HEAD + SUB-HEAD + Photos + 4 x Pillar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74D5AF-B9A5-646A-1F92-48B85063DECD}"/>
              </a:ext>
            </a:extLst>
          </p:cNvPr>
          <p:cNvSpPr>
            <a:spLocks noGrp="1" noRot="1" noMove="1" noResize="1" noEditPoints="1" noAdjustHandles="1" noChangeArrowheads="1" noChangeShapeType="1"/>
          </p:cNvSpPr>
          <p:nvPr userDrawn="1"/>
        </p:nvSpPr>
        <p:spPr>
          <a:xfrm>
            <a:off x="0" y="0"/>
            <a:ext cx="12192000" cy="32956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1219170" latinLnBrk="1"/>
            <a:endParaRPr lang="en-US" sz="2400" dirty="0"/>
          </a:p>
        </p:txBody>
      </p:sp>
      <p:sp>
        <p:nvSpPr>
          <p:cNvPr id="31" name="Freeform 6">
            <a:extLst>
              <a:ext uri="{FF2B5EF4-FFF2-40B4-BE49-F238E27FC236}">
                <a16:creationId xmlns:a16="http://schemas.microsoft.com/office/drawing/2014/main" id="{8DCC2924-7A4D-407D-8D57-17EC46DDE22C}"/>
              </a:ext>
            </a:extLst>
          </p:cNvPr>
          <p:cNvSpPr/>
          <p:nvPr userDrawn="1"/>
        </p:nvSpPr>
        <p:spPr bwMode="auto">
          <a:xfrm>
            <a:off x="10831348" y="26118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35" name="Freeform 10">
            <a:extLst>
              <a:ext uri="{FF2B5EF4-FFF2-40B4-BE49-F238E27FC236}">
                <a16:creationId xmlns:a16="http://schemas.microsoft.com/office/drawing/2014/main" id="{AD338690-856C-EF01-DC0C-2D9C7278CCAD}"/>
              </a:ext>
            </a:extLst>
          </p:cNvPr>
          <p:cNvSpPr/>
          <p:nvPr userDrawn="1"/>
        </p:nvSpPr>
        <p:spPr bwMode="auto">
          <a:xfrm>
            <a:off x="8574296" y="522538"/>
            <a:ext cx="1656394" cy="1658687"/>
          </a:xfrm>
          <a:custGeom>
            <a:avLst/>
            <a:gdLst>
              <a:gd name="T0" fmla="*/ 1253 w 1445"/>
              <a:gd name="T1" fmla="*/ 0 h 1447"/>
              <a:gd name="T2" fmla="*/ 1106 w 1445"/>
              <a:gd name="T3" fmla="*/ 0 h 1447"/>
              <a:gd name="T4" fmla="*/ 0 w 1445"/>
              <a:gd name="T5" fmla="*/ 1105 h 1447"/>
              <a:gd name="T6" fmla="*/ 0 w 1445"/>
              <a:gd name="T7" fmla="*/ 1252 h 1447"/>
              <a:gd name="T8" fmla="*/ 195 w 1445"/>
              <a:gd name="T9" fmla="*/ 1252 h 1447"/>
              <a:gd name="T10" fmla="*/ 195 w 1445"/>
              <a:gd name="T11" fmla="*/ 1447 h 1447"/>
              <a:gd name="T12" fmla="*/ 341 w 1445"/>
              <a:gd name="T13" fmla="*/ 1447 h 1447"/>
              <a:gd name="T14" fmla="*/ 1445 w 1445"/>
              <a:gd name="T15" fmla="*/ 340 h 1447"/>
              <a:gd name="T16" fmla="*/ 1445 w 1445"/>
              <a:gd name="T17" fmla="*/ 193 h 1447"/>
              <a:gd name="T18" fmla="*/ 1253 w 1445"/>
              <a:gd name="T19" fmla="*/ 193 h 1447"/>
              <a:gd name="T20" fmla="*/ 1253 w 1445"/>
              <a:gd name="T21" fmla="*/ 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5" h="1447">
                <a:moveTo>
                  <a:pt x="1253" y="0"/>
                </a:moveTo>
                <a:lnTo>
                  <a:pt x="1106" y="0"/>
                </a:lnTo>
                <a:lnTo>
                  <a:pt x="0" y="1105"/>
                </a:lnTo>
                <a:lnTo>
                  <a:pt x="0" y="1252"/>
                </a:lnTo>
                <a:lnTo>
                  <a:pt x="195" y="1252"/>
                </a:lnTo>
                <a:lnTo>
                  <a:pt x="195" y="1447"/>
                </a:lnTo>
                <a:lnTo>
                  <a:pt x="341" y="1447"/>
                </a:lnTo>
                <a:lnTo>
                  <a:pt x="1445" y="340"/>
                </a:lnTo>
                <a:lnTo>
                  <a:pt x="1445" y="193"/>
                </a:lnTo>
                <a:lnTo>
                  <a:pt x="1253" y="193"/>
                </a:lnTo>
                <a:lnTo>
                  <a:pt x="125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Rectangle 4">
            <a:extLst>
              <a:ext uri="{FF2B5EF4-FFF2-40B4-BE49-F238E27FC236}">
                <a16:creationId xmlns:a16="http://schemas.microsoft.com/office/drawing/2014/main" id="{88A51636-A52B-76CC-A192-88254AFF13B4}"/>
              </a:ext>
            </a:extLst>
          </p:cNvPr>
          <p:cNvSpPr>
            <a:spLocks noGrp="1" noRot="1" noMove="1" noResize="1" noEditPoints="1" noAdjustHandles="1" noChangeArrowheads="1" noChangeShapeType="1"/>
          </p:cNvSpPr>
          <p:nvPr userDrawn="1"/>
        </p:nvSpPr>
        <p:spPr>
          <a:xfrm>
            <a:off x="588166" y="3295650"/>
            <a:ext cx="2638425" cy="315041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8FF22D87-5FBF-D14F-9046-F213639EBDAF}"/>
              </a:ext>
            </a:extLst>
          </p:cNvPr>
          <p:cNvSpPr>
            <a:spLocks noGrp="1" noRot="1" noMove="1" noResize="1" noEditPoints="1" noAdjustHandles="1" noChangeArrowheads="1" noChangeShapeType="1"/>
          </p:cNvSpPr>
          <p:nvPr userDrawn="1"/>
        </p:nvSpPr>
        <p:spPr>
          <a:xfrm>
            <a:off x="3392483" y="3295650"/>
            <a:ext cx="2638425" cy="3150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065B0778-13D6-14ED-2983-50BB74056650}"/>
              </a:ext>
            </a:extLst>
          </p:cNvPr>
          <p:cNvSpPr>
            <a:spLocks noGrp="1" noRot="1" noMove="1" noResize="1" noEditPoints="1" noAdjustHandles="1" noChangeArrowheads="1" noChangeShapeType="1"/>
          </p:cNvSpPr>
          <p:nvPr userDrawn="1"/>
        </p:nvSpPr>
        <p:spPr>
          <a:xfrm>
            <a:off x="6196800" y="3295650"/>
            <a:ext cx="2638425" cy="315041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2CED094-D901-AAD4-7DDF-4C58F045E776}"/>
              </a:ext>
            </a:extLst>
          </p:cNvPr>
          <p:cNvSpPr>
            <a:spLocks noGrp="1" noRot="1" noMove="1" noResize="1" noEditPoints="1" noAdjustHandles="1" noChangeArrowheads="1" noChangeShapeType="1"/>
          </p:cNvSpPr>
          <p:nvPr userDrawn="1"/>
        </p:nvSpPr>
        <p:spPr>
          <a:xfrm>
            <a:off x="9001116" y="3295650"/>
            <a:ext cx="2638425" cy="315041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tle 1">
            <a:extLst>
              <a:ext uri="{FF2B5EF4-FFF2-40B4-BE49-F238E27FC236}">
                <a16:creationId xmlns:a16="http://schemas.microsoft.com/office/drawing/2014/main" id="{3D297FA8-99A0-10F6-75A6-48908F343F2A}"/>
              </a:ext>
            </a:extLst>
          </p:cNvPr>
          <p:cNvSpPr>
            <a:spLocks noGrp="1"/>
          </p:cNvSpPr>
          <p:nvPr userDrawn="1">
            <p:ph type="ctrTitle" hasCustomPrompt="1"/>
          </p:nvPr>
        </p:nvSpPr>
        <p:spPr>
          <a:xfrm>
            <a:off x="1702533" y="532999"/>
            <a:ext cx="8786935" cy="332399"/>
          </a:xfrm>
          <a:prstGeom prst="rect">
            <a:avLst/>
          </a:prstGeom>
        </p:spPr>
        <p:txBody>
          <a:bodyPr wrap="square" lIns="0" tIns="0" rIns="0" bIns="0" anchor="t" anchorCtr="0">
            <a:spAutoFit/>
          </a:bodyPr>
          <a:lstStyle>
            <a:lvl1pPr algn="ctr">
              <a:defRPr sz="2400" b="1" spc="40" baseline="0">
                <a:solidFill>
                  <a:schemeClr val="bg1"/>
                </a:solidFill>
              </a:defRPr>
            </a:lvl1pPr>
          </a:lstStyle>
          <a:p>
            <a:r>
              <a:rPr lang="en-GB" noProof="0" dirty="0"/>
              <a:t>WHAT MAKES SMOLLAN UNIQUE?</a:t>
            </a:r>
          </a:p>
        </p:txBody>
      </p:sp>
      <p:sp>
        <p:nvSpPr>
          <p:cNvPr id="20" name="Text Placeholder 4">
            <a:extLst>
              <a:ext uri="{FF2B5EF4-FFF2-40B4-BE49-F238E27FC236}">
                <a16:creationId xmlns:a16="http://schemas.microsoft.com/office/drawing/2014/main" id="{7383F894-7332-5B8F-D5D1-660926EBC5A6}"/>
              </a:ext>
            </a:extLst>
          </p:cNvPr>
          <p:cNvSpPr>
            <a:spLocks noGrp="1"/>
          </p:cNvSpPr>
          <p:nvPr>
            <p:ph type="body" sz="quarter" idx="40" hasCustomPrompt="1"/>
          </p:nvPr>
        </p:nvSpPr>
        <p:spPr>
          <a:xfrm>
            <a:off x="1702533" y="976139"/>
            <a:ext cx="8787600" cy="220188"/>
          </a:xfrm>
          <a:prstGeom prst="rect">
            <a:avLst/>
          </a:prstGeom>
        </p:spPr>
        <p:txBody>
          <a:bodyPr wrap="square" lIns="0" tIns="0" rIns="0" bIns="0" anchor="t" anchorCtr="0">
            <a:spAutoFit/>
          </a:bodyPr>
          <a:lstStyle>
            <a:lvl1pPr marL="0" indent="0" algn="ctr">
              <a:lnSpc>
                <a:spcPts val="1600"/>
              </a:lnSpc>
              <a:buFont typeface="Calibri" panose="020F0502020204030204" pitchFamily="34" charset="0"/>
              <a:buNone/>
              <a:defRPr sz="2000" b="1" spc="30" baseline="0">
                <a:solidFill>
                  <a:schemeClr val="bg2">
                    <a:lumMod val="75000"/>
                  </a:schemeClr>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WINNING AT THE POINT OF PURCHASE, IN-STORE AND ONLINE</a:t>
            </a:r>
          </a:p>
        </p:txBody>
      </p:sp>
      <p:cxnSp>
        <p:nvCxnSpPr>
          <p:cNvPr id="42" name="Straight Connector 15">
            <a:extLst>
              <a:ext uri="{FF2B5EF4-FFF2-40B4-BE49-F238E27FC236}">
                <a16:creationId xmlns:a16="http://schemas.microsoft.com/office/drawing/2014/main" id="{B115964A-1810-BE31-851B-2C76B5FF03F0}"/>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9" name="Text Placeholder 8">
            <a:extLst>
              <a:ext uri="{FF2B5EF4-FFF2-40B4-BE49-F238E27FC236}">
                <a16:creationId xmlns:a16="http://schemas.microsoft.com/office/drawing/2014/main" id="{27EAE5E6-930B-B4F5-13B2-8DF68A6F7765}"/>
              </a:ext>
            </a:extLst>
          </p:cNvPr>
          <p:cNvSpPr txBox="1">
            <a:spLocks/>
          </p:cNvSpPr>
          <p:nvPr userDrawn="1"/>
        </p:nvSpPr>
        <p:spPr>
          <a:xfrm>
            <a:off x="1365347" y="3693479"/>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01.</a:t>
            </a:r>
            <a:endParaRPr lang="en-GB" dirty="0">
              <a:solidFill>
                <a:schemeClr val="bg1"/>
              </a:solidFill>
            </a:endParaRPr>
          </a:p>
        </p:txBody>
      </p:sp>
      <p:sp>
        <p:nvSpPr>
          <p:cNvPr id="50" name="Text Placeholder 8">
            <a:extLst>
              <a:ext uri="{FF2B5EF4-FFF2-40B4-BE49-F238E27FC236}">
                <a16:creationId xmlns:a16="http://schemas.microsoft.com/office/drawing/2014/main" id="{7748C3A6-FCE1-FCB0-E07C-7648F830DC1F}"/>
              </a:ext>
            </a:extLst>
          </p:cNvPr>
          <p:cNvSpPr txBox="1">
            <a:spLocks/>
          </p:cNvSpPr>
          <p:nvPr userDrawn="1"/>
        </p:nvSpPr>
        <p:spPr>
          <a:xfrm>
            <a:off x="4173622" y="3693479"/>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02.</a:t>
            </a:r>
            <a:endParaRPr lang="en-GB" dirty="0">
              <a:solidFill>
                <a:schemeClr val="bg1"/>
              </a:solidFill>
            </a:endParaRPr>
          </a:p>
        </p:txBody>
      </p:sp>
      <p:sp>
        <p:nvSpPr>
          <p:cNvPr id="51" name="Text Placeholder 8">
            <a:extLst>
              <a:ext uri="{FF2B5EF4-FFF2-40B4-BE49-F238E27FC236}">
                <a16:creationId xmlns:a16="http://schemas.microsoft.com/office/drawing/2014/main" id="{01780191-3563-3911-D470-2C8EB92EFF3F}"/>
              </a:ext>
            </a:extLst>
          </p:cNvPr>
          <p:cNvSpPr txBox="1">
            <a:spLocks/>
          </p:cNvSpPr>
          <p:nvPr userDrawn="1"/>
        </p:nvSpPr>
        <p:spPr>
          <a:xfrm>
            <a:off x="6977939" y="3693479"/>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03.</a:t>
            </a:r>
            <a:endParaRPr lang="en-GB" dirty="0">
              <a:solidFill>
                <a:schemeClr val="bg1"/>
              </a:solidFill>
            </a:endParaRPr>
          </a:p>
        </p:txBody>
      </p:sp>
      <p:sp>
        <p:nvSpPr>
          <p:cNvPr id="52" name="Text Placeholder 8">
            <a:extLst>
              <a:ext uri="{FF2B5EF4-FFF2-40B4-BE49-F238E27FC236}">
                <a16:creationId xmlns:a16="http://schemas.microsoft.com/office/drawing/2014/main" id="{2FE0678B-857D-8093-E83B-69FFB17FD8FA}"/>
              </a:ext>
            </a:extLst>
          </p:cNvPr>
          <p:cNvSpPr txBox="1">
            <a:spLocks/>
          </p:cNvSpPr>
          <p:nvPr userDrawn="1"/>
        </p:nvSpPr>
        <p:spPr>
          <a:xfrm>
            <a:off x="9782255" y="3693479"/>
            <a:ext cx="1076145" cy="470898"/>
          </a:xfrm>
          <a:prstGeom prst="rect">
            <a:avLst/>
          </a:prstGeom>
        </p:spPr>
        <p:txBody>
          <a:bodyPr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3400" kern="1200">
                <a:solidFill>
                  <a:schemeClr val="bg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solidFill>
                  <a:schemeClr val="bg1"/>
                </a:solidFill>
              </a:rPr>
              <a:t>04.</a:t>
            </a:r>
            <a:endParaRPr lang="en-GB" dirty="0">
              <a:solidFill>
                <a:schemeClr val="bg1"/>
              </a:solidFill>
            </a:endParaRPr>
          </a:p>
        </p:txBody>
      </p:sp>
      <p:pic>
        <p:nvPicPr>
          <p:cNvPr id="63" name="Graphic 62">
            <a:extLst>
              <a:ext uri="{FF2B5EF4-FFF2-40B4-BE49-F238E27FC236}">
                <a16:creationId xmlns:a16="http://schemas.microsoft.com/office/drawing/2014/main" id="{87E8D970-092F-EB58-9488-EA23C8D90C97}"/>
              </a:ext>
            </a:extLst>
          </p:cNvPr>
          <p:cNvPicPr>
            <a:picLocks noGrp="1" noRo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1834409" y="5133380"/>
            <a:ext cx="138017" cy="138015"/>
          </a:xfrm>
          <a:prstGeom prst="rect">
            <a:avLst/>
          </a:prstGeom>
        </p:spPr>
      </p:pic>
      <p:pic>
        <p:nvPicPr>
          <p:cNvPr id="65" name="Graphic 64">
            <a:extLst>
              <a:ext uri="{FF2B5EF4-FFF2-40B4-BE49-F238E27FC236}">
                <a16:creationId xmlns:a16="http://schemas.microsoft.com/office/drawing/2014/main" id="{150C10F3-CB88-A554-CF12-ADEC7D831402}"/>
              </a:ext>
            </a:extLst>
          </p:cNvPr>
          <p:cNvPicPr>
            <a:picLocks noGrp="1" noRot="1" noMove="1" noResize="1" noEditPoints="1" noAdjustHandles="1" noChangeArrowheads="1" noChangeShapeType="1" noCrop="1"/>
          </p:cNvPicPr>
          <p:nvPr userDrawn="1"/>
        </p:nvPicPr>
        <p:blipFill>
          <a:blip r:embed="rId4">
            <a:extLst>
              <a:ext uri="{96DAC541-7B7A-43D3-8B79-37D633B846F1}">
                <asvg:svgBlip xmlns:asvg="http://schemas.microsoft.com/office/drawing/2016/SVG/main" r:embed="rId5"/>
              </a:ext>
            </a:extLst>
          </a:blip>
          <a:stretch>
            <a:fillRect/>
          </a:stretch>
        </p:blipFill>
        <p:spPr>
          <a:xfrm>
            <a:off x="4642684" y="5133380"/>
            <a:ext cx="138017" cy="138015"/>
          </a:xfrm>
          <a:prstGeom prst="rect">
            <a:avLst/>
          </a:prstGeom>
        </p:spPr>
      </p:pic>
      <p:pic>
        <p:nvPicPr>
          <p:cNvPr id="66" name="Graphic 65">
            <a:extLst>
              <a:ext uri="{FF2B5EF4-FFF2-40B4-BE49-F238E27FC236}">
                <a16:creationId xmlns:a16="http://schemas.microsoft.com/office/drawing/2014/main" id="{8DBE3035-55B6-C86E-F7EA-705FCE484730}"/>
              </a:ext>
            </a:extLst>
          </p:cNvPr>
          <p:cNvPicPr>
            <a:picLocks noGrp="1" noRot="1" noMove="1" noResize="1" noEditPoints="1" noAdjustHandles="1" noChangeArrowheads="1" noChangeShapeType="1" noCrop="1"/>
          </p:cNvPicPr>
          <p:nvPr userDrawn="1"/>
        </p:nvPicPr>
        <p:blipFill>
          <a:blip r:embed="rId6">
            <a:extLst>
              <a:ext uri="{96DAC541-7B7A-43D3-8B79-37D633B846F1}">
                <asvg:svgBlip xmlns:asvg="http://schemas.microsoft.com/office/drawing/2016/SVG/main" r:embed="rId7"/>
              </a:ext>
            </a:extLst>
          </a:blip>
          <a:stretch>
            <a:fillRect/>
          </a:stretch>
        </p:blipFill>
        <p:spPr>
          <a:xfrm>
            <a:off x="7447001" y="5133380"/>
            <a:ext cx="138017" cy="138015"/>
          </a:xfrm>
          <a:prstGeom prst="rect">
            <a:avLst/>
          </a:prstGeom>
        </p:spPr>
      </p:pic>
      <p:pic>
        <p:nvPicPr>
          <p:cNvPr id="67" name="Graphic 66">
            <a:extLst>
              <a:ext uri="{FF2B5EF4-FFF2-40B4-BE49-F238E27FC236}">
                <a16:creationId xmlns:a16="http://schemas.microsoft.com/office/drawing/2014/main" id="{F445A578-81D1-E2FC-A86E-02C158C1D83E}"/>
              </a:ext>
            </a:extLst>
          </p:cNvPr>
          <p:cNvPicPr>
            <a:picLocks noGrp="1" noRot="1" noMove="1" noResize="1" noEditPoints="1" noAdjustHandles="1" noChangeArrowheads="1" noChangeShapeType="1" noCrop="1"/>
          </p:cNvPicPr>
          <p:nvPr userDrawn="1"/>
        </p:nvPicPr>
        <p:blipFill>
          <a:blip r:embed="rId8">
            <a:extLst>
              <a:ext uri="{96DAC541-7B7A-43D3-8B79-37D633B846F1}">
                <asvg:svgBlip xmlns:asvg="http://schemas.microsoft.com/office/drawing/2016/SVG/main" r:embed="rId9"/>
              </a:ext>
            </a:extLst>
          </a:blip>
          <a:stretch>
            <a:fillRect/>
          </a:stretch>
        </p:blipFill>
        <p:spPr>
          <a:xfrm>
            <a:off x="10251317" y="5133380"/>
            <a:ext cx="138017" cy="138015"/>
          </a:xfrm>
          <a:prstGeom prst="rect">
            <a:avLst/>
          </a:prstGeom>
        </p:spPr>
      </p:pic>
      <p:sp>
        <p:nvSpPr>
          <p:cNvPr id="15" name="Picture Placeholder 59">
            <a:extLst>
              <a:ext uri="{FF2B5EF4-FFF2-40B4-BE49-F238E27FC236}">
                <a16:creationId xmlns:a16="http://schemas.microsoft.com/office/drawing/2014/main" id="{44654D8A-8517-95ED-69F5-816A1F3713FD}"/>
              </a:ext>
            </a:extLst>
          </p:cNvPr>
          <p:cNvSpPr>
            <a:spLocks noGrp="1"/>
          </p:cNvSpPr>
          <p:nvPr>
            <p:ph type="pic" sz="quarter" idx="75" hasCustomPrompt="1"/>
          </p:nvPr>
        </p:nvSpPr>
        <p:spPr>
          <a:xfrm>
            <a:off x="587375" y="1812450"/>
            <a:ext cx="2638800" cy="1483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19" name="Picture Placeholder 59">
            <a:extLst>
              <a:ext uri="{FF2B5EF4-FFF2-40B4-BE49-F238E27FC236}">
                <a16:creationId xmlns:a16="http://schemas.microsoft.com/office/drawing/2014/main" id="{42519829-15B5-B159-A45B-02D813E3F891}"/>
              </a:ext>
            </a:extLst>
          </p:cNvPr>
          <p:cNvSpPr>
            <a:spLocks noGrp="1"/>
          </p:cNvSpPr>
          <p:nvPr>
            <p:ph type="pic" sz="quarter" idx="76" hasCustomPrompt="1"/>
          </p:nvPr>
        </p:nvSpPr>
        <p:spPr>
          <a:xfrm>
            <a:off x="3392483" y="1812450"/>
            <a:ext cx="2638800" cy="1483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1" name="Picture Placeholder 59">
            <a:extLst>
              <a:ext uri="{FF2B5EF4-FFF2-40B4-BE49-F238E27FC236}">
                <a16:creationId xmlns:a16="http://schemas.microsoft.com/office/drawing/2014/main" id="{C3FBF73B-7D5A-123B-1B85-0FF924B9892F}"/>
              </a:ext>
            </a:extLst>
          </p:cNvPr>
          <p:cNvSpPr>
            <a:spLocks noGrp="1"/>
          </p:cNvSpPr>
          <p:nvPr>
            <p:ph type="pic" sz="quarter" idx="77" hasCustomPrompt="1"/>
          </p:nvPr>
        </p:nvSpPr>
        <p:spPr>
          <a:xfrm>
            <a:off x="6196800" y="1812450"/>
            <a:ext cx="2638800" cy="1483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
        <p:nvSpPr>
          <p:cNvPr id="22" name="Picture Placeholder 59">
            <a:extLst>
              <a:ext uri="{FF2B5EF4-FFF2-40B4-BE49-F238E27FC236}">
                <a16:creationId xmlns:a16="http://schemas.microsoft.com/office/drawing/2014/main" id="{3BE1BBDD-819F-258E-2B32-25C21A425A42}"/>
              </a:ext>
            </a:extLst>
          </p:cNvPr>
          <p:cNvSpPr>
            <a:spLocks noGrp="1"/>
          </p:cNvSpPr>
          <p:nvPr>
            <p:ph type="pic" sz="quarter" idx="78" hasCustomPrompt="1"/>
          </p:nvPr>
        </p:nvSpPr>
        <p:spPr>
          <a:xfrm>
            <a:off x="9001116" y="1812450"/>
            <a:ext cx="2638800" cy="1483200"/>
          </a:xfrm>
          <a:prstGeom prst="rect">
            <a:avLst/>
          </a:prstGeom>
          <a:pattFill prst="ltUpDiag">
            <a:fgClr>
              <a:schemeClr val="accent5">
                <a:lumMod val="20000"/>
                <a:lumOff val="80000"/>
              </a:schemeClr>
            </a:fgClr>
            <a:bgClr>
              <a:schemeClr val="bg1"/>
            </a:bgClr>
          </a:pattFill>
        </p:spPr>
        <p:txBody>
          <a:bodyPr/>
          <a:lstStyle>
            <a:lvl1pPr marL="0" indent="0">
              <a:buNone/>
              <a:defRPr sz="1100"/>
            </a:lvl1pPr>
          </a:lstStyle>
          <a:p>
            <a:r>
              <a:rPr lang="en-US" dirty="0"/>
              <a:t>Add photo</a:t>
            </a:r>
            <a:endParaRPr lang="en-ZA" dirty="0"/>
          </a:p>
        </p:txBody>
      </p:sp>
    </p:spTree>
    <p:extLst>
      <p:ext uri="{BB962C8B-B14F-4D97-AF65-F5344CB8AC3E}">
        <p14:creationId xmlns:p14="http://schemas.microsoft.com/office/powerpoint/2010/main" val="299644921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P14 | HEAD + Intro + Custom Differentiat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FAF6B8-EFBC-8367-2511-DB9B67CED775}"/>
              </a:ext>
            </a:extLst>
          </p:cNvPr>
          <p:cNvSpPr>
            <a:spLocks noGrp="1" noRot="1" noMove="1" noResize="1" noEditPoints="1" noAdjustHandles="1" noChangeArrowheads="1" noChangeShapeType="1"/>
          </p:cNvSpPr>
          <p:nvPr userDrawn="1"/>
        </p:nvSpPr>
        <p:spPr>
          <a:xfrm>
            <a:off x="0" y="0"/>
            <a:ext cx="4469449" cy="6858000"/>
          </a:xfrm>
          <a:prstGeom prst="rect">
            <a:avLst/>
          </a:prstGeom>
          <a:solidFill>
            <a:srgbClr val="EFF2F6"/>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itle 3">
            <a:extLst>
              <a:ext uri="{FF2B5EF4-FFF2-40B4-BE49-F238E27FC236}">
                <a16:creationId xmlns:a16="http://schemas.microsoft.com/office/drawing/2014/main" id="{7C6C3222-EC24-DFBE-1A4D-B856A6473929}"/>
              </a:ext>
            </a:extLst>
          </p:cNvPr>
          <p:cNvSpPr txBox="1">
            <a:spLocks/>
          </p:cNvSpPr>
          <p:nvPr userDrawn="1"/>
        </p:nvSpPr>
        <p:spPr>
          <a:xfrm>
            <a:off x="588166" y="2930402"/>
            <a:ext cx="2795969" cy="830099"/>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00"/>
              </a:lnSpc>
            </a:pPr>
            <a:r>
              <a:rPr lang="en-ZA" sz="1800" spc="30" baseline="0" dirty="0">
                <a:solidFill>
                  <a:schemeClr val="accent5"/>
                </a:solidFill>
              </a:rPr>
              <a:t>WINNING AT THE POINT OF PURCHASE, IN-STORE AND ONLINE</a:t>
            </a:r>
          </a:p>
        </p:txBody>
      </p:sp>
      <p:sp>
        <p:nvSpPr>
          <p:cNvPr id="9" name="Title 1">
            <a:extLst>
              <a:ext uri="{FF2B5EF4-FFF2-40B4-BE49-F238E27FC236}">
                <a16:creationId xmlns:a16="http://schemas.microsoft.com/office/drawing/2014/main" id="{9F6B8F4D-747A-1A61-D4D7-7C4518C67D68}"/>
              </a:ext>
            </a:extLst>
          </p:cNvPr>
          <p:cNvSpPr>
            <a:spLocks noGrp="1"/>
          </p:cNvSpPr>
          <p:nvPr>
            <p:ph type="ctrTitle" hasCustomPrompt="1"/>
          </p:nvPr>
        </p:nvSpPr>
        <p:spPr>
          <a:xfrm>
            <a:off x="588171" y="1717524"/>
            <a:ext cx="3231799" cy="664797"/>
          </a:xfrm>
          <a:prstGeom prst="rect">
            <a:avLst/>
          </a:prstGeom>
        </p:spPr>
        <p:txBody>
          <a:bodyPr wrap="square" lIns="0" tIns="0" rIns="0" bIns="0" anchor="b" anchorCtr="0">
            <a:spAutoFit/>
          </a:bodyPr>
          <a:lstStyle>
            <a:lvl1pPr algn="l">
              <a:defRPr sz="2400" b="1" spc="40" baseline="0">
                <a:solidFill>
                  <a:schemeClr val="accent1"/>
                </a:solidFill>
              </a:defRPr>
            </a:lvl1pPr>
          </a:lstStyle>
          <a:p>
            <a:r>
              <a:rPr lang="en-GB" noProof="0" dirty="0"/>
              <a:t>WHAT MAKES SMOLLAN UNIQUE?</a:t>
            </a:r>
          </a:p>
        </p:txBody>
      </p:sp>
      <p:cxnSp>
        <p:nvCxnSpPr>
          <p:cNvPr id="10" name="Straight Connector 15">
            <a:extLst>
              <a:ext uri="{FF2B5EF4-FFF2-40B4-BE49-F238E27FC236}">
                <a16:creationId xmlns:a16="http://schemas.microsoft.com/office/drawing/2014/main" id="{C85D40DE-CFFB-C484-16FC-D85D7C3DBAAE}"/>
              </a:ext>
            </a:extLst>
          </p:cNvPr>
          <p:cNvCxnSpPr>
            <a:cxnSpLocks noGrp="1" noRot="1" noMove="1" noResize="1" noEditPoints="1" noAdjustHandles="1" noChangeArrowheads="1" noChangeShapeType="1"/>
          </p:cNvCxnSpPr>
          <p:nvPr userDrawn="1"/>
        </p:nvCxnSpPr>
        <p:spPr>
          <a:xfrm>
            <a:off x="588171" y="2546622"/>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Text Placeholder 4">
            <a:extLst>
              <a:ext uri="{FF2B5EF4-FFF2-40B4-BE49-F238E27FC236}">
                <a16:creationId xmlns:a16="http://schemas.microsoft.com/office/drawing/2014/main" id="{D2A4299C-2A1D-7ACF-AA2E-C887D0015DDD}"/>
              </a:ext>
            </a:extLst>
          </p:cNvPr>
          <p:cNvSpPr>
            <a:spLocks noGrp="1"/>
          </p:cNvSpPr>
          <p:nvPr>
            <p:ph type="body" sz="quarter" idx="40" hasCustomPrompt="1"/>
          </p:nvPr>
        </p:nvSpPr>
        <p:spPr>
          <a:xfrm>
            <a:off x="588165" y="4225356"/>
            <a:ext cx="3231799" cy="615553"/>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Introductory paragraph that is [Client] specific to introduce your custom differentiators</a:t>
            </a:r>
          </a:p>
        </p:txBody>
      </p:sp>
    </p:spTree>
    <p:extLst>
      <p:ext uri="{BB962C8B-B14F-4D97-AF65-F5344CB8AC3E}">
        <p14:creationId xmlns:p14="http://schemas.microsoft.com/office/powerpoint/2010/main" val="118181695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P14 | HEAD + Photo + Intro + Custom Differentiat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FAF6B8-EFBC-8367-2511-DB9B67CED775}"/>
              </a:ext>
            </a:extLst>
          </p:cNvPr>
          <p:cNvSpPr>
            <a:spLocks noGrp="1" noRot="1" noMove="1" noResize="1" noEditPoints="1" noAdjustHandles="1" noChangeArrowheads="1" noChangeShapeType="1"/>
          </p:cNvSpPr>
          <p:nvPr userDrawn="1"/>
        </p:nvSpPr>
        <p:spPr>
          <a:xfrm>
            <a:off x="0" y="0"/>
            <a:ext cx="4469449" cy="6858000"/>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5">
            <a:extLst>
              <a:ext uri="{FF2B5EF4-FFF2-40B4-BE49-F238E27FC236}">
                <a16:creationId xmlns:a16="http://schemas.microsoft.com/office/drawing/2014/main" id="{54DE961F-F9C0-CBCF-9773-912173A710B6}"/>
              </a:ext>
            </a:extLst>
          </p:cNvPr>
          <p:cNvPicPr>
            <a:picLocks noChangeAspect="1"/>
          </p:cNvPicPr>
          <p:nvPr userDrawn="1"/>
        </p:nvPicPr>
        <p:blipFill rotWithShape="1">
          <a:blip r:embed="rId2">
            <a:alphaModFix amt="1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l="3" r="63339"/>
          <a:stretch/>
        </p:blipFill>
        <p:spPr>
          <a:xfrm>
            <a:off x="0" y="0"/>
            <a:ext cx="4469450" cy="6858000"/>
          </a:xfrm>
          <a:prstGeom prst="rect">
            <a:avLst/>
          </a:prstGeom>
        </p:spPr>
      </p:pic>
      <p:sp>
        <p:nvSpPr>
          <p:cNvPr id="4" name="Title 3">
            <a:extLst>
              <a:ext uri="{FF2B5EF4-FFF2-40B4-BE49-F238E27FC236}">
                <a16:creationId xmlns:a16="http://schemas.microsoft.com/office/drawing/2014/main" id="{7C6C3222-EC24-DFBE-1A4D-B856A6473929}"/>
              </a:ext>
            </a:extLst>
          </p:cNvPr>
          <p:cNvSpPr txBox="1">
            <a:spLocks/>
          </p:cNvSpPr>
          <p:nvPr userDrawn="1"/>
        </p:nvSpPr>
        <p:spPr>
          <a:xfrm>
            <a:off x="588166" y="3887531"/>
            <a:ext cx="2795969" cy="830099"/>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00"/>
              </a:lnSpc>
            </a:pPr>
            <a:r>
              <a:rPr lang="en-ZA" sz="1800" spc="30" baseline="0" dirty="0">
                <a:solidFill>
                  <a:srgbClr val="A1B3CA"/>
                </a:solidFill>
              </a:rPr>
              <a:t>WINNING AT THE POINT OF PURCHASE, IN-STORE AND ONLINE</a:t>
            </a:r>
          </a:p>
        </p:txBody>
      </p:sp>
      <p:sp>
        <p:nvSpPr>
          <p:cNvPr id="9" name="Title 1">
            <a:extLst>
              <a:ext uri="{FF2B5EF4-FFF2-40B4-BE49-F238E27FC236}">
                <a16:creationId xmlns:a16="http://schemas.microsoft.com/office/drawing/2014/main" id="{9F6B8F4D-747A-1A61-D4D7-7C4518C67D68}"/>
              </a:ext>
            </a:extLst>
          </p:cNvPr>
          <p:cNvSpPr>
            <a:spLocks noGrp="1"/>
          </p:cNvSpPr>
          <p:nvPr>
            <p:ph type="ctrTitle" hasCustomPrompt="1"/>
          </p:nvPr>
        </p:nvSpPr>
        <p:spPr>
          <a:xfrm>
            <a:off x="588171" y="2674653"/>
            <a:ext cx="3231799" cy="664797"/>
          </a:xfrm>
          <a:prstGeom prst="rect">
            <a:avLst/>
          </a:prstGeom>
        </p:spPr>
        <p:txBody>
          <a:bodyPr wrap="square" lIns="0" tIns="0" rIns="0" bIns="0" anchor="b" anchorCtr="0">
            <a:spAutoFit/>
          </a:bodyPr>
          <a:lstStyle>
            <a:lvl1pPr algn="l">
              <a:defRPr sz="2400" b="1" spc="40" baseline="0">
                <a:solidFill>
                  <a:schemeClr val="bg1"/>
                </a:solidFill>
              </a:defRPr>
            </a:lvl1pPr>
          </a:lstStyle>
          <a:p>
            <a:r>
              <a:rPr lang="en-GB" noProof="0" dirty="0"/>
              <a:t>WHAT MAKES SMOLLAN UNIQUE?</a:t>
            </a:r>
          </a:p>
        </p:txBody>
      </p:sp>
      <p:cxnSp>
        <p:nvCxnSpPr>
          <p:cNvPr id="10" name="Straight Connector 15">
            <a:extLst>
              <a:ext uri="{FF2B5EF4-FFF2-40B4-BE49-F238E27FC236}">
                <a16:creationId xmlns:a16="http://schemas.microsoft.com/office/drawing/2014/main" id="{C85D40DE-CFFB-C484-16FC-D85D7C3DBAAE}"/>
              </a:ext>
            </a:extLst>
          </p:cNvPr>
          <p:cNvCxnSpPr>
            <a:cxnSpLocks noGrp="1" noRot="1" noMove="1" noResize="1" noEditPoints="1" noAdjustHandles="1" noChangeArrowheads="1" noChangeShapeType="1"/>
          </p:cNvCxnSpPr>
          <p:nvPr userDrawn="1"/>
        </p:nvCxnSpPr>
        <p:spPr>
          <a:xfrm>
            <a:off x="588171" y="3503751"/>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Text Placeholder 4">
            <a:extLst>
              <a:ext uri="{FF2B5EF4-FFF2-40B4-BE49-F238E27FC236}">
                <a16:creationId xmlns:a16="http://schemas.microsoft.com/office/drawing/2014/main" id="{D2A4299C-2A1D-7ACF-AA2E-C887D0015DDD}"/>
              </a:ext>
            </a:extLst>
          </p:cNvPr>
          <p:cNvSpPr>
            <a:spLocks noGrp="1"/>
          </p:cNvSpPr>
          <p:nvPr>
            <p:ph type="body" sz="quarter" idx="40" hasCustomPrompt="1"/>
          </p:nvPr>
        </p:nvSpPr>
        <p:spPr>
          <a:xfrm>
            <a:off x="588165" y="5182485"/>
            <a:ext cx="3231799" cy="615553"/>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Introductory paragraph that is [Client] specific to introduce your custom differentiators</a:t>
            </a:r>
          </a:p>
        </p:txBody>
      </p:sp>
    </p:spTree>
    <p:extLst>
      <p:ext uri="{BB962C8B-B14F-4D97-AF65-F5344CB8AC3E}">
        <p14:creationId xmlns:p14="http://schemas.microsoft.com/office/powerpoint/2010/main" val="54876254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P14 | HEAD + Full Photo + Intro + Custom Differentiat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FAF6B8-EFBC-8367-2511-DB9B67CED775}"/>
              </a:ext>
            </a:extLst>
          </p:cNvPr>
          <p:cNvSpPr>
            <a:spLocks/>
          </p:cNvSpPr>
          <p:nvPr userDrawn="1"/>
        </p:nvSpPr>
        <p:spPr>
          <a:xfrm>
            <a:off x="0" y="0"/>
            <a:ext cx="12192000" cy="6858000"/>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Picture 5">
            <a:extLst>
              <a:ext uri="{FF2B5EF4-FFF2-40B4-BE49-F238E27FC236}">
                <a16:creationId xmlns:a16="http://schemas.microsoft.com/office/drawing/2014/main" id="{54DE961F-F9C0-CBCF-9773-912173A710B6}"/>
              </a:ext>
            </a:extLst>
          </p:cNvPr>
          <p:cNvPicPr>
            <a:picLocks noChangeAspect="1"/>
          </p:cNvPicPr>
          <p:nvPr userDrawn="1"/>
        </p:nvPicPr>
        <p:blipFill rotWithShape="1">
          <a:blip r:embed="rId2">
            <a:alphaModFix amt="1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p:blipFill>
        <p:spPr>
          <a:xfrm>
            <a:off x="0" y="0"/>
            <a:ext cx="12192000" cy="6858000"/>
          </a:xfrm>
          <a:prstGeom prst="rect">
            <a:avLst/>
          </a:prstGeom>
        </p:spPr>
      </p:pic>
      <p:sp>
        <p:nvSpPr>
          <p:cNvPr id="2" name="Rectangle 7">
            <a:extLst>
              <a:ext uri="{FF2B5EF4-FFF2-40B4-BE49-F238E27FC236}">
                <a16:creationId xmlns:a16="http://schemas.microsoft.com/office/drawing/2014/main" id="{17F87A38-05FC-3E8A-B5FD-F8178EE11A9D}"/>
              </a:ext>
            </a:extLst>
          </p:cNvPr>
          <p:cNvSpPr>
            <a:spLocks noChangeArrowheads="1"/>
          </p:cNvSpPr>
          <p:nvPr userDrawn="1"/>
        </p:nvSpPr>
        <p:spPr bwMode="auto">
          <a:xfrm>
            <a:off x="11351780" y="6568282"/>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alpha val="25000"/>
                  </a:schemeClr>
                </a:solidFill>
                <a:latin typeface="+mj-lt"/>
              </a:rPr>
              <a:pPr algn="r" eaLnBrk="1" hangingPunct="1">
                <a:defRPr/>
              </a:pPr>
              <a:t>‹#›</a:t>
            </a:fld>
            <a:endParaRPr lang="en-GB" sz="650" dirty="0">
              <a:solidFill>
                <a:schemeClr val="accent5">
                  <a:lumMod val="20000"/>
                  <a:lumOff val="80000"/>
                  <a:alpha val="25000"/>
                </a:schemeClr>
              </a:solidFill>
              <a:latin typeface="+mj-lt"/>
            </a:endParaRPr>
          </a:p>
        </p:txBody>
      </p:sp>
      <p:sp>
        <p:nvSpPr>
          <p:cNvPr id="3" name="Rectangle 2">
            <a:extLst>
              <a:ext uri="{FF2B5EF4-FFF2-40B4-BE49-F238E27FC236}">
                <a16:creationId xmlns:a16="http://schemas.microsoft.com/office/drawing/2014/main" id="{4FADD36A-9225-753C-C601-EEB4CF7539A2}"/>
              </a:ext>
            </a:extLst>
          </p:cNvPr>
          <p:cNvSpPr>
            <a:spLocks noChangeArrowheads="1"/>
          </p:cNvSpPr>
          <p:nvPr userDrawn="1"/>
        </p:nvSpPr>
        <p:spPr bwMode="auto">
          <a:xfrm>
            <a:off x="8626466" y="6568282"/>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alpha val="25000"/>
                  </a:schemeClr>
                </a:solidFill>
                <a:latin typeface="+mj-lt"/>
              </a:rPr>
              <a:t>WINNING AT THE POINT OF PURCHASE</a:t>
            </a:r>
          </a:p>
        </p:txBody>
      </p:sp>
      <p:cxnSp>
        <p:nvCxnSpPr>
          <p:cNvPr id="7" name="Straight Connector 6">
            <a:extLst>
              <a:ext uri="{FF2B5EF4-FFF2-40B4-BE49-F238E27FC236}">
                <a16:creationId xmlns:a16="http://schemas.microsoft.com/office/drawing/2014/main" id="{3554AEDB-36DF-0308-0687-E64CCBAAE725}"/>
              </a:ext>
            </a:extLst>
          </p:cNvPr>
          <p:cNvCxnSpPr>
            <a:cxnSpLocks/>
          </p:cNvCxnSpPr>
          <p:nvPr userDrawn="1"/>
        </p:nvCxnSpPr>
        <p:spPr>
          <a:xfrm flipV="1">
            <a:off x="11351780" y="6674644"/>
            <a:ext cx="0" cy="180975"/>
          </a:xfrm>
          <a:prstGeom prst="line">
            <a:avLst/>
          </a:prstGeom>
          <a:ln w="6350">
            <a:solidFill>
              <a:schemeClr val="accent5">
                <a:lumMod val="20000"/>
                <a:lumOff val="80000"/>
                <a:alpha val="15000"/>
              </a:schemeClr>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7C6C3222-EC24-DFBE-1A4D-B856A6473929}"/>
              </a:ext>
            </a:extLst>
          </p:cNvPr>
          <p:cNvSpPr txBox="1">
            <a:spLocks/>
          </p:cNvSpPr>
          <p:nvPr userDrawn="1"/>
        </p:nvSpPr>
        <p:spPr>
          <a:xfrm>
            <a:off x="588166" y="3887531"/>
            <a:ext cx="2795969" cy="830099"/>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00"/>
              </a:lnSpc>
            </a:pPr>
            <a:r>
              <a:rPr lang="en-ZA" sz="1800" spc="30" baseline="0" dirty="0">
                <a:solidFill>
                  <a:srgbClr val="A1B3CA"/>
                </a:solidFill>
              </a:rPr>
              <a:t>WINNING AT THE POINT OF PURCHASE, IN-STORE AND ONLINE</a:t>
            </a:r>
          </a:p>
        </p:txBody>
      </p:sp>
      <p:sp>
        <p:nvSpPr>
          <p:cNvPr id="9" name="Title 1">
            <a:extLst>
              <a:ext uri="{FF2B5EF4-FFF2-40B4-BE49-F238E27FC236}">
                <a16:creationId xmlns:a16="http://schemas.microsoft.com/office/drawing/2014/main" id="{9F6B8F4D-747A-1A61-D4D7-7C4518C67D68}"/>
              </a:ext>
            </a:extLst>
          </p:cNvPr>
          <p:cNvSpPr>
            <a:spLocks noGrp="1"/>
          </p:cNvSpPr>
          <p:nvPr>
            <p:ph type="ctrTitle" hasCustomPrompt="1"/>
          </p:nvPr>
        </p:nvSpPr>
        <p:spPr>
          <a:xfrm>
            <a:off x="588171" y="2674653"/>
            <a:ext cx="3231799" cy="664797"/>
          </a:xfrm>
          <a:prstGeom prst="rect">
            <a:avLst/>
          </a:prstGeom>
        </p:spPr>
        <p:txBody>
          <a:bodyPr wrap="square" lIns="0" tIns="0" rIns="0" bIns="0" anchor="b" anchorCtr="0">
            <a:spAutoFit/>
          </a:bodyPr>
          <a:lstStyle>
            <a:lvl1pPr algn="l">
              <a:defRPr sz="2400" b="1" spc="40" baseline="0">
                <a:solidFill>
                  <a:schemeClr val="bg1"/>
                </a:solidFill>
              </a:defRPr>
            </a:lvl1pPr>
          </a:lstStyle>
          <a:p>
            <a:r>
              <a:rPr lang="en-GB" noProof="0" dirty="0"/>
              <a:t>FACTORS DRIVING PERFOMANCE</a:t>
            </a:r>
          </a:p>
        </p:txBody>
      </p:sp>
      <p:cxnSp>
        <p:nvCxnSpPr>
          <p:cNvPr id="10" name="Straight Connector 15">
            <a:extLst>
              <a:ext uri="{FF2B5EF4-FFF2-40B4-BE49-F238E27FC236}">
                <a16:creationId xmlns:a16="http://schemas.microsoft.com/office/drawing/2014/main" id="{C85D40DE-CFFB-C484-16FC-D85D7C3DBAAE}"/>
              </a:ext>
            </a:extLst>
          </p:cNvPr>
          <p:cNvCxnSpPr>
            <a:cxnSpLocks noGrp="1" noRot="1" noMove="1" noResize="1" noEditPoints="1" noAdjustHandles="1" noChangeArrowheads="1" noChangeShapeType="1"/>
          </p:cNvCxnSpPr>
          <p:nvPr userDrawn="1"/>
        </p:nvCxnSpPr>
        <p:spPr>
          <a:xfrm>
            <a:off x="588171" y="3503751"/>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cxnSp>
        <p:nvCxnSpPr>
          <p:cNvPr id="17" name="Straight Connector 16">
            <a:extLst>
              <a:ext uri="{FF2B5EF4-FFF2-40B4-BE49-F238E27FC236}">
                <a16:creationId xmlns:a16="http://schemas.microsoft.com/office/drawing/2014/main" id="{4BA56322-9F63-BBBE-CDDE-0536B7D21C6B}"/>
              </a:ext>
            </a:extLst>
          </p:cNvPr>
          <p:cNvCxnSpPr>
            <a:cxnSpLocks noGrp="1" noRot="1" noMove="1" noResize="1" noEditPoints="1" noAdjustHandles="1" noChangeArrowheads="1" noChangeShapeType="1"/>
          </p:cNvCxnSpPr>
          <p:nvPr userDrawn="1"/>
        </p:nvCxnSpPr>
        <p:spPr>
          <a:xfrm>
            <a:off x="4469449" y="571275"/>
            <a:ext cx="0" cy="5874787"/>
          </a:xfrm>
          <a:prstGeom prst="line">
            <a:avLst/>
          </a:prstGeom>
          <a:ln w="19050">
            <a:solidFill>
              <a:srgbClr val="A1B3C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3548589"/>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P14 | HEAD + Shapes + Intro + Custom Differentiator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FAF6B8-EFBC-8367-2511-DB9B67CED775}"/>
              </a:ext>
            </a:extLst>
          </p:cNvPr>
          <p:cNvSpPr>
            <a:spLocks noGrp="1" noRot="1" noMove="1" noResize="1" noEditPoints="1" noAdjustHandles="1" noChangeArrowheads="1" noChangeShapeType="1"/>
          </p:cNvSpPr>
          <p:nvPr userDrawn="1"/>
        </p:nvSpPr>
        <p:spPr>
          <a:xfrm>
            <a:off x="0" y="0"/>
            <a:ext cx="4469449" cy="6858000"/>
          </a:xfrm>
          <a:prstGeom prst="rect">
            <a:avLst/>
          </a:prstGeom>
          <a:solidFill>
            <a:schemeClr val="tx2"/>
          </a:solidFill>
          <a:ln w="12855" cap="flat">
            <a:noFill/>
            <a:prstDash val="solid"/>
            <a:miter/>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itle 3">
            <a:extLst>
              <a:ext uri="{FF2B5EF4-FFF2-40B4-BE49-F238E27FC236}">
                <a16:creationId xmlns:a16="http://schemas.microsoft.com/office/drawing/2014/main" id="{7C6C3222-EC24-DFBE-1A4D-B856A6473929}"/>
              </a:ext>
            </a:extLst>
          </p:cNvPr>
          <p:cNvSpPr txBox="1">
            <a:spLocks/>
          </p:cNvSpPr>
          <p:nvPr userDrawn="1"/>
        </p:nvSpPr>
        <p:spPr>
          <a:xfrm>
            <a:off x="588166" y="3887531"/>
            <a:ext cx="2795969" cy="830099"/>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2200"/>
              </a:lnSpc>
            </a:pPr>
            <a:r>
              <a:rPr lang="en-ZA" sz="1800" spc="30" baseline="0" dirty="0">
                <a:solidFill>
                  <a:srgbClr val="A1B3CA"/>
                </a:solidFill>
              </a:rPr>
              <a:t>WINNING AT THE POINT OF PURCHASE, IN-STORE AND ONLINE</a:t>
            </a:r>
          </a:p>
        </p:txBody>
      </p:sp>
      <p:sp>
        <p:nvSpPr>
          <p:cNvPr id="9" name="Title 1">
            <a:extLst>
              <a:ext uri="{FF2B5EF4-FFF2-40B4-BE49-F238E27FC236}">
                <a16:creationId xmlns:a16="http://schemas.microsoft.com/office/drawing/2014/main" id="{9F6B8F4D-747A-1A61-D4D7-7C4518C67D68}"/>
              </a:ext>
            </a:extLst>
          </p:cNvPr>
          <p:cNvSpPr>
            <a:spLocks noGrp="1"/>
          </p:cNvSpPr>
          <p:nvPr>
            <p:ph type="ctrTitle" hasCustomPrompt="1"/>
          </p:nvPr>
        </p:nvSpPr>
        <p:spPr>
          <a:xfrm>
            <a:off x="588171" y="2674653"/>
            <a:ext cx="3231799" cy="664797"/>
          </a:xfrm>
          <a:prstGeom prst="rect">
            <a:avLst/>
          </a:prstGeom>
        </p:spPr>
        <p:txBody>
          <a:bodyPr wrap="square" lIns="0" tIns="0" rIns="0" bIns="0" anchor="b" anchorCtr="0">
            <a:spAutoFit/>
          </a:bodyPr>
          <a:lstStyle>
            <a:lvl1pPr algn="l">
              <a:defRPr sz="2400" b="1" spc="40" baseline="0">
                <a:solidFill>
                  <a:schemeClr val="bg1"/>
                </a:solidFill>
              </a:defRPr>
            </a:lvl1pPr>
          </a:lstStyle>
          <a:p>
            <a:r>
              <a:rPr lang="en-GB" noProof="0" dirty="0"/>
              <a:t>WHAT MAKES SMOLLAN UNIQUE?</a:t>
            </a:r>
          </a:p>
        </p:txBody>
      </p:sp>
      <p:cxnSp>
        <p:nvCxnSpPr>
          <p:cNvPr id="10" name="Straight Connector 15">
            <a:extLst>
              <a:ext uri="{FF2B5EF4-FFF2-40B4-BE49-F238E27FC236}">
                <a16:creationId xmlns:a16="http://schemas.microsoft.com/office/drawing/2014/main" id="{C85D40DE-CFFB-C484-16FC-D85D7C3DBAAE}"/>
              </a:ext>
            </a:extLst>
          </p:cNvPr>
          <p:cNvCxnSpPr>
            <a:cxnSpLocks noGrp="1" noRot="1" noMove="1" noResize="1" noEditPoints="1" noAdjustHandles="1" noChangeArrowheads="1" noChangeShapeType="1"/>
          </p:cNvCxnSpPr>
          <p:nvPr userDrawn="1"/>
        </p:nvCxnSpPr>
        <p:spPr>
          <a:xfrm>
            <a:off x="588171" y="3503751"/>
            <a:ext cx="1566364" cy="0"/>
          </a:xfrm>
          <a:prstGeom prst="line">
            <a:avLst/>
          </a:prstGeom>
          <a:ln w="508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7">
            <a:extLst>
              <a:ext uri="{FF2B5EF4-FFF2-40B4-BE49-F238E27FC236}">
                <a16:creationId xmlns:a16="http://schemas.microsoft.com/office/drawing/2014/main" id="{4418EB0B-C4F0-7481-DE9C-787837A51536}"/>
              </a:ext>
            </a:extLst>
          </p:cNvPr>
          <p:cNvSpPr>
            <a:spLocks noChangeArrowheads="1"/>
          </p:cNvSpPr>
          <p:nvPr userDrawn="1"/>
        </p:nvSpPr>
        <p:spPr bwMode="auto">
          <a:xfrm>
            <a:off x="11351790" y="6570663"/>
            <a:ext cx="287760"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eaLnBrk="1" hangingPunct="1">
              <a:defRPr/>
            </a:pPr>
            <a:fld id="{FFF1A63A-3C88-468D-9DE5-EDAF1F8ED471}" type="slidenum">
              <a:rPr lang="en-GB" sz="650" smtClean="0">
                <a:solidFill>
                  <a:schemeClr val="accent5">
                    <a:lumMod val="20000"/>
                    <a:lumOff val="80000"/>
                  </a:schemeClr>
                </a:solidFill>
                <a:latin typeface="+mj-lt"/>
              </a:rPr>
              <a:pPr algn="r" eaLnBrk="1" hangingPunct="1">
                <a:defRPr/>
              </a:pPr>
              <a:t>‹#›</a:t>
            </a:fld>
            <a:endParaRPr lang="en-GB" sz="650" dirty="0">
              <a:solidFill>
                <a:schemeClr val="accent5">
                  <a:lumMod val="20000"/>
                  <a:lumOff val="80000"/>
                </a:schemeClr>
              </a:solidFill>
              <a:latin typeface="+mj-lt"/>
            </a:endParaRPr>
          </a:p>
        </p:txBody>
      </p:sp>
      <p:sp>
        <p:nvSpPr>
          <p:cNvPr id="12" name="Rectangle 11">
            <a:extLst>
              <a:ext uri="{FF2B5EF4-FFF2-40B4-BE49-F238E27FC236}">
                <a16:creationId xmlns:a16="http://schemas.microsoft.com/office/drawing/2014/main" id="{E711F743-078A-E9BE-0097-07946407256A}"/>
              </a:ext>
            </a:extLst>
          </p:cNvPr>
          <p:cNvSpPr>
            <a:spLocks noChangeArrowheads="1"/>
          </p:cNvSpPr>
          <p:nvPr userDrawn="1"/>
        </p:nvSpPr>
        <p:spPr bwMode="auto">
          <a:xfrm>
            <a:off x="8626476" y="6570663"/>
            <a:ext cx="2653306"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GB" sz="600" spc="70" baseline="0" noProof="0" dirty="0">
                <a:solidFill>
                  <a:schemeClr val="accent5">
                    <a:lumMod val="20000"/>
                    <a:lumOff val="80000"/>
                  </a:schemeClr>
                </a:solidFill>
                <a:latin typeface="+mj-lt"/>
              </a:rPr>
              <a:t>WINNING AT THE POINT OF PURCHASE</a:t>
            </a:r>
          </a:p>
        </p:txBody>
      </p:sp>
      <p:cxnSp>
        <p:nvCxnSpPr>
          <p:cNvPr id="13" name="Straight Connector 12">
            <a:extLst>
              <a:ext uri="{FF2B5EF4-FFF2-40B4-BE49-F238E27FC236}">
                <a16:creationId xmlns:a16="http://schemas.microsoft.com/office/drawing/2014/main" id="{4AE5ED69-6191-3408-6AF2-AFF4F4887E03}"/>
              </a:ext>
            </a:extLst>
          </p:cNvPr>
          <p:cNvCxnSpPr>
            <a:cxnSpLocks/>
          </p:cNvCxnSpPr>
          <p:nvPr userDrawn="1"/>
        </p:nvCxnSpPr>
        <p:spPr>
          <a:xfrm flipV="1">
            <a:off x="11351790" y="6677025"/>
            <a:ext cx="0" cy="180975"/>
          </a:xfrm>
          <a:prstGeom prst="line">
            <a:avLst/>
          </a:prstGeom>
          <a:ln w="6350">
            <a:solidFill>
              <a:schemeClr val="accent5">
                <a:lumMod val="20000"/>
                <a:lumOff val="80000"/>
                <a:alpha val="60000"/>
              </a:schemeClr>
            </a:solidFill>
          </a:ln>
        </p:spPr>
        <p:style>
          <a:lnRef idx="1">
            <a:schemeClr val="accent1"/>
          </a:lnRef>
          <a:fillRef idx="0">
            <a:schemeClr val="accent1"/>
          </a:fillRef>
          <a:effectRef idx="0">
            <a:schemeClr val="accent1"/>
          </a:effectRef>
          <a:fontRef idx="minor">
            <a:schemeClr val="tx1"/>
          </a:fontRef>
        </p:style>
      </p:cxnSp>
      <p:sp>
        <p:nvSpPr>
          <p:cNvPr id="14" name="Freeform 9">
            <a:extLst>
              <a:ext uri="{FF2B5EF4-FFF2-40B4-BE49-F238E27FC236}">
                <a16:creationId xmlns:a16="http://schemas.microsoft.com/office/drawing/2014/main" id="{605E3913-428E-524D-308B-1B7DDD08316D}"/>
              </a:ext>
            </a:extLst>
          </p:cNvPr>
          <p:cNvSpPr>
            <a:spLocks noGrp="1" noRot="1" noMove="1" noResize="1" noEditPoints="1" noAdjustHandles="1" noChangeArrowheads="1" noChangeShapeType="1"/>
          </p:cNvSpPr>
          <p:nvPr userDrawn="1"/>
        </p:nvSpPr>
        <p:spPr bwMode="auto">
          <a:xfrm>
            <a:off x="588171" y="164304"/>
            <a:ext cx="704074" cy="95251"/>
          </a:xfrm>
          <a:custGeom>
            <a:avLst/>
            <a:gdLst>
              <a:gd name="T0" fmla="*/ 14 w 227"/>
              <a:gd name="T1" fmla="*/ 6 h 30"/>
              <a:gd name="T2" fmla="*/ 25 w 227"/>
              <a:gd name="T3" fmla="*/ 2 h 30"/>
              <a:gd name="T4" fmla="*/ 1 w 227"/>
              <a:gd name="T5" fmla="*/ 9 h 30"/>
              <a:gd name="T6" fmla="*/ 13 w 227"/>
              <a:gd name="T7" fmla="*/ 24 h 30"/>
              <a:gd name="T8" fmla="*/ 0 w 227"/>
              <a:gd name="T9" fmla="*/ 27 h 30"/>
              <a:gd name="T10" fmla="*/ 26 w 227"/>
              <a:gd name="T11" fmla="*/ 21 h 30"/>
              <a:gd name="T12" fmla="*/ 48 w 227"/>
              <a:gd name="T13" fmla="*/ 17 h 30"/>
              <a:gd name="T14" fmla="*/ 30 w 227"/>
              <a:gd name="T15" fmla="*/ 0 h 30"/>
              <a:gd name="T16" fmla="*/ 38 w 227"/>
              <a:gd name="T17" fmla="*/ 30 h 30"/>
              <a:gd name="T18" fmla="*/ 46 w 227"/>
              <a:gd name="T19" fmla="*/ 27 h 30"/>
              <a:gd name="T20" fmla="*/ 57 w 227"/>
              <a:gd name="T21" fmla="*/ 14 h 30"/>
              <a:gd name="T22" fmla="*/ 65 w 227"/>
              <a:gd name="T23" fmla="*/ 30 h 30"/>
              <a:gd name="T24" fmla="*/ 58 w 227"/>
              <a:gd name="T25" fmla="*/ 0 h 30"/>
              <a:gd name="T26" fmla="*/ 86 w 227"/>
              <a:gd name="T27" fmla="*/ 0 h 30"/>
              <a:gd name="T28" fmla="*/ 86 w 227"/>
              <a:gd name="T29" fmla="*/ 30 h 30"/>
              <a:gd name="T30" fmla="*/ 86 w 227"/>
              <a:gd name="T31" fmla="*/ 0 h 30"/>
              <a:gd name="T32" fmla="*/ 78 w 227"/>
              <a:gd name="T33" fmla="*/ 15 h 30"/>
              <a:gd name="T34" fmla="*/ 94 w 227"/>
              <a:gd name="T35" fmla="*/ 15 h 30"/>
              <a:gd name="T36" fmla="*/ 115 w 227"/>
              <a:gd name="T37" fmla="*/ 0 h 30"/>
              <a:gd name="T38" fmla="*/ 107 w 227"/>
              <a:gd name="T39" fmla="*/ 30 h 30"/>
              <a:gd name="T40" fmla="*/ 129 w 227"/>
              <a:gd name="T41" fmla="*/ 23 h 30"/>
              <a:gd name="T42" fmla="*/ 115 w 227"/>
              <a:gd name="T43" fmla="*/ 0 h 30"/>
              <a:gd name="T44" fmla="*/ 133 w 227"/>
              <a:gd name="T45" fmla="*/ 0 h 30"/>
              <a:gd name="T46" fmla="*/ 156 w 227"/>
              <a:gd name="T47" fmla="*/ 30 h 30"/>
              <a:gd name="T48" fmla="*/ 142 w 227"/>
              <a:gd name="T49" fmla="*/ 23 h 30"/>
              <a:gd name="T50" fmla="*/ 173 w 227"/>
              <a:gd name="T51" fmla="*/ 0 h 30"/>
              <a:gd name="T52" fmla="*/ 169 w 227"/>
              <a:gd name="T53" fmla="*/ 30 h 30"/>
              <a:gd name="T54" fmla="*/ 184 w 227"/>
              <a:gd name="T55" fmla="*/ 24 h 30"/>
              <a:gd name="T56" fmla="*/ 195 w 227"/>
              <a:gd name="T57" fmla="*/ 30 h 30"/>
              <a:gd name="T58" fmla="*/ 173 w 227"/>
              <a:gd name="T59" fmla="*/ 0 h 30"/>
              <a:gd name="T60" fmla="*/ 177 w 227"/>
              <a:gd name="T61" fmla="*/ 8 h 30"/>
              <a:gd name="T62" fmla="*/ 174 w 227"/>
              <a:gd name="T63" fmla="*/ 18 h 30"/>
              <a:gd name="T64" fmla="*/ 219 w 227"/>
              <a:gd name="T65" fmla="*/ 16 h 30"/>
              <a:gd name="T66" fmla="*/ 199 w 227"/>
              <a:gd name="T67" fmla="*/ 0 h 30"/>
              <a:gd name="T68" fmla="*/ 207 w 227"/>
              <a:gd name="T69" fmla="*/ 30 h 30"/>
              <a:gd name="T70" fmla="*/ 220 w 227"/>
              <a:gd name="T71" fmla="*/ 30 h 30"/>
              <a:gd name="T72" fmla="*/ 227 w 227"/>
              <a:gd name="T7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7" h="30">
                <a:moveTo>
                  <a:pt x="9" y="9"/>
                </a:moveTo>
                <a:cubicBezTo>
                  <a:pt x="9" y="7"/>
                  <a:pt x="10" y="6"/>
                  <a:pt x="14" y="6"/>
                </a:cubicBezTo>
                <a:cubicBezTo>
                  <a:pt x="16" y="6"/>
                  <a:pt x="19" y="7"/>
                  <a:pt x="22" y="8"/>
                </a:cubicBezTo>
                <a:cubicBezTo>
                  <a:pt x="25" y="2"/>
                  <a:pt x="25" y="2"/>
                  <a:pt x="25" y="2"/>
                </a:cubicBezTo>
                <a:cubicBezTo>
                  <a:pt x="22" y="0"/>
                  <a:pt x="18" y="0"/>
                  <a:pt x="14" y="0"/>
                </a:cubicBezTo>
                <a:cubicBezTo>
                  <a:pt x="5" y="0"/>
                  <a:pt x="1" y="4"/>
                  <a:pt x="1" y="9"/>
                </a:cubicBezTo>
                <a:cubicBezTo>
                  <a:pt x="1" y="20"/>
                  <a:pt x="18" y="17"/>
                  <a:pt x="18" y="21"/>
                </a:cubicBezTo>
                <a:cubicBezTo>
                  <a:pt x="18" y="23"/>
                  <a:pt x="16" y="24"/>
                  <a:pt x="13" y="24"/>
                </a:cubicBezTo>
                <a:cubicBezTo>
                  <a:pt x="9" y="24"/>
                  <a:pt x="6" y="23"/>
                  <a:pt x="3" y="21"/>
                </a:cubicBezTo>
                <a:cubicBezTo>
                  <a:pt x="0" y="27"/>
                  <a:pt x="0" y="27"/>
                  <a:pt x="0" y="27"/>
                </a:cubicBezTo>
                <a:cubicBezTo>
                  <a:pt x="3" y="29"/>
                  <a:pt x="8" y="30"/>
                  <a:pt x="13" y="30"/>
                </a:cubicBezTo>
                <a:cubicBezTo>
                  <a:pt x="22" y="30"/>
                  <a:pt x="26" y="26"/>
                  <a:pt x="26" y="21"/>
                </a:cubicBezTo>
                <a:cubicBezTo>
                  <a:pt x="26" y="10"/>
                  <a:pt x="9" y="13"/>
                  <a:pt x="9" y="9"/>
                </a:cubicBezTo>
                <a:close/>
                <a:moveTo>
                  <a:pt x="48" y="17"/>
                </a:moveTo>
                <a:cubicBezTo>
                  <a:pt x="37" y="0"/>
                  <a:pt x="37" y="0"/>
                  <a:pt x="37" y="0"/>
                </a:cubicBezTo>
                <a:cubicBezTo>
                  <a:pt x="30" y="0"/>
                  <a:pt x="30" y="0"/>
                  <a:pt x="30" y="0"/>
                </a:cubicBezTo>
                <a:cubicBezTo>
                  <a:pt x="30" y="30"/>
                  <a:pt x="30" y="30"/>
                  <a:pt x="30" y="30"/>
                </a:cubicBezTo>
                <a:cubicBezTo>
                  <a:pt x="38" y="30"/>
                  <a:pt x="38" y="30"/>
                  <a:pt x="38" y="30"/>
                </a:cubicBezTo>
                <a:cubicBezTo>
                  <a:pt x="38" y="14"/>
                  <a:pt x="38" y="14"/>
                  <a:pt x="38" y="14"/>
                </a:cubicBezTo>
                <a:cubicBezTo>
                  <a:pt x="46" y="27"/>
                  <a:pt x="46" y="27"/>
                  <a:pt x="46" y="27"/>
                </a:cubicBezTo>
                <a:cubicBezTo>
                  <a:pt x="49" y="27"/>
                  <a:pt x="49" y="27"/>
                  <a:pt x="49" y="27"/>
                </a:cubicBezTo>
                <a:cubicBezTo>
                  <a:pt x="57" y="14"/>
                  <a:pt x="57" y="14"/>
                  <a:pt x="57" y="14"/>
                </a:cubicBezTo>
                <a:cubicBezTo>
                  <a:pt x="57" y="30"/>
                  <a:pt x="57" y="30"/>
                  <a:pt x="57" y="30"/>
                </a:cubicBezTo>
                <a:cubicBezTo>
                  <a:pt x="65" y="30"/>
                  <a:pt x="65" y="30"/>
                  <a:pt x="65" y="30"/>
                </a:cubicBezTo>
                <a:cubicBezTo>
                  <a:pt x="65" y="0"/>
                  <a:pt x="65" y="0"/>
                  <a:pt x="65" y="0"/>
                </a:cubicBezTo>
                <a:cubicBezTo>
                  <a:pt x="58" y="0"/>
                  <a:pt x="58" y="0"/>
                  <a:pt x="58" y="0"/>
                </a:cubicBezTo>
                <a:lnTo>
                  <a:pt x="48" y="17"/>
                </a:lnTo>
                <a:close/>
                <a:moveTo>
                  <a:pt x="86" y="0"/>
                </a:moveTo>
                <a:cubicBezTo>
                  <a:pt x="76" y="0"/>
                  <a:pt x="69" y="6"/>
                  <a:pt x="69" y="15"/>
                </a:cubicBezTo>
                <a:cubicBezTo>
                  <a:pt x="69" y="24"/>
                  <a:pt x="76" y="30"/>
                  <a:pt x="86" y="30"/>
                </a:cubicBezTo>
                <a:cubicBezTo>
                  <a:pt x="95" y="30"/>
                  <a:pt x="102" y="24"/>
                  <a:pt x="102" y="15"/>
                </a:cubicBezTo>
                <a:cubicBezTo>
                  <a:pt x="102" y="6"/>
                  <a:pt x="95" y="0"/>
                  <a:pt x="86" y="0"/>
                </a:cubicBezTo>
                <a:close/>
                <a:moveTo>
                  <a:pt x="86" y="23"/>
                </a:moveTo>
                <a:cubicBezTo>
                  <a:pt x="81" y="23"/>
                  <a:pt x="78" y="20"/>
                  <a:pt x="78" y="15"/>
                </a:cubicBezTo>
                <a:cubicBezTo>
                  <a:pt x="78" y="10"/>
                  <a:pt x="81" y="6"/>
                  <a:pt x="86" y="6"/>
                </a:cubicBezTo>
                <a:cubicBezTo>
                  <a:pt x="90" y="6"/>
                  <a:pt x="94" y="10"/>
                  <a:pt x="94" y="15"/>
                </a:cubicBezTo>
                <a:cubicBezTo>
                  <a:pt x="94" y="20"/>
                  <a:pt x="90" y="23"/>
                  <a:pt x="86" y="23"/>
                </a:cubicBezTo>
                <a:close/>
                <a:moveTo>
                  <a:pt x="115" y="0"/>
                </a:moveTo>
                <a:cubicBezTo>
                  <a:pt x="107" y="0"/>
                  <a:pt x="107" y="0"/>
                  <a:pt x="107" y="0"/>
                </a:cubicBezTo>
                <a:cubicBezTo>
                  <a:pt x="107" y="30"/>
                  <a:pt x="107" y="30"/>
                  <a:pt x="107" y="30"/>
                </a:cubicBezTo>
                <a:cubicBezTo>
                  <a:pt x="129" y="30"/>
                  <a:pt x="129" y="30"/>
                  <a:pt x="129" y="30"/>
                </a:cubicBezTo>
                <a:cubicBezTo>
                  <a:pt x="129" y="23"/>
                  <a:pt x="129" y="23"/>
                  <a:pt x="129" y="23"/>
                </a:cubicBezTo>
                <a:cubicBezTo>
                  <a:pt x="115" y="23"/>
                  <a:pt x="115" y="23"/>
                  <a:pt x="115" y="23"/>
                </a:cubicBezTo>
                <a:lnTo>
                  <a:pt x="115" y="0"/>
                </a:lnTo>
                <a:close/>
                <a:moveTo>
                  <a:pt x="142" y="0"/>
                </a:moveTo>
                <a:cubicBezTo>
                  <a:pt x="133" y="0"/>
                  <a:pt x="133" y="0"/>
                  <a:pt x="133" y="0"/>
                </a:cubicBezTo>
                <a:cubicBezTo>
                  <a:pt x="133" y="30"/>
                  <a:pt x="133" y="30"/>
                  <a:pt x="133" y="30"/>
                </a:cubicBezTo>
                <a:cubicBezTo>
                  <a:pt x="156" y="30"/>
                  <a:pt x="156" y="30"/>
                  <a:pt x="156" y="30"/>
                </a:cubicBezTo>
                <a:cubicBezTo>
                  <a:pt x="156" y="23"/>
                  <a:pt x="156" y="23"/>
                  <a:pt x="156" y="23"/>
                </a:cubicBezTo>
                <a:cubicBezTo>
                  <a:pt x="142" y="23"/>
                  <a:pt x="142" y="23"/>
                  <a:pt x="142" y="23"/>
                </a:cubicBezTo>
                <a:lnTo>
                  <a:pt x="142" y="0"/>
                </a:lnTo>
                <a:close/>
                <a:moveTo>
                  <a:pt x="173" y="0"/>
                </a:moveTo>
                <a:cubicBezTo>
                  <a:pt x="160" y="30"/>
                  <a:pt x="160" y="30"/>
                  <a:pt x="160" y="30"/>
                </a:cubicBezTo>
                <a:cubicBezTo>
                  <a:pt x="169" y="30"/>
                  <a:pt x="169" y="30"/>
                  <a:pt x="169" y="30"/>
                </a:cubicBezTo>
                <a:cubicBezTo>
                  <a:pt x="171" y="24"/>
                  <a:pt x="171" y="24"/>
                  <a:pt x="171" y="24"/>
                </a:cubicBezTo>
                <a:cubicBezTo>
                  <a:pt x="184" y="24"/>
                  <a:pt x="184" y="24"/>
                  <a:pt x="184" y="24"/>
                </a:cubicBezTo>
                <a:cubicBezTo>
                  <a:pt x="186" y="30"/>
                  <a:pt x="186" y="30"/>
                  <a:pt x="186" y="30"/>
                </a:cubicBezTo>
                <a:cubicBezTo>
                  <a:pt x="195" y="30"/>
                  <a:pt x="195" y="30"/>
                  <a:pt x="195" y="30"/>
                </a:cubicBezTo>
                <a:cubicBezTo>
                  <a:pt x="182" y="0"/>
                  <a:pt x="182" y="0"/>
                  <a:pt x="182" y="0"/>
                </a:cubicBezTo>
                <a:lnTo>
                  <a:pt x="173" y="0"/>
                </a:lnTo>
                <a:close/>
                <a:moveTo>
                  <a:pt x="174" y="18"/>
                </a:moveTo>
                <a:cubicBezTo>
                  <a:pt x="177" y="8"/>
                  <a:pt x="177" y="8"/>
                  <a:pt x="177" y="8"/>
                </a:cubicBezTo>
                <a:cubicBezTo>
                  <a:pt x="181" y="18"/>
                  <a:pt x="181" y="18"/>
                  <a:pt x="181" y="18"/>
                </a:cubicBezTo>
                <a:lnTo>
                  <a:pt x="174" y="18"/>
                </a:lnTo>
                <a:close/>
                <a:moveTo>
                  <a:pt x="219" y="0"/>
                </a:moveTo>
                <a:cubicBezTo>
                  <a:pt x="219" y="16"/>
                  <a:pt x="219" y="16"/>
                  <a:pt x="219" y="16"/>
                </a:cubicBezTo>
                <a:cubicBezTo>
                  <a:pt x="206" y="0"/>
                  <a:pt x="206" y="0"/>
                  <a:pt x="206" y="0"/>
                </a:cubicBezTo>
                <a:cubicBezTo>
                  <a:pt x="199" y="0"/>
                  <a:pt x="199" y="0"/>
                  <a:pt x="199" y="0"/>
                </a:cubicBezTo>
                <a:cubicBezTo>
                  <a:pt x="199" y="30"/>
                  <a:pt x="199" y="30"/>
                  <a:pt x="199" y="30"/>
                </a:cubicBezTo>
                <a:cubicBezTo>
                  <a:pt x="207" y="30"/>
                  <a:pt x="207" y="30"/>
                  <a:pt x="207" y="30"/>
                </a:cubicBezTo>
                <a:cubicBezTo>
                  <a:pt x="207" y="14"/>
                  <a:pt x="207" y="14"/>
                  <a:pt x="207" y="14"/>
                </a:cubicBezTo>
                <a:cubicBezTo>
                  <a:pt x="220" y="30"/>
                  <a:pt x="220" y="30"/>
                  <a:pt x="220" y="30"/>
                </a:cubicBezTo>
                <a:cubicBezTo>
                  <a:pt x="227" y="30"/>
                  <a:pt x="227" y="30"/>
                  <a:pt x="227" y="30"/>
                </a:cubicBezTo>
                <a:cubicBezTo>
                  <a:pt x="227" y="0"/>
                  <a:pt x="227" y="0"/>
                  <a:pt x="227" y="0"/>
                </a:cubicBezTo>
                <a:lnTo>
                  <a:pt x="219" y="0"/>
                </a:lnTo>
                <a:close/>
              </a:path>
            </a:pathLst>
          </a:custGeom>
          <a:solidFill>
            <a:schemeClr val="bg1">
              <a:alpha val="25000"/>
            </a:schemeClr>
          </a:solidFill>
          <a:ln>
            <a:noFill/>
          </a:ln>
        </p:spPr>
        <p:txBody>
          <a:bodyPr vert="horz" wrap="square" lIns="91440" tIns="45720" rIns="91440" bIns="45720" numCol="1" anchor="t" anchorCtr="0" compatLnSpc="1">
            <a:prstTxWarp prst="textNoShape">
              <a:avLst/>
            </a:prstTxWarp>
          </a:bodyPr>
          <a:lstStyle/>
          <a:p>
            <a:pPr lvl="0" defTabSz="1219170" latinLnBrk="1"/>
            <a:endParaRPr lang="en-ZA" sz="2400"/>
          </a:p>
        </p:txBody>
      </p:sp>
      <p:sp>
        <p:nvSpPr>
          <p:cNvPr id="5" name="Text Placeholder 4">
            <a:extLst>
              <a:ext uri="{FF2B5EF4-FFF2-40B4-BE49-F238E27FC236}">
                <a16:creationId xmlns:a16="http://schemas.microsoft.com/office/drawing/2014/main" id="{D2A4299C-2A1D-7ACF-AA2E-C887D0015DDD}"/>
              </a:ext>
            </a:extLst>
          </p:cNvPr>
          <p:cNvSpPr>
            <a:spLocks noGrp="1"/>
          </p:cNvSpPr>
          <p:nvPr>
            <p:ph type="body" sz="quarter" idx="40" hasCustomPrompt="1"/>
          </p:nvPr>
        </p:nvSpPr>
        <p:spPr>
          <a:xfrm>
            <a:off x="588165" y="5182485"/>
            <a:ext cx="3231799" cy="615553"/>
          </a:xfrm>
          <a:prstGeom prst="rect">
            <a:avLst/>
          </a:prstGeom>
        </p:spPr>
        <p:txBody>
          <a:bodyPr wrap="square" lIns="0" tIns="0" rIns="0" bIns="0">
            <a:spAutoFit/>
          </a:bodyPr>
          <a:lstStyle>
            <a:lvl1pPr marL="0" indent="0">
              <a:lnSpc>
                <a:spcPts val="1600"/>
              </a:lnSpc>
              <a:buFont typeface="Calibri" panose="020F0502020204030204" pitchFamily="34" charset="0"/>
              <a:buNone/>
              <a:defRPr sz="1400" spc="30" baseline="0">
                <a:solidFill>
                  <a:schemeClr val="accent3"/>
                </a:solidFill>
                <a:latin typeface="+mj-lt"/>
              </a:defRPr>
            </a:lvl1pPr>
            <a:lvl2pPr marL="457200" indent="0">
              <a:lnSpc>
                <a:spcPts val="1600"/>
              </a:lnSpc>
              <a:buNone/>
              <a:defRPr sz="1200">
                <a:solidFill>
                  <a:schemeClr val="tx2">
                    <a:lumMod val="50000"/>
                  </a:schemeClr>
                </a:solidFill>
                <a:latin typeface="+mj-lt"/>
              </a:defRPr>
            </a:lvl2pPr>
            <a:lvl3pPr>
              <a:defRPr sz="1050">
                <a:solidFill>
                  <a:schemeClr val="accent5"/>
                </a:solidFill>
              </a:defRPr>
            </a:lvl3pPr>
            <a:lvl4pPr>
              <a:defRPr sz="1050">
                <a:solidFill>
                  <a:schemeClr val="accent5"/>
                </a:solidFill>
              </a:defRPr>
            </a:lvl4pPr>
            <a:lvl5pPr>
              <a:defRPr sz="1050">
                <a:solidFill>
                  <a:schemeClr val="accent5"/>
                </a:solidFill>
              </a:defRPr>
            </a:lvl5pPr>
          </a:lstStyle>
          <a:p>
            <a:pPr lvl="0"/>
            <a:r>
              <a:rPr lang="en-GB" noProof="0" dirty="0"/>
              <a:t>Introductory paragraph that is [Client] specific to introduce your custom differentiators</a:t>
            </a:r>
          </a:p>
        </p:txBody>
      </p:sp>
      <p:grpSp>
        <p:nvGrpSpPr>
          <p:cNvPr id="2" name="Group 1">
            <a:extLst>
              <a:ext uri="{FF2B5EF4-FFF2-40B4-BE49-F238E27FC236}">
                <a16:creationId xmlns:a16="http://schemas.microsoft.com/office/drawing/2014/main" id="{0758AD76-D137-8B3F-5A40-EB70FD7D1842}"/>
              </a:ext>
            </a:extLst>
          </p:cNvPr>
          <p:cNvGrpSpPr>
            <a:grpSpLocks noGrp="1" noUngrp="1" noRot="1" noMove="1" noResize="1"/>
          </p:cNvGrpSpPr>
          <p:nvPr userDrawn="1"/>
        </p:nvGrpSpPr>
        <p:grpSpPr>
          <a:xfrm>
            <a:off x="2417584" y="0"/>
            <a:ext cx="2051865" cy="1920042"/>
            <a:chOff x="10140133" y="-1318"/>
            <a:chExt cx="2051865" cy="1920042"/>
          </a:xfrm>
        </p:grpSpPr>
        <p:grpSp>
          <p:nvGrpSpPr>
            <p:cNvPr id="3" name="Group 2">
              <a:extLst>
                <a:ext uri="{FF2B5EF4-FFF2-40B4-BE49-F238E27FC236}">
                  <a16:creationId xmlns:a16="http://schemas.microsoft.com/office/drawing/2014/main" id="{D19CC011-2EBD-9A3A-6B34-EC2590D12F54}"/>
                </a:ext>
              </a:extLst>
            </p:cNvPr>
            <p:cNvGrpSpPr>
              <a:grpSpLocks noGrp="1" noUngrp="1" noRot="1" noMove="1" noResize="1"/>
            </p:cNvGrpSpPr>
            <p:nvPr userDrawn="1"/>
          </p:nvGrpSpPr>
          <p:grpSpPr>
            <a:xfrm>
              <a:off x="10831348" y="261183"/>
              <a:ext cx="1360650" cy="1657541"/>
              <a:chOff x="10831348" y="261183"/>
              <a:chExt cx="1360650" cy="1657541"/>
            </a:xfrm>
          </p:grpSpPr>
          <p:sp>
            <p:nvSpPr>
              <p:cNvPr id="17" name="Freeform 5">
                <a:extLst>
                  <a:ext uri="{FF2B5EF4-FFF2-40B4-BE49-F238E27FC236}">
                    <a16:creationId xmlns:a16="http://schemas.microsoft.com/office/drawing/2014/main" id="{E7CFFC17-C095-C158-1FD7-F9149A8B10F3}"/>
                  </a:ext>
                </a:extLst>
              </p:cNvPr>
              <p:cNvSpPr>
                <a:spLocks noGrp="1" noRot="1" noMove="1" noResize="1" noEditPoints="1" noAdjustHandles="1" noChangeArrowheads="1" noChangeShapeType="1"/>
              </p:cNvSpPr>
              <p:nvPr userDrawn="1"/>
            </p:nvSpPr>
            <p:spPr bwMode="auto">
              <a:xfrm>
                <a:off x="10831348" y="261183"/>
                <a:ext cx="1360650" cy="1657541"/>
              </a:xfrm>
              <a:custGeom>
                <a:avLst/>
                <a:gdLst>
                  <a:gd name="T0" fmla="*/ 909 w 1187"/>
                  <a:gd name="T1" fmla="*/ 0 h 1446"/>
                  <a:gd name="T2" fmla="*/ 0 w 1187"/>
                  <a:gd name="T3" fmla="*/ 910 h 1446"/>
                  <a:gd name="T4" fmla="*/ 534 w 1187"/>
                  <a:gd name="T5" fmla="*/ 910 h 1446"/>
                  <a:gd name="T6" fmla="*/ 534 w 1187"/>
                  <a:gd name="T7" fmla="*/ 1446 h 1446"/>
                  <a:gd name="T8" fmla="*/ 1187 w 1187"/>
                  <a:gd name="T9" fmla="*/ 793 h 1446"/>
                  <a:gd name="T10" fmla="*/ 1187 w 1187"/>
                  <a:gd name="T11" fmla="*/ 534 h 1446"/>
                  <a:gd name="T12" fmla="*/ 909 w 1187"/>
                  <a:gd name="T13" fmla="*/ 534 h 1446"/>
                  <a:gd name="T14" fmla="*/ 909 w 1187"/>
                  <a:gd name="T15" fmla="*/ 0 h 14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87" h="1446">
                    <a:moveTo>
                      <a:pt x="909" y="0"/>
                    </a:moveTo>
                    <a:lnTo>
                      <a:pt x="0" y="910"/>
                    </a:lnTo>
                    <a:lnTo>
                      <a:pt x="534" y="910"/>
                    </a:lnTo>
                    <a:lnTo>
                      <a:pt x="534" y="1446"/>
                    </a:lnTo>
                    <a:lnTo>
                      <a:pt x="1187" y="793"/>
                    </a:lnTo>
                    <a:lnTo>
                      <a:pt x="1187" y="534"/>
                    </a:lnTo>
                    <a:lnTo>
                      <a:pt x="909" y="534"/>
                    </a:lnTo>
                    <a:lnTo>
                      <a:pt x="909" y="0"/>
                    </a:lnTo>
                    <a:close/>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sp>
            <p:nvSpPr>
              <p:cNvPr id="19" name="Freeform 7">
                <a:extLst>
                  <a:ext uri="{FF2B5EF4-FFF2-40B4-BE49-F238E27FC236}">
                    <a16:creationId xmlns:a16="http://schemas.microsoft.com/office/drawing/2014/main" id="{8533869B-FB04-0CD4-113B-277184206D94}"/>
                  </a:ext>
                </a:extLst>
              </p:cNvPr>
              <p:cNvSpPr>
                <a:spLocks noGrp="1" noRot="1" noMove="1" noResize="1" noEditPoints="1" noAdjustHandles="1" noChangeArrowheads="1" noChangeShapeType="1"/>
              </p:cNvSpPr>
              <p:nvPr userDrawn="1"/>
            </p:nvSpPr>
            <p:spPr bwMode="auto">
              <a:xfrm>
                <a:off x="10831348" y="1304310"/>
                <a:ext cx="612121" cy="614413"/>
              </a:xfrm>
              <a:custGeom>
                <a:avLst/>
                <a:gdLst>
                  <a:gd name="T0" fmla="*/ 147 w 534"/>
                  <a:gd name="T1" fmla="*/ 389 h 536"/>
                  <a:gd name="T2" fmla="*/ 147 w 534"/>
                  <a:gd name="T3" fmla="*/ 147 h 536"/>
                  <a:gd name="T4" fmla="*/ 387 w 534"/>
                  <a:gd name="T5" fmla="*/ 147 h 536"/>
                  <a:gd name="T6" fmla="*/ 387 w 534"/>
                  <a:gd name="T7" fmla="*/ 389 h 536"/>
                  <a:gd name="T8" fmla="*/ 147 w 534"/>
                  <a:gd name="T9" fmla="*/ 389 h 536"/>
                  <a:gd name="T10" fmla="*/ 534 w 534"/>
                  <a:gd name="T11" fmla="*/ 536 h 536"/>
                  <a:gd name="T12" fmla="*/ 534 w 534"/>
                  <a:gd name="T13" fmla="*/ 0 h 536"/>
                  <a:gd name="T14" fmla="*/ 0 w 534"/>
                  <a:gd name="T15" fmla="*/ 0 h 536"/>
                  <a:gd name="T16" fmla="*/ 0 w 534"/>
                  <a:gd name="T17" fmla="*/ 536 h 536"/>
                  <a:gd name="T18" fmla="*/ 534 w 534"/>
                  <a:gd name="T19" fmla="*/ 536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4" h="536">
                    <a:moveTo>
                      <a:pt x="147" y="389"/>
                    </a:moveTo>
                    <a:lnTo>
                      <a:pt x="147" y="147"/>
                    </a:lnTo>
                    <a:lnTo>
                      <a:pt x="387" y="147"/>
                    </a:lnTo>
                    <a:lnTo>
                      <a:pt x="387" y="389"/>
                    </a:lnTo>
                    <a:lnTo>
                      <a:pt x="147" y="389"/>
                    </a:lnTo>
                    <a:close/>
                    <a:moveTo>
                      <a:pt x="534" y="536"/>
                    </a:moveTo>
                    <a:lnTo>
                      <a:pt x="534" y="0"/>
                    </a:lnTo>
                    <a:lnTo>
                      <a:pt x="0" y="0"/>
                    </a:lnTo>
                    <a:lnTo>
                      <a:pt x="0" y="536"/>
                    </a:lnTo>
                    <a:lnTo>
                      <a:pt x="534" y="536"/>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20" name="Freeform 8">
                <a:extLst>
                  <a:ext uri="{FF2B5EF4-FFF2-40B4-BE49-F238E27FC236}">
                    <a16:creationId xmlns:a16="http://schemas.microsoft.com/office/drawing/2014/main" id="{722B48DB-83EC-4E6D-4028-3E84ABCE3030}"/>
                  </a:ext>
                </a:extLst>
              </p:cNvPr>
              <p:cNvSpPr>
                <a:spLocks noGrp="1" noRot="1" noMove="1" noResize="1" noEditPoints="1" noAdjustHandles="1" noChangeArrowheads="1" noChangeShapeType="1"/>
              </p:cNvSpPr>
              <p:nvPr userDrawn="1"/>
            </p:nvSpPr>
            <p:spPr bwMode="auto">
              <a:xfrm>
                <a:off x="11873328" y="261183"/>
                <a:ext cx="318670" cy="612121"/>
              </a:xfrm>
              <a:custGeom>
                <a:avLst/>
                <a:gdLst>
                  <a:gd name="T0" fmla="*/ 0 w 278"/>
                  <a:gd name="T1" fmla="*/ 534 h 534"/>
                  <a:gd name="T2" fmla="*/ 278 w 278"/>
                  <a:gd name="T3" fmla="*/ 534 h 534"/>
                  <a:gd name="T4" fmla="*/ 278 w 278"/>
                  <a:gd name="T5" fmla="*/ 387 h 534"/>
                  <a:gd name="T6" fmla="*/ 147 w 278"/>
                  <a:gd name="T7" fmla="*/ 387 h 534"/>
                  <a:gd name="T8" fmla="*/ 147 w 278"/>
                  <a:gd name="T9" fmla="*/ 147 h 534"/>
                  <a:gd name="T10" fmla="*/ 278 w 278"/>
                  <a:gd name="T11" fmla="*/ 147 h 534"/>
                  <a:gd name="T12" fmla="*/ 278 w 278"/>
                  <a:gd name="T13" fmla="*/ 0 h 534"/>
                  <a:gd name="T14" fmla="*/ 0 w 278"/>
                  <a:gd name="T15" fmla="*/ 0 h 534"/>
                  <a:gd name="T16" fmla="*/ 0 w 278"/>
                  <a:gd name="T17" fmla="*/ 534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534">
                    <a:moveTo>
                      <a:pt x="0" y="534"/>
                    </a:moveTo>
                    <a:lnTo>
                      <a:pt x="278" y="534"/>
                    </a:lnTo>
                    <a:lnTo>
                      <a:pt x="278" y="387"/>
                    </a:lnTo>
                    <a:lnTo>
                      <a:pt x="147" y="387"/>
                    </a:lnTo>
                    <a:lnTo>
                      <a:pt x="147" y="147"/>
                    </a:lnTo>
                    <a:lnTo>
                      <a:pt x="278" y="147"/>
                    </a:lnTo>
                    <a:lnTo>
                      <a:pt x="278" y="0"/>
                    </a:lnTo>
                    <a:lnTo>
                      <a:pt x="0" y="0"/>
                    </a:lnTo>
                    <a:lnTo>
                      <a:pt x="0" y="534"/>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nvGrpSpPr>
            <p:cNvPr id="7" name="Group 6">
              <a:extLst>
                <a:ext uri="{FF2B5EF4-FFF2-40B4-BE49-F238E27FC236}">
                  <a16:creationId xmlns:a16="http://schemas.microsoft.com/office/drawing/2014/main" id="{E27E56B7-2876-4FDE-3F60-8E2114673CB7}"/>
                </a:ext>
              </a:extLst>
            </p:cNvPr>
            <p:cNvGrpSpPr>
              <a:grpSpLocks noGrp="1" noUngrp="1" noRot="1" noMove="1" noResize="1"/>
            </p:cNvGrpSpPr>
            <p:nvPr userDrawn="1"/>
          </p:nvGrpSpPr>
          <p:grpSpPr>
            <a:xfrm>
              <a:off x="10140133" y="-1318"/>
              <a:ext cx="1419111" cy="989251"/>
              <a:chOff x="10140133" y="-1318"/>
              <a:chExt cx="1419111" cy="989251"/>
            </a:xfrm>
          </p:grpSpPr>
          <p:sp>
            <p:nvSpPr>
              <p:cNvPr id="15" name="Freeform 13">
                <a:extLst>
                  <a:ext uri="{FF2B5EF4-FFF2-40B4-BE49-F238E27FC236}">
                    <a16:creationId xmlns:a16="http://schemas.microsoft.com/office/drawing/2014/main" id="{3274E043-2FCB-4E7A-83AB-9AB3313ECA54}"/>
                  </a:ext>
                </a:extLst>
              </p:cNvPr>
              <p:cNvSpPr>
                <a:spLocks noGrp="1" noRot="1" noMove="1" noResize="1" noEditPoints="1" noAdjustHandles="1" noChangeArrowheads="1" noChangeShapeType="1"/>
              </p:cNvSpPr>
              <p:nvPr userDrawn="1"/>
            </p:nvSpPr>
            <p:spPr bwMode="auto">
              <a:xfrm>
                <a:off x="10140133" y="-1318"/>
                <a:ext cx="1319384" cy="895255"/>
              </a:xfrm>
              <a:custGeom>
                <a:avLst/>
                <a:gdLst>
                  <a:gd name="T0" fmla="*/ 381 w 580"/>
                  <a:gd name="T1" fmla="*/ 0 h 393"/>
                  <a:gd name="T2" fmla="*/ 0 w 580"/>
                  <a:gd name="T3" fmla="*/ 0 h 393"/>
                  <a:gd name="T4" fmla="*/ 392 w 580"/>
                  <a:gd name="T5" fmla="*/ 393 h 393"/>
                  <a:gd name="T6" fmla="*/ 390 w 580"/>
                  <a:gd name="T7" fmla="*/ 390 h 393"/>
                  <a:gd name="T8" fmla="*/ 382 w 580"/>
                  <a:gd name="T9" fmla="*/ 380 h 393"/>
                  <a:gd name="T10" fmla="*/ 378 w 580"/>
                  <a:gd name="T11" fmla="*/ 375 h 393"/>
                  <a:gd name="T12" fmla="*/ 376 w 580"/>
                  <a:gd name="T13" fmla="*/ 372 h 393"/>
                  <a:gd name="T14" fmla="*/ 374 w 580"/>
                  <a:gd name="T15" fmla="*/ 369 h 393"/>
                  <a:gd name="T16" fmla="*/ 373 w 580"/>
                  <a:gd name="T17" fmla="*/ 367 h 393"/>
                  <a:gd name="T18" fmla="*/ 371 w 580"/>
                  <a:gd name="T19" fmla="*/ 364 h 393"/>
                  <a:gd name="T20" fmla="*/ 370 w 580"/>
                  <a:gd name="T21" fmla="*/ 361 h 393"/>
                  <a:gd name="T22" fmla="*/ 368 w 580"/>
                  <a:gd name="T23" fmla="*/ 358 h 393"/>
                  <a:gd name="T24" fmla="*/ 367 w 580"/>
                  <a:gd name="T25" fmla="*/ 355 h 393"/>
                  <a:gd name="T26" fmla="*/ 366 w 580"/>
                  <a:gd name="T27" fmla="*/ 352 h 393"/>
                  <a:gd name="T28" fmla="*/ 363 w 580"/>
                  <a:gd name="T29" fmla="*/ 346 h 393"/>
                  <a:gd name="T30" fmla="*/ 362 w 580"/>
                  <a:gd name="T31" fmla="*/ 343 h 393"/>
                  <a:gd name="T32" fmla="*/ 361 w 580"/>
                  <a:gd name="T33" fmla="*/ 338 h 393"/>
                  <a:gd name="T34" fmla="*/ 359 w 580"/>
                  <a:gd name="T35" fmla="*/ 333 h 393"/>
                  <a:gd name="T36" fmla="*/ 359 w 580"/>
                  <a:gd name="T37" fmla="*/ 330 h 393"/>
                  <a:gd name="T38" fmla="*/ 358 w 580"/>
                  <a:gd name="T39" fmla="*/ 327 h 393"/>
                  <a:gd name="T40" fmla="*/ 358 w 580"/>
                  <a:gd name="T41" fmla="*/ 326 h 393"/>
                  <a:gd name="T42" fmla="*/ 357 w 580"/>
                  <a:gd name="T43" fmla="*/ 320 h 393"/>
                  <a:gd name="T44" fmla="*/ 356 w 580"/>
                  <a:gd name="T45" fmla="*/ 317 h 393"/>
                  <a:gd name="T46" fmla="*/ 356 w 580"/>
                  <a:gd name="T47" fmla="*/ 316 h 393"/>
                  <a:gd name="T48" fmla="*/ 355 w 580"/>
                  <a:gd name="T49" fmla="*/ 300 h 393"/>
                  <a:gd name="T50" fmla="*/ 367 w 580"/>
                  <a:gd name="T51" fmla="*/ 244 h 393"/>
                  <a:gd name="T52" fmla="*/ 370 w 580"/>
                  <a:gd name="T53" fmla="*/ 238 h 393"/>
                  <a:gd name="T54" fmla="*/ 371 w 580"/>
                  <a:gd name="T55" fmla="*/ 235 h 393"/>
                  <a:gd name="T56" fmla="*/ 375 w 580"/>
                  <a:gd name="T57" fmla="*/ 230 h 393"/>
                  <a:gd name="T58" fmla="*/ 376 w 580"/>
                  <a:gd name="T59" fmla="*/ 227 h 393"/>
                  <a:gd name="T60" fmla="*/ 380 w 580"/>
                  <a:gd name="T61" fmla="*/ 222 h 393"/>
                  <a:gd name="T62" fmla="*/ 384 w 580"/>
                  <a:gd name="T63" fmla="*/ 216 h 393"/>
                  <a:gd name="T64" fmla="*/ 388 w 580"/>
                  <a:gd name="T65" fmla="*/ 211 h 393"/>
                  <a:gd name="T66" fmla="*/ 395 w 580"/>
                  <a:gd name="T67" fmla="*/ 204 h 393"/>
                  <a:gd name="T68" fmla="*/ 490 w 580"/>
                  <a:gd name="T69" fmla="*/ 165 h 393"/>
                  <a:gd name="T70" fmla="*/ 490 w 580"/>
                  <a:gd name="T71" fmla="*/ 165 h 393"/>
                  <a:gd name="T72" fmla="*/ 496 w 580"/>
                  <a:gd name="T73" fmla="*/ 165 h 393"/>
                  <a:gd name="T74" fmla="*/ 502 w 580"/>
                  <a:gd name="T75" fmla="*/ 165 h 393"/>
                  <a:gd name="T76" fmla="*/ 503 w 580"/>
                  <a:gd name="T77" fmla="*/ 166 h 393"/>
                  <a:gd name="T78" fmla="*/ 508 w 580"/>
                  <a:gd name="T79" fmla="*/ 166 h 393"/>
                  <a:gd name="T80" fmla="*/ 515 w 580"/>
                  <a:gd name="T81" fmla="*/ 167 h 393"/>
                  <a:gd name="T82" fmla="*/ 520 w 580"/>
                  <a:gd name="T83" fmla="*/ 168 h 393"/>
                  <a:gd name="T84" fmla="*/ 520 w 580"/>
                  <a:gd name="T85" fmla="*/ 168 h 393"/>
                  <a:gd name="T86" fmla="*/ 523 w 580"/>
                  <a:gd name="T87" fmla="*/ 169 h 393"/>
                  <a:gd name="T88" fmla="*/ 527 w 580"/>
                  <a:gd name="T89" fmla="*/ 170 h 393"/>
                  <a:gd name="T90" fmla="*/ 529 w 580"/>
                  <a:gd name="T91" fmla="*/ 171 h 393"/>
                  <a:gd name="T92" fmla="*/ 531 w 580"/>
                  <a:gd name="T93" fmla="*/ 171 h 393"/>
                  <a:gd name="T94" fmla="*/ 536 w 580"/>
                  <a:gd name="T95" fmla="*/ 173 h 393"/>
                  <a:gd name="T96" fmla="*/ 536 w 580"/>
                  <a:gd name="T97" fmla="*/ 173 h 393"/>
                  <a:gd name="T98" fmla="*/ 542 w 580"/>
                  <a:gd name="T99" fmla="*/ 175 h 393"/>
                  <a:gd name="T100" fmla="*/ 545 w 580"/>
                  <a:gd name="T101" fmla="*/ 177 h 393"/>
                  <a:gd name="T102" fmla="*/ 551 w 580"/>
                  <a:gd name="T103" fmla="*/ 180 h 393"/>
                  <a:gd name="T104" fmla="*/ 555 w 580"/>
                  <a:gd name="T105" fmla="*/ 182 h 393"/>
                  <a:gd name="T106" fmla="*/ 561 w 580"/>
                  <a:gd name="T107" fmla="*/ 185 h 393"/>
                  <a:gd name="T108" fmla="*/ 565 w 580"/>
                  <a:gd name="T109" fmla="*/ 188 h 393"/>
                  <a:gd name="T110" fmla="*/ 566 w 580"/>
                  <a:gd name="T111" fmla="*/ 188 h 393"/>
                  <a:gd name="T112" fmla="*/ 570 w 580"/>
                  <a:gd name="T113" fmla="*/ 192 h 393"/>
                  <a:gd name="T114" fmla="*/ 571 w 580"/>
                  <a:gd name="T115" fmla="*/ 192 h 393"/>
                  <a:gd name="T116" fmla="*/ 575 w 580"/>
                  <a:gd name="T117" fmla="*/ 196 h 393"/>
                  <a:gd name="T118" fmla="*/ 579 w 580"/>
                  <a:gd name="T119" fmla="*/ 199 h 393"/>
                  <a:gd name="T120" fmla="*/ 580 w 580"/>
                  <a:gd name="T121" fmla="*/ 200 h 393"/>
                  <a:gd name="T122" fmla="*/ 580 w 580"/>
                  <a:gd name="T123" fmla="*/ 200 h 393"/>
                  <a:gd name="T124" fmla="*/ 381 w 580"/>
                  <a:gd name="T125" fmla="*/ 0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80" h="393">
                    <a:moveTo>
                      <a:pt x="381" y="0"/>
                    </a:moveTo>
                    <a:cubicBezTo>
                      <a:pt x="0" y="0"/>
                      <a:pt x="0" y="0"/>
                      <a:pt x="0" y="0"/>
                    </a:cubicBezTo>
                    <a:cubicBezTo>
                      <a:pt x="392" y="393"/>
                      <a:pt x="392" y="393"/>
                      <a:pt x="392" y="393"/>
                    </a:cubicBezTo>
                    <a:cubicBezTo>
                      <a:pt x="391" y="392"/>
                      <a:pt x="391" y="391"/>
                      <a:pt x="390" y="390"/>
                    </a:cubicBezTo>
                    <a:cubicBezTo>
                      <a:pt x="387" y="387"/>
                      <a:pt x="384" y="383"/>
                      <a:pt x="382" y="380"/>
                    </a:cubicBezTo>
                    <a:cubicBezTo>
                      <a:pt x="380" y="378"/>
                      <a:pt x="379" y="377"/>
                      <a:pt x="378" y="375"/>
                    </a:cubicBezTo>
                    <a:cubicBezTo>
                      <a:pt x="377" y="374"/>
                      <a:pt x="377" y="373"/>
                      <a:pt x="376" y="372"/>
                    </a:cubicBezTo>
                    <a:cubicBezTo>
                      <a:pt x="376" y="371"/>
                      <a:pt x="375" y="370"/>
                      <a:pt x="374" y="369"/>
                    </a:cubicBezTo>
                    <a:cubicBezTo>
                      <a:pt x="374" y="368"/>
                      <a:pt x="373" y="367"/>
                      <a:pt x="373" y="367"/>
                    </a:cubicBezTo>
                    <a:cubicBezTo>
                      <a:pt x="372" y="366"/>
                      <a:pt x="372" y="365"/>
                      <a:pt x="371" y="364"/>
                    </a:cubicBezTo>
                    <a:cubicBezTo>
                      <a:pt x="371" y="363"/>
                      <a:pt x="370" y="362"/>
                      <a:pt x="370" y="361"/>
                    </a:cubicBezTo>
                    <a:cubicBezTo>
                      <a:pt x="369" y="360"/>
                      <a:pt x="369" y="359"/>
                      <a:pt x="368" y="358"/>
                    </a:cubicBezTo>
                    <a:cubicBezTo>
                      <a:pt x="368" y="357"/>
                      <a:pt x="367" y="356"/>
                      <a:pt x="367" y="355"/>
                    </a:cubicBezTo>
                    <a:cubicBezTo>
                      <a:pt x="367" y="354"/>
                      <a:pt x="366" y="353"/>
                      <a:pt x="366" y="352"/>
                    </a:cubicBezTo>
                    <a:cubicBezTo>
                      <a:pt x="365" y="350"/>
                      <a:pt x="364" y="348"/>
                      <a:pt x="363" y="346"/>
                    </a:cubicBezTo>
                    <a:cubicBezTo>
                      <a:pt x="363" y="345"/>
                      <a:pt x="362" y="344"/>
                      <a:pt x="362" y="343"/>
                    </a:cubicBezTo>
                    <a:cubicBezTo>
                      <a:pt x="362" y="341"/>
                      <a:pt x="361" y="340"/>
                      <a:pt x="361" y="338"/>
                    </a:cubicBezTo>
                    <a:cubicBezTo>
                      <a:pt x="360" y="337"/>
                      <a:pt x="360" y="335"/>
                      <a:pt x="359" y="333"/>
                    </a:cubicBezTo>
                    <a:cubicBezTo>
                      <a:pt x="359" y="332"/>
                      <a:pt x="359" y="331"/>
                      <a:pt x="359" y="330"/>
                    </a:cubicBezTo>
                    <a:cubicBezTo>
                      <a:pt x="358" y="329"/>
                      <a:pt x="358" y="328"/>
                      <a:pt x="358" y="327"/>
                    </a:cubicBezTo>
                    <a:cubicBezTo>
                      <a:pt x="358" y="327"/>
                      <a:pt x="358" y="326"/>
                      <a:pt x="358" y="326"/>
                    </a:cubicBezTo>
                    <a:cubicBezTo>
                      <a:pt x="357" y="324"/>
                      <a:pt x="357" y="322"/>
                      <a:pt x="357" y="320"/>
                    </a:cubicBezTo>
                    <a:cubicBezTo>
                      <a:pt x="356" y="319"/>
                      <a:pt x="356" y="318"/>
                      <a:pt x="356" y="317"/>
                    </a:cubicBezTo>
                    <a:cubicBezTo>
                      <a:pt x="356" y="316"/>
                      <a:pt x="356" y="316"/>
                      <a:pt x="356" y="316"/>
                    </a:cubicBezTo>
                    <a:cubicBezTo>
                      <a:pt x="355" y="311"/>
                      <a:pt x="355" y="305"/>
                      <a:pt x="355" y="300"/>
                    </a:cubicBezTo>
                    <a:cubicBezTo>
                      <a:pt x="355" y="280"/>
                      <a:pt x="359" y="261"/>
                      <a:pt x="367" y="244"/>
                    </a:cubicBezTo>
                    <a:cubicBezTo>
                      <a:pt x="368" y="242"/>
                      <a:pt x="369" y="240"/>
                      <a:pt x="370" y="238"/>
                    </a:cubicBezTo>
                    <a:cubicBezTo>
                      <a:pt x="370" y="237"/>
                      <a:pt x="371" y="236"/>
                      <a:pt x="371" y="235"/>
                    </a:cubicBezTo>
                    <a:cubicBezTo>
                      <a:pt x="372" y="233"/>
                      <a:pt x="373" y="232"/>
                      <a:pt x="375" y="230"/>
                    </a:cubicBezTo>
                    <a:cubicBezTo>
                      <a:pt x="375" y="229"/>
                      <a:pt x="376" y="228"/>
                      <a:pt x="376" y="227"/>
                    </a:cubicBezTo>
                    <a:cubicBezTo>
                      <a:pt x="377" y="225"/>
                      <a:pt x="379" y="223"/>
                      <a:pt x="380" y="222"/>
                    </a:cubicBezTo>
                    <a:cubicBezTo>
                      <a:pt x="381" y="220"/>
                      <a:pt x="382" y="218"/>
                      <a:pt x="384" y="216"/>
                    </a:cubicBezTo>
                    <a:cubicBezTo>
                      <a:pt x="385" y="215"/>
                      <a:pt x="386" y="213"/>
                      <a:pt x="388" y="211"/>
                    </a:cubicBezTo>
                    <a:cubicBezTo>
                      <a:pt x="390" y="209"/>
                      <a:pt x="392" y="207"/>
                      <a:pt x="395" y="204"/>
                    </a:cubicBezTo>
                    <a:cubicBezTo>
                      <a:pt x="419" y="180"/>
                      <a:pt x="453" y="165"/>
                      <a:pt x="490" y="165"/>
                    </a:cubicBezTo>
                    <a:cubicBezTo>
                      <a:pt x="490" y="165"/>
                      <a:pt x="490" y="165"/>
                      <a:pt x="490" y="165"/>
                    </a:cubicBezTo>
                    <a:cubicBezTo>
                      <a:pt x="492" y="165"/>
                      <a:pt x="494" y="165"/>
                      <a:pt x="496" y="165"/>
                    </a:cubicBezTo>
                    <a:cubicBezTo>
                      <a:pt x="498" y="165"/>
                      <a:pt x="500" y="165"/>
                      <a:pt x="502" y="165"/>
                    </a:cubicBezTo>
                    <a:cubicBezTo>
                      <a:pt x="502" y="165"/>
                      <a:pt x="503" y="166"/>
                      <a:pt x="503" y="166"/>
                    </a:cubicBezTo>
                    <a:cubicBezTo>
                      <a:pt x="505" y="166"/>
                      <a:pt x="507" y="166"/>
                      <a:pt x="508" y="166"/>
                    </a:cubicBezTo>
                    <a:cubicBezTo>
                      <a:pt x="511" y="166"/>
                      <a:pt x="513" y="167"/>
                      <a:pt x="515" y="167"/>
                    </a:cubicBezTo>
                    <a:cubicBezTo>
                      <a:pt x="517" y="168"/>
                      <a:pt x="519" y="168"/>
                      <a:pt x="520" y="168"/>
                    </a:cubicBezTo>
                    <a:cubicBezTo>
                      <a:pt x="520" y="168"/>
                      <a:pt x="520" y="168"/>
                      <a:pt x="520" y="168"/>
                    </a:cubicBezTo>
                    <a:cubicBezTo>
                      <a:pt x="521" y="169"/>
                      <a:pt x="522" y="169"/>
                      <a:pt x="523" y="169"/>
                    </a:cubicBezTo>
                    <a:cubicBezTo>
                      <a:pt x="524" y="169"/>
                      <a:pt x="525" y="170"/>
                      <a:pt x="527" y="170"/>
                    </a:cubicBezTo>
                    <a:cubicBezTo>
                      <a:pt x="527" y="170"/>
                      <a:pt x="528" y="170"/>
                      <a:pt x="529" y="171"/>
                    </a:cubicBezTo>
                    <a:cubicBezTo>
                      <a:pt x="530" y="171"/>
                      <a:pt x="530" y="171"/>
                      <a:pt x="531" y="171"/>
                    </a:cubicBezTo>
                    <a:cubicBezTo>
                      <a:pt x="533" y="172"/>
                      <a:pt x="534" y="172"/>
                      <a:pt x="536" y="173"/>
                    </a:cubicBezTo>
                    <a:cubicBezTo>
                      <a:pt x="536" y="173"/>
                      <a:pt x="536" y="173"/>
                      <a:pt x="536" y="173"/>
                    </a:cubicBezTo>
                    <a:cubicBezTo>
                      <a:pt x="538" y="174"/>
                      <a:pt x="540" y="175"/>
                      <a:pt x="542" y="175"/>
                    </a:cubicBezTo>
                    <a:cubicBezTo>
                      <a:pt x="543" y="176"/>
                      <a:pt x="544" y="176"/>
                      <a:pt x="545" y="177"/>
                    </a:cubicBezTo>
                    <a:cubicBezTo>
                      <a:pt x="547" y="178"/>
                      <a:pt x="549" y="179"/>
                      <a:pt x="551" y="180"/>
                    </a:cubicBezTo>
                    <a:cubicBezTo>
                      <a:pt x="552" y="180"/>
                      <a:pt x="554" y="181"/>
                      <a:pt x="555" y="182"/>
                    </a:cubicBezTo>
                    <a:cubicBezTo>
                      <a:pt x="557" y="183"/>
                      <a:pt x="559" y="184"/>
                      <a:pt x="561" y="185"/>
                    </a:cubicBezTo>
                    <a:cubicBezTo>
                      <a:pt x="563" y="186"/>
                      <a:pt x="564" y="187"/>
                      <a:pt x="565" y="188"/>
                    </a:cubicBezTo>
                    <a:cubicBezTo>
                      <a:pt x="566" y="188"/>
                      <a:pt x="566" y="188"/>
                      <a:pt x="566" y="188"/>
                    </a:cubicBezTo>
                    <a:cubicBezTo>
                      <a:pt x="567" y="189"/>
                      <a:pt x="569" y="191"/>
                      <a:pt x="570" y="192"/>
                    </a:cubicBezTo>
                    <a:cubicBezTo>
                      <a:pt x="571" y="192"/>
                      <a:pt x="571" y="192"/>
                      <a:pt x="571" y="192"/>
                    </a:cubicBezTo>
                    <a:cubicBezTo>
                      <a:pt x="572" y="193"/>
                      <a:pt x="574" y="194"/>
                      <a:pt x="575" y="196"/>
                    </a:cubicBezTo>
                    <a:cubicBezTo>
                      <a:pt x="577" y="197"/>
                      <a:pt x="578" y="198"/>
                      <a:pt x="579" y="199"/>
                    </a:cubicBezTo>
                    <a:cubicBezTo>
                      <a:pt x="580" y="200"/>
                      <a:pt x="580" y="200"/>
                      <a:pt x="580" y="200"/>
                    </a:cubicBezTo>
                    <a:cubicBezTo>
                      <a:pt x="580" y="200"/>
                      <a:pt x="580" y="200"/>
                      <a:pt x="580" y="200"/>
                    </a:cubicBezTo>
                    <a:cubicBezTo>
                      <a:pt x="381" y="0"/>
                      <a:pt x="381" y="0"/>
                      <a:pt x="381" y="0"/>
                    </a:cubicBezTo>
                  </a:path>
                </a:pathLst>
              </a:custGeom>
              <a:solidFill>
                <a:schemeClr val="accent1">
                  <a:alpha val="2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sp>
            <p:nvSpPr>
              <p:cNvPr id="16" name="Freeform 14">
                <a:extLst>
                  <a:ext uri="{FF2B5EF4-FFF2-40B4-BE49-F238E27FC236}">
                    <a16:creationId xmlns:a16="http://schemas.microsoft.com/office/drawing/2014/main" id="{275A6635-8BD1-7807-AA52-32FF3716ACCD}"/>
                  </a:ext>
                </a:extLst>
              </p:cNvPr>
              <p:cNvSpPr>
                <a:spLocks noGrp="1" noRot="1" noMove="1" noResize="1" noEditPoints="1" noAdjustHandles="1" noChangeArrowheads="1" noChangeShapeType="1"/>
              </p:cNvSpPr>
              <p:nvPr userDrawn="1"/>
            </p:nvSpPr>
            <p:spPr bwMode="auto">
              <a:xfrm>
                <a:off x="10947123" y="374666"/>
                <a:ext cx="612121" cy="613267"/>
              </a:xfrm>
              <a:custGeom>
                <a:avLst/>
                <a:gdLst>
                  <a:gd name="T0" fmla="*/ 33 w 269"/>
                  <a:gd name="T1" fmla="*/ 46 h 269"/>
                  <a:gd name="T2" fmla="*/ 25 w 269"/>
                  <a:gd name="T3" fmla="*/ 57 h 269"/>
                  <a:gd name="T4" fmla="*/ 20 w 269"/>
                  <a:gd name="T5" fmla="*/ 65 h 269"/>
                  <a:gd name="T6" fmla="*/ 15 w 269"/>
                  <a:gd name="T7" fmla="*/ 73 h 269"/>
                  <a:gd name="T8" fmla="*/ 11 w 269"/>
                  <a:gd name="T9" fmla="*/ 82 h 269"/>
                  <a:gd name="T10" fmla="*/ 8 w 269"/>
                  <a:gd name="T11" fmla="*/ 90 h 269"/>
                  <a:gd name="T12" fmla="*/ 5 w 269"/>
                  <a:gd name="T13" fmla="*/ 97 h 269"/>
                  <a:gd name="T14" fmla="*/ 3 w 269"/>
                  <a:gd name="T15" fmla="*/ 106 h 269"/>
                  <a:gd name="T16" fmla="*/ 1 w 269"/>
                  <a:gd name="T17" fmla="*/ 120 h 269"/>
                  <a:gd name="T18" fmla="*/ 0 w 269"/>
                  <a:gd name="T19" fmla="*/ 143 h 269"/>
                  <a:gd name="T20" fmla="*/ 1 w 269"/>
                  <a:gd name="T21" fmla="*/ 152 h 269"/>
                  <a:gd name="T22" fmla="*/ 3 w 269"/>
                  <a:gd name="T23" fmla="*/ 161 h 269"/>
                  <a:gd name="T24" fmla="*/ 4 w 269"/>
                  <a:gd name="T25" fmla="*/ 165 h 269"/>
                  <a:gd name="T26" fmla="*/ 6 w 269"/>
                  <a:gd name="T27" fmla="*/ 173 h 269"/>
                  <a:gd name="T28" fmla="*/ 8 w 269"/>
                  <a:gd name="T29" fmla="*/ 181 h 269"/>
                  <a:gd name="T30" fmla="*/ 12 w 269"/>
                  <a:gd name="T31" fmla="*/ 190 h 269"/>
                  <a:gd name="T32" fmla="*/ 15 w 269"/>
                  <a:gd name="T33" fmla="*/ 196 h 269"/>
                  <a:gd name="T34" fmla="*/ 18 w 269"/>
                  <a:gd name="T35" fmla="*/ 202 h 269"/>
                  <a:gd name="T36" fmla="*/ 21 w 269"/>
                  <a:gd name="T37" fmla="*/ 207 h 269"/>
                  <a:gd name="T38" fmla="*/ 27 w 269"/>
                  <a:gd name="T39" fmla="*/ 215 h 269"/>
                  <a:gd name="T40" fmla="*/ 135 w 269"/>
                  <a:gd name="T41" fmla="*/ 269 h 269"/>
                  <a:gd name="T42" fmla="*/ 225 w 269"/>
                  <a:gd name="T43" fmla="*/ 35 h 269"/>
                  <a:gd name="T44" fmla="*/ 224 w 269"/>
                  <a:gd name="T45" fmla="*/ 34 h 269"/>
                  <a:gd name="T46" fmla="*/ 216 w 269"/>
                  <a:gd name="T47" fmla="*/ 27 h 269"/>
                  <a:gd name="T48" fmla="*/ 211 w 269"/>
                  <a:gd name="T49" fmla="*/ 23 h 269"/>
                  <a:gd name="T50" fmla="*/ 206 w 269"/>
                  <a:gd name="T51" fmla="*/ 20 h 269"/>
                  <a:gd name="T52" fmla="*/ 196 w 269"/>
                  <a:gd name="T53" fmla="*/ 15 h 269"/>
                  <a:gd name="T54" fmla="*/ 187 w 269"/>
                  <a:gd name="T55" fmla="*/ 10 h 269"/>
                  <a:gd name="T56" fmla="*/ 181 w 269"/>
                  <a:gd name="T57" fmla="*/ 8 h 269"/>
                  <a:gd name="T58" fmla="*/ 174 w 269"/>
                  <a:gd name="T59" fmla="*/ 6 h 269"/>
                  <a:gd name="T60" fmla="*/ 168 w 269"/>
                  <a:gd name="T61" fmla="*/ 4 h 269"/>
                  <a:gd name="T62" fmla="*/ 165 w 269"/>
                  <a:gd name="T63" fmla="*/ 3 h 269"/>
                  <a:gd name="T64" fmla="*/ 153 w 269"/>
                  <a:gd name="T65" fmla="*/ 1 h 269"/>
                  <a:gd name="T66" fmla="*/ 147 w 269"/>
                  <a:gd name="T67" fmla="*/ 0 h 269"/>
                  <a:gd name="T68" fmla="*/ 135 w 269"/>
                  <a:gd name="T69" fmla="*/ 0 h 269"/>
                  <a:gd name="T70" fmla="*/ 40 w 269"/>
                  <a:gd name="T71" fmla="*/ 39 h 269"/>
                  <a:gd name="T72" fmla="*/ 135 w 269"/>
                  <a:gd name="T73" fmla="*/ 195 h 269"/>
                  <a:gd name="T74" fmla="*/ 135 w 269"/>
                  <a:gd name="T75" fmla="*/ 74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9" h="269">
                    <a:moveTo>
                      <a:pt x="40" y="39"/>
                    </a:moveTo>
                    <a:cubicBezTo>
                      <a:pt x="37" y="42"/>
                      <a:pt x="35" y="44"/>
                      <a:pt x="33" y="46"/>
                    </a:cubicBezTo>
                    <a:cubicBezTo>
                      <a:pt x="32" y="48"/>
                      <a:pt x="30" y="50"/>
                      <a:pt x="29" y="51"/>
                    </a:cubicBezTo>
                    <a:cubicBezTo>
                      <a:pt x="27" y="53"/>
                      <a:pt x="26" y="55"/>
                      <a:pt x="25" y="57"/>
                    </a:cubicBezTo>
                    <a:cubicBezTo>
                      <a:pt x="24" y="58"/>
                      <a:pt x="22" y="60"/>
                      <a:pt x="21" y="62"/>
                    </a:cubicBezTo>
                    <a:cubicBezTo>
                      <a:pt x="21" y="63"/>
                      <a:pt x="20" y="64"/>
                      <a:pt x="20" y="65"/>
                    </a:cubicBezTo>
                    <a:cubicBezTo>
                      <a:pt x="18" y="67"/>
                      <a:pt x="17" y="68"/>
                      <a:pt x="16" y="70"/>
                    </a:cubicBezTo>
                    <a:cubicBezTo>
                      <a:pt x="16" y="71"/>
                      <a:pt x="15" y="72"/>
                      <a:pt x="15" y="73"/>
                    </a:cubicBezTo>
                    <a:cubicBezTo>
                      <a:pt x="14" y="75"/>
                      <a:pt x="13" y="77"/>
                      <a:pt x="12" y="79"/>
                    </a:cubicBezTo>
                    <a:cubicBezTo>
                      <a:pt x="11" y="80"/>
                      <a:pt x="11" y="81"/>
                      <a:pt x="11" y="82"/>
                    </a:cubicBezTo>
                    <a:cubicBezTo>
                      <a:pt x="10" y="84"/>
                      <a:pt x="10" y="85"/>
                      <a:pt x="9" y="86"/>
                    </a:cubicBezTo>
                    <a:cubicBezTo>
                      <a:pt x="9" y="87"/>
                      <a:pt x="8" y="88"/>
                      <a:pt x="8" y="90"/>
                    </a:cubicBezTo>
                    <a:cubicBezTo>
                      <a:pt x="7" y="91"/>
                      <a:pt x="7" y="92"/>
                      <a:pt x="6" y="93"/>
                    </a:cubicBezTo>
                    <a:cubicBezTo>
                      <a:pt x="6" y="95"/>
                      <a:pt x="6" y="96"/>
                      <a:pt x="5" y="97"/>
                    </a:cubicBezTo>
                    <a:cubicBezTo>
                      <a:pt x="5" y="100"/>
                      <a:pt x="4" y="102"/>
                      <a:pt x="3" y="105"/>
                    </a:cubicBezTo>
                    <a:cubicBezTo>
                      <a:pt x="3" y="106"/>
                      <a:pt x="3" y="106"/>
                      <a:pt x="3" y="106"/>
                    </a:cubicBezTo>
                    <a:cubicBezTo>
                      <a:pt x="3" y="108"/>
                      <a:pt x="2" y="110"/>
                      <a:pt x="2" y="113"/>
                    </a:cubicBezTo>
                    <a:cubicBezTo>
                      <a:pt x="1" y="115"/>
                      <a:pt x="1" y="118"/>
                      <a:pt x="1" y="120"/>
                    </a:cubicBezTo>
                    <a:cubicBezTo>
                      <a:pt x="0" y="125"/>
                      <a:pt x="0" y="130"/>
                      <a:pt x="0" y="135"/>
                    </a:cubicBezTo>
                    <a:cubicBezTo>
                      <a:pt x="0" y="137"/>
                      <a:pt x="0" y="140"/>
                      <a:pt x="0" y="143"/>
                    </a:cubicBezTo>
                    <a:cubicBezTo>
                      <a:pt x="1" y="146"/>
                      <a:pt x="1" y="148"/>
                      <a:pt x="1" y="151"/>
                    </a:cubicBezTo>
                    <a:cubicBezTo>
                      <a:pt x="1" y="152"/>
                      <a:pt x="1" y="152"/>
                      <a:pt x="1" y="152"/>
                    </a:cubicBezTo>
                    <a:cubicBezTo>
                      <a:pt x="1" y="153"/>
                      <a:pt x="1" y="154"/>
                      <a:pt x="2" y="155"/>
                    </a:cubicBezTo>
                    <a:cubicBezTo>
                      <a:pt x="2" y="157"/>
                      <a:pt x="2" y="159"/>
                      <a:pt x="3" y="161"/>
                    </a:cubicBezTo>
                    <a:cubicBezTo>
                      <a:pt x="3" y="161"/>
                      <a:pt x="3" y="162"/>
                      <a:pt x="3" y="162"/>
                    </a:cubicBezTo>
                    <a:cubicBezTo>
                      <a:pt x="3" y="163"/>
                      <a:pt x="3" y="164"/>
                      <a:pt x="4" y="165"/>
                    </a:cubicBezTo>
                    <a:cubicBezTo>
                      <a:pt x="4" y="166"/>
                      <a:pt x="4" y="167"/>
                      <a:pt x="4" y="168"/>
                    </a:cubicBezTo>
                    <a:cubicBezTo>
                      <a:pt x="5" y="170"/>
                      <a:pt x="5" y="172"/>
                      <a:pt x="6" y="173"/>
                    </a:cubicBezTo>
                    <a:cubicBezTo>
                      <a:pt x="6" y="175"/>
                      <a:pt x="7" y="176"/>
                      <a:pt x="7" y="178"/>
                    </a:cubicBezTo>
                    <a:cubicBezTo>
                      <a:pt x="8" y="179"/>
                      <a:pt x="8" y="180"/>
                      <a:pt x="8" y="181"/>
                    </a:cubicBezTo>
                    <a:cubicBezTo>
                      <a:pt x="9" y="183"/>
                      <a:pt x="10" y="185"/>
                      <a:pt x="11" y="187"/>
                    </a:cubicBezTo>
                    <a:cubicBezTo>
                      <a:pt x="11" y="188"/>
                      <a:pt x="12" y="189"/>
                      <a:pt x="12" y="190"/>
                    </a:cubicBezTo>
                    <a:cubicBezTo>
                      <a:pt x="12" y="191"/>
                      <a:pt x="13" y="192"/>
                      <a:pt x="13" y="193"/>
                    </a:cubicBezTo>
                    <a:cubicBezTo>
                      <a:pt x="14" y="194"/>
                      <a:pt x="14" y="195"/>
                      <a:pt x="15" y="196"/>
                    </a:cubicBezTo>
                    <a:cubicBezTo>
                      <a:pt x="15" y="197"/>
                      <a:pt x="16" y="198"/>
                      <a:pt x="16" y="199"/>
                    </a:cubicBezTo>
                    <a:cubicBezTo>
                      <a:pt x="17" y="200"/>
                      <a:pt x="17" y="201"/>
                      <a:pt x="18" y="202"/>
                    </a:cubicBezTo>
                    <a:cubicBezTo>
                      <a:pt x="18" y="202"/>
                      <a:pt x="19" y="203"/>
                      <a:pt x="19" y="204"/>
                    </a:cubicBezTo>
                    <a:cubicBezTo>
                      <a:pt x="20" y="205"/>
                      <a:pt x="21" y="206"/>
                      <a:pt x="21" y="207"/>
                    </a:cubicBezTo>
                    <a:cubicBezTo>
                      <a:pt x="22" y="208"/>
                      <a:pt x="22" y="209"/>
                      <a:pt x="23" y="210"/>
                    </a:cubicBezTo>
                    <a:cubicBezTo>
                      <a:pt x="24" y="212"/>
                      <a:pt x="25" y="213"/>
                      <a:pt x="27" y="215"/>
                    </a:cubicBezTo>
                    <a:cubicBezTo>
                      <a:pt x="29" y="218"/>
                      <a:pt x="32" y="222"/>
                      <a:pt x="35" y="225"/>
                    </a:cubicBezTo>
                    <a:cubicBezTo>
                      <a:pt x="60" y="252"/>
                      <a:pt x="95" y="269"/>
                      <a:pt x="135" y="269"/>
                    </a:cubicBezTo>
                    <a:cubicBezTo>
                      <a:pt x="209" y="269"/>
                      <a:pt x="269" y="209"/>
                      <a:pt x="269" y="135"/>
                    </a:cubicBezTo>
                    <a:cubicBezTo>
                      <a:pt x="269" y="95"/>
                      <a:pt x="252" y="59"/>
                      <a:pt x="225" y="35"/>
                    </a:cubicBezTo>
                    <a:cubicBezTo>
                      <a:pt x="225" y="35"/>
                      <a:pt x="225" y="35"/>
                      <a:pt x="225" y="35"/>
                    </a:cubicBezTo>
                    <a:cubicBezTo>
                      <a:pt x="224" y="34"/>
                      <a:pt x="224" y="34"/>
                      <a:pt x="224" y="34"/>
                    </a:cubicBezTo>
                    <a:cubicBezTo>
                      <a:pt x="223" y="33"/>
                      <a:pt x="222" y="32"/>
                      <a:pt x="220" y="31"/>
                    </a:cubicBezTo>
                    <a:cubicBezTo>
                      <a:pt x="219" y="29"/>
                      <a:pt x="217" y="28"/>
                      <a:pt x="216" y="27"/>
                    </a:cubicBezTo>
                    <a:cubicBezTo>
                      <a:pt x="215" y="27"/>
                      <a:pt x="215" y="27"/>
                      <a:pt x="215" y="27"/>
                    </a:cubicBezTo>
                    <a:cubicBezTo>
                      <a:pt x="214" y="26"/>
                      <a:pt x="212" y="24"/>
                      <a:pt x="211" y="23"/>
                    </a:cubicBezTo>
                    <a:cubicBezTo>
                      <a:pt x="210" y="23"/>
                      <a:pt x="210" y="23"/>
                      <a:pt x="210" y="23"/>
                    </a:cubicBezTo>
                    <a:cubicBezTo>
                      <a:pt x="209" y="22"/>
                      <a:pt x="208" y="21"/>
                      <a:pt x="206" y="20"/>
                    </a:cubicBezTo>
                    <a:cubicBezTo>
                      <a:pt x="204" y="19"/>
                      <a:pt x="202" y="18"/>
                      <a:pt x="200" y="17"/>
                    </a:cubicBezTo>
                    <a:cubicBezTo>
                      <a:pt x="199" y="16"/>
                      <a:pt x="197" y="15"/>
                      <a:pt x="196" y="15"/>
                    </a:cubicBezTo>
                    <a:cubicBezTo>
                      <a:pt x="194" y="14"/>
                      <a:pt x="192" y="13"/>
                      <a:pt x="190" y="12"/>
                    </a:cubicBezTo>
                    <a:cubicBezTo>
                      <a:pt x="189" y="11"/>
                      <a:pt x="188" y="11"/>
                      <a:pt x="187" y="10"/>
                    </a:cubicBezTo>
                    <a:cubicBezTo>
                      <a:pt x="185" y="10"/>
                      <a:pt x="183" y="9"/>
                      <a:pt x="181" y="8"/>
                    </a:cubicBezTo>
                    <a:cubicBezTo>
                      <a:pt x="181" y="8"/>
                      <a:pt x="181" y="8"/>
                      <a:pt x="181" y="8"/>
                    </a:cubicBezTo>
                    <a:cubicBezTo>
                      <a:pt x="179" y="7"/>
                      <a:pt x="178" y="7"/>
                      <a:pt x="176" y="6"/>
                    </a:cubicBezTo>
                    <a:cubicBezTo>
                      <a:pt x="175" y="6"/>
                      <a:pt x="175" y="6"/>
                      <a:pt x="174" y="6"/>
                    </a:cubicBezTo>
                    <a:cubicBezTo>
                      <a:pt x="173" y="5"/>
                      <a:pt x="172" y="5"/>
                      <a:pt x="172" y="5"/>
                    </a:cubicBezTo>
                    <a:cubicBezTo>
                      <a:pt x="170" y="5"/>
                      <a:pt x="169" y="4"/>
                      <a:pt x="168" y="4"/>
                    </a:cubicBezTo>
                    <a:cubicBezTo>
                      <a:pt x="167" y="4"/>
                      <a:pt x="166" y="4"/>
                      <a:pt x="165" y="3"/>
                    </a:cubicBezTo>
                    <a:cubicBezTo>
                      <a:pt x="165" y="3"/>
                      <a:pt x="165" y="3"/>
                      <a:pt x="165" y="3"/>
                    </a:cubicBezTo>
                    <a:cubicBezTo>
                      <a:pt x="164" y="3"/>
                      <a:pt x="162" y="3"/>
                      <a:pt x="160" y="2"/>
                    </a:cubicBezTo>
                    <a:cubicBezTo>
                      <a:pt x="158" y="2"/>
                      <a:pt x="156" y="1"/>
                      <a:pt x="153" y="1"/>
                    </a:cubicBezTo>
                    <a:cubicBezTo>
                      <a:pt x="152" y="1"/>
                      <a:pt x="150" y="1"/>
                      <a:pt x="148" y="1"/>
                    </a:cubicBezTo>
                    <a:cubicBezTo>
                      <a:pt x="148" y="1"/>
                      <a:pt x="147" y="0"/>
                      <a:pt x="147" y="0"/>
                    </a:cubicBezTo>
                    <a:cubicBezTo>
                      <a:pt x="145" y="0"/>
                      <a:pt x="143" y="0"/>
                      <a:pt x="141" y="0"/>
                    </a:cubicBezTo>
                    <a:cubicBezTo>
                      <a:pt x="139" y="0"/>
                      <a:pt x="137" y="0"/>
                      <a:pt x="135" y="0"/>
                    </a:cubicBezTo>
                    <a:cubicBezTo>
                      <a:pt x="135" y="0"/>
                      <a:pt x="135" y="0"/>
                      <a:pt x="135" y="0"/>
                    </a:cubicBezTo>
                    <a:cubicBezTo>
                      <a:pt x="98" y="0"/>
                      <a:pt x="64" y="15"/>
                      <a:pt x="40" y="39"/>
                    </a:cubicBezTo>
                    <a:close/>
                    <a:moveTo>
                      <a:pt x="196" y="135"/>
                    </a:moveTo>
                    <a:cubicBezTo>
                      <a:pt x="196" y="168"/>
                      <a:pt x="168" y="195"/>
                      <a:pt x="135" y="195"/>
                    </a:cubicBezTo>
                    <a:cubicBezTo>
                      <a:pt x="101" y="195"/>
                      <a:pt x="74" y="168"/>
                      <a:pt x="74" y="135"/>
                    </a:cubicBezTo>
                    <a:cubicBezTo>
                      <a:pt x="74" y="101"/>
                      <a:pt x="101" y="74"/>
                      <a:pt x="135" y="74"/>
                    </a:cubicBezTo>
                    <a:cubicBezTo>
                      <a:pt x="168" y="74"/>
                      <a:pt x="196" y="101"/>
                      <a:pt x="196" y="135"/>
                    </a:cubicBezTo>
                    <a:close/>
                  </a:path>
                </a:pathLst>
              </a:custGeom>
              <a:solidFill>
                <a:srgbClr val="14B7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ZA"/>
              </a:p>
            </p:txBody>
          </p:sp>
        </p:grpSp>
      </p:grpSp>
    </p:spTree>
    <p:extLst>
      <p:ext uri="{BB962C8B-B14F-4D97-AF65-F5344CB8AC3E}">
        <p14:creationId xmlns:p14="http://schemas.microsoft.com/office/powerpoint/2010/main" val="4325302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slideLayout" Target="../slideLayouts/slideLayout60.xml"/><Relationship Id="rId62" Type="http://schemas.openxmlformats.org/officeDocument/2006/relationships/slideLayout" Target="../slideLayouts/slideLayout61.xml"/><Relationship Id="rId63" Type="http://schemas.openxmlformats.org/officeDocument/2006/relationships/slideLayout" Target="../slideLayouts/slideLayout62.xml"/><Relationship Id="rId64" Type="http://schemas.openxmlformats.org/officeDocument/2006/relationships/slideLayout" Target="../slideLayouts/slideLayout63.xml"/><Relationship Id="rId65" Type="http://schemas.openxmlformats.org/officeDocument/2006/relationships/slideLayout" Target="../slideLayouts/slideLayout64.xml"/><Relationship Id="rId66" Type="http://schemas.openxmlformats.org/officeDocument/2006/relationships/slideLayout" Target="../slideLayouts/slideLayout65.xml"/><Relationship Id="rId67" Type="http://schemas.openxmlformats.org/officeDocument/2006/relationships/slideLayout" Target="../slideLayouts/slideLayout66.xml"/><Relationship Id="rId68" Type="http://schemas.openxmlformats.org/officeDocument/2006/relationships/slideLayout" Target="../slideLayouts/slideLayout67.xml"/><Relationship Id="rId69" Type="http://schemas.openxmlformats.org/officeDocument/2006/relationships/slideLayout" Target="../slideLayouts/slideLayout68.xml"/><Relationship Id="rId70" Type="http://schemas.openxmlformats.org/officeDocument/2006/relationships/slideLayout" Target="../slideLayouts/slideLayout69.xml"/><Relationship Id="rId71" Type="http://schemas.openxmlformats.org/officeDocument/2006/relationships/slideLayout" Target="../slideLayouts/slideLayout70.xml"/><Relationship Id="rId72" Type="http://schemas.openxmlformats.org/officeDocument/2006/relationships/slideLayout" Target="../slideLayouts/slideLayout71.xml"/><Relationship Id="rId73" Type="http://schemas.openxmlformats.org/officeDocument/2006/relationships/slideLayout" Target="../slideLayouts/slideLayout72.xml"/><Relationship Id="rId74" Type="http://schemas.openxmlformats.org/officeDocument/2006/relationships/slideLayout" Target="../slideLayouts/slideLayout73.xml"/><Relationship Id="rId75" Type="http://schemas.openxmlformats.org/officeDocument/2006/relationships/slideLayout" Target="../slideLayouts/slideLayout74.xml"/><Relationship Id="rId76" Type="http://schemas.openxmlformats.org/officeDocument/2006/relationships/slideLayout" Target="../slideLayouts/slideLayout75.xml"/><Relationship Id="rId77" Type="http://schemas.openxmlformats.org/officeDocument/2006/relationships/slideLayout" Target="../slideLayouts/slideLayout76.xml"/><Relationship Id="rId78" Type="http://schemas.openxmlformats.org/officeDocument/2006/relationships/slideLayout" Target="../slideLayouts/slideLayout77.xml"/><Relationship Id="rId79" Type="http://schemas.openxmlformats.org/officeDocument/2006/relationships/slideLayout" Target="../slideLayouts/slideLayout78.xml"/><Relationship Id="rId80" Type="http://schemas.openxmlformats.org/officeDocument/2006/relationships/slideLayout" Target="../slideLayouts/slideLayout79.xml"/><Relationship Id="rId81" Type="http://schemas.openxmlformats.org/officeDocument/2006/relationships/slideLayout" Target="../slideLayouts/slideLayout80.xml"/><Relationship Id="rId82" Type="http://schemas.openxmlformats.org/officeDocument/2006/relationships/slideLayout" Target="../slideLayouts/slideLayout81.xml"/><Relationship Id="rId83" Type="http://schemas.openxmlformats.org/officeDocument/2006/relationships/slideLayout" Target="../slideLayouts/slideLayout82.xml"/><Relationship Id="rId84" Type="http://schemas.openxmlformats.org/officeDocument/2006/relationships/slideLayout" Target="../slideLayouts/slideLayout83.xml"/><Relationship Id="rId85" Type="http://schemas.openxmlformats.org/officeDocument/2006/relationships/slideLayout" Target="../slideLayouts/slideLayout84.xml"/><Relationship Id="rId86" Type="http://schemas.openxmlformats.org/officeDocument/2006/relationships/slideLayout" Target="../slideLayouts/slideLayout85.xml"/><Relationship Id="rId87" Type="http://schemas.openxmlformats.org/officeDocument/2006/relationships/slideLayout" Target="../slideLayouts/slideLayout86.xml"/><Relationship Id="rId88" Type="http://schemas.openxmlformats.org/officeDocument/2006/relationships/slideLayout" Target="../slideLayouts/slideLayout87.xml"/><Relationship Id="rId89" Type="http://schemas.openxmlformats.org/officeDocument/2006/relationships/slideLayout" Target="../slideLayouts/slideLayout88.xml"/><Relationship Id="rId90" Type="http://schemas.openxmlformats.org/officeDocument/2006/relationships/slideLayout" Target="../slideLayouts/slideLayout89.xml"/><Relationship Id="rId91" Type="http://schemas.openxmlformats.org/officeDocument/2006/relationships/slideLayout" Target="../slideLayouts/slideLayout90.xml"/><Relationship Id="rId92" Type="http://schemas.openxmlformats.org/officeDocument/2006/relationships/slideLayout" Target="../slideLayouts/slideLayout91.xml"/><Relationship Id="rId93" Type="http://schemas.openxmlformats.org/officeDocument/2006/relationships/slideLayout" Target="../slideLayouts/slideLayout92.xml"/><Relationship Id="rId94" Type="http://schemas.openxmlformats.org/officeDocument/2006/relationships/slideLayout" Target="../slideLayouts/slideLayout93.xml"/><Relationship Id="rId95" Type="http://schemas.openxmlformats.org/officeDocument/2006/relationships/slideLayout" Target="../slideLayouts/slideLayout94.xml"/><Relationship Id="rId96" Type="http://schemas.openxmlformats.org/officeDocument/2006/relationships/slideLayout" Target="../slideLayouts/slideLayout95.xml"/><Relationship Id="rId97" Type="http://schemas.openxmlformats.org/officeDocument/2006/relationships/slideLayout" Target="../slideLayouts/slideLayout96.xml"/><Relationship Id="rId98" Type="http://schemas.openxmlformats.org/officeDocument/2006/relationships/slideLayout" Target="../slideLayouts/slideLayout97.xml"/><Relationship Id="rId99" Type="http://schemas.openxmlformats.org/officeDocument/2006/relationships/slideLayout" Target="../slideLayouts/slideLayout98.xml"/><Relationship Id="rId100" Type="http://schemas.openxmlformats.org/officeDocument/2006/relationships/slideLayout" Target="../slideLayouts/slideLayout99.xml"/><Relationship Id="rId101" Type="http://schemas.openxmlformats.org/officeDocument/2006/relationships/slideLayout" Target="../slideLayouts/slideLayout100.xml"/><Relationship Id="rId102" Type="http://schemas.openxmlformats.org/officeDocument/2006/relationships/slideLayout" Target="../slideLayouts/slideLayout101.xml"/><Relationship Id="rId103" Type="http://schemas.openxmlformats.org/officeDocument/2006/relationships/slideLayout" Target="../slideLayouts/slideLayout102.xml"/><Relationship Id="rId104" Type="http://schemas.openxmlformats.org/officeDocument/2006/relationships/slideLayout" Target="../slideLayouts/slideLayout103.xml"/><Relationship Id="rId105" Type="http://schemas.openxmlformats.org/officeDocument/2006/relationships/slideLayout" Target="../slideLayouts/slideLayout104.xml"/><Relationship Id="rId106" Type="http://schemas.openxmlformats.org/officeDocument/2006/relationships/slideLayout" Target="../slideLayouts/slideLayout105.xml"/><Relationship Id="rId107" Type="http://schemas.openxmlformats.org/officeDocument/2006/relationships/slideLayout" Target="../slideLayouts/slideLayout106.xml"/><Relationship Id="rId108" Type="http://schemas.openxmlformats.org/officeDocument/2006/relationships/slideLayout" Target="../slideLayouts/slideLayout107.xml"/><Relationship Id="rId109" Type="http://schemas.openxmlformats.org/officeDocument/2006/relationships/slideLayout" Target="../slideLayouts/slideLayout108.xml"/><Relationship Id="rId110" Type="http://schemas.openxmlformats.org/officeDocument/2006/relationships/slideLayout" Target="../slideLayouts/slideLayout109.xml"/><Relationship Id="rId111" Type="http://schemas.openxmlformats.org/officeDocument/2006/relationships/slideLayout" Target="../slideLayouts/slideLayout110.xml"/><Relationship Id="rId112" Type="http://schemas.openxmlformats.org/officeDocument/2006/relationships/slideLayout" Target="../slideLayouts/slideLayout111.xml"/><Relationship Id="rId113" Type="http://schemas.openxmlformats.org/officeDocument/2006/relationships/slideLayout" Target="../slideLayouts/slideLayout112.xml"/><Relationship Id="rId114" Type="http://schemas.openxmlformats.org/officeDocument/2006/relationships/slideLayout" Target="../slideLayouts/slideLayout113.xml"/><Relationship Id="rId115" Type="http://schemas.openxmlformats.org/officeDocument/2006/relationships/slideLayout" Target="../slideLayouts/slideLayout114.xml"/><Relationship Id="rId116" Type="http://schemas.openxmlformats.org/officeDocument/2006/relationships/slideLayout" Target="../slideLayouts/slideLayout115.xml"/><Relationship Id="rId117" Type="http://schemas.openxmlformats.org/officeDocument/2006/relationships/slideLayout" Target="../slideLayouts/slideLayout116.xml"/><Relationship Id="rId118" Type="http://schemas.openxmlformats.org/officeDocument/2006/relationships/slideLayout" Target="../slideLayouts/slideLayout117.xml"/><Relationship Id="rId119" Type="http://schemas.openxmlformats.org/officeDocument/2006/relationships/slideLayout" Target="../slideLayouts/slideLayout118.xml"/><Relationship Id="rId120" Type="http://schemas.openxmlformats.org/officeDocument/2006/relationships/slideLayout" Target="../slideLayouts/slideLayout119.xml"/><Relationship Id="rId121" Type="http://schemas.openxmlformats.org/officeDocument/2006/relationships/slideLayout" Target="../slideLayouts/slideLayout120.xml"/><Relationship Id="rId122" Type="http://schemas.openxmlformats.org/officeDocument/2006/relationships/slideLayout" Target="../slideLayouts/slideLayout121.xml"/><Relationship Id="rId123" Type="http://schemas.openxmlformats.org/officeDocument/2006/relationships/slideLayout" Target="../slideLayouts/slideLayout122.xml"/><Relationship Id="rId124" Type="http://schemas.openxmlformats.org/officeDocument/2006/relationships/slideLayout" Target="../slideLayouts/slideLayout123.xml"/><Relationship Id="rId125" Type="http://schemas.openxmlformats.org/officeDocument/2006/relationships/slideLayout" Target="../slideLayouts/slideLayout124.xml"/><Relationship Id="rId126" Type="http://schemas.openxmlformats.org/officeDocument/2006/relationships/slideLayout" Target="../slideLayouts/slideLayout125.xml"/><Relationship Id="rId127" Type="http://schemas.openxmlformats.org/officeDocument/2006/relationships/slideLayout" Target="../slideLayouts/slideLayout126.xml"/><Relationship Id="rId128" Type="http://schemas.openxmlformats.org/officeDocument/2006/relationships/slideLayout" Target="../slideLayouts/slideLayout127.xml"/><Relationship Id="rId129" Type="http://schemas.openxmlformats.org/officeDocument/2006/relationships/slideLayout" Target="../slideLayouts/slideLayout128.xml"/><Relationship Id="rId130" Type="http://schemas.openxmlformats.org/officeDocument/2006/relationships/slideLayout" Target="../slideLayouts/slideLayout129.xml"/><Relationship Id="rId131" Type="http://schemas.openxmlformats.org/officeDocument/2006/relationships/slideLayout" Target="../slideLayouts/slideLayout130.xml"/><Relationship Id="rId132" Type="http://schemas.openxmlformats.org/officeDocument/2006/relationships/slideLayout" Target="../slideLayouts/slideLayout131.xml"/><Relationship Id="rId133" Type="http://schemas.openxmlformats.org/officeDocument/2006/relationships/slideLayout" Target="../slideLayouts/slideLayout132.xml"/><Relationship Id="rId134" Type="http://schemas.openxmlformats.org/officeDocument/2006/relationships/slideLayout" Target="../slideLayouts/slideLayout133.xml"/><Relationship Id="rId135" Type="http://schemas.openxmlformats.org/officeDocument/2006/relationships/slideLayout" Target="../slideLayouts/slideLayout134.xml"/><Relationship Id="rId136" Type="http://schemas.openxmlformats.org/officeDocument/2006/relationships/slideLayout" Target="../slideLayouts/slideLayout135.xml"/><Relationship Id="rId137" Type="http://schemas.openxmlformats.org/officeDocument/2006/relationships/slideLayout" Target="../slideLayouts/slideLayout136.xml"/><Relationship Id="rId138" Type="http://schemas.openxmlformats.org/officeDocument/2006/relationships/slideLayout" Target="../slideLayouts/slideLayout137.xml"/><Relationship Id="rId139" Type="http://schemas.openxmlformats.org/officeDocument/2006/relationships/slideLayout" Target="../slideLayouts/slideLayout138.xml"/><Relationship Id="rId140" Type="http://schemas.openxmlformats.org/officeDocument/2006/relationships/slideLayout" Target="../slideLayouts/slideLayout139.xml"/><Relationship Id="rId141" Type="http://schemas.openxmlformats.org/officeDocument/2006/relationships/slideLayout" Target="../slideLayouts/slideLayout140.xml"/><Relationship Id="rId142" Type="http://schemas.openxmlformats.org/officeDocument/2006/relationships/slideLayout" Target="../slideLayouts/slideLayout141.xml"/><Relationship Id="rId143" Type="http://schemas.openxmlformats.org/officeDocument/2006/relationships/slideLayout" Target="../slideLayouts/slideLayout142.xml"/><Relationship Id="rId144" Type="http://schemas.openxmlformats.org/officeDocument/2006/relationships/slideLayout" Target="../slideLayouts/slideLayout143.xml"/><Relationship Id="rId145" Type="http://schemas.openxmlformats.org/officeDocument/2006/relationships/slideLayout" Target="../slideLayouts/slideLayout144.xml"/><Relationship Id="rId146" Type="http://schemas.openxmlformats.org/officeDocument/2006/relationships/slideLayout" Target="../slideLayouts/slideLayout145.xml"/><Relationship Id="rId147" Type="http://schemas.openxmlformats.org/officeDocument/2006/relationships/slideLayout" Target="../slideLayouts/slideLayout146.xml"/><Relationship Id="rId148" Type="http://schemas.openxmlformats.org/officeDocument/2006/relationships/slideLayout" Target="../slideLayouts/slideLayout147.xml"/><Relationship Id="rId149" Type="http://schemas.openxmlformats.org/officeDocument/2006/relationships/slideLayout" Target="../slideLayouts/slideLayout148.xml"/><Relationship Id="rId150" Type="http://schemas.openxmlformats.org/officeDocument/2006/relationships/slideLayout" Target="../slideLayouts/slideLayout149.xml"/><Relationship Id="rId151" Type="http://schemas.openxmlformats.org/officeDocument/2006/relationships/slideLayout" Target="../slideLayouts/slideLayout150.xml"/><Relationship Id="rId152" Type="http://schemas.openxmlformats.org/officeDocument/2006/relationships/slideLayout" Target="../slideLayouts/slideLayout151.xml"/><Relationship Id="rId153" Type="http://schemas.openxmlformats.org/officeDocument/2006/relationships/slideLayout" Target="../slideLayouts/slideLayout152.xml"/><Relationship Id="rId154" Type="http://schemas.openxmlformats.org/officeDocument/2006/relationships/slideLayout" Target="../slideLayouts/slideLayout153.xml"/><Relationship Id="rId155" Type="http://schemas.openxmlformats.org/officeDocument/2006/relationships/slideLayout" Target="../slideLayouts/slideLayout154.xml"/><Relationship Id="rId156" Type="http://schemas.openxmlformats.org/officeDocument/2006/relationships/slideLayout" Target="../slideLayouts/slideLayout155.xml"/><Relationship Id="rId157" Type="http://schemas.openxmlformats.org/officeDocument/2006/relationships/slideLayout" Target="../slideLayouts/slideLayout156.xml"/><Relationship Id="rId158" Type="http://schemas.openxmlformats.org/officeDocument/2006/relationships/slideLayout" Target="../slideLayouts/slideLayout157.xml"/><Relationship Id="rId159" Type="http://schemas.openxmlformats.org/officeDocument/2006/relationships/slideLayout" Target="../slideLayouts/slideLayout158.xml"/><Relationship Id="rId160" Type="http://schemas.openxmlformats.org/officeDocument/2006/relationships/slideLayout" Target="../slideLayouts/slideLayout159.xml"/><Relationship Id="rId161" Type="http://schemas.openxmlformats.org/officeDocument/2006/relationships/slideLayout" Target="../slideLayouts/slideLayout160.xml"/><Relationship Id="rId162" Type="http://schemas.openxmlformats.org/officeDocument/2006/relationships/slideLayout" Target="../slideLayouts/slideLayout161.xml"/><Relationship Id="rId163" Type="http://schemas.openxmlformats.org/officeDocument/2006/relationships/slideLayout" Target="../slideLayouts/slideLayout162.xml"/><Relationship Id="rId164" Type="http://schemas.openxmlformats.org/officeDocument/2006/relationships/slideLayout" Target="../slideLayouts/slideLayout163.xml"/><Relationship Id="rId165" Type="http://schemas.openxmlformats.org/officeDocument/2006/relationships/slideLayout" Target="../slideLayouts/slideLayout164.xml"/><Relationship Id="rId166" Type="http://schemas.openxmlformats.org/officeDocument/2006/relationships/slideLayout" Target="../slideLayouts/slideLayout165.xml"/><Relationship Id="rId167" Type="http://schemas.openxmlformats.org/officeDocument/2006/relationships/slideLayout" Target="../slideLayouts/slideLayout166.xml"/><Relationship Id="rId168" Type="http://schemas.openxmlformats.org/officeDocument/2006/relationships/slideLayout" Target="../slideLayouts/slideLayout167.xml"/><Relationship Id="rId169" Type="http://schemas.openxmlformats.org/officeDocument/2006/relationships/slideLayout" Target="../slideLayouts/slideLayout168.xml"/><Relationship Id="rId170" Type="http://schemas.openxmlformats.org/officeDocument/2006/relationships/slideLayout" Target="../slideLayouts/slideLayout169.xml"/><Relationship Id="rId171" Type="http://schemas.openxmlformats.org/officeDocument/2006/relationships/slideLayout" Target="../slideLayouts/slideLayout170.xml"/><Relationship Id="rId172" Type="http://schemas.openxmlformats.org/officeDocument/2006/relationships/slideLayout" Target="../slideLayouts/slideLayout171.xml"/><Relationship Id="rId173" Type="http://schemas.openxmlformats.org/officeDocument/2006/relationships/slideLayout" Target="../slideLayouts/slideLayout1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6436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49" r:id="rId7"/>
    <p:sldLayoutId id="2147483661" r:id="rId8"/>
    <p:sldLayoutId id="2147483663" r:id="rId9"/>
    <p:sldLayoutId id="2147483672" r:id="rId10"/>
    <p:sldLayoutId id="2147483660" r:id="rId11"/>
    <p:sldLayoutId id="2147483662" r:id="rId12"/>
    <p:sldLayoutId id="2147483664" r:id="rId13"/>
    <p:sldLayoutId id="2147483671" r:id="rId14"/>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 id="2147483710" r:id="rId53"/>
    <p:sldLayoutId id="2147483711" r:id="rId54"/>
    <p:sldLayoutId id="2147483712" r:id="rId55"/>
    <p:sldLayoutId id="2147483713" r:id="rId56"/>
    <p:sldLayoutId id="2147483714" r:id="rId57"/>
    <p:sldLayoutId id="2147483715" r:id="rId58"/>
    <p:sldLayoutId id="2147483716" r:id="rId59"/>
    <p:sldLayoutId id="2147483717" r:id="rId60"/>
    <p:sldLayoutId id="2147483718" r:id="rId61"/>
    <p:sldLayoutId id="2147483719" r:id="rId62"/>
    <p:sldLayoutId id="2147483720" r:id="rId63"/>
    <p:sldLayoutId id="2147483721" r:id="rId64"/>
    <p:sldLayoutId id="2147483722" r:id="rId65"/>
    <p:sldLayoutId id="2147483723" r:id="rId66"/>
    <p:sldLayoutId id="2147483724" r:id="rId67"/>
    <p:sldLayoutId id="2147483725" r:id="rId68"/>
    <p:sldLayoutId id="2147483726" r:id="rId69"/>
    <p:sldLayoutId id="2147483727" r:id="rId70"/>
    <p:sldLayoutId id="2147483728" r:id="rId71"/>
    <p:sldLayoutId id="2147483729" r:id="rId72"/>
    <p:sldLayoutId id="2147483730" r:id="rId73"/>
    <p:sldLayoutId id="2147483731" r:id="rId74"/>
    <p:sldLayoutId id="2147483732" r:id="rId75"/>
    <p:sldLayoutId id="2147483733" r:id="rId76"/>
    <p:sldLayoutId id="2147483734" r:id="rId77"/>
    <p:sldLayoutId id="2147483735" r:id="rId78"/>
    <p:sldLayoutId id="2147483736" r:id="rId79"/>
    <p:sldLayoutId id="2147483737" r:id="rId80"/>
    <p:sldLayoutId id="2147483738" r:id="rId81"/>
    <p:sldLayoutId id="2147483739" r:id="rId82"/>
    <p:sldLayoutId id="2147483740" r:id="rId83"/>
    <p:sldLayoutId id="2147483741" r:id="rId84"/>
    <p:sldLayoutId id="2147483742" r:id="rId85"/>
    <p:sldLayoutId id="2147483743" r:id="rId86"/>
    <p:sldLayoutId id="2147483744" r:id="rId87"/>
    <p:sldLayoutId id="2147483745" r:id="rId88"/>
    <p:sldLayoutId id="2147483746" r:id="rId89"/>
    <p:sldLayoutId id="2147483747" r:id="rId90"/>
    <p:sldLayoutId id="2147483748" r:id="rId91"/>
    <p:sldLayoutId id="2147483749" r:id="rId92"/>
    <p:sldLayoutId id="2147483750" r:id="rId93"/>
    <p:sldLayoutId id="2147483751" r:id="rId94"/>
    <p:sldLayoutId id="2147483752" r:id="rId95"/>
    <p:sldLayoutId id="2147483753" r:id="rId96"/>
    <p:sldLayoutId id="2147483754" r:id="rId97"/>
    <p:sldLayoutId id="2147483755" r:id="rId98"/>
    <p:sldLayoutId id="2147483756" r:id="rId99"/>
    <p:sldLayoutId id="2147483757" r:id="rId100"/>
    <p:sldLayoutId id="2147483758" r:id="rId101"/>
    <p:sldLayoutId id="2147483759" r:id="rId102"/>
    <p:sldLayoutId id="2147483760" r:id="rId103"/>
    <p:sldLayoutId id="2147483761" r:id="rId104"/>
    <p:sldLayoutId id="2147483762" r:id="rId105"/>
    <p:sldLayoutId id="2147483763" r:id="rId106"/>
    <p:sldLayoutId id="2147483764" r:id="rId107"/>
    <p:sldLayoutId id="2147483765" r:id="rId108"/>
    <p:sldLayoutId id="2147483766" r:id="rId109"/>
    <p:sldLayoutId id="2147483767" r:id="rId110"/>
    <p:sldLayoutId id="2147483768" r:id="rId111"/>
    <p:sldLayoutId id="2147483769" r:id="rId112"/>
    <p:sldLayoutId id="2147483770" r:id="rId113"/>
    <p:sldLayoutId id="2147483771" r:id="rId114"/>
    <p:sldLayoutId id="2147483772" r:id="rId115"/>
    <p:sldLayoutId id="2147483773" r:id="rId116"/>
    <p:sldLayoutId id="2147483774" r:id="rId117"/>
    <p:sldLayoutId id="2147483775" r:id="rId118"/>
    <p:sldLayoutId id="2147483776" r:id="rId119"/>
    <p:sldLayoutId id="2147483777" r:id="rId120"/>
    <p:sldLayoutId id="2147483778" r:id="rId121"/>
    <p:sldLayoutId id="2147483779" r:id="rId122"/>
    <p:sldLayoutId id="2147483780" r:id="rId123"/>
    <p:sldLayoutId id="2147483781" r:id="rId124"/>
    <p:sldLayoutId id="2147483782" r:id="rId125"/>
    <p:sldLayoutId id="2147483783" r:id="rId126"/>
    <p:sldLayoutId id="2147483784" r:id="rId127"/>
    <p:sldLayoutId id="2147483785" r:id="rId128"/>
    <p:sldLayoutId id="2147483786" r:id="rId129"/>
    <p:sldLayoutId id="2147483787" r:id="rId130"/>
    <p:sldLayoutId id="2147483788" r:id="rId131"/>
    <p:sldLayoutId id="2147483789" r:id="rId132"/>
    <p:sldLayoutId id="2147483790" r:id="rId133"/>
    <p:sldLayoutId id="2147483791" r:id="rId134"/>
    <p:sldLayoutId id="2147483792" r:id="rId135"/>
    <p:sldLayoutId id="2147483793" r:id="rId136"/>
    <p:sldLayoutId id="2147483794" r:id="rId137"/>
    <p:sldLayoutId id="2147483795" r:id="rId138"/>
    <p:sldLayoutId id="2147483796" r:id="rId139"/>
    <p:sldLayoutId id="2147483797" r:id="rId140"/>
    <p:sldLayoutId id="2147483798" r:id="rId141"/>
    <p:sldLayoutId id="2147483799" r:id="rId142"/>
    <p:sldLayoutId id="2147483800" r:id="rId143"/>
    <p:sldLayoutId id="2147483801" r:id="rId144"/>
    <p:sldLayoutId id="2147483802" r:id="rId145"/>
    <p:sldLayoutId id="2147483803" r:id="rId146"/>
    <p:sldLayoutId id="2147483804" r:id="rId147"/>
    <p:sldLayoutId id="2147483805" r:id="rId148"/>
    <p:sldLayoutId id="2147483806" r:id="rId149"/>
    <p:sldLayoutId id="2147483807" r:id="rId150"/>
    <p:sldLayoutId id="2147483808" r:id="rId151"/>
    <p:sldLayoutId id="2147483809" r:id="rId152"/>
    <p:sldLayoutId id="2147483810" r:id="rId153"/>
    <p:sldLayoutId id="2147483811" r:id="rId154"/>
    <p:sldLayoutId id="2147483812" r:id="rId155"/>
    <p:sldLayoutId id="2147483813" r:id="rId156"/>
    <p:sldLayoutId id="2147483814" r:id="rId157"/>
    <p:sldLayoutId id="2147483815" r:id="rId158"/>
    <p:sldLayoutId id="2147483816" r:id="rId159"/>
    <p:sldLayoutId id="2147483817" r:id="rId160"/>
    <p:sldLayoutId id="2147483818" r:id="rId161"/>
    <p:sldLayoutId id="2147483819" r:id="rId162"/>
    <p:sldLayoutId id="2147483820" r:id="rId163"/>
    <p:sldLayoutId id="2147483821" r:id="rId164"/>
    <p:sldLayoutId id="2147483822" r:id="rId165"/>
    <p:sldLayoutId id="2147483823" r:id="rId166"/>
    <p:sldLayoutId id="2147483824" r:id="rId167"/>
    <p:sldLayoutId id="2147483825" r:id="rId168"/>
    <p:sldLayoutId id="2147483826" r:id="rId169"/>
    <p:sldLayoutId id="2147483827" r:id="rId170"/>
    <p:sldLayoutId id="2147483828" r:id="rId171"/>
    <p:sldLayoutId id="2147483829" r:id="rId172"/>
    <p:sldLayoutId id="2147483830" r:id="rId17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2.png"/><Relationship Id="rId3" Type="http://schemas.openxmlformats.org/officeDocument/2006/relationships/image" Target="../media/image6.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13.png"/><Relationship Id="rId3" Type="http://schemas.openxmlformats.org/officeDocument/2006/relationships/image" Target="../media/image6.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13.png"/><Relationship Id="rId3" Type="http://schemas.openxmlformats.org/officeDocument/2006/relationships/image" Target="../media/image6.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13.png"/><Relationship Id="rId3" Type="http://schemas.openxmlformats.org/officeDocument/2006/relationships/image" Target="../media/image6.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13.png"/><Relationship Id="rId3" Type="http://schemas.openxmlformats.org/officeDocument/2006/relationships/image" Target="../media/image6.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13.png"/><Relationship Id="rId3" Type="http://schemas.openxmlformats.org/officeDocument/2006/relationships/image" Target="../media/image6.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13.png"/><Relationship Id="rId3" Type="http://schemas.openxmlformats.org/officeDocument/2006/relationships/image" Target="../media/image6.sv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image" Target="../media/image13.png"/><Relationship Id="rId3" Type="http://schemas.openxmlformats.org/officeDocument/2006/relationships/image" Target="../media/image6.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12.png"/><Relationship Id="rId3" Type="http://schemas.openxmlformats.org/officeDocument/2006/relationships/image" Target="../media/image6.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12.png"/><Relationship Id="rId3" Type="http://schemas.openxmlformats.org/officeDocument/2006/relationships/image" Target="../media/image6.sv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image" Target="../media/image12.png"/><Relationship Id="rId3" Type="http://schemas.openxmlformats.org/officeDocument/2006/relationships/image" Target="../media/image6.sv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microsoft.com/office/2014/relationships/chartEx" Target="../charts/chartEx1.xml"/><Relationship Id="rId3" Type="http://schemas.openxmlformats.org/officeDocument/2006/relationships/image" Target="../media/image1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microsoft.com/office/2014/relationships/chartEx" Target="../charts/chartEx2.xml"/><Relationship Id="rId3" Type="http://schemas.openxmlformats.org/officeDocument/2006/relationships/image" Target="../media/image1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chart" Target="../charts/char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chart" Target="../charts/chart3.xml"/><Relationship Id="rId3" Type="http://schemas.openxmlformats.org/officeDocument/2006/relationships/chart" Target="../charts/char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5.xml"/><Relationship Id="rId3" Type="http://schemas.openxmlformats.org/officeDocument/2006/relationships/chart" Target="../charts/char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chart" Target="../charts/chart7.xml"/><Relationship Id="rId3" Type="http://schemas.openxmlformats.org/officeDocument/2006/relationships/chart" Target="../charts/chart6.xml"/><Relationship Id="rId4" Type="http://schemas.openxmlformats.org/officeDocument/2006/relationships/image" Target="../media/image12.png"/><Relationship Id="rId5" Type="http://schemas.openxmlformats.org/officeDocument/2006/relationships/image" Target="../media/image6.sv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chart" Target="../charts/char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chart" Target="../charts/chart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chart" Target="../charts/chart1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chart" Target="../charts/char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chart" Target="../charts/char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chart" Target="../charts/char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chart" Target="../charts/chart15.xml"/><Relationship Id="rId3" Type="http://schemas.openxmlformats.org/officeDocument/2006/relationships/chart" Target="../charts/chart1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94.xml"/><Relationship Id="rId2" Type="http://schemas.openxmlformats.org/officeDocument/2006/relationships/image" Target="../media/image10.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95.xml"/><Relationship Id="rId2" Type="http://schemas.openxmlformats.org/officeDocument/2006/relationships/image" Target="../media/image10.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image" Target="../media/image10.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0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chart" Target="../charts/chart1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chart" Target="../charts/chart1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image" Target="../media/image11.jpg"/><Relationship Id="rId3" Type="http://schemas.openxmlformats.org/officeDocument/2006/relationships/chart" Target="../charts/chart18.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chart" Target="../charts/chart1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7.xml"/><Relationship Id="rId2" Type="http://schemas.openxmlformats.org/officeDocument/2006/relationships/image" Target="../media/image12.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image" Target="../media/image13.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4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4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4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4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5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5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5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56.xml"/><Relationship Id="rId2" Type="http://schemas.openxmlformats.org/officeDocument/2006/relationships/image" Target="../media/image15.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57.xml"/><Relationship Id="rId2" Type="http://schemas.openxmlformats.org/officeDocument/2006/relationships/image" Target="../media/image17.jpg"/><Relationship Id="rId3" Type="http://schemas.openxmlformats.org/officeDocument/2006/relationships/image" Target="../media/image16.jpg"/><Relationship Id="rId4" Type="http://schemas.openxmlformats.org/officeDocument/2006/relationships/image" Target="../media/image18.jpg"/><Relationship Id="rId5" Type="http://schemas.openxmlformats.org/officeDocument/2006/relationships/chart" Target="../charts/chart21.xml"/><Relationship Id="rId6" Type="http://schemas.openxmlformats.org/officeDocument/2006/relationships/chart" Target="../charts/chart20.xml"/><Relationship Id="rId7" Type="http://schemas.openxmlformats.org/officeDocument/2006/relationships/chart" Target="../charts/chart2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58.xml"/><Relationship Id="rId2" Type="http://schemas.openxmlformats.org/officeDocument/2006/relationships/image" Target="../media/image19.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5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60.xml"/><Relationship Id="rId2" Type="http://schemas.openxmlformats.org/officeDocument/2006/relationships/image" Target="../media/image20.jpg"/><Relationship Id="rId3" Type="http://schemas.openxmlformats.org/officeDocument/2006/relationships/image" Target="../media/image13.jpg"/><Relationship Id="rId4" Type="http://schemas.openxmlformats.org/officeDocument/2006/relationships/image" Target="../media/image21.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61.xml"/><Relationship Id="rId2" Type="http://schemas.openxmlformats.org/officeDocument/2006/relationships/chart" Target="../charts/chart2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6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6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image" Target="../media/image12.jpg"/><Relationship Id="rId3" Type="http://schemas.openxmlformats.org/officeDocument/2006/relationships/image" Target="../media/image22.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6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6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6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6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6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7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7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72.xml"/></Relationships>
</file>

<file path=ppt/slides/slide1.xml><?xml version="1.0" encoding="utf-8"?>
<p:sld xmlns:a="http://schemas.openxmlformats.org/drawingml/2006/main" xmlns:r="http://schemas.openxmlformats.org/officeDocument/2006/relationships" xmlns:p="http://schemas.openxmlformats.org/presentationml/2006/main">
  <p:cSld name="core.s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C663-9216-7338-AF82-AADF70A10AF2}"/>
              </a:ext>
            </a:extLst>
          </p:cNvPr>
          <p:cNvSpPr>
            <a:spLocks noGrp="1"/>
          </p:cNvSpPr>
          <p:nvPr>
            <p:ph type="title"/>
          </p:nvPr>
        </p:nvSpPr>
        <p:spPr/>
        <p:txBody>
          <a:bodyPr/>
          <a:lstStyle/>
          <a:p>
            <a:endParaRPr lang="en-ZA" dirty="0"/>
          </a:p>
        </p:txBody>
      </p:sp>
      <p:sp>
        <p:nvSpPr>
          <p:cNvPr id="3" name="Text Placeholder 2">
            <a:extLst>
              <a:ext uri="{FF2B5EF4-FFF2-40B4-BE49-F238E27FC236}">
                <a16:creationId xmlns:a16="http://schemas.microsoft.com/office/drawing/2014/main" id="{11DFAA48-BE2D-9E45-4EF1-F42D1EEA0299}"/>
              </a:ext>
            </a:extLst>
          </p:cNvPr>
          <p:cNvSpPr>
            <a:spLocks noGrp="1"/>
          </p:cNvSpPr>
          <p:nvPr>
            <p:ph type="body" sz="quarter" idx="10"/>
          </p:nvPr>
        </p:nvSpPr>
        <p:spPr/>
        <p:txBody>
          <a:bodyPr/>
          <a:lstStyle/>
          <a:p>
            <a:endParaRPr lang="en-ZA"/>
          </a:p>
        </p:txBody>
      </p:sp>
      <p:sp>
        <p:nvSpPr>
          <p:cNvPr id="4" name="Text Placeholder 3">
            <a:extLst>
              <a:ext uri="{FF2B5EF4-FFF2-40B4-BE49-F238E27FC236}">
                <a16:creationId xmlns:a16="http://schemas.microsoft.com/office/drawing/2014/main" id="{56A4EED6-4085-E2B0-BD4F-F8B0B326FA0D}"/>
              </a:ext>
            </a:extLst>
          </p:cNvPr>
          <p:cNvSpPr>
            <a:spLocks noGrp="1"/>
          </p:cNvSpPr>
          <p:nvPr>
            <p:ph type="body" sz="quarter" idx="11"/>
          </p:nvPr>
        </p:nvSpPr>
        <p:spPr/>
        <p:txBody>
          <a:bodyPr/>
          <a:lstStyle/>
          <a:p>
            <a:endParaRPr lang="en-ZA"/>
          </a:p>
        </p:txBody>
      </p:sp>
    </p:spTree>
    <p:extLst>
      <p:ext uri="{BB962C8B-B14F-4D97-AF65-F5344CB8AC3E}">
        <p14:creationId xmlns:p14="http://schemas.microsoft.com/office/powerpoint/2010/main" val="951802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core.s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57B43-46AA-EEE2-B61B-30A3B3A6A97A}"/>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FD0EAAA6-711E-3BCC-1395-583F61FEAF44}"/>
              </a:ext>
            </a:extLst>
          </p:cNvPr>
          <p:cNvSpPr>
            <a:spLocks noGrp="1"/>
          </p:cNvSpPr>
          <p:nvPr>
            <p:ph type="body" sz="quarter" idx="10"/>
          </p:nvPr>
        </p:nvSpPr>
        <p:spPr/>
        <p:txBody>
          <a:bodyPr/>
          <a:lstStyle/>
          <a:p>
            <a:endParaRPr lang="en-ZA"/>
          </a:p>
        </p:txBody>
      </p:sp>
    </p:spTree>
    <p:extLst>
      <p:ext uri="{BB962C8B-B14F-4D97-AF65-F5344CB8AC3E}">
        <p14:creationId xmlns:p14="http://schemas.microsoft.com/office/powerpoint/2010/main" val="2356720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core.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0C668-2EBE-DDFE-2DA9-BAB4779EDB97}"/>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55E87EBC-37B9-6549-B321-BC7BC3CA1100}"/>
              </a:ext>
            </a:extLst>
          </p:cNvPr>
          <p:cNvSpPr>
            <a:spLocks noGrp="1"/>
          </p:cNvSpPr>
          <p:nvPr>
            <p:ph type="body" sz="quarter" idx="10"/>
          </p:nvPr>
        </p:nvSpPr>
        <p:spPr/>
        <p:txBody>
          <a:bodyPr/>
          <a:lstStyle/>
          <a:p>
            <a:endParaRPr lang="en-ZA"/>
          </a:p>
        </p:txBody>
      </p:sp>
      <p:sp>
        <p:nvSpPr>
          <p:cNvPr id="4" name="Text Placeholder 3">
            <a:extLst>
              <a:ext uri="{FF2B5EF4-FFF2-40B4-BE49-F238E27FC236}">
                <a16:creationId xmlns:a16="http://schemas.microsoft.com/office/drawing/2014/main" id="{B4C7D084-CD4B-9CB7-6B45-843B7887118B}"/>
              </a:ext>
            </a:extLst>
          </p:cNvPr>
          <p:cNvSpPr>
            <a:spLocks noGrp="1"/>
          </p:cNvSpPr>
          <p:nvPr>
            <p:ph type="body" sz="quarter" idx="11"/>
          </p:nvPr>
        </p:nvSpPr>
        <p:spPr/>
        <p:txBody>
          <a:bodyPr/>
          <a:lstStyle/>
          <a:p>
            <a:endParaRPr lang="en-ZA"/>
          </a:p>
        </p:txBody>
      </p:sp>
    </p:spTree>
    <p:extLst>
      <p:ext uri="{BB962C8B-B14F-4D97-AF65-F5344CB8AC3E}">
        <p14:creationId xmlns:p14="http://schemas.microsoft.com/office/powerpoint/2010/main" val="1332299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core.s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BA15-A692-7062-E7C2-EB5EA47C972D}"/>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7366B8A5-BAE2-3251-4D34-559E2D4A8BD4}"/>
              </a:ext>
            </a:extLst>
          </p:cNvPr>
          <p:cNvSpPr>
            <a:spLocks noGrp="1"/>
          </p:cNvSpPr>
          <p:nvPr>
            <p:ph type="body" sz="quarter" idx="10"/>
          </p:nvPr>
        </p:nvSpPr>
        <p:spPr/>
        <p:txBody>
          <a:bodyPr/>
          <a:lstStyle/>
          <a:p>
            <a:endParaRPr lang="en-ZA"/>
          </a:p>
        </p:txBody>
      </p:sp>
    </p:spTree>
    <p:extLst>
      <p:ext uri="{BB962C8B-B14F-4D97-AF65-F5344CB8AC3E}">
        <p14:creationId xmlns:p14="http://schemas.microsoft.com/office/powerpoint/2010/main" val="80970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ore.s0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4F4F1-FF5C-2D96-D7D0-BD983AAA21D1}"/>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093AB153-C063-07DB-E1C8-1C7B6627A584}"/>
              </a:ext>
            </a:extLst>
          </p:cNvPr>
          <p:cNvSpPr>
            <a:spLocks noGrp="1"/>
          </p:cNvSpPr>
          <p:nvPr>
            <p:ph type="body" sz="quarter" idx="10"/>
          </p:nvPr>
        </p:nvSpPr>
        <p:spPr/>
        <p:txBody>
          <a:bodyPr/>
          <a:lstStyle/>
          <a:p>
            <a:endParaRPr lang="en-ZA"/>
          </a:p>
        </p:txBody>
      </p:sp>
      <p:sp>
        <p:nvSpPr>
          <p:cNvPr id="4" name="Text Placeholder 3">
            <a:extLst>
              <a:ext uri="{FF2B5EF4-FFF2-40B4-BE49-F238E27FC236}">
                <a16:creationId xmlns:a16="http://schemas.microsoft.com/office/drawing/2014/main" id="{E04D5731-8A5B-4B0A-ED49-19F322F18F34}"/>
              </a:ext>
            </a:extLst>
          </p:cNvPr>
          <p:cNvSpPr>
            <a:spLocks noGrp="1"/>
          </p:cNvSpPr>
          <p:nvPr>
            <p:ph type="body" sz="quarter" idx="11"/>
          </p:nvPr>
        </p:nvSpPr>
        <p:spPr/>
        <p:txBody>
          <a:bodyPr/>
          <a:lstStyle/>
          <a:p>
            <a:endParaRPr lang="en-ZA"/>
          </a:p>
        </p:txBody>
      </p:sp>
    </p:spTree>
    <p:extLst>
      <p:ext uri="{BB962C8B-B14F-4D97-AF65-F5344CB8AC3E}">
        <p14:creationId xmlns:p14="http://schemas.microsoft.com/office/powerpoint/2010/main" val="138635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core.s0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F927-422C-750E-8AC4-414F18435A02}"/>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21C548BD-33D4-810B-51BF-9BCAEBF7FB49}"/>
              </a:ext>
            </a:extLst>
          </p:cNvPr>
          <p:cNvSpPr>
            <a:spLocks noGrp="1"/>
          </p:cNvSpPr>
          <p:nvPr>
            <p:ph type="body" sz="quarter" idx="10"/>
          </p:nvPr>
        </p:nvSpPr>
        <p:spPr/>
        <p:txBody>
          <a:bodyPr/>
          <a:lstStyle/>
          <a:p>
            <a:endParaRPr lang="en-ZA"/>
          </a:p>
        </p:txBody>
      </p:sp>
    </p:spTree>
    <p:extLst>
      <p:ext uri="{BB962C8B-B14F-4D97-AF65-F5344CB8AC3E}">
        <p14:creationId xmlns:p14="http://schemas.microsoft.com/office/powerpoint/2010/main" val="4207158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core.s0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844-99CC-1C96-9804-637055E592D8}"/>
              </a:ext>
            </a:extLst>
          </p:cNvPr>
          <p:cNvSpPr>
            <a:spLocks noGrp="1"/>
          </p:cNvSpPr>
          <p:nvPr>
            <p:ph type="ctrTitle"/>
          </p:nvPr>
        </p:nvSpPr>
        <p:spPr/>
        <p:txBody>
          <a:bodyPr/>
          <a:lstStyle/>
          <a:p>
            <a:r>
              <a:rPr lang="en-US" dirty="0"/>
              <a:t>HOW TO USE THIS PACK</a:t>
            </a:r>
            <a:endParaRPr lang="en-ZA" dirty="0"/>
          </a:p>
        </p:txBody>
      </p:sp>
      <p:sp>
        <p:nvSpPr>
          <p:cNvPr id="3" name="Text Placeholder 2">
            <a:extLst>
              <a:ext uri="{FF2B5EF4-FFF2-40B4-BE49-F238E27FC236}">
                <a16:creationId xmlns:a16="http://schemas.microsoft.com/office/drawing/2014/main" id="{31889089-11A3-71FF-83B9-8D893A2E3C0D}"/>
              </a:ext>
            </a:extLst>
          </p:cNvPr>
          <p:cNvSpPr>
            <a:spLocks noGrp="1"/>
          </p:cNvSpPr>
          <p:nvPr>
            <p:ph type="body" sz="quarter" idx="38"/>
          </p:nvPr>
        </p:nvSpPr>
        <p:spPr/>
        <p:txBody>
          <a:bodyPr/>
          <a:lstStyle/>
          <a:p>
            <a:r>
              <a:rPr lang="en-US" b="1" dirty="0"/>
              <a:t>ONLY</a:t>
            </a:r>
            <a:r>
              <a:rPr lang="en-US" dirty="0"/>
              <a:t> Headings, Sub-headings and intro text are to be in Montserrat Font</a:t>
            </a:r>
          </a:p>
          <a:p>
            <a:r>
              <a:rPr lang="en-US" dirty="0"/>
              <a:t>All </a:t>
            </a:r>
            <a:r>
              <a:rPr lang="en-US" b="1" dirty="0"/>
              <a:t>body copy </a:t>
            </a:r>
            <a:r>
              <a:rPr lang="en-US" dirty="0"/>
              <a:t>should be </a:t>
            </a:r>
            <a:r>
              <a:rPr lang="en-US" b="1" dirty="0"/>
              <a:t>Calibri</a:t>
            </a:r>
            <a:r>
              <a:rPr lang="en-US" dirty="0"/>
              <a:t> Font</a:t>
            </a:r>
            <a:endParaRPr lang="en-ZA" dirty="0"/>
          </a:p>
        </p:txBody>
      </p:sp>
    </p:spTree>
    <p:extLst>
      <p:ext uri="{BB962C8B-B14F-4D97-AF65-F5344CB8AC3E}">
        <p14:creationId xmlns:p14="http://schemas.microsoft.com/office/powerpoint/2010/main" val="3206402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core.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2030BC4-D70B-B721-F04B-7A8904B6564C}"/>
              </a:ext>
            </a:extLst>
          </p:cNvPr>
          <p:cNvSpPr>
            <a:spLocks noGrp="1"/>
          </p:cNvSpPr>
          <p:nvPr>
            <p:ph type="body" sz="quarter" idx="40"/>
          </p:nvPr>
        </p:nvSpPr>
        <p:spPr/>
        <p:txBody>
          <a:bodyPr/>
          <a:lstStyle/>
          <a:p>
            <a:endParaRPr lang="en-ZA"/>
          </a:p>
        </p:txBody>
      </p:sp>
      <p:sp>
        <p:nvSpPr>
          <p:cNvPr id="3" name="Title 2">
            <a:extLst>
              <a:ext uri="{FF2B5EF4-FFF2-40B4-BE49-F238E27FC236}">
                <a16:creationId xmlns:a16="http://schemas.microsoft.com/office/drawing/2014/main" id="{052DAAD0-A30E-137A-D391-7F0FE8E1115C}"/>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06C15FD9-E1A7-0CDD-AC8C-AC5112916CB7}"/>
              </a:ext>
            </a:extLst>
          </p:cNvPr>
          <p:cNvSpPr>
            <a:spLocks noGrp="1"/>
          </p:cNvSpPr>
          <p:nvPr>
            <p:ph type="body" sz="quarter" idx="39"/>
          </p:nvPr>
        </p:nvSpPr>
        <p:spPr/>
        <p:txBody>
          <a:bodyPr/>
          <a:lstStyle/>
          <a:p>
            <a:endParaRPr lang="en-ZA"/>
          </a:p>
        </p:txBody>
      </p:sp>
    </p:spTree>
    <p:extLst>
      <p:ext uri="{BB962C8B-B14F-4D97-AF65-F5344CB8AC3E}">
        <p14:creationId xmlns:p14="http://schemas.microsoft.com/office/powerpoint/2010/main" val="54514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ore.s09">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661415-0365-84FE-A2A4-CAA6F7C28454}"/>
              </a:ext>
            </a:extLst>
          </p:cNvPr>
          <p:cNvSpPr>
            <a:spLocks noGrp="1"/>
          </p:cNvSpPr>
          <p:nvPr>
            <p:ph type="body" sz="quarter" idx="39"/>
          </p:nvPr>
        </p:nvSpPr>
        <p:spPr/>
        <p:txBody>
          <a:bodyPr/>
          <a:lstStyle/>
          <a:p>
            <a:endParaRPr lang="en-ZA"/>
          </a:p>
        </p:txBody>
      </p:sp>
      <p:sp>
        <p:nvSpPr>
          <p:cNvPr id="3" name="Title 2">
            <a:extLst>
              <a:ext uri="{FF2B5EF4-FFF2-40B4-BE49-F238E27FC236}">
                <a16:creationId xmlns:a16="http://schemas.microsoft.com/office/drawing/2014/main" id="{9945CC8A-727F-356D-09F2-C6473776F051}"/>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43988558-876A-EF97-9D54-36041E580D88}"/>
              </a:ext>
            </a:extLst>
          </p:cNvPr>
          <p:cNvSpPr>
            <a:spLocks noGrp="1"/>
          </p:cNvSpPr>
          <p:nvPr>
            <p:ph type="body" sz="quarter" idx="40"/>
          </p:nvPr>
        </p:nvSpPr>
        <p:spPr/>
        <p:txBody>
          <a:bodyPr/>
          <a:lstStyle/>
          <a:p>
            <a:endParaRPr lang="en-ZA" dirty="0"/>
          </a:p>
        </p:txBody>
      </p:sp>
    </p:spTree>
    <p:extLst>
      <p:ext uri="{BB962C8B-B14F-4D97-AF65-F5344CB8AC3E}">
        <p14:creationId xmlns:p14="http://schemas.microsoft.com/office/powerpoint/2010/main" val="3678856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core.s10">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3D44E2-8403-2185-F8A6-8E434D62F45A}"/>
              </a:ext>
            </a:extLst>
          </p:cNvPr>
          <p:cNvSpPr>
            <a:spLocks noGrp="1"/>
          </p:cNvSpPr>
          <p:nvPr>
            <p:ph type="body" sz="quarter" idx="39"/>
          </p:nvPr>
        </p:nvSpPr>
        <p:spPr/>
        <p:txBody>
          <a:bodyPr/>
          <a:lstStyle/>
          <a:p>
            <a:endParaRPr lang="en-ZA"/>
          </a:p>
        </p:txBody>
      </p:sp>
      <p:sp>
        <p:nvSpPr>
          <p:cNvPr id="3" name="Title 2">
            <a:extLst>
              <a:ext uri="{FF2B5EF4-FFF2-40B4-BE49-F238E27FC236}">
                <a16:creationId xmlns:a16="http://schemas.microsoft.com/office/drawing/2014/main" id="{10E6576A-384B-8CBF-2892-2084354A0ECB}"/>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5566CF52-B087-F434-7EE7-D7975F1F6200}"/>
              </a:ext>
            </a:extLst>
          </p:cNvPr>
          <p:cNvSpPr>
            <a:spLocks noGrp="1"/>
          </p:cNvSpPr>
          <p:nvPr>
            <p:ph type="body" sz="quarter" idx="40"/>
          </p:nvPr>
        </p:nvSpPr>
        <p:spPr/>
        <p:txBody>
          <a:bodyPr/>
          <a:lstStyle/>
          <a:p>
            <a:endParaRPr lang="en-ZA"/>
          </a:p>
        </p:txBody>
      </p:sp>
    </p:spTree>
    <p:extLst>
      <p:ext uri="{BB962C8B-B14F-4D97-AF65-F5344CB8AC3E}">
        <p14:creationId xmlns:p14="http://schemas.microsoft.com/office/powerpoint/2010/main" val="2503896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core.s11">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0C8A2D-84F0-16D0-009D-03B7F1E4B0DA}"/>
              </a:ext>
            </a:extLst>
          </p:cNvPr>
          <p:cNvSpPr>
            <a:spLocks noGrp="1"/>
          </p:cNvSpPr>
          <p:nvPr>
            <p:ph type="body" sz="quarter" idx="39"/>
          </p:nvPr>
        </p:nvSpPr>
        <p:spPr/>
        <p:txBody>
          <a:bodyPr/>
          <a:lstStyle/>
          <a:p>
            <a:endParaRPr lang="en-ZA"/>
          </a:p>
        </p:txBody>
      </p:sp>
      <p:sp>
        <p:nvSpPr>
          <p:cNvPr id="3" name="Title 2">
            <a:extLst>
              <a:ext uri="{FF2B5EF4-FFF2-40B4-BE49-F238E27FC236}">
                <a16:creationId xmlns:a16="http://schemas.microsoft.com/office/drawing/2014/main" id="{6DC3CAE3-C812-842D-D733-6E1BA7137E1C}"/>
              </a:ext>
            </a:extLst>
          </p:cNvPr>
          <p:cNvSpPr>
            <a:spLocks noGrp="1"/>
          </p:cNvSpPr>
          <p:nvPr>
            <p:ph type="ctrTitle"/>
          </p:nvPr>
        </p:nvSpPr>
        <p:spPr/>
        <p:txBody>
          <a:bodyPr/>
          <a:lstStyle/>
          <a:p>
            <a:endParaRPr lang="en-ZA"/>
          </a:p>
        </p:txBody>
      </p:sp>
    </p:spTree>
    <p:extLst>
      <p:ext uri="{BB962C8B-B14F-4D97-AF65-F5344CB8AC3E}">
        <p14:creationId xmlns:p14="http://schemas.microsoft.com/office/powerpoint/2010/main" val="773378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core.s1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B008F0-B142-6FFE-874F-BE2BE9DE5909}"/>
              </a:ext>
            </a:extLst>
          </p:cNvPr>
          <p:cNvSpPr>
            <a:spLocks noGrp="1"/>
          </p:cNvSpPr>
          <p:nvPr>
            <p:ph type="body" sz="quarter" idx="39"/>
          </p:nvPr>
        </p:nvSpPr>
        <p:spPr/>
        <p:txBody>
          <a:bodyPr/>
          <a:lstStyle/>
          <a:p>
            <a:endParaRPr lang="en-ZA"/>
          </a:p>
        </p:txBody>
      </p:sp>
      <p:sp>
        <p:nvSpPr>
          <p:cNvPr id="3" name="Title 2">
            <a:extLst>
              <a:ext uri="{FF2B5EF4-FFF2-40B4-BE49-F238E27FC236}">
                <a16:creationId xmlns:a16="http://schemas.microsoft.com/office/drawing/2014/main" id="{6F0A1440-B4B2-F8B2-8252-A1A76F24D4D2}"/>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7C4E64B0-B793-0A9C-E066-A8AF574BD9BE}"/>
              </a:ext>
            </a:extLst>
          </p:cNvPr>
          <p:cNvSpPr>
            <a:spLocks noGrp="1"/>
          </p:cNvSpPr>
          <p:nvPr>
            <p:ph type="body" sz="quarter" idx="41"/>
          </p:nvPr>
        </p:nvSpPr>
        <p:spPr/>
        <p:txBody>
          <a:bodyPr/>
          <a:lstStyle/>
          <a:p>
            <a:endParaRPr lang="en-ZA"/>
          </a:p>
        </p:txBody>
      </p:sp>
    </p:spTree>
    <p:extLst>
      <p:ext uri="{BB962C8B-B14F-4D97-AF65-F5344CB8AC3E}">
        <p14:creationId xmlns:p14="http://schemas.microsoft.com/office/powerpoint/2010/main" val="2481491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core.s1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3CD59A-8552-5656-116D-A00B849C0A26}"/>
              </a:ext>
            </a:extLst>
          </p:cNvPr>
          <p:cNvSpPr>
            <a:spLocks noGrp="1"/>
          </p:cNvSpPr>
          <p:nvPr>
            <p:ph type="body" sz="quarter" idx="41"/>
          </p:nvPr>
        </p:nvSpPr>
        <p:spPr/>
        <p:txBody>
          <a:bodyPr/>
          <a:lstStyle/>
          <a:p>
            <a:endParaRPr lang="en-ZA"/>
          </a:p>
        </p:txBody>
      </p:sp>
      <p:sp>
        <p:nvSpPr>
          <p:cNvPr id="3" name="Text Placeholder 2">
            <a:extLst>
              <a:ext uri="{FF2B5EF4-FFF2-40B4-BE49-F238E27FC236}">
                <a16:creationId xmlns:a16="http://schemas.microsoft.com/office/drawing/2014/main" id="{85D6BCED-D8EC-FE89-C88A-8EF00B578CF6}"/>
              </a:ext>
            </a:extLst>
          </p:cNvPr>
          <p:cNvSpPr>
            <a:spLocks noGrp="1"/>
          </p:cNvSpPr>
          <p:nvPr>
            <p:ph type="body" sz="quarter" idx="39"/>
          </p:nvPr>
        </p:nvSpPr>
        <p:spPr/>
        <p:txBody>
          <a:bodyPr/>
          <a:lstStyle/>
          <a:p>
            <a:endParaRPr lang="en-ZA"/>
          </a:p>
        </p:txBody>
      </p:sp>
      <p:sp>
        <p:nvSpPr>
          <p:cNvPr id="4" name="Title 3">
            <a:extLst>
              <a:ext uri="{FF2B5EF4-FFF2-40B4-BE49-F238E27FC236}">
                <a16:creationId xmlns:a16="http://schemas.microsoft.com/office/drawing/2014/main" id="{6E94E385-B213-7942-F1C9-0912B49C1555}"/>
              </a:ext>
            </a:extLst>
          </p:cNvPr>
          <p:cNvSpPr>
            <a:spLocks noGrp="1"/>
          </p:cNvSpPr>
          <p:nvPr>
            <p:ph type="ctrTitle"/>
          </p:nvPr>
        </p:nvSpPr>
        <p:spPr/>
        <p:txBody>
          <a:bodyPr/>
          <a:lstStyle/>
          <a:p>
            <a:endParaRPr lang="en-ZA"/>
          </a:p>
        </p:txBody>
      </p:sp>
    </p:spTree>
    <p:extLst>
      <p:ext uri="{BB962C8B-B14F-4D97-AF65-F5344CB8AC3E}">
        <p14:creationId xmlns:p14="http://schemas.microsoft.com/office/powerpoint/2010/main" val="337009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core.s1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AAFF23-4BCD-9F6D-E2EC-7C3E064E5DCF}"/>
              </a:ext>
            </a:extLst>
          </p:cNvPr>
          <p:cNvSpPr>
            <a:spLocks noGrp="1"/>
          </p:cNvSpPr>
          <p:nvPr>
            <p:ph type="body" sz="quarter" idx="44"/>
          </p:nvPr>
        </p:nvSpPr>
        <p:spPr/>
        <p:txBody>
          <a:bodyPr/>
          <a:lstStyle/>
          <a:p>
            <a:endParaRPr lang="en-ZA"/>
          </a:p>
        </p:txBody>
      </p:sp>
      <p:sp>
        <p:nvSpPr>
          <p:cNvPr id="3" name="Text Placeholder 2">
            <a:extLst>
              <a:ext uri="{FF2B5EF4-FFF2-40B4-BE49-F238E27FC236}">
                <a16:creationId xmlns:a16="http://schemas.microsoft.com/office/drawing/2014/main" id="{B0711D61-8BC7-0EF3-FFF3-A7813C7DD86E}"/>
              </a:ext>
            </a:extLst>
          </p:cNvPr>
          <p:cNvSpPr>
            <a:spLocks noGrp="1"/>
          </p:cNvSpPr>
          <p:nvPr>
            <p:ph type="body" sz="quarter" idx="45"/>
          </p:nvPr>
        </p:nvSpPr>
        <p:spPr/>
        <p:txBody>
          <a:bodyPr/>
          <a:lstStyle/>
          <a:p>
            <a:endParaRPr lang="en-ZA"/>
          </a:p>
        </p:txBody>
      </p:sp>
    </p:spTree>
    <p:extLst>
      <p:ext uri="{BB962C8B-B14F-4D97-AF65-F5344CB8AC3E}">
        <p14:creationId xmlns:p14="http://schemas.microsoft.com/office/powerpoint/2010/main" val="3808100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01.s0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4CAA262-30BE-3141-E7AC-E22039C8100C}"/>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E7B90083-3EC9-5A84-B9A5-ECB13FB59DAB}"/>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724566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01.s0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7A1E3E-7E24-2594-3A3C-6582A828ACE0}"/>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242E2EF0-A2E6-D4B7-9E30-6FAAF9677F0F}"/>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35092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p01.s0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4C97CC-8F38-73DC-BEBF-2754A1EDD0A4}"/>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8242D29E-8A30-490F-CCFD-725EC004BA9E}"/>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1246246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p01.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F42628-A732-F9E8-A8D2-6B4A4C7BAC7F}"/>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22296B15-D10C-6735-CE77-31B8FC68D0FC}"/>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524695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p01.s06">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94C743-9810-80C3-4A6D-7D0C4F0BCA04}"/>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D3E32AC7-2E99-DA8E-5B24-76775B8C6F58}"/>
              </a:ext>
            </a:extLst>
          </p:cNvPr>
          <p:cNvSpPr>
            <a:spLocks noGrp="1"/>
          </p:cNvSpPr>
          <p:nvPr>
            <p:ph type="body" sz="quarter" idx="11"/>
          </p:nvPr>
        </p:nvSpPr>
        <p:spPr/>
        <p:txBody>
          <a:bodyPr/>
          <a:lstStyle/>
          <a:p>
            <a:endParaRPr lang="en-ZA"/>
          </a:p>
        </p:txBody>
      </p:sp>
      <p:sp>
        <p:nvSpPr>
          <p:cNvPr id="4" name="Title 3">
            <a:extLst>
              <a:ext uri="{FF2B5EF4-FFF2-40B4-BE49-F238E27FC236}">
                <a16:creationId xmlns:a16="http://schemas.microsoft.com/office/drawing/2014/main" id="{132CD2EB-9B1D-29EE-91D1-6887B3AAABF6}"/>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4270942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p01.s0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B4BCF-7A53-2064-B755-9F0EFDFCA15D}"/>
              </a:ext>
            </a:extLst>
          </p:cNvPr>
          <p:cNvSpPr txBox="1">
            <a:spLocks/>
          </p:cNvSpPr>
          <p:nvPr userDrawn="1"/>
        </p:nvSpPr>
        <p:spPr>
          <a:xfrm>
            <a:off x="9124950" y="1411762"/>
            <a:ext cx="2562225" cy="193899"/>
          </a:xfrm>
          <a:prstGeom prst="rect">
            <a:avLst/>
          </a:prstGeom>
        </p:spPr>
        <p:txBody>
          <a:bodyPr wrap="square" lIns="0" tIns="0" rIns="0" bIns="0" anchor="t" anchorCtr="0">
            <a:spAutoFit/>
          </a:bodyPr>
          <a:lstStyle>
            <a:lvl1pPr algn="l" defTabSz="914400" rtl="0" eaLnBrk="1" latinLnBrk="0" hangingPunct="1">
              <a:lnSpc>
                <a:spcPct val="90000"/>
              </a:lnSpc>
              <a:spcBef>
                <a:spcPct val="0"/>
              </a:spcBef>
              <a:buNone/>
              <a:defRPr sz="4000" kern="1200" spc="40" baseline="0">
                <a:solidFill>
                  <a:schemeClr val="bg1"/>
                </a:solidFill>
                <a:latin typeface="+mj-lt"/>
                <a:ea typeface="+mj-ea"/>
                <a:cs typeface="+mj-cs"/>
              </a:defRPr>
            </a:lvl1pPr>
          </a:lstStyle>
          <a:p>
            <a:pPr algn="r"/>
            <a:r>
              <a:rPr lang="en-ZA" sz="1400" b="1" spc="60" baseline="0" dirty="0"/>
              <a:t>RFP RESPONSE</a:t>
            </a:r>
          </a:p>
        </p:txBody>
      </p:sp>
      <p:sp>
        <p:nvSpPr>
          <p:cNvPr id="13" name="Text Placeholder 1">
            <a:extLst>
              <a:ext uri="{FF2B5EF4-FFF2-40B4-BE49-F238E27FC236}">
                <a16:creationId xmlns:a16="http://schemas.microsoft.com/office/drawing/2014/main" id="{EFB31A53-98C2-2D5C-20B6-B705887CDFC1}"/>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D4C65788-9594-DDB0-5A04-71DD48F6F3CA}"/>
              </a:ext>
            </a:extLst>
          </p:cNvPr>
          <p:cNvSpPr>
            <a:spLocks noGrp="1"/>
          </p:cNvSpPr>
          <p:nvPr>
            <p:ph type="title"/>
          </p:nvPr>
        </p:nvSpPr>
        <p:spPr/>
        <p:txBody>
          <a:bodyPr/>
          <a:lstStyle/>
          <a:p>
            <a:endParaRPr lang="en-ZA"/>
          </a:p>
        </p:txBody>
      </p:sp>
      <p:sp>
        <p:nvSpPr>
          <p:cNvPr id="4" name="Text Placeholder 3">
            <a:extLst>
              <a:ext uri="{FF2B5EF4-FFF2-40B4-BE49-F238E27FC236}">
                <a16:creationId xmlns:a16="http://schemas.microsoft.com/office/drawing/2014/main" id="{05AB0EF1-3D1E-6F8E-A9C7-D5DC340314DC}"/>
              </a:ext>
            </a:extLst>
          </p:cNvPr>
          <p:cNvSpPr>
            <a:spLocks noGrp="1"/>
          </p:cNvSpPr>
          <p:nvPr>
            <p:ph type="body" sz="quarter" idx="12"/>
          </p:nvPr>
        </p:nvSpPr>
        <p:spPr/>
        <p:txBody>
          <a:bodyPr/>
          <a:lstStyle/>
          <a:p>
            <a:endParaRPr lang="en-ZA"/>
          </a:p>
        </p:txBody>
      </p:sp>
      <p:sp>
        <p:nvSpPr>
          <p:cNvPr id="5" name="Text Placeholder 4">
            <a:extLst>
              <a:ext uri="{FF2B5EF4-FFF2-40B4-BE49-F238E27FC236}">
                <a16:creationId xmlns:a16="http://schemas.microsoft.com/office/drawing/2014/main" id="{C89B3EA8-4A25-E2C6-6141-F7020A340FFF}"/>
              </a:ext>
            </a:extLst>
          </p:cNvPr>
          <p:cNvSpPr>
            <a:spLocks noGrp="1"/>
          </p:cNvSpPr>
          <p:nvPr>
            <p:ph type="body" sz="quarter" idx="13"/>
          </p:nvPr>
        </p:nvSpPr>
        <p:spPr/>
        <p:txBody>
          <a:bodyPr/>
          <a:lstStyle/>
          <a:p>
            <a:endParaRPr lang="en-ZA"/>
          </a:p>
        </p:txBody>
      </p:sp>
      <p:pic>
        <p:nvPicPr>
          <p:cNvPr id="12" name="Graphic 11">
            <a:extLst>
              <a:ext uri="{FF2B5EF4-FFF2-40B4-BE49-F238E27FC236}">
                <a16:creationId xmlns:a16="http://schemas.microsoft.com/office/drawing/2014/main" id="{FAD4E2A0-F489-CEE5-FB5A-40CAF39F28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7947" y="4981042"/>
            <a:ext cx="1128304" cy="513631"/>
          </a:xfrm>
          <a:prstGeom prst="rect">
            <a:avLst/>
          </a:prstGeom>
        </p:spPr>
      </p:pic>
    </p:spTree>
    <p:extLst>
      <p:ext uri="{BB962C8B-B14F-4D97-AF65-F5344CB8AC3E}">
        <p14:creationId xmlns:p14="http://schemas.microsoft.com/office/powerpoint/2010/main" val="891626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p01.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F9193D4-0A46-B8C2-A4B9-BCC7C800EC3D}"/>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AEC6025E-F2A1-6A01-6F6F-25BA312A5ACA}"/>
              </a:ext>
            </a:extLst>
          </p:cNvPr>
          <p:cNvSpPr>
            <a:spLocks noGrp="1"/>
          </p:cNvSpPr>
          <p:nvPr>
            <p:ph type="body" sz="quarter" idx="11"/>
          </p:nvPr>
        </p:nvSpPr>
        <p:spPr/>
        <p:txBody>
          <a:bodyPr/>
          <a:lstStyle/>
          <a:p>
            <a:endParaRPr lang="en-ZA"/>
          </a:p>
        </p:txBody>
      </p:sp>
      <p:sp>
        <p:nvSpPr>
          <p:cNvPr id="4" name="Title 3">
            <a:extLst>
              <a:ext uri="{FF2B5EF4-FFF2-40B4-BE49-F238E27FC236}">
                <a16:creationId xmlns:a16="http://schemas.microsoft.com/office/drawing/2014/main" id="{58495C7E-A336-3206-59A0-7492804C17CA}"/>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559363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01.s09">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1F9BF1C-397E-8642-C07E-AFD4B43A92A8}"/>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FC19A965-8DDF-6A1D-5EB2-94ECEBB963D4}"/>
              </a:ext>
            </a:extLst>
          </p:cNvPr>
          <p:cNvSpPr>
            <a:spLocks noGrp="1"/>
          </p:cNvSpPr>
          <p:nvPr>
            <p:ph type="body" sz="quarter" idx="11"/>
          </p:nvPr>
        </p:nvSpPr>
        <p:spPr/>
        <p:txBody>
          <a:bodyPr/>
          <a:lstStyle/>
          <a:p>
            <a:endParaRPr lang="en-ZA"/>
          </a:p>
        </p:txBody>
      </p:sp>
      <p:sp>
        <p:nvSpPr>
          <p:cNvPr id="4" name="Title 3">
            <a:extLst>
              <a:ext uri="{FF2B5EF4-FFF2-40B4-BE49-F238E27FC236}">
                <a16:creationId xmlns:a16="http://schemas.microsoft.com/office/drawing/2014/main" id="{C85EA266-260C-1288-C374-74290BCEBE45}"/>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3143534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01.s10">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BC0C6F-C475-0B46-7DFA-D6C8586483B7}"/>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B18F854A-2529-D4D9-9925-3CBB55649FED}"/>
              </a:ext>
            </a:extLst>
          </p:cNvPr>
          <p:cNvSpPr>
            <a:spLocks noGrp="1"/>
          </p:cNvSpPr>
          <p:nvPr>
            <p:ph type="body" sz="quarter" idx="11"/>
          </p:nvPr>
        </p:nvSpPr>
        <p:spPr/>
        <p:txBody>
          <a:bodyPr/>
          <a:lstStyle/>
          <a:p>
            <a:endParaRPr lang="en-ZA"/>
          </a:p>
        </p:txBody>
      </p:sp>
      <p:sp>
        <p:nvSpPr>
          <p:cNvPr id="4" name="Title 3">
            <a:extLst>
              <a:ext uri="{FF2B5EF4-FFF2-40B4-BE49-F238E27FC236}">
                <a16:creationId xmlns:a16="http://schemas.microsoft.com/office/drawing/2014/main" id="{9B39F7CC-7318-B000-B0F3-E3C1E176FA14}"/>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2783298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p01.s11">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63DE1D-611C-31CF-B2F2-F257330330DD}"/>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A9B93653-4900-BBEF-167D-BD93F3DAF15F}"/>
              </a:ext>
            </a:extLst>
          </p:cNvPr>
          <p:cNvSpPr>
            <a:spLocks noGrp="1"/>
          </p:cNvSpPr>
          <p:nvPr>
            <p:ph type="body" sz="quarter" idx="11"/>
          </p:nvPr>
        </p:nvSpPr>
        <p:spPr/>
        <p:txBody>
          <a:bodyPr/>
          <a:lstStyle/>
          <a:p>
            <a:endParaRPr lang="en-ZA"/>
          </a:p>
        </p:txBody>
      </p:sp>
      <p:sp>
        <p:nvSpPr>
          <p:cNvPr id="4" name="Title 3">
            <a:extLst>
              <a:ext uri="{FF2B5EF4-FFF2-40B4-BE49-F238E27FC236}">
                <a16:creationId xmlns:a16="http://schemas.microsoft.com/office/drawing/2014/main" id="{0C2E52F5-58EF-644D-0D79-CD4E12BB9E4B}"/>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111320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p01.s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B756E-9BD3-1F95-551C-2547955FEB31}"/>
              </a:ext>
            </a:extLst>
          </p:cNvPr>
          <p:cNvSpPr>
            <a:spLocks noGrp="1"/>
          </p:cNvSpPr>
          <p:nvPr>
            <p:ph type="title"/>
          </p:nvPr>
        </p:nvSpPr>
        <p:spPr/>
        <p:txBody>
          <a:bodyPr/>
          <a:lstStyle/>
          <a:p>
            <a:endParaRPr lang="en-ZA"/>
          </a:p>
        </p:txBody>
      </p:sp>
      <p:sp>
        <p:nvSpPr>
          <p:cNvPr id="3" name="Text Placeholder 2">
            <a:extLst>
              <a:ext uri="{FF2B5EF4-FFF2-40B4-BE49-F238E27FC236}">
                <a16:creationId xmlns:a16="http://schemas.microsoft.com/office/drawing/2014/main" id="{7BB6F2C6-2569-9EDF-3564-9CFDD624D1C7}"/>
              </a:ext>
            </a:extLst>
          </p:cNvPr>
          <p:cNvSpPr>
            <a:spLocks noGrp="1"/>
          </p:cNvSpPr>
          <p:nvPr>
            <p:ph type="body" sz="quarter" idx="11"/>
          </p:nvPr>
        </p:nvSpPr>
        <p:spPr/>
        <p:txBody>
          <a:bodyPr/>
          <a:lstStyle/>
          <a:p>
            <a:endParaRPr lang="en-ZA"/>
          </a:p>
        </p:txBody>
      </p:sp>
    </p:spTree>
    <p:extLst>
      <p:ext uri="{BB962C8B-B14F-4D97-AF65-F5344CB8AC3E}">
        <p14:creationId xmlns:p14="http://schemas.microsoft.com/office/powerpoint/2010/main" val="388667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p01.s1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2301B4-73C4-6582-E9E4-B858150BAEFB}"/>
              </a:ext>
            </a:extLst>
          </p:cNvPr>
          <p:cNvSpPr>
            <a:spLocks noGrp="1"/>
          </p:cNvSpPr>
          <p:nvPr>
            <p:ph type="body" sz="quarter" idx="10"/>
          </p:nvPr>
        </p:nvSpPr>
        <p:spPr/>
        <p:txBody>
          <a:bodyPr/>
          <a:lstStyle/>
          <a:p>
            <a:endParaRPr lang="en-ZA"/>
          </a:p>
        </p:txBody>
      </p:sp>
      <p:sp>
        <p:nvSpPr>
          <p:cNvPr id="3" name="Text Placeholder 2">
            <a:extLst>
              <a:ext uri="{FF2B5EF4-FFF2-40B4-BE49-F238E27FC236}">
                <a16:creationId xmlns:a16="http://schemas.microsoft.com/office/drawing/2014/main" id="{D44FE7D7-D539-FCB7-9EC9-10C94802481B}"/>
              </a:ext>
            </a:extLst>
          </p:cNvPr>
          <p:cNvSpPr>
            <a:spLocks noGrp="1"/>
          </p:cNvSpPr>
          <p:nvPr>
            <p:ph type="body" sz="quarter" idx="12"/>
          </p:nvPr>
        </p:nvSpPr>
        <p:spPr/>
        <p:txBody>
          <a:bodyPr/>
          <a:lstStyle/>
          <a:p>
            <a:endParaRPr lang="en-ZA"/>
          </a:p>
        </p:txBody>
      </p:sp>
      <p:sp>
        <p:nvSpPr>
          <p:cNvPr id="4" name="Title 3">
            <a:extLst>
              <a:ext uri="{FF2B5EF4-FFF2-40B4-BE49-F238E27FC236}">
                <a16:creationId xmlns:a16="http://schemas.microsoft.com/office/drawing/2014/main" id="{5B113C50-190E-2BB3-358A-876EB31EEC34}"/>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2545980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p01.s1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73901F-2002-C0C2-7463-C6253F72B890}"/>
              </a:ext>
            </a:extLst>
          </p:cNvPr>
          <p:cNvSpPr>
            <a:spLocks noGrp="1"/>
          </p:cNvSpPr>
          <p:nvPr>
            <p:ph type="body" sz="quarter" idx="11"/>
          </p:nvPr>
        </p:nvSpPr>
        <p:spPr/>
        <p:txBody>
          <a:bodyPr/>
          <a:lstStyle/>
          <a:p>
            <a:endParaRPr lang="en-ZA"/>
          </a:p>
        </p:txBody>
      </p:sp>
      <p:sp>
        <p:nvSpPr>
          <p:cNvPr id="3" name="Title 2">
            <a:extLst>
              <a:ext uri="{FF2B5EF4-FFF2-40B4-BE49-F238E27FC236}">
                <a16:creationId xmlns:a16="http://schemas.microsoft.com/office/drawing/2014/main" id="{87114890-75A0-A9F0-9EFB-F8A28EA0B563}"/>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1045608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p01.s1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8B91EF-45D9-51D0-CE77-26377DB84A3D}"/>
              </a:ext>
            </a:extLst>
          </p:cNvPr>
          <p:cNvSpPr>
            <a:spLocks noGrp="1"/>
          </p:cNvSpPr>
          <p:nvPr>
            <p:ph type="body" sz="quarter" idx="11"/>
          </p:nvPr>
        </p:nvSpPr>
        <p:spPr/>
        <p:txBody>
          <a:bodyPr/>
          <a:lstStyle/>
          <a:p>
            <a:endParaRPr lang="en-ZA"/>
          </a:p>
        </p:txBody>
      </p:sp>
      <p:sp>
        <p:nvSpPr>
          <p:cNvPr id="3" name="Title 2">
            <a:extLst>
              <a:ext uri="{FF2B5EF4-FFF2-40B4-BE49-F238E27FC236}">
                <a16:creationId xmlns:a16="http://schemas.microsoft.com/office/drawing/2014/main" id="{1085329F-6AFA-EC38-BEFE-A2614648DDB8}"/>
              </a:ext>
            </a:extLst>
          </p:cNvPr>
          <p:cNvSpPr>
            <a:spLocks noGrp="1"/>
          </p:cNvSpPr>
          <p:nvPr>
            <p:ph type="title"/>
          </p:nvPr>
        </p:nvSpPr>
        <p:spPr/>
        <p:txBody>
          <a:bodyPr/>
          <a:lstStyle/>
          <a:p>
            <a:endParaRPr lang="en-ZA" dirty="0"/>
          </a:p>
        </p:txBody>
      </p:sp>
    </p:spTree>
    <p:extLst>
      <p:ext uri="{BB962C8B-B14F-4D97-AF65-F5344CB8AC3E}">
        <p14:creationId xmlns:p14="http://schemas.microsoft.com/office/powerpoint/2010/main" val="2053938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p02.s0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5F1F99-F11B-1721-E0CD-B9BB0589F3DE}"/>
              </a:ext>
            </a:extLst>
          </p:cNvPr>
          <p:cNvSpPr>
            <a:spLocks noGrp="1"/>
          </p:cNvSpPr>
          <p:nvPr>
            <p:ph type="body" sz="quarter" idx="10"/>
          </p:nvPr>
        </p:nvSpPr>
        <p:spPr/>
        <p:txBody>
          <a:bodyPr/>
          <a:lstStyle/>
          <a:p>
            <a:endParaRPr lang="en-ZA"/>
          </a:p>
        </p:txBody>
      </p:sp>
      <p:sp>
        <p:nvSpPr>
          <p:cNvPr id="3" name="Title 2">
            <a:extLst>
              <a:ext uri="{FF2B5EF4-FFF2-40B4-BE49-F238E27FC236}">
                <a16:creationId xmlns:a16="http://schemas.microsoft.com/office/drawing/2014/main" id="{629FF44D-AE39-E958-8CA4-1A3950C4832C}"/>
              </a:ext>
            </a:extLst>
          </p:cNvPr>
          <p:cNvSpPr>
            <a:spLocks noGrp="1"/>
          </p:cNvSpPr>
          <p:nvPr>
            <p:ph type="title"/>
          </p:nvPr>
        </p:nvSpPr>
        <p:spPr/>
        <p:txBody>
          <a:bodyPr/>
          <a:lstStyle/>
          <a:p>
            <a:endParaRPr lang="en-ZA"/>
          </a:p>
        </p:txBody>
      </p:sp>
    </p:spTree>
    <p:extLst>
      <p:ext uri="{BB962C8B-B14F-4D97-AF65-F5344CB8AC3E}">
        <p14:creationId xmlns:p14="http://schemas.microsoft.com/office/powerpoint/2010/main" val="817105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p03.s0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6D12F0E-9838-FD76-A947-75249C0F02F6}"/>
              </a:ext>
            </a:extLst>
          </p:cNvPr>
          <p:cNvSpPr>
            <a:spLocks noGrp="1"/>
          </p:cNvSpPr>
          <p:nvPr>
            <p:ph type="body" sz="quarter" idx="42"/>
          </p:nvPr>
        </p:nvSpPr>
        <p:spPr/>
        <p:txBody>
          <a:bodyPr/>
          <a:lstStyle/>
          <a:p>
            <a:endParaRPr lang="en-ZA"/>
          </a:p>
        </p:txBody>
      </p:sp>
      <p:sp>
        <p:nvSpPr>
          <p:cNvPr id="3" name="Title 2">
            <a:extLst>
              <a:ext uri="{FF2B5EF4-FFF2-40B4-BE49-F238E27FC236}">
                <a16:creationId xmlns:a16="http://schemas.microsoft.com/office/drawing/2014/main" id="{C9C91761-4A16-2ECC-1838-B2EA2E6BF6F9}"/>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884B233D-7547-C1E8-2767-287ED2E528D4}"/>
              </a:ext>
            </a:extLst>
          </p:cNvPr>
          <p:cNvSpPr>
            <a:spLocks noGrp="1"/>
          </p:cNvSpPr>
          <p:nvPr>
            <p:ph type="body" sz="quarter" idx="39"/>
          </p:nvPr>
        </p:nvSpPr>
        <p:spPr/>
        <p:txBody>
          <a:bodyPr/>
          <a:lstStyle/>
          <a:p>
            <a:endParaRPr lang="en-ZA"/>
          </a:p>
        </p:txBody>
      </p:sp>
      <p:sp>
        <p:nvSpPr>
          <p:cNvPr id="5" name="Text Placeholder 4">
            <a:extLst>
              <a:ext uri="{FF2B5EF4-FFF2-40B4-BE49-F238E27FC236}">
                <a16:creationId xmlns:a16="http://schemas.microsoft.com/office/drawing/2014/main" id="{2E51F951-67E5-78A4-F5F7-8A8550656C31}"/>
              </a:ext>
            </a:extLst>
          </p:cNvPr>
          <p:cNvSpPr>
            <a:spLocks noGrp="1"/>
          </p:cNvSpPr>
          <p:nvPr>
            <p:ph type="body" sz="quarter" idx="40"/>
          </p:nvPr>
        </p:nvSpPr>
        <p:spPr/>
        <p:txBody>
          <a:bodyPr/>
          <a:lstStyle/>
          <a:p>
            <a:endParaRPr lang="en-ZA"/>
          </a:p>
        </p:txBody>
      </p:sp>
      <p:sp>
        <p:nvSpPr>
          <p:cNvPr id="6" name="Text Placeholder 5">
            <a:extLst>
              <a:ext uri="{FF2B5EF4-FFF2-40B4-BE49-F238E27FC236}">
                <a16:creationId xmlns:a16="http://schemas.microsoft.com/office/drawing/2014/main" id="{60D3FAB9-F09B-2CAE-CE64-03D404F732CF}"/>
              </a:ext>
            </a:extLst>
          </p:cNvPr>
          <p:cNvSpPr>
            <a:spLocks noGrp="1"/>
          </p:cNvSpPr>
          <p:nvPr>
            <p:ph type="body" sz="quarter" idx="41"/>
          </p:nvPr>
        </p:nvSpPr>
        <p:spPr/>
        <p:txBody>
          <a:bodyPr/>
          <a:lstStyle/>
          <a:p>
            <a:endParaRPr lang="en-ZA"/>
          </a:p>
        </p:txBody>
      </p:sp>
    </p:spTree>
    <p:extLst>
      <p:ext uri="{BB962C8B-B14F-4D97-AF65-F5344CB8AC3E}">
        <p14:creationId xmlns:p14="http://schemas.microsoft.com/office/powerpoint/2010/main" val="4223615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p03.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5EF12-F00F-0355-C84E-EE10A29F24EE}"/>
              </a:ext>
            </a:extLst>
          </p:cNvPr>
          <p:cNvSpPr>
            <a:spLocks noGrp="1"/>
          </p:cNvSpPr>
          <p:nvPr>
            <p:ph type="ctrTitle"/>
          </p:nvPr>
        </p:nvSpPr>
        <p:spPr/>
        <p:txBody>
          <a:bodyPr/>
          <a:lstStyle/>
          <a:p>
            <a:endParaRPr lang="en-ZA"/>
          </a:p>
        </p:txBody>
      </p:sp>
      <p:sp>
        <p:nvSpPr>
          <p:cNvPr id="3" name="Text Placeholder 2">
            <a:extLst>
              <a:ext uri="{FF2B5EF4-FFF2-40B4-BE49-F238E27FC236}">
                <a16:creationId xmlns:a16="http://schemas.microsoft.com/office/drawing/2014/main" id="{0FC28ACF-53E4-96A5-C001-D1915A05271A}"/>
              </a:ext>
            </a:extLst>
          </p:cNvPr>
          <p:cNvSpPr>
            <a:spLocks noGrp="1"/>
          </p:cNvSpPr>
          <p:nvPr>
            <p:ph type="body" sz="quarter" idx="39"/>
          </p:nvPr>
        </p:nvSpPr>
        <p:spPr/>
        <p:txBody>
          <a:bodyPr/>
          <a:lstStyle/>
          <a:p>
            <a:endParaRPr lang="en-ZA"/>
          </a:p>
        </p:txBody>
      </p:sp>
      <p:sp>
        <p:nvSpPr>
          <p:cNvPr id="4" name="Text Placeholder 3">
            <a:extLst>
              <a:ext uri="{FF2B5EF4-FFF2-40B4-BE49-F238E27FC236}">
                <a16:creationId xmlns:a16="http://schemas.microsoft.com/office/drawing/2014/main" id="{AB0309EB-430B-CC15-9547-D0077EBAD180}"/>
              </a:ext>
            </a:extLst>
          </p:cNvPr>
          <p:cNvSpPr>
            <a:spLocks noGrp="1"/>
          </p:cNvSpPr>
          <p:nvPr>
            <p:ph type="body" sz="quarter" idx="42"/>
          </p:nvPr>
        </p:nvSpPr>
        <p:spPr/>
        <p:txBody>
          <a:bodyPr/>
          <a:lstStyle/>
          <a:p>
            <a:endParaRPr lang="en-ZA"/>
          </a:p>
        </p:txBody>
      </p:sp>
      <p:sp>
        <p:nvSpPr>
          <p:cNvPr id="5" name="Text Placeholder 4">
            <a:extLst>
              <a:ext uri="{FF2B5EF4-FFF2-40B4-BE49-F238E27FC236}">
                <a16:creationId xmlns:a16="http://schemas.microsoft.com/office/drawing/2014/main" id="{69A446A3-3D83-7FA3-134A-2C68B322C22E}"/>
              </a:ext>
            </a:extLst>
          </p:cNvPr>
          <p:cNvSpPr>
            <a:spLocks noGrp="1"/>
          </p:cNvSpPr>
          <p:nvPr>
            <p:ph type="body" sz="quarter" idx="40"/>
          </p:nvPr>
        </p:nvSpPr>
        <p:spPr/>
        <p:txBody>
          <a:bodyPr/>
          <a:lstStyle/>
          <a:p>
            <a:endParaRPr lang="en-ZA"/>
          </a:p>
        </p:txBody>
      </p:sp>
      <p:sp>
        <p:nvSpPr>
          <p:cNvPr id="6" name="Text Placeholder 5">
            <a:extLst>
              <a:ext uri="{FF2B5EF4-FFF2-40B4-BE49-F238E27FC236}">
                <a16:creationId xmlns:a16="http://schemas.microsoft.com/office/drawing/2014/main" id="{0F876283-B62D-F1A2-9DDE-338D71276E72}"/>
              </a:ext>
            </a:extLst>
          </p:cNvPr>
          <p:cNvSpPr>
            <a:spLocks noGrp="1"/>
          </p:cNvSpPr>
          <p:nvPr>
            <p:ph type="body" sz="quarter" idx="41"/>
          </p:nvPr>
        </p:nvSpPr>
        <p:spPr/>
        <p:txBody>
          <a:bodyPr/>
          <a:lstStyle/>
          <a:p>
            <a:endParaRPr lang="en-ZA"/>
          </a:p>
        </p:txBody>
      </p:sp>
    </p:spTree>
    <p:extLst>
      <p:ext uri="{BB962C8B-B14F-4D97-AF65-F5344CB8AC3E}">
        <p14:creationId xmlns:p14="http://schemas.microsoft.com/office/powerpoint/2010/main" val="2958416264"/>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name="p03.h02">
    <p:spTree>
      <p:nvGrpSpPr>
        <p:cNvPr id="1" name=""/>
        <p:cNvGrpSpPr/>
        <p:nvPr/>
      </p:nvGrpSpPr>
      <p:grpSpPr/>
      <p:sp>
        <p:nvSpPr>
          <p:cNvPr id="2" name="Text Placeholder 1"/>
          <p:cNvSpPr>
            <a:spLocks noGrp="1"/>
          </p:cNvSpPr>
          <p:nvPr>
            <p:ph type="body" idx="40" sz="quarter"/>
          </p:nvPr>
        </p:nvSpPr>
        <p:spPr/>
        <p:txBody>
          <a:bodyPr/>
          <a:lstStyle/>
          <a:p/>
        </p:txBody>
      </p:sp>
      <p:sp>
        <p:nvSpPr>
          <p:cNvPr id="3" name="Title 2"/>
          <p:cNvSpPr>
            <a:spLocks noGrp="1"/>
          </p:cNvSpPr>
          <p:nvPr>
            <p:ph type="ctrTitle"/>
          </p:nvPr>
        </p:nvSpPr>
        <p:spPr/>
        <p:txBody>
          <a:bodyPr/>
          <a:lstStyle/>
          <a:p/>
        </p:txBody>
      </p:sp>
      <p:sp>
        <p:nvSpPr>
          <p:cNvPr id="4" name="Text Placeholder 3"/>
          <p:cNvSpPr>
            <a:spLocks noGrp="1"/>
          </p:cNvSpPr>
          <p:nvPr>
            <p:ph type="body" idx="39"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name="p03.h03">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name="p03.h04">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name="p03.h05">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name="p03.h06">
    <p:spTree>
      <p:nvGrpSpPr>
        <p:cNvPr id="1" name=""/>
        <p:cNvGrpSpPr/>
        <p:nvPr/>
      </p:nvGrpSpPr>
      <p:grpSpPr/>
      <p:sp>
        <p:nvSpPr>
          <p:cNvPr id="2" name="Text Placeholder 1"/>
          <p:cNvSpPr>
            <a:spLocks noGrp="1"/>
          </p:cNvSpPr>
          <p:nvPr>
            <p:ph type="body" idx="40" sz="quarter"/>
          </p:nvPr>
        </p:nvSpPr>
        <p:spPr/>
        <p:txBody>
          <a:bodyPr/>
          <a:lstStyle/>
          <a:p/>
        </p:txBody>
      </p:sp>
      <p:sp>
        <p:nvSpPr>
          <p:cNvPr id="3" name="Title 2"/>
          <p:cNvSpPr>
            <a:spLocks noGrp="1"/>
          </p:cNvSpPr>
          <p:nvPr>
            <p:ph type="ctrTitle"/>
          </p:nvPr>
        </p:nvSpPr>
        <p:spPr/>
        <p:txBody>
          <a:bodyPr/>
          <a:lstStyle/>
          <a:p/>
        </p:txBody>
      </p:sp>
      <p:sp>
        <p:nvSpPr>
          <p:cNvPr id="4" name="Text Placeholder 3"/>
          <p:cNvSpPr>
            <a:spLocks noGrp="1"/>
          </p:cNvSpPr>
          <p:nvPr>
            <p:ph type="body" idx="39"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name="p03.h07">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name="p03.h08">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name="p03.h09">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name="p03.h10">
    <p:spTree>
      <p:nvGrpSpPr>
        <p:cNvPr id="1" name=""/>
        <p:cNvGrpSpPr/>
        <p:nvPr/>
      </p:nvGrpSpPr>
      <p:grpSpPr/>
      <p:sp>
        <p:nvSpPr>
          <p:cNvPr id="2" name="Text Placeholder 1"/>
          <p:cNvSpPr>
            <a:spLocks noGrp="1"/>
          </p:cNvSpPr>
          <p:nvPr>
            <p:ph type="body" idx="40" sz="quarter"/>
          </p:nvPr>
        </p:nvSpPr>
        <p:spPr/>
        <p:txBody>
          <a:bodyPr/>
          <a:lstStyle/>
          <a:p/>
        </p:txBody>
      </p:sp>
      <p:sp>
        <p:nvSpPr>
          <p:cNvPr id="3" name="Title 2"/>
          <p:cNvSpPr>
            <a:spLocks noGrp="1"/>
          </p:cNvSpPr>
          <p:nvPr>
            <p:ph type="ctrTitle"/>
          </p:nvPr>
        </p:nvSpPr>
        <p:spPr/>
        <p:txBody>
          <a:bodyPr/>
          <a:lstStyle/>
          <a:p/>
        </p:txBody>
      </p:sp>
      <p:sp>
        <p:nvSpPr>
          <p:cNvPr id="4" name="Text Placeholder 3"/>
          <p:cNvSpPr>
            <a:spLocks noGrp="1"/>
          </p:cNvSpPr>
          <p:nvPr>
            <p:ph type="body" idx="39"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name="p03.h12">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2" sz="quarter"/>
          </p:nvPr>
        </p:nvSpPr>
        <p:spPr/>
        <p:txBody>
          <a:bodyPr/>
          <a:lstStyle/>
          <a:p/>
        </p:txBody>
      </p:sp>
      <p:sp>
        <p:nvSpPr>
          <p:cNvPr id="5" name="Text Placeholder 4"/>
          <p:cNvSpPr>
            <a:spLocks noGrp="1"/>
          </p:cNvSpPr>
          <p:nvPr>
            <p:ph type="body" idx="40"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name="p03.h13">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name="p03.h14">
    <p:spTree>
      <p:nvGrpSpPr>
        <p:cNvPr id="1" name=""/>
        <p:cNvGrpSpPr/>
        <p:nvPr/>
      </p:nvGrpSpPr>
      <p:grpSpPr/>
      <p:sp>
        <p:nvSpPr>
          <p:cNvPr id="2" name="Text Placeholder 1"/>
          <p:cNvSpPr>
            <a:spLocks noGrp="1"/>
          </p:cNvSpPr>
          <p:nvPr>
            <p:ph type="body" idx="40" sz="quarter"/>
          </p:nvPr>
        </p:nvSpPr>
        <p:spPr/>
        <p:txBody>
          <a:bodyPr/>
          <a:lstStyle/>
          <a:p/>
        </p:txBody>
      </p:sp>
      <p:sp>
        <p:nvSpPr>
          <p:cNvPr id="3" name="Title 2"/>
          <p:cNvSpPr>
            <a:spLocks noGrp="1"/>
          </p:cNvSpPr>
          <p:nvPr>
            <p:ph type="ctrTitle"/>
          </p:nvPr>
        </p:nvSpPr>
        <p:spPr/>
        <p:txBody>
          <a:bodyPr/>
          <a:lstStyle/>
          <a:p/>
        </p:txBody>
      </p:sp>
      <p:sp>
        <p:nvSpPr>
          <p:cNvPr id="4" name="Text Placeholder 3"/>
          <p:cNvSpPr>
            <a:spLocks noGrp="1"/>
          </p:cNvSpPr>
          <p:nvPr>
            <p:ph type="body" idx="39"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name="p03.h15">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1" sz="quarter"/>
          </p:nvPr>
        </p:nvSpPr>
        <p:spPr/>
        <p:txBody>
          <a:bodyPr/>
          <a:lstStyle/>
          <a:p/>
        </p:txBody>
      </p:sp>
      <p:sp>
        <p:nvSpPr>
          <p:cNvPr id="6" name="Text Placeholder 5"/>
          <p:cNvSpPr>
            <a:spLocks noGrp="1"/>
          </p:cNvSpPr>
          <p:nvPr>
            <p:ph type="body" idx="42" sz="quarter"/>
          </p:nvPr>
        </p:nvSpPr>
        <p:spPr/>
        <p:txBody>
          <a:bodyPr/>
          <a:lstStyle/>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name="p03.h16">
    <p:spTree>
      <p:nvGrpSpPr>
        <p:cNvPr id="1" name=""/>
        <p:cNvGrpSpPr/>
        <p:nvPr/>
      </p:nvGrpSpPr>
      <p:grpSpPr/>
      <p:sp>
        <p:nvSpPr>
          <p:cNvPr id="2" name="Title 1"/>
          <p:cNvSpPr>
            <a:spLocks noGrp="1"/>
          </p:cNvSpPr>
          <p:nvPr>
            <p:ph type="ctrTitle"/>
          </p:nvPr>
        </p:nvSpPr>
        <p:spPr/>
        <p:txBody>
          <a:bodyPr/>
          <a:lstStyle/>
          <a:p/>
        </p:txBody>
      </p:sp>
      <p:sp>
        <p:nvSpPr>
          <p:cNvPr id="3" name="Text Placeholder 2"/>
          <p:cNvSpPr>
            <a:spLocks noGrp="1"/>
          </p:cNvSpPr>
          <p:nvPr>
            <p:ph type="body" idx="39" sz="quarter"/>
          </p:nvPr>
        </p:nvSpPr>
        <p:spPr/>
        <p:txBody>
          <a:bodyPr/>
          <a:lstStyle/>
          <a:p/>
        </p:txBody>
      </p:sp>
      <p:sp>
        <p:nvSpPr>
          <p:cNvPr id="4" name="Text Placeholder 3"/>
          <p:cNvSpPr>
            <a:spLocks noGrp="1"/>
          </p:cNvSpPr>
          <p:nvPr>
            <p:ph type="body" idx="40" sz="quarter"/>
          </p:nvPr>
        </p:nvSpPr>
        <p:spPr/>
        <p:txBody>
          <a:bodyPr/>
          <a:lstStyle/>
          <a:p/>
        </p:txBody>
      </p:sp>
      <p:sp>
        <p:nvSpPr>
          <p:cNvPr id="5" name="Text Placeholder 4"/>
          <p:cNvSpPr>
            <a:spLocks noGrp="1"/>
          </p:cNvSpPr>
          <p:nvPr>
            <p:ph type="body" idx="42" sz="quarter"/>
          </p:nvPr>
        </p:nvSpPr>
        <p:spPr/>
        <p:txBody>
          <a:bodyPr/>
          <a:lstStyl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p04.s0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96189E9-946E-F656-46C7-3D30F0A21983}"/>
              </a:ext>
            </a:extLst>
          </p:cNvPr>
          <p:cNvSpPr>
            <a:spLocks noGrp="1"/>
          </p:cNvSpPr>
          <p:nvPr>
            <p:ph type="body" sz="quarter" idx="39"/>
          </p:nvPr>
        </p:nvSpPr>
        <p:spPr/>
        <p:txBody>
          <a:bodyPr/>
          <a:lstStyle/>
          <a:p>
            <a:endParaRPr lang="en-ZA" dirty="0"/>
          </a:p>
        </p:txBody>
      </p:sp>
      <p:sp>
        <p:nvSpPr>
          <p:cNvPr id="3" name="Title 2">
            <a:extLst>
              <a:ext uri="{FF2B5EF4-FFF2-40B4-BE49-F238E27FC236}">
                <a16:creationId xmlns:a16="http://schemas.microsoft.com/office/drawing/2014/main" id="{B9B1E9B1-38C7-1F3D-6FD2-E4384DB80D78}"/>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ECDAEE57-6F7F-FA5E-FD14-D1FB910DF448}"/>
              </a:ext>
            </a:extLst>
          </p:cNvPr>
          <p:cNvSpPr>
            <a:spLocks noGrp="1"/>
          </p:cNvSpPr>
          <p:nvPr>
            <p:ph type="body" sz="quarter" idx="38"/>
          </p:nvPr>
        </p:nvSpPr>
        <p:spPr>
          <a:xfrm>
            <a:off x="588166" y="2490651"/>
            <a:ext cx="3086851" cy="3544389"/>
          </a:xfrm>
        </p:spPr>
        <p:txBody>
          <a:bodyPr/>
          <a:lstStyle/>
          <a:p>
            <a:endParaRPr lang="en-ZA" dirty="0"/>
          </a:p>
        </p:txBody>
      </p:sp>
      <p:sp>
        <p:nvSpPr>
          <p:cNvPr id="5" name="Text Placeholder 4">
            <a:extLst>
              <a:ext uri="{FF2B5EF4-FFF2-40B4-BE49-F238E27FC236}">
                <a16:creationId xmlns:a16="http://schemas.microsoft.com/office/drawing/2014/main" id="{09B55070-DBBA-93C5-DB69-29D641BF4F1A}"/>
              </a:ext>
            </a:extLst>
          </p:cNvPr>
          <p:cNvSpPr>
            <a:spLocks noGrp="1"/>
          </p:cNvSpPr>
          <p:nvPr>
            <p:ph type="body" sz="quarter" idx="40"/>
          </p:nvPr>
        </p:nvSpPr>
        <p:spPr/>
        <p:txBody>
          <a:bodyPr/>
          <a:lstStyle/>
          <a:p>
            <a:endParaRPr lang="en-ZA"/>
          </a:p>
        </p:txBody>
      </p:sp>
      <p:graphicFrame>
        <p:nvGraphicFramePr>
          <p:cNvPr id="31" name="Table 30">
            <a:extLst>
              <a:ext uri="{FF2B5EF4-FFF2-40B4-BE49-F238E27FC236}">
                <a16:creationId xmlns:a16="http://schemas.microsoft.com/office/drawing/2014/main" id="{18BE98AE-29BB-E1C3-F8B1-7A9D8DFBE3F5}"/>
              </a:ext>
            </a:extLst>
          </p:cNvPr>
          <p:cNvGraphicFramePr>
            <a:graphicFrameLocks noGrp="1"/>
          </p:cNvGraphicFramePr>
          <p:nvPr>
            <p:extLst>
              <p:ext uri="{D42A27DB-BD31-4B8C-83A1-F6EECF244321}">
                <p14:modId xmlns:p14="http://schemas.microsoft.com/office/powerpoint/2010/main" val="2887000652"/>
              </p:ext>
            </p:extLst>
          </p:nvPr>
        </p:nvGraphicFramePr>
        <p:xfrm>
          <a:off x="4130765" y="2183468"/>
          <a:ext cx="7508772" cy="4260878"/>
        </p:xfrm>
        <a:graphic>
          <a:graphicData uri="http://schemas.openxmlformats.org/drawingml/2006/table">
            <a:tbl>
              <a:tblPr firstRow="1" bandRow="1">
                <a:tableStyleId>{5C22544A-7EE6-4342-B048-85BDC9FD1C3A}</a:tableStyleId>
              </a:tblPr>
              <a:tblGrid>
                <a:gridCol w="3332481">
                  <a:extLst>
                    <a:ext uri="{9D8B030D-6E8A-4147-A177-3AD203B41FA5}">
                      <a16:colId xmlns:a16="http://schemas.microsoft.com/office/drawing/2014/main" val="1228518081"/>
                    </a:ext>
                  </a:extLst>
                </a:gridCol>
                <a:gridCol w="1392097">
                  <a:extLst>
                    <a:ext uri="{9D8B030D-6E8A-4147-A177-3AD203B41FA5}">
                      <a16:colId xmlns:a16="http://schemas.microsoft.com/office/drawing/2014/main" val="3874185294"/>
                    </a:ext>
                  </a:extLst>
                </a:gridCol>
                <a:gridCol w="1392097">
                  <a:extLst>
                    <a:ext uri="{9D8B030D-6E8A-4147-A177-3AD203B41FA5}">
                      <a16:colId xmlns:a16="http://schemas.microsoft.com/office/drawing/2014/main" val="1581048657"/>
                    </a:ext>
                  </a:extLst>
                </a:gridCol>
                <a:gridCol w="1392097">
                  <a:extLst>
                    <a:ext uri="{9D8B030D-6E8A-4147-A177-3AD203B41FA5}">
                      <a16:colId xmlns:a16="http://schemas.microsoft.com/office/drawing/2014/main" val="12779670"/>
                    </a:ext>
                  </a:extLst>
                </a:gridCol>
              </a:tblGrid>
              <a:tr h="370840">
                <a:tc>
                  <a:txBody>
                    <a:bodyPr/>
                    <a:lstStyle/>
                    <a:p>
                      <a:r>
                        <a:rPr lang="en-ZA" sz="1100" spc="30" baseline="0" dirty="0">
                          <a:latin typeface="+mj-lt"/>
                        </a:rPr>
                        <a:t>Heading 1</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100" b="1" kern="1200" spc="30" baseline="0" dirty="0">
                          <a:solidFill>
                            <a:schemeClr val="lt1"/>
                          </a:solidFill>
                          <a:latin typeface="+mj-lt"/>
                          <a:ea typeface="+mn-ea"/>
                          <a:cs typeface="+mn-cs"/>
                        </a:rPr>
                        <a:t>Heading 2</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100" b="1" kern="1200" spc="30" baseline="0" dirty="0">
                          <a:solidFill>
                            <a:schemeClr val="lt1"/>
                          </a:solidFill>
                          <a:latin typeface="+mj-lt"/>
                          <a:ea typeface="+mn-ea"/>
                          <a:cs typeface="+mn-cs"/>
                        </a:rPr>
                        <a:t>Heading 3</a:t>
                      </a:r>
                    </a:p>
                  </a:txBody>
                  <a:tcPr anchor="c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100" b="1" kern="1200" spc="30" baseline="0" dirty="0">
                          <a:solidFill>
                            <a:schemeClr val="lt1"/>
                          </a:solidFill>
                          <a:latin typeface="+mj-lt"/>
                          <a:ea typeface="+mn-ea"/>
                          <a:cs typeface="+mn-cs"/>
                        </a:rPr>
                        <a:t>Heading 4</a:t>
                      </a:r>
                    </a:p>
                  </a:txBody>
                  <a:tcPr anchor="ctr">
                    <a:solidFill>
                      <a:schemeClr val="accent2"/>
                    </a:solidFill>
                  </a:tcPr>
                </a:tc>
                <a:extLst>
                  <a:ext uri="{0D108BD9-81ED-4DB2-BD59-A6C34878D82A}">
                    <a16:rowId xmlns:a16="http://schemas.microsoft.com/office/drawing/2014/main" val="665646292"/>
                  </a:ext>
                </a:extLst>
              </a:tr>
              <a:tr h="370840">
                <a:tc>
                  <a:txBody>
                    <a:bodyPr/>
                    <a:lstStyle/>
                    <a:p>
                      <a:r>
                        <a:rPr lang="en-ZA" sz="1000" b="0" dirty="0">
                          <a:solidFill>
                            <a:schemeClr val="accent2">
                              <a:lumMod val="20000"/>
                              <a:lumOff val="80000"/>
                            </a:schemeClr>
                          </a:solidFill>
                          <a:latin typeface="+mj-lt"/>
                        </a:rPr>
                        <a:t>Sub Section</a:t>
                      </a:r>
                    </a:p>
                  </a:txBody>
                  <a:tcPr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0" kern="1200" dirty="0">
                          <a:solidFill>
                            <a:schemeClr val="accent2">
                              <a:lumMod val="20000"/>
                              <a:lumOff val="80000"/>
                            </a:schemeClr>
                          </a:solidFill>
                          <a:latin typeface="+mj-lt"/>
                          <a:ea typeface="+mn-ea"/>
                          <a:cs typeface="+mn-cs"/>
                        </a:rPr>
                        <a:t>Sub Section</a:t>
                      </a:r>
                    </a:p>
                  </a:txBody>
                  <a:tcPr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0" kern="1200" dirty="0">
                          <a:solidFill>
                            <a:schemeClr val="accent2">
                              <a:lumMod val="20000"/>
                              <a:lumOff val="80000"/>
                            </a:schemeClr>
                          </a:solidFill>
                          <a:latin typeface="+mj-lt"/>
                          <a:ea typeface="+mn-ea"/>
                          <a:cs typeface="+mn-cs"/>
                        </a:rPr>
                        <a:t>Sub Section</a:t>
                      </a:r>
                    </a:p>
                  </a:txBody>
                  <a:tcPr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0" kern="1200" dirty="0">
                          <a:solidFill>
                            <a:schemeClr val="accent2">
                              <a:lumMod val="20000"/>
                              <a:lumOff val="80000"/>
                            </a:schemeClr>
                          </a:solidFill>
                          <a:latin typeface="+mj-lt"/>
                          <a:ea typeface="+mn-ea"/>
                          <a:cs typeface="+mn-cs"/>
                        </a:rPr>
                        <a:t>Sub Section</a:t>
                      </a:r>
                    </a:p>
                  </a:txBody>
                  <a:tcPr anchor="ctr">
                    <a:solidFill>
                      <a:schemeClr val="accent1"/>
                    </a:solidFill>
                  </a:tcPr>
                </a:tc>
                <a:extLst>
                  <a:ext uri="{0D108BD9-81ED-4DB2-BD59-A6C34878D82A}">
                    <a16:rowId xmlns:a16="http://schemas.microsoft.com/office/drawing/2014/main" val="1171867688"/>
                  </a:ext>
                </a:extLst>
              </a:tr>
              <a:tr h="391022">
                <a:tc>
                  <a:txBody>
                    <a:bodyPr/>
                    <a:lstStyle/>
                    <a:p>
                      <a:r>
                        <a:rPr lang="en-ZA" sz="1100" b="1" dirty="0">
                          <a:solidFill>
                            <a:schemeClr val="accent5">
                              <a:lumMod val="50000"/>
                            </a:schemeClr>
                          </a:solidFill>
                        </a:rPr>
                        <a:t>Text goes here…</a:t>
                      </a:r>
                    </a:p>
                  </a:txBody>
                  <a:tcPr anchor="ctr">
                    <a:solidFill>
                      <a:schemeClr val="tx1">
                        <a:lumMod val="20000"/>
                        <a:lumOff val="80000"/>
                      </a:schemeClr>
                    </a:solidFill>
                  </a:tcPr>
                </a:tc>
                <a:tc>
                  <a:txBody>
                    <a:bodyPr/>
                    <a:lstStyle/>
                    <a:p>
                      <a:r>
                        <a:rPr lang="en-ZA" sz="1100" dirty="0">
                          <a:solidFill>
                            <a:schemeClr val="accent5">
                              <a:lumMod val="50000"/>
                            </a:schemeClr>
                          </a:solidFill>
                        </a:rPr>
                        <a:t>Text</a:t>
                      </a:r>
                    </a:p>
                  </a:txBody>
                  <a:tcPr anchor="ctr">
                    <a:lnR w="9525" cap="flat" cmpd="sng" algn="ctr">
                      <a:solidFill>
                        <a:schemeClr val="bg2"/>
                      </a:solidFill>
                      <a:prstDash val="solid"/>
                      <a:round/>
                      <a:headEnd type="none" w="med" len="med"/>
                      <a:tailEnd type="none" w="med" len="med"/>
                    </a:lnR>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23749047"/>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13700534"/>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948045121"/>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20759299"/>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537987466"/>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748029070"/>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947205605"/>
                  </a:ext>
                </a:extLst>
              </a:tr>
              <a:tr h="391022">
                <a:tc>
                  <a:txBody>
                    <a:bodyPr/>
                    <a:lstStyle/>
                    <a:p>
                      <a:endParaRPr lang="en-ZA" sz="1100" b="1" dirty="0">
                        <a:solidFill>
                          <a:schemeClr val="accent5">
                            <a:lumMod val="50000"/>
                          </a:schemeClr>
                        </a:solidFill>
                      </a:endParaRPr>
                    </a:p>
                  </a:txBody>
                  <a:tcPr anchor="ctr">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196980773"/>
                  </a:ext>
                </a:extLst>
              </a:tr>
              <a:tr h="391022">
                <a:tc>
                  <a:txBody>
                    <a:bodyPr/>
                    <a:lstStyle/>
                    <a:p>
                      <a:endParaRPr lang="en-ZA" sz="1100" b="1" dirty="0">
                        <a:solidFill>
                          <a:schemeClr val="accent5">
                            <a:lumMod val="50000"/>
                          </a:schemeClr>
                        </a:solidFill>
                      </a:endParaRPr>
                    </a:p>
                  </a:txBody>
                  <a:tcPr anchor="ctr">
                    <a:lnB w="9525" cap="flat" cmpd="sng" algn="ctr">
                      <a:solidFill>
                        <a:schemeClr val="bg2"/>
                      </a:solidFill>
                      <a:prstDash val="solid"/>
                      <a:round/>
                      <a:headEnd type="none" w="med" len="med"/>
                      <a:tailEnd type="none" w="med" len="med"/>
                    </a:lnB>
                    <a:solidFill>
                      <a:schemeClr val="tx1">
                        <a:lumMod val="20000"/>
                        <a:lumOff val="80000"/>
                      </a:schemeClr>
                    </a:solidFill>
                  </a:tcPr>
                </a:tc>
                <a:tc>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932790722"/>
                  </a:ext>
                </a:extLst>
              </a:tr>
            </a:tbl>
          </a:graphicData>
        </a:graphic>
      </p:graphicFrame>
      <p:pic>
        <p:nvPicPr>
          <p:cNvPr id="7" name="Graphic 6">
            <a:extLst>
              <a:ext uri="{FF2B5EF4-FFF2-40B4-BE49-F238E27FC236}">
                <a16:creationId xmlns:a16="http://schemas.microsoft.com/office/drawing/2014/main" id="{A87301F2-DC3C-E6FE-2673-FCF99669B8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168724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p04.s0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C85EE5-2B2A-E676-181A-26F0F3E02BDB}"/>
              </a:ext>
            </a:extLst>
          </p:cNvPr>
          <p:cNvSpPr>
            <a:spLocks noGrp="1"/>
          </p:cNvSpPr>
          <p:nvPr>
            <p:ph type="body" sz="quarter" idx="39"/>
          </p:nvPr>
        </p:nvSpPr>
        <p:spPr/>
        <p:txBody>
          <a:bodyPr/>
          <a:lstStyle/>
          <a:p>
            <a:endParaRPr lang="en-ZA"/>
          </a:p>
        </p:txBody>
      </p:sp>
      <p:sp>
        <p:nvSpPr>
          <p:cNvPr id="3" name="Title 2">
            <a:extLst>
              <a:ext uri="{FF2B5EF4-FFF2-40B4-BE49-F238E27FC236}">
                <a16:creationId xmlns:a16="http://schemas.microsoft.com/office/drawing/2014/main" id="{EEB52682-C957-604D-6C87-69385E58B6E3}"/>
              </a:ext>
            </a:extLst>
          </p:cNvPr>
          <p:cNvSpPr>
            <a:spLocks noGrp="1"/>
          </p:cNvSpPr>
          <p:nvPr>
            <p:ph type="ctrTitle"/>
          </p:nvPr>
        </p:nvSpPr>
        <p:spPr/>
        <p:txBody>
          <a:bodyPr/>
          <a:lstStyle/>
          <a:p>
            <a:endParaRPr lang="en-ZA" dirty="0"/>
          </a:p>
        </p:txBody>
      </p:sp>
      <p:graphicFrame>
        <p:nvGraphicFramePr>
          <p:cNvPr id="4" name="Table 3">
            <a:extLst>
              <a:ext uri="{FF2B5EF4-FFF2-40B4-BE49-F238E27FC236}">
                <a16:creationId xmlns:a16="http://schemas.microsoft.com/office/drawing/2014/main" id="{112A934F-69C1-0FC4-A993-298E74273314}"/>
              </a:ext>
            </a:extLst>
          </p:cNvPr>
          <p:cNvGraphicFramePr>
            <a:graphicFrameLocks noGrp="1"/>
          </p:cNvGraphicFramePr>
          <p:nvPr>
            <p:extLst>
              <p:ext uri="{D42A27DB-BD31-4B8C-83A1-F6EECF244321}">
                <p14:modId xmlns:p14="http://schemas.microsoft.com/office/powerpoint/2010/main" val="1311831969"/>
              </p:ext>
            </p:extLst>
          </p:nvPr>
        </p:nvGraphicFramePr>
        <p:xfrm>
          <a:off x="588165" y="2183468"/>
          <a:ext cx="11051378" cy="3708400"/>
        </p:xfrm>
        <a:graphic>
          <a:graphicData uri="http://schemas.openxmlformats.org/drawingml/2006/table">
            <a:tbl>
              <a:tblPr firstRow="1" bandRow="1">
                <a:tableStyleId>{5C22544A-7EE6-4342-B048-85BDC9FD1C3A}</a:tableStyleId>
              </a:tblPr>
              <a:tblGrid>
                <a:gridCol w="3998054">
                  <a:extLst>
                    <a:ext uri="{9D8B030D-6E8A-4147-A177-3AD203B41FA5}">
                      <a16:colId xmlns:a16="http://schemas.microsoft.com/office/drawing/2014/main" val="1228518081"/>
                    </a:ext>
                  </a:extLst>
                </a:gridCol>
                <a:gridCol w="587777">
                  <a:extLst>
                    <a:ext uri="{9D8B030D-6E8A-4147-A177-3AD203B41FA5}">
                      <a16:colId xmlns:a16="http://schemas.microsoft.com/office/drawing/2014/main" val="315988661"/>
                    </a:ext>
                  </a:extLst>
                </a:gridCol>
                <a:gridCol w="587777">
                  <a:extLst>
                    <a:ext uri="{9D8B030D-6E8A-4147-A177-3AD203B41FA5}">
                      <a16:colId xmlns:a16="http://schemas.microsoft.com/office/drawing/2014/main" val="4180520919"/>
                    </a:ext>
                  </a:extLst>
                </a:gridCol>
                <a:gridCol w="587777">
                  <a:extLst>
                    <a:ext uri="{9D8B030D-6E8A-4147-A177-3AD203B41FA5}">
                      <a16:colId xmlns:a16="http://schemas.microsoft.com/office/drawing/2014/main" val="188272355"/>
                    </a:ext>
                  </a:extLst>
                </a:gridCol>
                <a:gridCol w="587777">
                  <a:extLst>
                    <a:ext uri="{9D8B030D-6E8A-4147-A177-3AD203B41FA5}">
                      <a16:colId xmlns:a16="http://schemas.microsoft.com/office/drawing/2014/main" val="4141375251"/>
                    </a:ext>
                  </a:extLst>
                </a:gridCol>
                <a:gridCol w="587777">
                  <a:extLst>
                    <a:ext uri="{9D8B030D-6E8A-4147-A177-3AD203B41FA5}">
                      <a16:colId xmlns:a16="http://schemas.microsoft.com/office/drawing/2014/main" val="3958910573"/>
                    </a:ext>
                  </a:extLst>
                </a:gridCol>
                <a:gridCol w="587777">
                  <a:extLst>
                    <a:ext uri="{9D8B030D-6E8A-4147-A177-3AD203B41FA5}">
                      <a16:colId xmlns:a16="http://schemas.microsoft.com/office/drawing/2014/main" val="3925657056"/>
                    </a:ext>
                  </a:extLst>
                </a:gridCol>
                <a:gridCol w="587777">
                  <a:extLst>
                    <a:ext uri="{9D8B030D-6E8A-4147-A177-3AD203B41FA5}">
                      <a16:colId xmlns:a16="http://schemas.microsoft.com/office/drawing/2014/main" val="1776609771"/>
                    </a:ext>
                  </a:extLst>
                </a:gridCol>
                <a:gridCol w="587777">
                  <a:extLst>
                    <a:ext uri="{9D8B030D-6E8A-4147-A177-3AD203B41FA5}">
                      <a16:colId xmlns:a16="http://schemas.microsoft.com/office/drawing/2014/main" val="4054608845"/>
                    </a:ext>
                  </a:extLst>
                </a:gridCol>
                <a:gridCol w="587777">
                  <a:extLst>
                    <a:ext uri="{9D8B030D-6E8A-4147-A177-3AD203B41FA5}">
                      <a16:colId xmlns:a16="http://schemas.microsoft.com/office/drawing/2014/main" val="3874185294"/>
                    </a:ext>
                  </a:extLst>
                </a:gridCol>
                <a:gridCol w="587777">
                  <a:extLst>
                    <a:ext uri="{9D8B030D-6E8A-4147-A177-3AD203B41FA5}">
                      <a16:colId xmlns:a16="http://schemas.microsoft.com/office/drawing/2014/main" val="1581048657"/>
                    </a:ext>
                  </a:extLst>
                </a:gridCol>
                <a:gridCol w="587777">
                  <a:extLst>
                    <a:ext uri="{9D8B030D-6E8A-4147-A177-3AD203B41FA5}">
                      <a16:colId xmlns:a16="http://schemas.microsoft.com/office/drawing/2014/main" val="12779670"/>
                    </a:ext>
                  </a:extLst>
                </a:gridCol>
                <a:gridCol w="587777">
                  <a:extLst>
                    <a:ext uri="{9D8B030D-6E8A-4147-A177-3AD203B41FA5}">
                      <a16:colId xmlns:a16="http://schemas.microsoft.com/office/drawing/2014/main" val="1926502259"/>
                    </a:ext>
                  </a:extLst>
                </a:gridCol>
              </a:tblGrid>
              <a:tr h="370840">
                <a:tc>
                  <a:txBody>
                    <a:bodyPr/>
                    <a:lstStyle/>
                    <a:p>
                      <a:pPr algn="ctr"/>
                      <a:r>
                        <a:rPr lang="en-ZA" sz="1050" b="1" dirty="0">
                          <a:solidFill>
                            <a:schemeClr val="bg1"/>
                          </a:solidFill>
                          <a:latin typeface="+mj-lt"/>
                        </a:rPr>
                        <a:t>WEEK</a:t>
                      </a:r>
                    </a:p>
                  </a:txBody>
                  <a:tcPr anchor="ctr">
                    <a:lnL w="12700" cap="flat" cmpd="sng" algn="ctr">
                      <a:solidFill>
                        <a:schemeClr val="accent1"/>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r>
                        <a:rPr lang="en-ZA" sz="1050" dirty="0">
                          <a:solidFill>
                            <a:schemeClr val="accent1"/>
                          </a:solidFill>
                          <a:latin typeface="+mj-lt"/>
                        </a:rPr>
                        <a:t>1</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2</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3</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4</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5</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6</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7</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8</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9</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10</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11</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tc>
                  <a:txBody>
                    <a:bodyPr/>
                    <a:lstStyle/>
                    <a:p>
                      <a:pPr algn="ctr"/>
                      <a:r>
                        <a:rPr lang="en-ZA" sz="1050" dirty="0">
                          <a:solidFill>
                            <a:schemeClr val="accent1"/>
                          </a:solidFill>
                          <a:latin typeface="+mj-lt"/>
                        </a:rPr>
                        <a:t>12</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769990522"/>
                  </a:ext>
                </a:extLst>
              </a:tr>
              <a:tr h="370840">
                <a:tc>
                  <a:txBody>
                    <a:bodyPr/>
                    <a:lstStyle/>
                    <a:p>
                      <a:r>
                        <a:rPr lang="en-ZA" sz="900" b="1" dirty="0">
                          <a:solidFill>
                            <a:schemeClr val="accent4"/>
                          </a:solidFill>
                          <a:latin typeface="+mj-lt"/>
                        </a:rPr>
                        <a:t>MILESTONE 1</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2374904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2"/>
                          </a:solidFill>
                          <a:latin typeface="+mj-lt"/>
                          <a:ea typeface="+mn-ea"/>
                          <a:cs typeface="+mn-cs"/>
                        </a:rPr>
                        <a:t>MILESTONE 2</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137005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3"/>
                          </a:solidFill>
                          <a:latin typeface="+mj-lt"/>
                          <a:ea typeface="+mn-ea"/>
                          <a:cs typeface="+mn-cs"/>
                        </a:rPr>
                        <a:t>MILESTONE 3</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94804512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1"/>
                          </a:solidFill>
                          <a:latin typeface="+mj-lt"/>
                          <a:ea typeface="+mn-ea"/>
                          <a:cs typeface="+mn-cs"/>
                        </a:rPr>
                        <a:t>MILESTONE 4</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207592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4"/>
                          </a:solidFill>
                          <a:latin typeface="+mj-lt"/>
                          <a:ea typeface="+mn-ea"/>
                          <a:cs typeface="+mn-cs"/>
                        </a:rPr>
                        <a:t>MILESTONE 5</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4"/>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5379874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2"/>
                          </a:solidFill>
                          <a:latin typeface="+mj-lt"/>
                          <a:ea typeface="+mn-ea"/>
                          <a:cs typeface="+mn-cs"/>
                        </a:rPr>
                        <a:t>MILESTONE 6</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7480290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3"/>
                          </a:solidFill>
                          <a:latin typeface="+mj-lt"/>
                          <a:ea typeface="+mn-ea"/>
                          <a:cs typeface="+mn-cs"/>
                        </a:rPr>
                        <a:t>MILESTONE 7</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3"/>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94720560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900" b="1" kern="1200" dirty="0">
                          <a:solidFill>
                            <a:schemeClr val="accent1"/>
                          </a:solidFill>
                          <a:latin typeface="+mj-lt"/>
                          <a:ea typeface="+mn-ea"/>
                          <a:cs typeface="+mn-cs"/>
                        </a:rPr>
                        <a:t>MILESTONE 8</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1969807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dirty="0">
                          <a:solidFill>
                            <a:schemeClr val="accent4"/>
                          </a:solidFill>
                          <a:latin typeface="+mj-lt"/>
                          <a:ea typeface="+mn-ea"/>
                          <a:cs typeface="+mn-cs"/>
                        </a:rPr>
                        <a:t>LAUNCH EVENT &amp; ROLLOUT</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bg1"/>
                    </a:solidFill>
                  </a:tcPr>
                </a:tc>
                <a:tc>
                  <a:txBody>
                    <a:bodyPr/>
                    <a:lstStyle/>
                    <a:p>
                      <a:pPr algn="ctr"/>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solidFill>
                  </a:tcPr>
                </a:tc>
                <a:extLst>
                  <a:ext uri="{0D108BD9-81ED-4DB2-BD59-A6C34878D82A}">
                    <a16:rowId xmlns:a16="http://schemas.microsoft.com/office/drawing/2014/main" val="3932790722"/>
                  </a:ext>
                </a:extLst>
              </a:tr>
            </a:tbl>
          </a:graphicData>
        </a:graphic>
      </p:graphicFrame>
      <p:pic>
        <p:nvPicPr>
          <p:cNvPr id="7" name="Graphic 6">
            <a:extLst>
              <a:ext uri="{FF2B5EF4-FFF2-40B4-BE49-F238E27FC236}">
                <a16:creationId xmlns:a16="http://schemas.microsoft.com/office/drawing/2014/main" id="{C727F241-505E-AF32-A85B-B693E44DDA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40776978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p04.s0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769C5D-0D33-3512-1FCA-B18369CCAA7E}"/>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453EE719-0DF8-B67B-F7D9-02B36110EEFE}"/>
              </a:ext>
            </a:extLst>
          </p:cNvPr>
          <p:cNvSpPr>
            <a:spLocks noGrp="1"/>
          </p:cNvSpPr>
          <p:nvPr>
            <p:ph type="body" sz="quarter" idx="40"/>
          </p:nvPr>
        </p:nvSpPr>
        <p:spPr/>
        <p:txBody>
          <a:bodyPr/>
          <a:lstStyle/>
          <a:p>
            <a:endParaRPr lang="en-ZA"/>
          </a:p>
        </p:txBody>
      </p:sp>
      <p:graphicFrame>
        <p:nvGraphicFramePr>
          <p:cNvPr id="5" name="Table 4">
            <a:extLst>
              <a:ext uri="{FF2B5EF4-FFF2-40B4-BE49-F238E27FC236}">
                <a16:creationId xmlns:a16="http://schemas.microsoft.com/office/drawing/2014/main" id="{D836B424-C14F-839D-AF80-EA0D26315D31}"/>
              </a:ext>
            </a:extLst>
          </p:cNvPr>
          <p:cNvGraphicFramePr>
            <a:graphicFrameLocks noGrp="1"/>
          </p:cNvGraphicFramePr>
          <p:nvPr>
            <p:extLst>
              <p:ext uri="{D42A27DB-BD31-4B8C-83A1-F6EECF244321}">
                <p14:modId xmlns:p14="http://schemas.microsoft.com/office/powerpoint/2010/main" val="2844634399"/>
              </p:ext>
            </p:extLst>
          </p:nvPr>
        </p:nvGraphicFramePr>
        <p:xfrm>
          <a:off x="588166" y="1750770"/>
          <a:ext cx="11051363" cy="4679999"/>
        </p:xfrm>
        <a:graphic>
          <a:graphicData uri="http://schemas.openxmlformats.org/drawingml/2006/table">
            <a:tbl>
              <a:tblPr firstRow="1" bandRow="1">
                <a:tableStyleId>{5940675A-B579-460E-94D1-54222C63F5DA}</a:tableStyleId>
              </a:tblPr>
              <a:tblGrid>
                <a:gridCol w="1850234">
                  <a:extLst>
                    <a:ext uri="{9D8B030D-6E8A-4147-A177-3AD203B41FA5}">
                      <a16:colId xmlns:a16="http://schemas.microsoft.com/office/drawing/2014/main" val="1939715130"/>
                    </a:ext>
                  </a:extLst>
                </a:gridCol>
                <a:gridCol w="1175657">
                  <a:extLst>
                    <a:ext uri="{9D8B030D-6E8A-4147-A177-3AD203B41FA5}">
                      <a16:colId xmlns:a16="http://schemas.microsoft.com/office/drawing/2014/main" val="964669917"/>
                    </a:ext>
                  </a:extLst>
                </a:gridCol>
                <a:gridCol w="1003184">
                  <a:extLst>
                    <a:ext uri="{9D8B030D-6E8A-4147-A177-3AD203B41FA5}">
                      <a16:colId xmlns:a16="http://schemas.microsoft.com/office/drawing/2014/main" val="3098722954"/>
                    </a:ext>
                  </a:extLst>
                </a:gridCol>
                <a:gridCol w="1003184">
                  <a:extLst>
                    <a:ext uri="{9D8B030D-6E8A-4147-A177-3AD203B41FA5}">
                      <a16:colId xmlns:a16="http://schemas.microsoft.com/office/drawing/2014/main" val="3077363936"/>
                    </a:ext>
                  </a:extLst>
                </a:gridCol>
                <a:gridCol w="1003184">
                  <a:extLst>
                    <a:ext uri="{9D8B030D-6E8A-4147-A177-3AD203B41FA5}">
                      <a16:colId xmlns:a16="http://schemas.microsoft.com/office/drawing/2014/main" val="393895488"/>
                    </a:ext>
                  </a:extLst>
                </a:gridCol>
                <a:gridCol w="1003184">
                  <a:extLst>
                    <a:ext uri="{9D8B030D-6E8A-4147-A177-3AD203B41FA5}">
                      <a16:colId xmlns:a16="http://schemas.microsoft.com/office/drawing/2014/main" val="2066714366"/>
                    </a:ext>
                  </a:extLst>
                </a:gridCol>
                <a:gridCol w="1003184">
                  <a:extLst>
                    <a:ext uri="{9D8B030D-6E8A-4147-A177-3AD203B41FA5}">
                      <a16:colId xmlns:a16="http://schemas.microsoft.com/office/drawing/2014/main" val="3586084811"/>
                    </a:ext>
                  </a:extLst>
                </a:gridCol>
                <a:gridCol w="1003184">
                  <a:extLst>
                    <a:ext uri="{9D8B030D-6E8A-4147-A177-3AD203B41FA5}">
                      <a16:colId xmlns:a16="http://schemas.microsoft.com/office/drawing/2014/main" val="732511913"/>
                    </a:ext>
                  </a:extLst>
                </a:gridCol>
                <a:gridCol w="1003184">
                  <a:extLst>
                    <a:ext uri="{9D8B030D-6E8A-4147-A177-3AD203B41FA5}">
                      <a16:colId xmlns:a16="http://schemas.microsoft.com/office/drawing/2014/main" val="1872342194"/>
                    </a:ext>
                  </a:extLst>
                </a:gridCol>
                <a:gridCol w="1003184">
                  <a:extLst>
                    <a:ext uri="{9D8B030D-6E8A-4147-A177-3AD203B41FA5}">
                      <a16:colId xmlns:a16="http://schemas.microsoft.com/office/drawing/2014/main" val="2023139687"/>
                    </a:ext>
                  </a:extLst>
                </a:gridCol>
              </a:tblGrid>
              <a:tr h="422095">
                <a:tc>
                  <a:txBody>
                    <a:bodyPr/>
                    <a:lstStyle/>
                    <a:p>
                      <a:pPr algn="ctr"/>
                      <a:r>
                        <a:rPr lang="en-ZA" sz="900" b="1" spc="50" baseline="0" dirty="0">
                          <a:solidFill>
                            <a:schemeClr val="bg1"/>
                          </a:solidFill>
                          <a:latin typeface="+mj-lt"/>
                        </a:rPr>
                        <a:t>DIVISION</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ZA" sz="900" b="1" kern="1200" dirty="0">
                          <a:solidFill>
                            <a:schemeClr val="bg1"/>
                          </a:solidFill>
                          <a:latin typeface="+mj-lt"/>
                          <a:ea typeface="+mn-ea"/>
                          <a:cs typeface="+mn-cs"/>
                        </a:rPr>
                        <a:t>CLUSTER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ZA" sz="900" b="0" kern="1200" dirty="0">
                          <a:solidFill>
                            <a:schemeClr val="bg1"/>
                          </a:solidFill>
                          <a:latin typeface="+mj-lt"/>
                          <a:ea typeface="+mn-ea"/>
                          <a:cs typeface="+mn-cs"/>
                        </a:rPr>
                        <a:t>RETAILER B</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RETAILER L</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RETAILER F</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RETAILER C</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RETAILER A</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RETAILER D</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900" b="0" kern="1200" dirty="0">
                          <a:solidFill>
                            <a:schemeClr val="bg1"/>
                          </a:solidFill>
                          <a:latin typeface="+mj-lt"/>
                          <a:ea typeface="+mn-ea"/>
                          <a:cs typeface="+mn-cs"/>
                        </a:rPr>
                        <a:t>XX</a:t>
                      </a:r>
                      <a:br>
                        <a:rPr lang="en-ZA" sz="900" b="0" kern="1200" dirty="0">
                          <a:solidFill>
                            <a:schemeClr val="bg1"/>
                          </a:solidFill>
                          <a:latin typeface="+mj-lt"/>
                          <a:ea typeface="+mn-ea"/>
                          <a:cs typeface="+mn-cs"/>
                        </a:rPr>
                      </a:br>
                      <a:r>
                        <a:rPr lang="en-ZA" sz="900" b="0" kern="1200" dirty="0">
                          <a:solidFill>
                            <a:schemeClr val="bg1"/>
                          </a:solidFill>
                          <a:latin typeface="+mj-lt"/>
                          <a:ea typeface="+mn-ea"/>
                          <a:cs typeface="+mn-cs"/>
                        </a:rPr>
                        <a:t>NATIONAL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ZA" sz="900" b="1" kern="1200" dirty="0">
                          <a:solidFill>
                            <a:schemeClr val="bg1"/>
                          </a:solidFill>
                          <a:latin typeface="+mj-lt"/>
                          <a:ea typeface="+mn-ea"/>
                          <a:cs typeface="+mn-cs"/>
                        </a:rPr>
                        <a:t>GRAND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001627782"/>
                  </a:ext>
                </a:extLst>
              </a:tr>
              <a:tr h="266119">
                <a:tc>
                  <a:txBody>
                    <a:bodyPr/>
                    <a:lstStyle/>
                    <a:p>
                      <a:pPr algn="ctr"/>
                      <a:r>
                        <a:rPr lang="en-ZA" sz="1000" dirty="0">
                          <a:solidFill>
                            <a:schemeClr val="accent5">
                              <a:lumMod val="50000"/>
                            </a:schemeClr>
                          </a:solidFill>
                        </a:rPr>
                        <a:t>ECAPE / FS</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FIELDMARKETER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574727694"/>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accent5">
                              <a:lumMod val="50000"/>
                            </a:schemeClr>
                          </a:solidFill>
                        </a:rPr>
                        <a:t>ECAPE / FS</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MERCHANDISER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2493234"/>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b="1" dirty="0">
                          <a:solidFill>
                            <a:schemeClr val="accent5">
                              <a:lumMod val="50000"/>
                            </a:schemeClr>
                          </a:solidFill>
                        </a:rPr>
                        <a:t>ECAPE / FS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extLst>
                  <a:ext uri="{0D108BD9-81ED-4DB2-BD59-A6C34878D82A}">
                    <a16:rowId xmlns:a16="http://schemas.microsoft.com/office/drawing/2014/main" val="1643523114"/>
                  </a:ext>
                </a:extLst>
              </a:tr>
              <a:tr h="266119">
                <a:tc>
                  <a:txBody>
                    <a:bodyPr/>
                    <a:lstStyle/>
                    <a:p>
                      <a:pPr algn="ctr"/>
                      <a:r>
                        <a:rPr lang="en-ZA" sz="1000" dirty="0">
                          <a:solidFill>
                            <a:schemeClr val="accent5">
                              <a:lumMod val="50000"/>
                            </a:schemeClr>
                          </a:solidFill>
                        </a:rPr>
                        <a:t>INLAND NORTH</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FIELDMARKETER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290218407"/>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accent5">
                              <a:lumMod val="50000"/>
                            </a:schemeClr>
                          </a:solidFill>
                        </a:rPr>
                        <a:t>INLAND NORTH</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MERCHANDISER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0352307"/>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b="1" kern="1200" dirty="0">
                          <a:solidFill>
                            <a:schemeClr val="accent5">
                              <a:lumMod val="50000"/>
                            </a:schemeClr>
                          </a:solidFill>
                          <a:latin typeface="+mn-lt"/>
                          <a:ea typeface="+mn-ea"/>
                          <a:cs typeface="+mn-cs"/>
                        </a:rPr>
                        <a:t>INLAND NORTH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000" b="1" kern="1200" dirty="0">
                        <a:solidFill>
                          <a:schemeClr val="accent5">
                            <a:lumMod val="50000"/>
                          </a:schemeClr>
                        </a:solidFill>
                        <a:latin typeface="+mn-lt"/>
                        <a:ea typeface="+mn-ea"/>
                        <a:cs typeface="+mn-cs"/>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extLst>
                  <a:ext uri="{0D108BD9-81ED-4DB2-BD59-A6C34878D82A}">
                    <a16:rowId xmlns:a16="http://schemas.microsoft.com/office/drawing/2014/main" val="3380974068"/>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accent5">
                              <a:lumMod val="50000"/>
                            </a:schemeClr>
                          </a:solidFill>
                        </a:rPr>
                        <a:t>INLAND SOUTH</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FIELDMARKETER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99356054"/>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accent5">
                              <a:lumMod val="50000"/>
                            </a:schemeClr>
                          </a:solidFill>
                        </a:rPr>
                        <a:t>INLAND SOUTH</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MERCHANDISER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470547"/>
                  </a:ext>
                </a:extLst>
              </a:tr>
              <a:tr h="2661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b="1" dirty="0">
                          <a:solidFill>
                            <a:schemeClr val="accent5">
                              <a:lumMod val="50000"/>
                            </a:schemeClr>
                          </a:solidFill>
                        </a:rPr>
                        <a:t>INLAND SOUTH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extLst>
                  <a:ext uri="{0D108BD9-81ED-4DB2-BD59-A6C34878D82A}">
                    <a16:rowId xmlns:a16="http://schemas.microsoft.com/office/drawing/2014/main" val="160104371"/>
                  </a:ext>
                </a:extLst>
              </a:tr>
              <a:tr h="266119">
                <a:tc>
                  <a:txBody>
                    <a:bodyPr/>
                    <a:lstStyle/>
                    <a:p>
                      <a:pPr algn="ctr"/>
                      <a:r>
                        <a:rPr lang="en-ZA" sz="1000" dirty="0">
                          <a:solidFill>
                            <a:schemeClr val="accent5">
                              <a:lumMod val="50000"/>
                            </a:schemeClr>
                          </a:solidFill>
                        </a:rPr>
                        <a:t>KZN</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FIELDMARKETER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742280319"/>
                  </a:ext>
                </a:extLst>
              </a:tr>
              <a:tr h="266119">
                <a:tc>
                  <a:txBody>
                    <a:bodyPr/>
                    <a:lstStyle/>
                    <a:p>
                      <a:pPr algn="ctr"/>
                      <a:r>
                        <a:rPr lang="en-ZA" sz="1000" dirty="0">
                          <a:solidFill>
                            <a:schemeClr val="accent5">
                              <a:lumMod val="50000"/>
                            </a:schemeClr>
                          </a:solidFill>
                        </a:rPr>
                        <a:t>KZN</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MERCHANDISER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8665609"/>
                  </a:ext>
                </a:extLst>
              </a:tr>
              <a:tr h="266119">
                <a:tc>
                  <a:txBody>
                    <a:bodyPr/>
                    <a:lstStyle/>
                    <a:p>
                      <a:pPr algn="ctr"/>
                      <a:r>
                        <a:rPr lang="en-ZA" sz="1000" b="1" dirty="0">
                          <a:solidFill>
                            <a:schemeClr val="accent5">
                              <a:lumMod val="50000"/>
                            </a:schemeClr>
                          </a:solidFill>
                        </a:rPr>
                        <a:t>KZN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rgbClr val="EFF9FF"/>
                    </a:solidFill>
                  </a:tcPr>
                </a:tc>
                <a:extLst>
                  <a:ext uri="{0D108BD9-81ED-4DB2-BD59-A6C34878D82A}">
                    <a16:rowId xmlns:a16="http://schemas.microsoft.com/office/drawing/2014/main" val="3936312449"/>
                  </a:ext>
                </a:extLst>
              </a:tr>
              <a:tr h="266119">
                <a:tc>
                  <a:txBody>
                    <a:bodyPr/>
                    <a:lstStyle/>
                    <a:p>
                      <a:pPr algn="ctr"/>
                      <a:r>
                        <a:rPr lang="en-ZA" sz="1000" dirty="0">
                          <a:solidFill>
                            <a:schemeClr val="accent5">
                              <a:lumMod val="50000"/>
                            </a:schemeClr>
                          </a:solidFill>
                        </a:rPr>
                        <a:t>WCAPE</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FIELDMARKETER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697316896"/>
                  </a:ext>
                </a:extLst>
              </a:tr>
              <a:tr h="266119">
                <a:tc>
                  <a:txBody>
                    <a:bodyPr/>
                    <a:lstStyle/>
                    <a:p>
                      <a:pPr algn="ctr"/>
                      <a:r>
                        <a:rPr lang="en-ZA" sz="1000" dirty="0">
                          <a:solidFill>
                            <a:schemeClr val="accent5">
                              <a:lumMod val="50000"/>
                            </a:schemeClr>
                          </a:solidFill>
                        </a:rPr>
                        <a:t>WCAPE</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tx1">
                        <a:lumMod val="40000"/>
                        <a:lumOff val="60000"/>
                      </a:schemeClr>
                    </a:solidFill>
                  </a:tcPr>
                </a:tc>
                <a:tc>
                  <a:txBody>
                    <a:bodyPr/>
                    <a:lstStyle/>
                    <a:p>
                      <a:pPr algn="ctr"/>
                      <a:r>
                        <a:rPr lang="en-ZA" sz="1000" dirty="0">
                          <a:solidFill>
                            <a:schemeClr val="accent5">
                              <a:lumMod val="50000"/>
                            </a:schemeClr>
                          </a:solidFill>
                        </a:rPr>
                        <a:t>MERCHANDISER</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a:endParaRPr lang="en-ZA" sz="1000"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3785917"/>
                  </a:ext>
                </a:extLst>
              </a:tr>
              <a:tr h="266119">
                <a:tc>
                  <a:txBody>
                    <a:bodyPr/>
                    <a:lstStyle/>
                    <a:p>
                      <a:pPr algn="ctr"/>
                      <a:r>
                        <a:rPr lang="en-ZA" sz="1000" b="1" dirty="0">
                          <a:solidFill>
                            <a:schemeClr val="accent5">
                              <a:lumMod val="50000"/>
                            </a:schemeClr>
                          </a:solidFill>
                        </a:rPr>
                        <a:t>WCAPE TOTAL</a:t>
                      </a: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tc>
                  <a:txBody>
                    <a:bodyPr/>
                    <a:lstStyle/>
                    <a:p>
                      <a:pPr algn="ctr"/>
                      <a:endParaRPr lang="en-ZA" sz="1000" b="1" dirty="0">
                        <a:solidFill>
                          <a:schemeClr val="accent5">
                            <a:lumMod val="50000"/>
                          </a:schemeClr>
                        </a:solidFill>
                      </a:endParaRPr>
                    </a:p>
                  </a:txBody>
                  <a:tcPr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rgbClr val="EFF9FF"/>
                    </a:solidFill>
                  </a:tcPr>
                </a:tc>
                <a:extLst>
                  <a:ext uri="{0D108BD9-81ED-4DB2-BD59-A6C34878D82A}">
                    <a16:rowId xmlns:a16="http://schemas.microsoft.com/office/drawing/2014/main" val="960450381"/>
                  </a:ext>
                </a:extLst>
              </a:tr>
              <a:tr h="266119">
                <a:tc>
                  <a:txBody>
                    <a:bodyPr/>
                    <a:lstStyle/>
                    <a:p>
                      <a:pPr algn="ctr"/>
                      <a:r>
                        <a:rPr lang="en-ZA" sz="1000" b="1" spc="50" baseline="0" dirty="0">
                          <a:solidFill>
                            <a:schemeClr val="bg1"/>
                          </a:solidFill>
                          <a:latin typeface="+mj-lt"/>
                        </a:rPr>
                        <a:t>GRAND TOTAL</a:t>
                      </a:r>
                    </a:p>
                  </a:txBody>
                  <a:tcPr anchor="ctr">
                    <a:lnL w="12700" cap="flat" cmpd="sng" algn="ctr">
                      <a:solidFill>
                        <a:schemeClr val="accent3"/>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endParaRPr lang="en-ZA" sz="1000" b="1" spc="5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tc>
                  <a:txBody>
                    <a:bodyPr/>
                    <a:lstStyle/>
                    <a:p>
                      <a:pPr algn="ctr"/>
                      <a:r>
                        <a:rPr lang="en-ZA" sz="1000" b="1" spc="50" baseline="0" dirty="0">
                          <a:solidFill>
                            <a:schemeClr val="bg1"/>
                          </a:solidFill>
                          <a:latin typeface="+mj-lt"/>
                        </a:rPr>
                        <a:t>XXXXXX</a:t>
                      </a:r>
                    </a:p>
                  </a:txBody>
                  <a:tcPr anchor="ctr">
                    <a:lnL w="12700" cap="flat" cmpd="sng" algn="ctr">
                      <a:solidFill>
                        <a:schemeClr val="bg1"/>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solidFill>
                      <a:schemeClr val="accent3"/>
                    </a:solidFill>
                  </a:tcPr>
                </a:tc>
                <a:extLst>
                  <a:ext uri="{0D108BD9-81ED-4DB2-BD59-A6C34878D82A}">
                    <a16:rowId xmlns:a16="http://schemas.microsoft.com/office/drawing/2014/main" val="3639228218"/>
                  </a:ext>
                </a:extLst>
              </a:tr>
            </a:tbl>
          </a:graphicData>
        </a:graphic>
      </p:graphicFrame>
    </p:spTree>
    <p:extLst>
      <p:ext uri="{BB962C8B-B14F-4D97-AF65-F5344CB8AC3E}">
        <p14:creationId xmlns:p14="http://schemas.microsoft.com/office/powerpoint/2010/main" val="35694078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p04.s0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DD198-3F86-4CCF-AB88-0ECDDB0E313D}"/>
              </a:ext>
            </a:extLst>
          </p:cNvPr>
          <p:cNvSpPr>
            <a:spLocks noGrp="1"/>
          </p:cNvSpPr>
          <p:nvPr>
            <p:ph type="ctrTitle"/>
          </p:nvPr>
        </p:nvSpPr>
        <p:spPr/>
        <p:txBody>
          <a:bodyPr/>
          <a:lstStyle/>
          <a:p>
            <a:endParaRPr lang="en-ZA"/>
          </a:p>
        </p:txBody>
      </p:sp>
      <p:sp>
        <p:nvSpPr>
          <p:cNvPr id="3" name="Text Placeholder 2">
            <a:extLst>
              <a:ext uri="{FF2B5EF4-FFF2-40B4-BE49-F238E27FC236}">
                <a16:creationId xmlns:a16="http://schemas.microsoft.com/office/drawing/2014/main" id="{354F5385-B190-C22D-11ED-CFF1D8259E00}"/>
              </a:ext>
            </a:extLst>
          </p:cNvPr>
          <p:cNvSpPr>
            <a:spLocks noGrp="1"/>
          </p:cNvSpPr>
          <p:nvPr>
            <p:ph type="body" sz="quarter" idx="40"/>
          </p:nvPr>
        </p:nvSpPr>
        <p:spPr/>
        <p:txBody>
          <a:bodyPr/>
          <a:lstStyle/>
          <a:p>
            <a:endParaRPr lang="en-ZA"/>
          </a:p>
        </p:txBody>
      </p:sp>
      <p:graphicFrame>
        <p:nvGraphicFramePr>
          <p:cNvPr id="9" name="Table Placeholder 4">
            <a:extLst>
              <a:ext uri="{FF2B5EF4-FFF2-40B4-BE49-F238E27FC236}">
                <a16:creationId xmlns:a16="http://schemas.microsoft.com/office/drawing/2014/main" id="{0331AC31-3051-C02C-9C98-84806D81023C}"/>
              </a:ext>
            </a:extLst>
          </p:cNvPr>
          <p:cNvGraphicFramePr>
            <a:graphicFrameLocks noGrp="1"/>
          </p:cNvGraphicFramePr>
          <p:nvPr>
            <p:ph type="tbl" sz="quarter" idx="41"/>
            <p:extLst>
              <p:ext uri="{D42A27DB-BD31-4B8C-83A1-F6EECF244321}">
                <p14:modId xmlns:p14="http://schemas.microsoft.com/office/powerpoint/2010/main" val="12001133"/>
              </p:ext>
            </p:extLst>
          </p:nvPr>
        </p:nvGraphicFramePr>
        <p:xfrm>
          <a:off x="587375" y="1647824"/>
          <a:ext cx="11052175" cy="4680000"/>
        </p:xfrm>
        <a:graphic>
          <a:graphicData uri="http://schemas.openxmlformats.org/drawingml/2006/table">
            <a:tbl>
              <a:tblPr firstRow="1" bandRow="1">
                <a:tableStyleId>{5940675A-B579-460E-94D1-54222C63F5DA}</a:tableStyleId>
              </a:tblPr>
              <a:tblGrid>
                <a:gridCol w="2210435">
                  <a:extLst>
                    <a:ext uri="{9D8B030D-6E8A-4147-A177-3AD203B41FA5}">
                      <a16:colId xmlns:a16="http://schemas.microsoft.com/office/drawing/2014/main" val="845181994"/>
                    </a:ext>
                  </a:extLst>
                </a:gridCol>
                <a:gridCol w="2210435">
                  <a:extLst>
                    <a:ext uri="{9D8B030D-6E8A-4147-A177-3AD203B41FA5}">
                      <a16:colId xmlns:a16="http://schemas.microsoft.com/office/drawing/2014/main" val="4264782265"/>
                    </a:ext>
                  </a:extLst>
                </a:gridCol>
                <a:gridCol w="2210435">
                  <a:extLst>
                    <a:ext uri="{9D8B030D-6E8A-4147-A177-3AD203B41FA5}">
                      <a16:colId xmlns:a16="http://schemas.microsoft.com/office/drawing/2014/main" val="2279767715"/>
                    </a:ext>
                  </a:extLst>
                </a:gridCol>
                <a:gridCol w="2210435">
                  <a:extLst>
                    <a:ext uri="{9D8B030D-6E8A-4147-A177-3AD203B41FA5}">
                      <a16:colId xmlns:a16="http://schemas.microsoft.com/office/drawing/2014/main" val="2187402928"/>
                    </a:ext>
                  </a:extLst>
                </a:gridCol>
                <a:gridCol w="2210435">
                  <a:extLst>
                    <a:ext uri="{9D8B030D-6E8A-4147-A177-3AD203B41FA5}">
                      <a16:colId xmlns:a16="http://schemas.microsoft.com/office/drawing/2014/main" val="3418726278"/>
                    </a:ext>
                  </a:extLst>
                </a:gridCol>
              </a:tblGrid>
              <a:tr h="540000">
                <a:tc>
                  <a:txBody>
                    <a:bodyPr/>
                    <a:lstStyle/>
                    <a:p>
                      <a:r>
                        <a:rPr lang="en-ZA" sz="1200" b="1" spc="50" baseline="0" dirty="0">
                          <a:solidFill>
                            <a:schemeClr val="bg1"/>
                          </a:solidFill>
                          <a:latin typeface="+mj-lt"/>
                        </a:rPr>
                        <a:t>HEADING A</a:t>
                      </a:r>
                    </a:p>
                  </a:txBody>
                  <a:tcPr marL="180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2"/>
                    </a:solidFill>
                  </a:tcPr>
                </a:tc>
                <a:tc>
                  <a:txBody>
                    <a:bodyPr/>
                    <a:lstStyle/>
                    <a:p>
                      <a:pPr algn="ctr"/>
                      <a:r>
                        <a:rPr lang="en-ZA" sz="1100" b="1" spc="50" baseline="0" dirty="0">
                          <a:solidFill>
                            <a:schemeClr val="bg1"/>
                          </a:solidFill>
                          <a:latin typeface="+mj-lt"/>
                        </a:rPr>
                        <a:t>HEADING 1</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b="1" kern="1200" spc="50" baseline="0" dirty="0">
                          <a:solidFill>
                            <a:schemeClr val="bg1"/>
                          </a:solidFill>
                          <a:latin typeface="+mj-lt"/>
                          <a:ea typeface="+mn-ea"/>
                          <a:cs typeface="+mn-cs"/>
                        </a:rPr>
                        <a:t>HEADING 2</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b="1" kern="1200" spc="50" baseline="0" dirty="0">
                          <a:solidFill>
                            <a:schemeClr val="bg1"/>
                          </a:solidFill>
                          <a:latin typeface="+mj-lt"/>
                          <a:ea typeface="+mn-ea"/>
                          <a:cs typeface="+mn-cs"/>
                        </a:rPr>
                        <a:t>HEADING 3</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100" b="1" kern="1200" spc="50" baseline="0" dirty="0">
                          <a:solidFill>
                            <a:schemeClr val="bg1"/>
                          </a:solidFill>
                          <a:latin typeface="+mj-lt"/>
                          <a:ea typeface="+mn-ea"/>
                          <a:cs typeface="+mn-cs"/>
                        </a:rPr>
                        <a:t>HEADING 4</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859646535"/>
                  </a:ext>
                </a:extLst>
              </a:tr>
              <a:tr h="3600000">
                <a:tc>
                  <a:txBody>
                    <a:bodyPr/>
                    <a:lstStyle/>
                    <a:p>
                      <a:pPr marL="0" algn="l" defTabSz="914400" rtl="0" eaLnBrk="1" latinLnBrk="0" hangingPunct="1"/>
                      <a:r>
                        <a:rPr lang="en-ZA" sz="1200" b="1" kern="1200" spc="50" baseline="0" dirty="0">
                          <a:solidFill>
                            <a:schemeClr val="bg1"/>
                          </a:solidFill>
                          <a:latin typeface="+mj-lt"/>
                          <a:ea typeface="+mn-ea"/>
                          <a:cs typeface="+mn-cs"/>
                        </a:rPr>
                        <a:t>HEADING B</a:t>
                      </a:r>
                    </a:p>
                  </a:txBody>
                  <a:tcPr marL="180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2"/>
                    </a:solidFill>
                  </a:tcPr>
                </a:tc>
                <a:tc>
                  <a:txBody>
                    <a:bodyPr/>
                    <a:lstStyle/>
                    <a:p>
                      <a:pPr marL="171450" indent="-171450">
                        <a:buFont typeface="Arial" panose="020B0604020202020204" pitchFamily="34" charset="0"/>
                        <a:buChar char="•"/>
                      </a:pPr>
                      <a:r>
                        <a:rPr lang="en-ZA" sz="1050" dirty="0">
                          <a:solidFill>
                            <a:schemeClr val="accent5">
                              <a:lumMod val="50000"/>
                            </a:schemeClr>
                          </a:solidFill>
                        </a:rPr>
                        <a:t>Type Benefits here as bullet points…</a:t>
                      </a:r>
                    </a:p>
                  </a:txBody>
                  <a:tcPr marL="144000" marR="72000" marT="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050" dirty="0">
                          <a:solidFill>
                            <a:schemeClr val="accent5">
                              <a:lumMod val="50000"/>
                            </a:schemeClr>
                          </a:solidFill>
                        </a:rPr>
                        <a:t>Type Benefits here as bullet points…</a:t>
                      </a:r>
                    </a:p>
                  </a:txBody>
                  <a:tcPr marL="144000" marR="72000" marT="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050" dirty="0">
                          <a:solidFill>
                            <a:schemeClr val="accent5">
                              <a:lumMod val="50000"/>
                            </a:schemeClr>
                          </a:solidFill>
                        </a:rPr>
                        <a:t>Type Benefits here as bullet points…</a:t>
                      </a:r>
                    </a:p>
                  </a:txBody>
                  <a:tcPr marL="144000" marR="72000" marT="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050" dirty="0">
                          <a:solidFill>
                            <a:schemeClr val="accent5">
                              <a:lumMod val="50000"/>
                            </a:schemeClr>
                          </a:solidFill>
                        </a:rPr>
                        <a:t>Type Benefits here as bullet points…</a:t>
                      </a:r>
                    </a:p>
                  </a:txBody>
                  <a:tcPr marL="144000" marR="72000" marT="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45120509"/>
                  </a:ext>
                </a:extLst>
              </a:tr>
              <a:tr h="540000">
                <a:tc>
                  <a:txBody>
                    <a:bodyPr/>
                    <a:lstStyle/>
                    <a:p>
                      <a:pPr marL="0" algn="l" defTabSz="914400" rtl="0" eaLnBrk="1" latinLnBrk="0" hangingPunct="1"/>
                      <a:r>
                        <a:rPr lang="en-ZA" sz="1200" b="1" kern="1200" spc="50" baseline="0" dirty="0">
                          <a:solidFill>
                            <a:schemeClr val="bg1"/>
                          </a:solidFill>
                          <a:latin typeface="+mj-lt"/>
                          <a:ea typeface="+mn-ea"/>
                          <a:cs typeface="+mn-cs"/>
                        </a:rPr>
                        <a:t>HEADING C</a:t>
                      </a:r>
                    </a:p>
                  </a:txBody>
                  <a:tcPr marL="180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2"/>
                    </a:solidFill>
                  </a:tcPr>
                </a:tc>
                <a:tc>
                  <a:txBody>
                    <a:bodyPr/>
                    <a:lstStyle/>
                    <a:p>
                      <a:pPr algn="ctr"/>
                      <a:r>
                        <a:rPr lang="en-ZA" sz="1100" b="1" spc="40" baseline="0" dirty="0">
                          <a:solidFill>
                            <a:schemeClr val="accent5">
                              <a:lumMod val="50000"/>
                            </a:schemeClr>
                          </a:solidFill>
                          <a:latin typeface="+mj-lt"/>
                        </a:rPr>
                        <a:t>HEADING 1b</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20000"/>
                        <a:lumOff val="80000"/>
                      </a:schemeClr>
                    </a:solidFill>
                  </a:tcPr>
                </a:tc>
                <a:tc>
                  <a:txBody>
                    <a:bodyPr/>
                    <a:lstStyle/>
                    <a:p>
                      <a:pPr algn="ctr"/>
                      <a:r>
                        <a:rPr lang="en-ZA" sz="1100" b="1" spc="40" baseline="0" dirty="0">
                          <a:solidFill>
                            <a:schemeClr val="accent5">
                              <a:lumMod val="50000"/>
                            </a:schemeClr>
                          </a:solidFill>
                          <a:latin typeface="+mj-lt"/>
                        </a:rPr>
                        <a:t>HEADING 2b</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20000"/>
                        <a:lumOff val="80000"/>
                      </a:schemeClr>
                    </a:solidFill>
                  </a:tcPr>
                </a:tc>
                <a:tc>
                  <a:txBody>
                    <a:bodyPr/>
                    <a:lstStyle/>
                    <a:p>
                      <a:pPr algn="ctr"/>
                      <a:r>
                        <a:rPr lang="en-ZA" sz="1100" b="1" spc="40" baseline="0" dirty="0">
                          <a:solidFill>
                            <a:schemeClr val="accent5">
                              <a:lumMod val="50000"/>
                            </a:schemeClr>
                          </a:solidFill>
                          <a:latin typeface="+mj-lt"/>
                        </a:rPr>
                        <a:t>HEADING 3b</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20000"/>
                        <a:lumOff val="80000"/>
                      </a:schemeClr>
                    </a:solidFill>
                  </a:tcPr>
                </a:tc>
                <a:tc>
                  <a:txBody>
                    <a:bodyPr/>
                    <a:lstStyle/>
                    <a:p>
                      <a:pPr algn="ctr"/>
                      <a:r>
                        <a:rPr lang="en-ZA" sz="1100" b="1" spc="40" baseline="0" dirty="0">
                          <a:solidFill>
                            <a:schemeClr val="accent5">
                              <a:lumMod val="50000"/>
                            </a:schemeClr>
                          </a:solidFill>
                          <a:latin typeface="+mj-lt"/>
                        </a:rPr>
                        <a:t>HEADING 4b</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951414879"/>
                  </a:ext>
                </a:extLst>
              </a:tr>
            </a:tbl>
          </a:graphicData>
        </a:graphic>
      </p:graphicFrame>
    </p:spTree>
    <p:extLst>
      <p:ext uri="{BB962C8B-B14F-4D97-AF65-F5344CB8AC3E}">
        <p14:creationId xmlns:p14="http://schemas.microsoft.com/office/powerpoint/2010/main" val="30003246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p04.s06">
    <p:spTree>
      <p:nvGrpSpPr>
        <p:cNvPr id="1" name=""/>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12F067F0-6D8C-A74F-8703-6CE3B1E3EB14}"/>
              </a:ext>
            </a:extLst>
          </p:cNvPr>
          <p:cNvGraphicFramePr>
            <a:graphicFrameLocks noGrp="1"/>
          </p:cNvGraphicFramePr>
          <p:nvPr>
            <p:ph type="tbl" sz="quarter" idx="39"/>
            <p:extLst>
              <p:ext uri="{D42A27DB-BD31-4B8C-83A1-F6EECF244321}">
                <p14:modId xmlns:p14="http://schemas.microsoft.com/office/powerpoint/2010/main" val="4027932608"/>
              </p:ext>
            </p:extLst>
          </p:nvPr>
        </p:nvGraphicFramePr>
        <p:xfrm>
          <a:off x="587375" y="1112021"/>
          <a:ext cx="10281908" cy="4957852"/>
        </p:xfrm>
        <a:graphic>
          <a:graphicData uri="http://schemas.openxmlformats.org/drawingml/2006/table">
            <a:tbl>
              <a:tblPr firstRow="1" bandRow="1">
                <a:tableStyleId>{5940675A-B579-460E-94D1-54222C63F5DA}</a:tableStyleId>
              </a:tblPr>
              <a:tblGrid>
                <a:gridCol w="1086390">
                  <a:extLst>
                    <a:ext uri="{9D8B030D-6E8A-4147-A177-3AD203B41FA5}">
                      <a16:colId xmlns:a16="http://schemas.microsoft.com/office/drawing/2014/main" val="4223841773"/>
                    </a:ext>
                  </a:extLst>
                </a:gridCol>
                <a:gridCol w="9195518">
                  <a:extLst>
                    <a:ext uri="{9D8B030D-6E8A-4147-A177-3AD203B41FA5}">
                      <a16:colId xmlns:a16="http://schemas.microsoft.com/office/drawing/2014/main" val="2452876318"/>
                    </a:ext>
                  </a:extLst>
                </a:gridCol>
              </a:tblGrid>
              <a:tr h="414280">
                <a:tc gridSpan="2">
                  <a:txBody>
                    <a:bodyPr/>
                    <a:lstStyle/>
                    <a:p>
                      <a:r>
                        <a:rPr lang="en-ZA" sz="1100" b="1" spc="40" baseline="0" dirty="0">
                          <a:solidFill>
                            <a:schemeClr val="bg1"/>
                          </a:solidFill>
                          <a:latin typeface="+mj-lt"/>
                        </a:rPr>
                        <a:t>OPPORTUNITIES / FY IMPROVEMENT AREAS</a:t>
                      </a:r>
                    </a:p>
                  </a:txBody>
                  <a:tcPr marL="144000" anchor="ctr">
                    <a:lnL w="9525" cap="flat" cmpd="sng" algn="ctr">
                      <a:solidFill>
                        <a:schemeClr val="tx1">
                          <a:lumMod val="20000"/>
                          <a:lumOff val="80000"/>
                        </a:schemeClr>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solidFill>
                        <a:schemeClr val="tx1">
                          <a:lumMod val="20000"/>
                          <a:lumOff val="80000"/>
                        </a:schemeClr>
                      </a:solidFill>
                      <a:prstDash val="solid"/>
                      <a:round/>
                      <a:headEnd type="none" w="med" len="med"/>
                      <a:tailEnd type="none" w="med" len="med"/>
                    </a:lnB>
                    <a:solidFill>
                      <a:schemeClr val="accent2"/>
                    </a:solidFill>
                  </a:tcPr>
                </a:tc>
                <a:tc hMerge="1">
                  <a:txBody>
                    <a:bodyPr/>
                    <a:lstStyle/>
                    <a:p>
                      <a:endParaRPr dirty="0"/>
                    </a:p>
                  </a:txBody>
                  <a:tcPr marL="144000" anchor="ctr">
                    <a:lnL w="9525" cap="flat" cmpd="sng" algn="ctr">
                      <a:solidFill>
                        <a:schemeClr val="tx1">
                          <a:lumMod val="20000"/>
                          <a:lumOff val="80000"/>
                        </a:schemeClr>
                      </a:solidFill>
                      <a:prstDash val="solid"/>
                      <a:round/>
                      <a:headEnd type="none" w="med" len="med"/>
                      <a:tailEnd type="none" w="med" len="med"/>
                    </a:lnL>
                    <a:lnR w="9525" cap="flat" cmpd="sng" algn="ctr">
                      <a:solidFill>
                        <a:schemeClr val="tx1">
                          <a:lumMod val="20000"/>
                          <a:lumOff val="80000"/>
                        </a:schemeClr>
                      </a:solid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solidFill>
                        <a:schemeClr val="tx1">
                          <a:lumMod val="20000"/>
                          <a:lumOff val="8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327756567"/>
                  </a:ext>
                </a:extLst>
              </a:tr>
              <a:tr h="757262">
                <a:tc>
                  <a:txBody>
                    <a:bodyPr/>
                    <a:lstStyle/>
                    <a:p>
                      <a:pPr algn="l"/>
                      <a:r>
                        <a:rPr lang="en-ZA" sz="1000" b="1" dirty="0">
                          <a:solidFill>
                            <a:schemeClr val="accent2"/>
                          </a:solidFill>
                          <a:latin typeface="+mj-lt"/>
                        </a:rPr>
                        <a:t>1.</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r>
                        <a:rPr lang="en-ZA" sz="1000" b="1" spc="40" baseline="0" dirty="0">
                          <a:solidFill>
                            <a:schemeClr val="accent2"/>
                          </a:solidFill>
                          <a:latin typeface="+mj-lt"/>
                        </a:rPr>
                        <a:t>TEAM TRAINING</a:t>
                      </a:r>
                    </a:p>
                    <a:p>
                      <a:r>
                        <a:rPr lang="en-ZA" sz="1050" b="0" dirty="0">
                          <a:solidFill>
                            <a:schemeClr val="accent1"/>
                          </a:solidFill>
                        </a:rPr>
                        <a:t>Body copy descriptor goes here… body copy descriptor goes here</a:t>
                      </a: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631708946"/>
                  </a:ext>
                </a:extLst>
              </a:tr>
              <a:tr h="7572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dirty="0">
                          <a:solidFill>
                            <a:schemeClr val="accent2"/>
                          </a:solidFill>
                          <a:latin typeface="+mj-lt"/>
                          <a:ea typeface="+mn-ea"/>
                          <a:cs typeface="+mn-cs"/>
                        </a:rPr>
                        <a:t>2.</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marL="0" algn="l" defTabSz="914400" rtl="0" eaLnBrk="1" latinLnBrk="0" hangingPunct="1"/>
                      <a:r>
                        <a:rPr lang="en-ZA" sz="1000" b="1" kern="1200" spc="40" baseline="0" dirty="0">
                          <a:solidFill>
                            <a:schemeClr val="accent2"/>
                          </a:solidFill>
                          <a:latin typeface="+mj-lt"/>
                          <a:ea typeface="+mn-ea"/>
                          <a:cs typeface="+mn-cs"/>
                        </a:rPr>
                        <a:t>FEEDBACK</a:t>
                      </a:r>
                    </a:p>
                    <a:p>
                      <a:r>
                        <a:rPr lang="en-US" sz="1050" b="0" dirty="0">
                          <a:solidFill>
                            <a:schemeClr val="accent1"/>
                          </a:solidFill>
                        </a:rPr>
                        <a:t>Timely feedbacks on payment status, quality issues, cooler fixing and asset availability to new customers</a:t>
                      </a: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2093475438"/>
                  </a:ext>
                </a:extLst>
              </a:tr>
              <a:tr h="757262">
                <a:tc>
                  <a:txBody>
                    <a:bodyPr/>
                    <a:lstStyle/>
                    <a:p>
                      <a:pPr marL="0" algn="l" defTabSz="914400" rtl="0" eaLnBrk="1" latinLnBrk="0" hangingPunct="1"/>
                      <a:r>
                        <a:rPr lang="en-ZA" sz="1000" b="1" kern="1200" dirty="0">
                          <a:solidFill>
                            <a:schemeClr val="accent2"/>
                          </a:solidFill>
                          <a:latin typeface="+mj-lt"/>
                          <a:ea typeface="+mn-ea"/>
                          <a:cs typeface="+mn-cs"/>
                        </a:rPr>
                        <a:t>3.</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marL="0" algn="l" defTabSz="914400" rtl="0" eaLnBrk="1" latinLnBrk="0" hangingPunct="1"/>
                      <a:r>
                        <a:rPr lang="en-ZA" sz="1000" b="1" kern="1200" spc="40" baseline="0" dirty="0">
                          <a:solidFill>
                            <a:schemeClr val="accent2"/>
                          </a:solidFill>
                          <a:latin typeface="+mj-lt"/>
                          <a:ea typeface="+mn-ea"/>
                          <a:cs typeface="+mn-cs"/>
                        </a:rPr>
                        <a:t>TEAM BUILDING</a:t>
                      </a:r>
                    </a:p>
                    <a:p>
                      <a:r>
                        <a:rPr lang="en-ZA" sz="1050" b="0" dirty="0">
                          <a:solidFill>
                            <a:schemeClr val="accent1"/>
                          </a:solidFill>
                        </a:rPr>
                        <a:t>Team buildings for bonding</a:t>
                      </a:r>
                    </a:p>
                    <a:p>
                      <a:endParaRPr lang="en-ZA" sz="1050" b="0" dirty="0">
                        <a:solidFill>
                          <a:schemeClr val="accent1"/>
                        </a:solidFill>
                      </a:endParaRP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1969197041"/>
                  </a:ext>
                </a:extLst>
              </a:tr>
              <a:tr h="757262">
                <a:tc>
                  <a:txBody>
                    <a:bodyPr/>
                    <a:lstStyle/>
                    <a:p>
                      <a:pPr marL="0" algn="l" defTabSz="914400" rtl="0" eaLnBrk="1" latinLnBrk="0" hangingPunct="1"/>
                      <a:r>
                        <a:rPr lang="en-ZA" sz="1000" b="1" kern="1200" dirty="0">
                          <a:solidFill>
                            <a:schemeClr val="accent2"/>
                          </a:solidFill>
                          <a:latin typeface="+mj-lt"/>
                          <a:ea typeface="+mn-ea"/>
                          <a:cs typeface="+mn-cs"/>
                        </a:rPr>
                        <a:t>4.</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marL="0" algn="l" defTabSz="914400" rtl="0" eaLnBrk="1" latinLnBrk="0" hangingPunct="1"/>
                      <a:r>
                        <a:rPr lang="en-ZA" sz="1000" b="1" kern="1200" spc="40" baseline="0" dirty="0">
                          <a:solidFill>
                            <a:schemeClr val="accent2"/>
                          </a:solidFill>
                          <a:latin typeface="+mj-lt"/>
                          <a:ea typeface="+mn-ea"/>
                          <a:cs typeface="+mn-cs"/>
                        </a:rPr>
                        <a:t>MONTHLY CATCHUP</a:t>
                      </a:r>
                    </a:p>
                    <a:p>
                      <a:r>
                        <a:rPr lang="en-US" sz="1050" b="0" dirty="0">
                          <a:solidFill>
                            <a:schemeClr val="accent1"/>
                          </a:solidFill>
                        </a:rPr>
                        <a:t>Monthly physical meeting between CLIENT team ,Smollan and the merchandisers to regroup</a:t>
                      </a:r>
                    </a:p>
                    <a:p>
                      <a:endParaRPr lang="en-ZA" sz="1050" b="0" dirty="0">
                        <a:solidFill>
                          <a:schemeClr val="accent1"/>
                        </a:solidFill>
                      </a:endParaRP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1915073436"/>
                  </a:ext>
                </a:extLst>
              </a:tr>
              <a:tr h="757262">
                <a:tc>
                  <a:txBody>
                    <a:bodyPr/>
                    <a:lstStyle/>
                    <a:p>
                      <a:pPr marL="0" algn="l" defTabSz="914400" rtl="0" eaLnBrk="1" latinLnBrk="0" hangingPunct="1"/>
                      <a:r>
                        <a:rPr lang="en-ZA" sz="1000" b="1" kern="1200" dirty="0">
                          <a:solidFill>
                            <a:schemeClr val="accent2"/>
                          </a:solidFill>
                          <a:latin typeface="+mj-lt"/>
                          <a:ea typeface="+mn-ea"/>
                          <a:cs typeface="+mn-cs"/>
                        </a:rPr>
                        <a:t>5.</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marL="0" algn="l" defTabSz="914400" rtl="0" eaLnBrk="1" latinLnBrk="0" hangingPunct="1"/>
                      <a:r>
                        <a:rPr lang="en-ZA" sz="1000" b="1" kern="1200" spc="40" baseline="0" dirty="0">
                          <a:solidFill>
                            <a:schemeClr val="accent2"/>
                          </a:solidFill>
                          <a:latin typeface="+mj-lt"/>
                          <a:ea typeface="+mn-ea"/>
                          <a:cs typeface="+mn-cs"/>
                        </a:rPr>
                        <a:t>CAREER PROGRESSION</a:t>
                      </a:r>
                    </a:p>
                    <a:p>
                      <a:r>
                        <a:rPr lang="en-US" sz="1050" b="0" dirty="0">
                          <a:solidFill>
                            <a:schemeClr val="accent1"/>
                          </a:solidFill>
                        </a:rPr>
                        <a:t>Promotion of merchandisers whenever an opportunity arises</a:t>
                      </a:r>
                    </a:p>
                    <a:p>
                      <a:endParaRPr lang="en-ZA" sz="1050" b="0" dirty="0">
                        <a:solidFill>
                          <a:schemeClr val="accent1"/>
                        </a:solidFill>
                      </a:endParaRP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1557176259"/>
                  </a:ext>
                </a:extLst>
              </a:tr>
              <a:tr h="757262">
                <a:tc>
                  <a:txBody>
                    <a:bodyPr/>
                    <a:lstStyle/>
                    <a:p>
                      <a:pPr marL="0" algn="l" defTabSz="914400" rtl="0" eaLnBrk="1" latinLnBrk="0" hangingPunct="1"/>
                      <a:r>
                        <a:rPr lang="en-ZA" sz="1000" b="1" kern="1200" dirty="0">
                          <a:solidFill>
                            <a:schemeClr val="accent2"/>
                          </a:solidFill>
                          <a:latin typeface="+mj-lt"/>
                          <a:ea typeface="+mn-ea"/>
                          <a:cs typeface="+mn-cs"/>
                        </a:rPr>
                        <a:t>6.</a:t>
                      </a:r>
                    </a:p>
                  </a:txBody>
                  <a:tcPr marL="72000" marR="72000">
                    <a:lnL w="9525" cap="flat" cmpd="sng" algn="ctr">
                      <a:solidFill>
                        <a:schemeClr val="bg1"/>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chemeClr val="bg1"/>
                    </a:solidFill>
                  </a:tcPr>
                </a:tc>
                <a:tc>
                  <a:txBody>
                    <a:bodyPr/>
                    <a:lstStyle/>
                    <a:p>
                      <a:pPr marL="0" algn="l" defTabSz="914400" rtl="0" eaLnBrk="1" latinLnBrk="0" hangingPunct="1"/>
                      <a:r>
                        <a:rPr lang="en-ZA" sz="1000" b="1" kern="1200" spc="40" baseline="0" dirty="0">
                          <a:solidFill>
                            <a:schemeClr val="accent2"/>
                          </a:solidFill>
                          <a:latin typeface="+mj-lt"/>
                          <a:ea typeface="+mn-ea"/>
                          <a:cs typeface="+mn-cs"/>
                        </a:rPr>
                        <a:t>AWARDS &amp; RECOGNITION</a:t>
                      </a:r>
                    </a:p>
                    <a:p>
                      <a:r>
                        <a:rPr lang="en-US" sz="1050" b="0" dirty="0">
                          <a:solidFill>
                            <a:schemeClr val="accent1"/>
                          </a:solidFill>
                        </a:rPr>
                        <a:t>performers-The business should reward the  best so as to motivate them.</a:t>
                      </a:r>
                    </a:p>
                    <a:p>
                      <a:endParaRPr lang="en-ZA" sz="1050" b="0" dirty="0">
                        <a:solidFill>
                          <a:schemeClr val="accent1"/>
                        </a:solidFill>
                      </a:endParaRPr>
                    </a:p>
                  </a:txBody>
                  <a:tcPr marL="144000">
                    <a:lnL w="9525" cap="flat" cmpd="sng" algn="ctr">
                      <a:solidFill>
                        <a:schemeClr val="accent2"/>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2"/>
                      </a:solidFill>
                      <a:prstDash val="solid"/>
                      <a:round/>
                      <a:headEnd type="none" w="med" len="med"/>
                      <a:tailEnd type="none" w="med" len="med"/>
                    </a:lnT>
                    <a:lnB w="9525" cap="flat" cmpd="sng" algn="ctr">
                      <a:solidFill>
                        <a:schemeClr val="accent2"/>
                      </a:solidFill>
                      <a:prstDash val="solid"/>
                      <a:round/>
                      <a:headEnd type="none" w="med" len="med"/>
                      <a:tailEnd type="none" w="med" len="med"/>
                    </a:lnB>
                    <a:solidFill>
                      <a:srgbClr val="F8FEFC"/>
                    </a:solidFill>
                  </a:tcPr>
                </a:tc>
                <a:extLst>
                  <a:ext uri="{0D108BD9-81ED-4DB2-BD59-A6C34878D82A}">
                    <a16:rowId xmlns:a16="http://schemas.microsoft.com/office/drawing/2014/main" val="934296433"/>
                  </a:ext>
                </a:extLst>
              </a:tr>
            </a:tbl>
          </a:graphicData>
        </a:graphic>
      </p:graphicFrame>
    </p:spTree>
    <p:extLst>
      <p:ext uri="{BB962C8B-B14F-4D97-AF65-F5344CB8AC3E}">
        <p14:creationId xmlns:p14="http://schemas.microsoft.com/office/powerpoint/2010/main" val="20846933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p04.s07">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21552F1C-C5CC-39B4-83B1-3A63EE97F336}"/>
              </a:ext>
            </a:extLst>
          </p:cNvPr>
          <p:cNvGraphicFramePr>
            <a:graphicFrameLocks noGrp="1"/>
          </p:cNvGraphicFramePr>
          <p:nvPr>
            <p:ph type="tbl" sz="quarter" idx="41"/>
            <p:extLst>
              <p:ext uri="{D42A27DB-BD31-4B8C-83A1-F6EECF244321}">
                <p14:modId xmlns:p14="http://schemas.microsoft.com/office/powerpoint/2010/main" val="2534395910"/>
              </p:ext>
            </p:extLst>
          </p:nvPr>
        </p:nvGraphicFramePr>
        <p:xfrm>
          <a:off x="587375" y="1724025"/>
          <a:ext cx="11052170" cy="4320000"/>
        </p:xfrm>
        <a:graphic>
          <a:graphicData uri="http://schemas.openxmlformats.org/drawingml/2006/table">
            <a:tbl>
              <a:tblPr firstRow="1" bandRow="1">
                <a:tableStyleId>{5940675A-B579-460E-94D1-54222C63F5DA}</a:tableStyleId>
              </a:tblPr>
              <a:tblGrid>
                <a:gridCol w="1105217">
                  <a:extLst>
                    <a:ext uri="{9D8B030D-6E8A-4147-A177-3AD203B41FA5}">
                      <a16:colId xmlns:a16="http://schemas.microsoft.com/office/drawing/2014/main" val="1560962096"/>
                    </a:ext>
                  </a:extLst>
                </a:gridCol>
                <a:gridCol w="1105217">
                  <a:extLst>
                    <a:ext uri="{9D8B030D-6E8A-4147-A177-3AD203B41FA5}">
                      <a16:colId xmlns:a16="http://schemas.microsoft.com/office/drawing/2014/main" val="3764642174"/>
                    </a:ext>
                  </a:extLst>
                </a:gridCol>
                <a:gridCol w="1105217">
                  <a:extLst>
                    <a:ext uri="{9D8B030D-6E8A-4147-A177-3AD203B41FA5}">
                      <a16:colId xmlns:a16="http://schemas.microsoft.com/office/drawing/2014/main" val="2914076645"/>
                    </a:ext>
                  </a:extLst>
                </a:gridCol>
                <a:gridCol w="1105217">
                  <a:extLst>
                    <a:ext uri="{9D8B030D-6E8A-4147-A177-3AD203B41FA5}">
                      <a16:colId xmlns:a16="http://schemas.microsoft.com/office/drawing/2014/main" val="76126226"/>
                    </a:ext>
                  </a:extLst>
                </a:gridCol>
                <a:gridCol w="1105217">
                  <a:extLst>
                    <a:ext uri="{9D8B030D-6E8A-4147-A177-3AD203B41FA5}">
                      <a16:colId xmlns:a16="http://schemas.microsoft.com/office/drawing/2014/main" val="814785995"/>
                    </a:ext>
                  </a:extLst>
                </a:gridCol>
                <a:gridCol w="1105217">
                  <a:extLst>
                    <a:ext uri="{9D8B030D-6E8A-4147-A177-3AD203B41FA5}">
                      <a16:colId xmlns:a16="http://schemas.microsoft.com/office/drawing/2014/main" val="2358896650"/>
                    </a:ext>
                  </a:extLst>
                </a:gridCol>
                <a:gridCol w="1105217">
                  <a:extLst>
                    <a:ext uri="{9D8B030D-6E8A-4147-A177-3AD203B41FA5}">
                      <a16:colId xmlns:a16="http://schemas.microsoft.com/office/drawing/2014/main" val="1155359608"/>
                    </a:ext>
                  </a:extLst>
                </a:gridCol>
                <a:gridCol w="1105217">
                  <a:extLst>
                    <a:ext uri="{9D8B030D-6E8A-4147-A177-3AD203B41FA5}">
                      <a16:colId xmlns:a16="http://schemas.microsoft.com/office/drawing/2014/main" val="2591555279"/>
                    </a:ext>
                  </a:extLst>
                </a:gridCol>
                <a:gridCol w="1105217">
                  <a:extLst>
                    <a:ext uri="{9D8B030D-6E8A-4147-A177-3AD203B41FA5}">
                      <a16:colId xmlns:a16="http://schemas.microsoft.com/office/drawing/2014/main" val="2970593924"/>
                    </a:ext>
                  </a:extLst>
                </a:gridCol>
                <a:gridCol w="1105217">
                  <a:extLst>
                    <a:ext uri="{9D8B030D-6E8A-4147-A177-3AD203B41FA5}">
                      <a16:colId xmlns:a16="http://schemas.microsoft.com/office/drawing/2014/main" val="392294091"/>
                    </a:ext>
                  </a:extLst>
                </a:gridCol>
              </a:tblGrid>
              <a:tr h="540000">
                <a:tc>
                  <a:txBody>
                    <a:bodyPr/>
                    <a:lstStyle/>
                    <a:p>
                      <a:endParaRPr lang="en-ZA" dirty="0"/>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r>
                        <a:rPr lang="en-ZA" sz="900" b="1" spc="40" baseline="0" dirty="0">
                          <a:solidFill>
                            <a:schemeClr val="bg1"/>
                          </a:solidFill>
                          <a:latin typeface="+mj-lt"/>
                        </a:rPr>
                        <a:t>HEADING A</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r>
                        <a:rPr lang="en-ZA" sz="900" b="1" spc="40" baseline="0" dirty="0">
                          <a:solidFill>
                            <a:schemeClr val="bg1"/>
                          </a:solidFill>
                          <a:latin typeface="+mj-lt"/>
                        </a:rPr>
                        <a:t>HEADING B</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r>
                        <a:rPr lang="en-ZA" sz="900" b="1" spc="40" baseline="0" dirty="0">
                          <a:solidFill>
                            <a:schemeClr val="bg1"/>
                          </a:solidFill>
                          <a:latin typeface="+mj-lt"/>
                        </a:rPr>
                        <a:t>HEADING C</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r>
                        <a:rPr lang="en-ZA" sz="800" b="1" spc="40" baseline="0" dirty="0">
                          <a:solidFill>
                            <a:schemeClr val="bg1"/>
                          </a:solidFill>
                          <a:latin typeface="+mj-lt"/>
                        </a:rPr>
                        <a:t>RETAIL</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FRANCHISE</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WHOLESALE</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LIQUOR</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PHARMACY</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INDEPENDENT</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extLst>
                  <a:ext uri="{0D108BD9-81ED-4DB2-BD59-A6C34878D82A}">
                    <a16:rowId xmlns:a16="http://schemas.microsoft.com/office/drawing/2014/main" val="1859843945"/>
                  </a:ext>
                </a:extLst>
              </a:tr>
              <a:tr h="540000">
                <a:tc>
                  <a:txBody>
                    <a:bodyPr/>
                    <a:lstStyle/>
                    <a:p>
                      <a:r>
                        <a:rPr lang="en-ZA" sz="900" b="1" spc="40" baseline="0" dirty="0">
                          <a:solidFill>
                            <a:schemeClr val="bg1"/>
                          </a:solidFill>
                          <a:latin typeface="+mj-lt"/>
                        </a:rPr>
                        <a:t>Heading 1</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569466657"/>
                  </a:ext>
                </a:extLst>
              </a:tr>
              <a:tr h="540000">
                <a:tc>
                  <a:txBody>
                    <a:bodyPr/>
                    <a:lstStyle/>
                    <a:p>
                      <a:r>
                        <a:rPr lang="en-ZA" sz="900" b="1" spc="40" baseline="0" dirty="0">
                          <a:solidFill>
                            <a:schemeClr val="bg1"/>
                          </a:solidFill>
                          <a:latin typeface="+mj-lt"/>
                        </a:rPr>
                        <a:t>Heading 2</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38592036"/>
                  </a:ext>
                </a:extLst>
              </a:tr>
              <a:tr h="540000">
                <a:tc>
                  <a:txBody>
                    <a:bodyPr/>
                    <a:lstStyle/>
                    <a:p>
                      <a:r>
                        <a:rPr lang="en-ZA" sz="900" b="1" spc="40" baseline="0" dirty="0">
                          <a:solidFill>
                            <a:schemeClr val="bg1"/>
                          </a:solidFill>
                          <a:latin typeface="+mj-lt"/>
                        </a:rPr>
                        <a:t>Heading 3</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23389105"/>
                  </a:ext>
                </a:extLst>
              </a:tr>
              <a:tr h="540000">
                <a:tc>
                  <a:txBody>
                    <a:bodyPr/>
                    <a:lstStyle/>
                    <a:p>
                      <a:r>
                        <a:rPr lang="en-ZA" sz="900" b="1" spc="40" baseline="0" dirty="0">
                          <a:solidFill>
                            <a:schemeClr val="bg1"/>
                          </a:solidFill>
                          <a:latin typeface="+mj-lt"/>
                        </a:rPr>
                        <a:t>Heading 4</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68894885"/>
                  </a:ext>
                </a:extLst>
              </a:tr>
              <a:tr h="540000">
                <a:tc>
                  <a:txBody>
                    <a:bodyPr/>
                    <a:lstStyle/>
                    <a:p>
                      <a:r>
                        <a:rPr lang="en-ZA" sz="900" b="1" spc="40" baseline="0" dirty="0">
                          <a:solidFill>
                            <a:schemeClr val="bg1"/>
                          </a:solidFill>
                          <a:latin typeface="+mj-lt"/>
                        </a:rPr>
                        <a:t>Heading 5</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349529043"/>
                  </a:ext>
                </a:extLst>
              </a:tr>
              <a:tr h="540000">
                <a:tc>
                  <a:txBody>
                    <a:bodyPr/>
                    <a:lstStyle/>
                    <a:p>
                      <a:r>
                        <a:rPr lang="en-ZA" sz="900" b="1" spc="40" baseline="0" dirty="0">
                          <a:solidFill>
                            <a:schemeClr val="bg1"/>
                          </a:solidFill>
                          <a:latin typeface="+mj-lt"/>
                        </a:rPr>
                        <a:t>Heading 6</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6572487"/>
                  </a:ext>
                </a:extLst>
              </a:tr>
              <a:tr h="540000">
                <a:tc>
                  <a:txBody>
                    <a:bodyPr/>
                    <a:lstStyle/>
                    <a:p>
                      <a:r>
                        <a:rPr lang="en-ZA" sz="900" b="1" spc="40" baseline="0" dirty="0">
                          <a:solidFill>
                            <a:schemeClr val="bg1"/>
                          </a:solidFill>
                          <a:latin typeface="+mj-lt"/>
                        </a:rPr>
                        <a:t>Heading 7</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676422703"/>
                  </a:ext>
                </a:extLst>
              </a:tr>
            </a:tbl>
          </a:graphicData>
        </a:graphic>
      </p:graphicFrame>
      <p:sp>
        <p:nvSpPr>
          <p:cNvPr id="3" name="Title 2">
            <a:extLst>
              <a:ext uri="{FF2B5EF4-FFF2-40B4-BE49-F238E27FC236}">
                <a16:creationId xmlns:a16="http://schemas.microsoft.com/office/drawing/2014/main" id="{A10865EE-8BEA-F520-3C90-1C48D7C0889B}"/>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30D84A55-8CEB-43E9-9A28-844A3F7A40DB}"/>
              </a:ext>
            </a:extLst>
          </p:cNvPr>
          <p:cNvSpPr>
            <a:spLocks noGrp="1"/>
          </p:cNvSpPr>
          <p:nvPr>
            <p:ph type="body" sz="quarter" idx="40"/>
          </p:nvPr>
        </p:nvSpPr>
        <p:spPr/>
        <p:txBody>
          <a:bodyPr/>
          <a:lstStyle/>
          <a:p>
            <a:endParaRPr lang="en-ZA"/>
          </a:p>
        </p:txBody>
      </p:sp>
      <p:pic>
        <p:nvPicPr>
          <p:cNvPr id="6" name="Graphic 5">
            <a:extLst>
              <a:ext uri="{FF2B5EF4-FFF2-40B4-BE49-F238E27FC236}">
                <a16:creationId xmlns:a16="http://schemas.microsoft.com/office/drawing/2014/main" id="{8D2414A1-265B-7A96-D539-CF68791DDA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23637193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p04.s08">
    <p:spTree>
      <p:nvGrpSpPr>
        <p:cNvPr id="1" name="">
          <a:extLst>
            <a:ext uri="{FF2B5EF4-FFF2-40B4-BE49-F238E27FC236}">
              <a16:creationId xmlns:a16="http://schemas.microsoft.com/office/drawing/2014/main" id="{5A8C9072-9B60-7D8F-34EC-34664B680993}"/>
            </a:ext>
          </a:extLst>
        </p:cNvPr>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0DD2EB8D-6370-EFC7-4ADE-FE4CD3D6C903}"/>
              </a:ext>
            </a:extLst>
          </p:cNvPr>
          <p:cNvGraphicFramePr>
            <a:graphicFrameLocks noGrp="1"/>
          </p:cNvGraphicFramePr>
          <p:nvPr>
            <p:ph type="tbl" sz="quarter" idx="41"/>
          </p:nvPr>
        </p:nvGraphicFramePr>
        <p:xfrm>
          <a:off x="587375" y="1724025"/>
          <a:ext cx="11052170" cy="4320000"/>
        </p:xfrm>
        <a:graphic>
          <a:graphicData uri="http://schemas.openxmlformats.org/drawingml/2006/table">
            <a:tbl>
              <a:tblPr firstRow="1" bandRow="1">
                <a:tableStyleId>{5940675A-B579-460E-94D1-54222C63F5DA}</a:tableStyleId>
              </a:tblPr>
              <a:tblGrid>
                <a:gridCol w="1105217">
                  <a:extLst>
                    <a:ext uri="{9D8B030D-6E8A-4147-A177-3AD203B41FA5}">
                      <a16:colId xmlns:a16="http://schemas.microsoft.com/office/drawing/2014/main" val="1560962096"/>
                    </a:ext>
                  </a:extLst>
                </a:gridCol>
                <a:gridCol w="1105217">
                  <a:extLst>
                    <a:ext uri="{9D8B030D-6E8A-4147-A177-3AD203B41FA5}">
                      <a16:colId xmlns:a16="http://schemas.microsoft.com/office/drawing/2014/main" val="3764642174"/>
                    </a:ext>
                  </a:extLst>
                </a:gridCol>
                <a:gridCol w="1105217">
                  <a:extLst>
                    <a:ext uri="{9D8B030D-6E8A-4147-A177-3AD203B41FA5}">
                      <a16:colId xmlns:a16="http://schemas.microsoft.com/office/drawing/2014/main" val="2914076645"/>
                    </a:ext>
                  </a:extLst>
                </a:gridCol>
                <a:gridCol w="1105217">
                  <a:extLst>
                    <a:ext uri="{9D8B030D-6E8A-4147-A177-3AD203B41FA5}">
                      <a16:colId xmlns:a16="http://schemas.microsoft.com/office/drawing/2014/main" val="76126226"/>
                    </a:ext>
                  </a:extLst>
                </a:gridCol>
                <a:gridCol w="1105217">
                  <a:extLst>
                    <a:ext uri="{9D8B030D-6E8A-4147-A177-3AD203B41FA5}">
                      <a16:colId xmlns:a16="http://schemas.microsoft.com/office/drawing/2014/main" val="814785995"/>
                    </a:ext>
                  </a:extLst>
                </a:gridCol>
                <a:gridCol w="1105217">
                  <a:extLst>
                    <a:ext uri="{9D8B030D-6E8A-4147-A177-3AD203B41FA5}">
                      <a16:colId xmlns:a16="http://schemas.microsoft.com/office/drawing/2014/main" val="2358896650"/>
                    </a:ext>
                  </a:extLst>
                </a:gridCol>
                <a:gridCol w="1105217">
                  <a:extLst>
                    <a:ext uri="{9D8B030D-6E8A-4147-A177-3AD203B41FA5}">
                      <a16:colId xmlns:a16="http://schemas.microsoft.com/office/drawing/2014/main" val="1155359608"/>
                    </a:ext>
                  </a:extLst>
                </a:gridCol>
                <a:gridCol w="1105217">
                  <a:extLst>
                    <a:ext uri="{9D8B030D-6E8A-4147-A177-3AD203B41FA5}">
                      <a16:colId xmlns:a16="http://schemas.microsoft.com/office/drawing/2014/main" val="2591555279"/>
                    </a:ext>
                  </a:extLst>
                </a:gridCol>
                <a:gridCol w="1105217">
                  <a:extLst>
                    <a:ext uri="{9D8B030D-6E8A-4147-A177-3AD203B41FA5}">
                      <a16:colId xmlns:a16="http://schemas.microsoft.com/office/drawing/2014/main" val="2970593924"/>
                    </a:ext>
                  </a:extLst>
                </a:gridCol>
                <a:gridCol w="1105217">
                  <a:extLst>
                    <a:ext uri="{9D8B030D-6E8A-4147-A177-3AD203B41FA5}">
                      <a16:colId xmlns:a16="http://schemas.microsoft.com/office/drawing/2014/main" val="392294091"/>
                    </a:ext>
                  </a:extLst>
                </a:gridCol>
              </a:tblGrid>
              <a:tr h="540000">
                <a:tc>
                  <a:txBody>
                    <a:bodyPr/>
                    <a:lstStyle/>
                    <a:p>
                      <a:endParaRPr lang="en-ZA" dirty="0"/>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r>
                        <a:rPr lang="en-ZA" sz="900" b="1" spc="40" baseline="0" dirty="0">
                          <a:solidFill>
                            <a:schemeClr val="bg1"/>
                          </a:solidFill>
                          <a:latin typeface="+mj-lt"/>
                        </a:rPr>
                        <a:t>HEADING A</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r>
                        <a:rPr lang="en-ZA" sz="900" b="1" spc="40" baseline="0" dirty="0">
                          <a:solidFill>
                            <a:schemeClr val="bg1"/>
                          </a:solidFill>
                          <a:latin typeface="+mj-lt"/>
                        </a:rPr>
                        <a:t>HEADING B</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r>
                        <a:rPr lang="en-ZA" sz="900" b="1" spc="40" baseline="0" dirty="0">
                          <a:solidFill>
                            <a:schemeClr val="bg1"/>
                          </a:solidFill>
                          <a:latin typeface="+mj-lt"/>
                        </a:rPr>
                        <a:t>HEADING C</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solidFill>
                  </a:tcPr>
                </a:tc>
                <a:tc>
                  <a:txBody>
                    <a:bodyPr/>
                    <a:lstStyle/>
                    <a:p>
                      <a:pPr algn="ctr"/>
                      <a:r>
                        <a:rPr lang="en-ZA" sz="800" b="1" spc="40" baseline="0" dirty="0">
                          <a:solidFill>
                            <a:schemeClr val="bg1"/>
                          </a:solidFill>
                          <a:latin typeface="+mj-lt"/>
                        </a:rPr>
                        <a:t>RETAIL</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FRANCHISE</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WHOLESALE</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LIQUOR</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PHARMACY</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tc>
                  <a:txBody>
                    <a:bodyPr/>
                    <a:lstStyle/>
                    <a:p>
                      <a:pPr algn="ctr"/>
                      <a:r>
                        <a:rPr lang="en-ZA" sz="800" b="1" spc="40" baseline="0" dirty="0">
                          <a:solidFill>
                            <a:schemeClr val="bg1"/>
                          </a:solidFill>
                          <a:latin typeface="+mj-lt"/>
                        </a:rPr>
                        <a:t>INDEPENDENT</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2"/>
                    </a:solidFill>
                  </a:tcPr>
                </a:tc>
                <a:extLst>
                  <a:ext uri="{0D108BD9-81ED-4DB2-BD59-A6C34878D82A}">
                    <a16:rowId xmlns:a16="http://schemas.microsoft.com/office/drawing/2014/main" val="1859843945"/>
                  </a:ext>
                </a:extLst>
              </a:tr>
              <a:tr h="540000">
                <a:tc>
                  <a:txBody>
                    <a:bodyPr/>
                    <a:lstStyle/>
                    <a:p>
                      <a:r>
                        <a:rPr lang="en-ZA" sz="900" b="1" spc="40" baseline="0" dirty="0">
                          <a:solidFill>
                            <a:schemeClr val="bg1"/>
                          </a:solidFill>
                          <a:latin typeface="+mj-lt"/>
                        </a:rPr>
                        <a:t>Heading 1</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569466657"/>
                  </a:ext>
                </a:extLst>
              </a:tr>
              <a:tr h="540000">
                <a:tc>
                  <a:txBody>
                    <a:bodyPr/>
                    <a:lstStyle/>
                    <a:p>
                      <a:r>
                        <a:rPr lang="en-ZA" sz="900" b="1" spc="40" baseline="0" dirty="0">
                          <a:solidFill>
                            <a:schemeClr val="bg1"/>
                          </a:solidFill>
                          <a:latin typeface="+mj-lt"/>
                        </a:rPr>
                        <a:t>Heading 2</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38592036"/>
                  </a:ext>
                </a:extLst>
              </a:tr>
              <a:tr h="540000">
                <a:tc>
                  <a:txBody>
                    <a:bodyPr/>
                    <a:lstStyle/>
                    <a:p>
                      <a:r>
                        <a:rPr lang="en-ZA" sz="900" b="1" spc="40" baseline="0" dirty="0">
                          <a:solidFill>
                            <a:schemeClr val="bg1"/>
                          </a:solidFill>
                          <a:latin typeface="+mj-lt"/>
                        </a:rPr>
                        <a:t>Heading 3</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23389105"/>
                  </a:ext>
                </a:extLst>
              </a:tr>
              <a:tr h="540000">
                <a:tc>
                  <a:txBody>
                    <a:bodyPr/>
                    <a:lstStyle/>
                    <a:p>
                      <a:r>
                        <a:rPr lang="en-ZA" sz="900" b="1" spc="40" baseline="0" dirty="0">
                          <a:solidFill>
                            <a:schemeClr val="bg1"/>
                          </a:solidFill>
                          <a:latin typeface="+mj-lt"/>
                        </a:rPr>
                        <a:t>Heading 4</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068894885"/>
                  </a:ext>
                </a:extLst>
              </a:tr>
              <a:tr h="540000">
                <a:tc>
                  <a:txBody>
                    <a:bodyPr/>
                    <a:lstStyle/>
                    <a:p>
                      <a:r>
                        <a:rPr lang="en-ZA" sz="900" b="1" spc="40" baseline="0" dirty="0">
                          <a:solidFill>
                            <a:schemeClr val="bg1"/>
                          </a:solidFill>
                          <a:latin typeface="+mj-lt"/>
                        </a:rPr>
                        <a:t>Heading 5</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349529043"/>
                  </a:ext>
                </a:extLst>
              </a:tr>
              <a:tr h="540000">
                <a:tc>
                  <a:txBody>
                    <a:bodyPr/>
                    <a:lstStyle/>
                    <a:p>
                      <a:r>
                        <a:rPr lang="en-ZA" sz="900" b="1" spc="40" baseline="0" dirty="0">
                          <a:solidFill>
                            <a:schemeClr val="bg1"/>
                          </a:solidFill>
                          <a:latin typeface="+mj-lt"/>
                        </a:rPr>
                        <a:t>Heading 6</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6572487"/>
                  </a:ext>
                </a:extLst>
              </a:tr>
              <a:tr h="540000">
                <a:tc>
                  <a:txBody>
                    <a:bodyPr/>
                    <a:lstStyle/>
                    <a:p>
                      <a:r>
                        <a:rPr lang="en-ZA" sz="900" b="1" spc="40" baseline="0" dirty="0">
                          <a:solidFill>
                            <a:schemeClr val="bg1"/>
                          </a:solidFill>
                          <a:latin typeface="+mj-lt"/>
                        </a:rPr>
                        <a:t>Heading 7</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tx2"/>
                    </a:solidFill>
                  </a:tcPr>
                </a:tc>
                <a:tc>
                  <a:txBody>
                    <a:bodyPr/>
                    <a:lstStyle/>
                    <a:p>
                      <a:pPr marL="285750" indent="-285750">
                        <a:buFont typeface="Arial" panose="020B0604020202020204" pitchFamily="34" charset="0"/>
                        <a:buChar char="•"/>
                      </a:pPr>
                      <a:endParaRPr lang="en-ZA">
                        <a:solidFill>
                          <a:schemeClr val="accent5">
                            <a:lumMod val="50000"/>
                          </a:schemeClr>
                        </a:solidFill>
                      </a:endParaRPr>
                    </a:p>
                  </a:txBody>
                  <a:tcP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marL="285750" indent="-285750">
                        <a:buFont typeface="Arial" panose="020B0604020202020204" pitchFamily="34" charset="0"/>
                        <a:buChar char="•"/>
                      </a:pPr>
                      <a:endParaRPr lang="en-ZA" dirty="0">
                        <a:solidFill>
                          <a:schemeClr val="accent5">
                            <a:lumMod val="50000"/>
                          </a:schemeClr>
                        </a:solidFill>
                      </a:endParaRPr>
                    </a:p>
                  </a:txBody>
                  <a:tcP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rgbClr val="E5F4FF"/>
                    </a:solidFill>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ctr"/>
                      <a:r>
                        <a:rPr lang="en-ZA" dirty="0">
                          <a:solidFill>
                            <a:schemeClr val="accent2"/>
                          </a:solidFill>
                          <a:sym typeface="Wingdings" panose="05000000000000000000" pitchFamily="2" charset="2"/>
                        </a:rPr>
                        <a:t></a:t>
                      </a:r>
                      <a:endParaRPr lang="en-ZA" dirty="0">
                        <a:solidFill>
                          <a:schemeClr val="accent2"/>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676422703"/>
                  </a:ext>
                </a:extLst>
              </a:tr>
            </a:tbl>
          </a:graphicData>
        </a:graphic>
      </p:graphicFrame>
      <p:sp>
        <p:nvSpPr>
          <p:cNvPr id="3" name="Title 2">
            <a:extLst>
              <a:ext uri="{FF2B5EF4-FFF2-40B4-BE49-F238E27FC236}">
                <a16:creationId xmlns:a16="http://schemas.microsoft.com/office/drawing/2014/main" id="{183E0716-BD38-19AD-B722-CC6156D9854E}"/>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4B97C34E-5E0F-EB2E-035F-0597B4C5337A}"/>
              </a:ext>
            </a:extLst>
          </p:cNvPr>
          <p:cNvSpPr>
            <a:spLocks noGrp="1"/>
          </p:cNvSpPr>
          <p:nvPr>
            <p:ph type="body" sz="quarter" idx="40"/>
          </p:nvPr>
        </p:nvSpPr>
        <p:spPr/>
        <p:txBody>
          <a:bodyPr/>
          <a:lstStyle/>
          <a:p>
            <a:endParaRPr lang="en-ZA"/>
          </a:p>
        </p:txBody>
      </p:sp>
      <p:pic>
        <p:nvPicPr>
          <p:cNvPr id="6" name="Graphic 5">
            <a:extLst>
              <a:ext uri="{FF2B5EF4-FFF2-40B4-BE49-F238E27FC236}">
                <a16:creationId xmlns:a16="http://schemas.microsoft.com/office/drawing/2014/main" id="{4637CCB5-E6D1-D04C-DAD8-EFA68943A5E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4130184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p04.s09">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90D8627B-DCEA-8702-1EE7-99465DDC5B6B}"/>
              </a:ext>
            </a:extLst>
          </p:cNvPr>
          <p:cNvGraphicFramePr>
            <a:graphicFrameLocks noGrp="1"/>
          </p:cNvGraphicFramePr>
          <p:nvPr>
            <p:ph type="tbl" sz="quarter" idx="39"/>
            <p:extLst>
              <p:ext uri="{D42A27DB-BD31-4B8C-83A1-F6EECF244321}">
                <p14:modId xmlns:p14="http://schemas.microsoft.com/office/powerpoint/2010/main" val="2953625936"/>
              </p:ext>
            </p:extLst>
          </p:nvPr>
        </p:nvGraphicFramePr>
        <p:xfrm>
          <a:off x="1642250" y="2501900"/>
          <a:ext cx="8907499" cy="1854200"/>
        </p:xfrm>
        <a:graphic>
          <a:graphicData uri="http://schemas.openxmlformats.org/drawingml/2006/table">
            <a:tbl>
              <a:tblPr firstRow="1" bandRow="1">
                <a:tableStyleId>{5940675A-B579-460E-94D1-54222C63F5DA}</a:tableStyleId>
              </a:tblPr>
              <a:tblGrid>
                <a:gridCol w="77591">
                  <a:extLst>
                    <a:ext uri="{9D8B030D-6E8A-4147-A177-3AD203B41FA5}">
                      <a16:colId xmlns:a16="http://schemas.microsoft.com/office/drawing/2014/main" val="1721152808"/>
                    </a:ext>
                  </a:extLst>
                </a:gridCol>
                <a:gridCol w="2183009">
                  <a:extLst>
                    <a:ext uri="{9D8B030D-6E8A-4147-A177-3AD203B41FA5}">
                      <a16:colId xmlns:a16="http://schemas.microsoft.com/office/drawing/2014/main" val="2930835733"/>
                    </a:ext>
                  </a:extLst>
                </a:gridCol>
                <a:gridCol w="6646899">
                  <a:extLst>
                    <a:ext uri="{9D8B030D-6E8A-4147-A177-3AD203B41FA5}">
                      <a16:colId xmlns:a16="http://schemas.microsoft.com/office/drawing/2014/main" val="4251292257"/>
                    </a:ext>
                  </a:extLst>
                </a:gridCol>
              </a:tblGrid>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r>
                        <a:rPr lang="en-US" sz="1200" b="1" dirty="0">
                          <a:solidFill>
                            <a:schemeClr val="accent5">
                              <a:lumMod val="50000"/>
                            </a:schemeClr>
                          </a:solidFill>
                        </a:rPr>
                        <a:t>1</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100" dirty="0">
                          <a:solidFill>
                            <a:schemeClr val="tx1">
                              <a:lumMod val="50000"/>
                            </a:schemeClr>
                          </a:solidFill>
                        </a:rPr>
                        <a:t>TEAM ORGANIZATION</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368831498"/>
                  </a:ext>
                </a:extLst>
              </a:tr>
              <a:tr h="370840">
                <a:tc>
                  <a:txBody>
                    <a:bodyPr/>
                    <a:lstStyle/>
                    <a:p>
                      <a:r>
                        <a:rPr lang="en-ZA" sz="800" dirty="0"/>
                        <a:t>2</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tc>
                  <a:txBody>
                    <a:bodyPr/>
                    <a:lstStyle/>
                    <a:p>
                      <a:r>
                        <a:rPr lang="en-US" sz="1200" b="1" dirty="0">
                          <a:solidFill>
                            <a:schemeClr val="accent5">
                              <a:lumMod val="50000"/>
                            </a:schemeClr>
                          </a:solidFill>
                        </a:rPr>
                        <a:t>2</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COVERAGE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135832497"/>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r>
                        <a:rPr lang="en-US" sz="1200" b="1" dirty="0">
                          <a:solidFill>
                            <a:schemeClr val="accent5">
                              <a:lumMod val="50000"/>
                            </a:schemeClr>
                          </a:solidFill>
                        </a:rPr>
                        <a:t>3</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OSA</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113639685"/>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r>
                        <a:rPr lang="en-US" sz="1200" b="1" dirty="0">
                          <a:solidFill>
                            <a:schemeClr val="accent5">
                              <a:lumMod val="50000"/>
                            </a:schemeClr>
                          </a:solidFill>
                        </a:rPr>
                        <a:t>4</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SALES PERFOMANCE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019519244"/>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r>
                        <a:rPr lang="en-US" sz="1200" b="1" dirty="0">
                          <a:solidFill>
                            <a:schemeClr val="accent5">
                              <a:lumMod val="50000"/>
                            </a:schemeClr>
                          </a:solidFill>
                        </a:rPr>
                        <a:t>5</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INSIGHTS</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801677046"/>
                  </a:ext>
                </a:extLst>
              </a:tr>
            </a:tbl>
          </a:graphicData>
        </a:graphic>
      </p:graphicFrame>
      <p:sp>
        <p:nvSpPr>
          <p:cNvPr id="3" name="Title 2">
            <a:extLst>
              <a:ext uri="{FF2B5EF4-FFF2-40B4-BE49-F238E27FC236}">
                <a16:creationId xmlns:a16="http://schemas.microsoft.com/office/drawing/2014/main" id="{A50B561F-BE3A-7814-0745-59175FA6B72E}"/>
              </a:ext>
            </a:extLst>
          </p:cNvPr>
          <p:cNvSpPr>
            <a:spLocks noGrp="1"/>
          </p:cNvSpPr>
          <p:nvPr>
            <p:ph type="ctrTitle"/>
          </p:nvPr>
        </p:nvSpPr>
        <p:spPr/>
        <p:txBody>
          <a:bodyPr/>
          <a:lstStyle/>
          <a:p>
            <a:r>
              <a:rPr lang="en-ZA" dirty="0"/>
              <a:t>TABLE OF CONTENTS</a:t>
            </a:r>
          </a:p>
        </p:txBody>
      </p:sp>
    </p:spTree>
    <p:extLst>
      <p:ext uri="{BB962C8B-B14F-4D97-AF65-F5344CB8AC3E}">
        <p14:creationId xmlns:p14="http://schemas.microsoft.com/office/powerpoint/2010/main" val="3312575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p04.s10">
    <p:spTree>
      <p:nvGrpSpPr>
        <p:cNvPr id="1" name=""/>
        <p:cNvGrpSpPr/>
        <p:nvPr/>
      </p:nvGrpSpPr>
      <p:grpSpPr>
        <a:xfrm>
          <a:off x="0" y="0"/>
          <a:ext cx="0" cy="0"/>
          <a:chOff x="0" y="0"/>
          <a:chExt cx="0" cy="0"/>
        </a:xfrm>
      </p:grpSpPr>
      <p:graphicFrame>
        <p:nvGraphicFramePr>
          <p:cNvPr id="8" name="Table Placeholder 7">
            <a:extLst>
              <a:ext uri="{FF2B5EF4-FFF2-40B4-BE49-F238E27FC236}">
                <a16:creationId xmlns:a16="http://schemas.microsoft.com/office/drawing/2014/main" id="{3031B511-5206-DF99-7B30-8BAD0FF6306B}"/>
              </a:ext>
            </a:extLst>
          </p:cNvPr>
          <p:cNvGraphicFramePr>
            <a:graphicFrameLocks noGrp="1"/>
          </p:cNvGraphicFramePr>
          <p:nvPr>
            <p:ph type="tbl" sz="quarter" idx="39"/>
            <p:extLst>
              <p:ext uri="{D42A27DB-BD31-4B8C-83A1-F6EECF244321}">
                <p14:modId xmlns:p14="http://schemas.microsoft.com/office/powerpoint/2010/main" val="3402333740"/>
              </p:ext>
            </p:extLst>
          </p:nvPr>
        </p:nvGraphicFramePr>
        <p:xfrm>
          <a:off x="587375" y="1111250"/>
          <a:ext cx="11052173" cy="4970282"/>
        </p:xfrm>
        <a:graphic>
          <a:graphicData uri="http://schemas.openxmlformats.org/drawingml/2006/table">
            <a:tbl>
              <a:tblPr firstRow="1" bandRow="1">
                <a:tableStyleId>{5940675A-B579-460E-94D1-54222C63F5DA}</a:tableStyleId>
              </a:tblPr>
              <a:tblGrid>
                <a:gridCol w="916804">
                  <a:extLst>
                    <a:ext uri="{9D8B030D-6E8A-4147-A177-3AD203B41FA5}">
                      <a16:colId xmlns:a16="http://schemas.microsoft.com/office/drawing/2014/main" val="1591145233"/>
                    </a:ext>
                  </a:extLst>
                </a:gridCol>
                <a:gridCol w="916804">
                  <a:extLst>
                    <a:ext uri="{9D8B030D-6E8A-4147-A177-3AD203B41FA5}">
                      <a16:colId xmlns:a16="http://schemas.microsoft.com/office/drawing/2014/main" val="2759666986"/>
                    </a:ext>
                  </a:extLst>
                </a:gridCol>
                <a:gridCol w="1843713">
                  <a:extLst>
                    <a:ext uri="{9D8B030D-6E8A-4147-A177-3AD203B41FA5}">
                      <a16:colId xmlns:a16="http://schemas.microsoft.com/office/drawing/2014/main" val="1223960487"/>
                    </a:ext>
                  </a:extLst>
                </a:gridCol>
                <a:gridCol w="1843713">
                  <a:extLst>
                    <a:ext uri="{9D8B030D-6E8A-4147-A177-3AD203B41FA5}">
                      <a16:colId xmlns:a16="http://schemas.microsoft.com/office/drawing/2014/main" val="2973713243"/>
                    </a:ext>
                  </a:extLst>
                </a:gridCol>
                <a:gridCol w="1843713">
                  <a:extLst>
                    <a:ext uri="{9D8B030D-6E8A-4147-A177-3AD203B41FA5}">
                      <a16:colId xmlns:a16="http://schemas.microsoft.com/office/drawing/2014/main" val="3551837815"/>
                    </a:ext>
                  </a:extLst>
                </a:gridCol>
                <a:gridCol w="1843713">
                  <a:extLst>
                    <a:ext uri="{9D8B030D-6E8A-4147-A177-3AD203B41FA5}">
                      <a16:colId xmlns:a16="http://schemas.microsoft.com/office/drawing/2014/main" val="316540945"/>
                    </a:ext>
                  </a:extLst>
                </a:gridCol>
                <a:gridCol w="1843713">
                  <a:extLst>
                    <a:ext uri="{9D8B030D-6E8A-4147-A177-3AD203B41FA5}">
                      <a16:colId xmlns:a16="http://schemas.microsoft.com/office/drawing/2014/main" val="3689073815"/>
                    </a:ext>
                  </a:extLst>
                </a:gridCol>
              </a:tblGrid>
              <a:tr h="286784">
                <a:tc>
                  <a:txBody>
                    <a:bodyPr/>
                    <a:lstStyle/>
                    <a:p>
                      <a:endParaRPr lang="en-ZA" dirty="0"/>
                    </a:p>
                  </a:txBody>
                  <a:tcP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endParaRPr lang="en-ZA" dirty="0"/>
                    </a:p>
                  </a:txBody>
                  <a:tcP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000" b="1" spc="40" baseline="0" dirty="0">
                          <a:solidFill>
                            <a:schemeClr val="bg1"/>
                          </a:solidFill>
                          <a:latin typeface="+mj-lt"/>
                        </a:rPr>
                        <a:t>DC TO STORE</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gridSpan="2">
                  <a:txBody>
                    <a:bodyPr/>
                    <a:lstStyle/>
                    <a:p>
                      <a:pPr algn="ctr"/>
                      <a:r>
                        <a:rPr lang="en-ZA" sz="1000" b="1" spc="40" baseline="0" dirty="0">
                          <a:solidFill>
                            <a:schemeClr val="bg1"/>
                          </a:solidFill>
                          <a:latin typeface="+mj-lt"/>
                        </a:rPr>
                        <a:t>IN-STORE EXECUTION</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hMerge="1">
                  <a:txBody>
                    <a:bodyPr/>
                    <a:lstStyle/>
                    <a:p>
                      <a:pPr algn="ctr"/>
                      <a:endParaRPr lang="en-ZA" sz="11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gridSpan="2">
                  <a:txBody>
                    <a:bodyPr/>
                    <a:lstStyle/>
                    <a:p>
                      <a:pPr algn="ctr"/>
                      <a:r>
                        <a:rPr lang="en-ZA" sz="1000" b="1" spc="40" baseline="0" dirty="0">
                          <a:solidFill>
                            <a:schemeClr val="bg1"/>
                          </a:solidFill>
                          <a:latin typeface="+mj-lt"/>
                        </a:rPr>
                        <a:t>INFLUENCING OFF-TAKE</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hMerge="1">
                  <a:txBody>
                    <a:bodyPr/>
                    <a:lstStyle/>
                    <a:p>
                      <a:pPr algn="ctr"/>
                      <a:endParaRPr lang="en-ZA" sz="11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2563996420"/>
                  </a:ext>
                </a:extLst>
              </a:tr>
              <a:tr h="766048">
                <a:tc gridSpan="2">
                  <a:txBody>
                    <a:bodyPr/>
                    <a:lstStyle/>
                    <a:p>
                      <a:pPr algn="ctr"/>
                      <a:r>
                        <a:rPr lang="en-ZA" sz="1200" b="1" spc="40" baseline="0" dirty="0">
                          <a:solidFill>
                            <a:schemeClr val="bg1"/>
                          </a:solidFill>
                          <a:latin typeface="+mj-lt"/>
                        </a:rPr>
                        <a:t>HEADING A</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ZA" sz="1000" b="1" kern="1200" spc="40" baseline="0" dirty="0">
                          <a:solidFill>
                            <a:schemeClr val="tx2"/>
                          </a:solidFill>
                          <a:latin typeface="+mj-lt"/>
                          <a:ea typeface="+mn-ea"/>
                          <a:cs typeface="+mn-cs"/>
                        </a:rPr>
                        <a:t>RETAILER DC</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a:txBody>
                    <a:bodyPr/>
                    <a:lstStyle/>
                    <a:p>
                      <a:pPr marL="0" algn="ctr" defTabSz="914400" rtl="0" eaLnBrk="1" latinLnBrk="0" hangingPunct="1"/>
                      <a:r>
                        <a:rPr lang="en-ZA" sz="1000" b="1" kern="1200" spc="40" baseline="0" dirty="0">
                          <a:solidFill>
                            <a:schemeClr val="tx2"/>
                          </a:solidFill>
                          <a:latin typeface="+mj-lt"/>
                          <a:ea typeface="+mn-ea"/>
                          <a:cs typeface="+mn-cs"/>
                        </a:rPr>
                        <a:t>RETAILER OUTLET</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a:txBody>
                    <a:bodyPr/>
                    <a:lstStyle/>
                    <a:p>
                      <a:pPr marL="0" algn="ctr" defTabSz="914400" rtl="0" eaLnBrk="1" latinLnBrk="0" hangingPunct="1"/>
                      <a:r>
                        <a:rPr lang="en-ZA" sz="1000" b="1" kern="1200" spc="40" baseline="0" dirty="0">
                          <a:solidFill>
                            <a:schemeClr val="tx2"/>
                          </a:solidFill>
                          <a:latin typeface="+mj-lt"/>
                          <a:ea typeface="+mn-ea"/>
                          <a:cs typeface="+mn-cs"/>
                        </a:rPr>
                        <a:t>SMOLLAN FIELD TEAM</a:t>
                      </a:r>
                      <a:br>
                        <a:rPr lang="en-ZA" sz="1000" b="1" kern="1200" spc="40" baseline="0" dirty="0">
                          <a:solidFill>
                            <a:schemeClr val="tx2"/>
                          </a:solidFill>
                          <a:latin typeface="+mj-lt"/>
                          <a:ea typeface="+mn-ea"/>
                          <a:cs typeface="+mn-cs"/>
                        </a:rPr>
                      </a:br>
                      <a:r>
                        <a:rPr lang="en-ZA" sz="1000" b="1" kern="1200" spc="40" baseline="0" dirty="0">
                          <a:solidFill>
                            <a:schemeClr val="tx2"/>
                          </a:solidFill>
                          <a:latin typeface="+mj-lt"/>
                          <a:ea typeface="+mn-ea"/>
                          <a:cs typeface="+mn-cs"/>
                        </a:rPr>
                        <a:t>Merchandising &amp; Sales</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gridSpan="2">
                  <a:txBody>
                    <a:bodyPr/>
                    <a:lstStyle/>
                    <a:p>
                      <a:pPr marL="0" algn="ctr" defTabSz="914400" rtl="0" eaLnBrk="1" latinLnBrk="0" hangingPunct="1"/>
                      <a:r>
                        <a:rPr lang="en-ZA" sz="1000" b="1" kern="1200" spc="40" baseline="0" dirty="0">
                          <a:solidFill>
                            <a:schemeClr val="tx2"/>
                          </a:solidFill>
                          <a:latin typeface="+mj-lt"/>
                          <a:ea typeface="+mn-ea"/>
                          <a:cs typeface="+mn-cs"/>
                        </a:rPr>
                        <a:t>RETAILER ANALYTICS</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2"/>
                      </a:solidFill>
                      <a:prstDash val="solid"/>
                      <a:round/>
                      <a:headEnd type="none" w="med" len="med"/>
                      <a:tailEnd type="none" w="med" len="med"/>
                    </a:lnB>
                  </a:tcPr>
                </a:tc>
                <a:tc hMerge="1">
                  <a:txBody>
                    <a:bodyPr/>
                    <a:lstStyle/>
                    <a:p>
                      <a:pPr algn="ctr"/>
                      <a:endParaRPr lang="en-ZA"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7327580"/>
                  </a:ext>
                </a:extLst>
              </a:tr>
              <a:tr h="1739237">
                <a:tc>
                  <a:txBody>
                    <a:bodyPr/>
                    <a:lstStyle/>
                    <a:p>
                      <a:pPr algn="ctr"/>
                      <a:r>
                        <a:rPr lang="en-ZA" sz="1100" b="1" kern="1200" spc="40" baseline="0" dirty="0">
                          <a:solidFill>
                            <a:schemeClr val="bg1"/>
                          </a:solidFill>
                          <a:latin typeface="+mn-lt"/>
                          <a:ea typeface="+mn-ea"/>
                          <a:cs typeface="+mn-cs"/>
                        </a:rPr>
                        <a:t>MEASURE</a:t>
                      </a:r>
                    </a:p>
                  </a:txBody>
                  <a:tcPr anchor="ctr">
                    <a:lnL w="9525" cap="flat" cmpd="sng" algn="ctr">
                      <a:solidFill>
                        <a:schemeClr val="tx1">
                          <a:lumMod val="40000"/>
                          <a:lumOff val="6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pPr marL="0" algn="ctr" defTabSz="914400" rtl="0" eaLnBrk="1" latinLnBrk="0" hangingPunct="1"/>
                      <a:r>
                        <a:rPr lang="en-ZA" sz="800" b="1" kern="1200" spc="40" baseline="0" dirty="0">
                          <a:solidFill>
                            <a:schemeClr val="bg1"/>
                          </a:solidFill>
                          <a:latin typeface="+mj-lt"/>
                          <a:ea typeface="+mn-ea"/>
                          <a:cs typeface="+mn-cs"/>
                        </a:rPr>
                        <a:t>PRODUCT</a:t>
                      </a:r>
                      <a:br>
                        <a:rPr lang="en-ZA" sz="800" b="1" kern="1200" spc="40" baseline="0" dirty="0">
                          <a:solidFill>
                            <a:schemeClr val="bg1"/>
                          </a:solidFill>
                          <a:latin typeface="+mj-lt"/>
                          <a:ea typeface="+mn-ea"/>
                          <a:cs typeface="+mn-cs"/>
                        </a:rPr>
                      </a:br>
                      <a:r>
                        <a:rPr lang="en-ZA" sz="2000" b="1" kern="1200" spc="40" baseline="0" dirty="0">
                          <a:solidFill>
                            <a:schemeClr val="bg1"/>
                          </a:solidFill>
                          <a:latin typeface="+mj-lt"/>
                          <a:ea typeface="+mn-ea"/>
                          <a:cs typeface="+mn-cs"/>
                        </a:rPr>
                        <a:t>+</a:t>
                      </a:r>
                      <a:br>
                        <a:rPr lang="en-ZA" sz="800" b="1" kern="1200" spc="40" baseline="0" dirty="0">
                          <a:solidFill>
                            <a:schemeClr val="bg1"/>
                          </a:solidFill>
                          <a:latin typeface="+mj-lt"/>
                          <a:ea typeface="+mn-ea"/>
                          <a:cs typeface="+mn-cs"/>
                        </a:rPr>
                      </a:br>
                      <a:r>
                        <a:rPr lang="en-ZA" sz="800" b="1" kern="1200" spc="40" baseline="0" dirty="0">
                          <a:solidFill>
                            <a:schemeClr val="bg1"/>
                          </a:solidFill>
                          <a:latin typeface="+mj-lt"/>
                          <a:ea typeface="+mn-ea"/>
                          <a:cs typeface="+mn-cs"/>
                        </a:rPr>
                        <a:t>BUSINESS</a:t>
                      </a:r>
                      <a:br>
                        <a:rPr lang="en-ZA" sz="800" b="1" kern="1200" spc="40" baseline="0" dirty="0">
                          <a:solidFill>
                            <a:schemeClr val="bg1"/>
                          </a:solidFill>
                          <a:latin typeface="+mj-lt"/>
                          <a:ea typeface="+mn-ea"/>
                          <a:cs typeface="+mn-cs"/>
                        </a:rPr>
                      </a:br>
                      <a:r>
                        <a:rPr lang="en-ZA" sz="800" b="1" kern="1200" spc="40" baseline="0" dirty="0">
                          <a:solidFill>
                            <a:schemeClr val="bg1"/>
                          </a:solidFill>
                          <a:latin typeface="+mj-lt"/>
                          <a:ea typeface="+mn-ea"/>
                          <a:cs typeface="+mn-cs"/>
                        </a:rPr>
                        <a:t>VALUE</a:t>
                      </a:r>
                    </a:p>
                  </a:txBody>
                  <a:tcPr anchor="ctr">
                    <a:lnL w="1905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tx1"/>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3F5F7"/>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3F5F7"/>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3F5F7"/>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3F5F7"/>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2"/>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3F5F7"/>
                    </a:solidFill>
                  </a:tcPr>
                </a:tc>
                <a:extLst>
                  <a:ext uri="{0D108BD9-81ED-4DB2-BD59-A6C34878D82A}">
                    <a16:rowId xmlns:a16="http://schemas.microsoft.com/office/drawing/2014/main" val="3194644304"/>
                  </a:ext>
                </a:extLst>
              </a:tr>
              <a:tr h="1739237">
                <a:tc>
                  <a:txBody>
                    <a:bodyPr/>
                    <a:lstStyle/>
                    <a:p>
                      <a:pPr algn="ctr"/>
                      <a:r>
                        <a:rPr lang="en-ZA" sz="1100" b="1" kern="1200" spc="40" baseline="0" dirty="0">
                          <a:solidFill>
                            <a:schemeClr val="bg1"/>
                          </a:solidFill>
                          <a:latin typeface="+mn-lt"/>
                          <a:ea typeface="+mn-ea"/>
                          <a:cs typeface="+mn-cs"/>
                        </a:rPr>
                        <a:t>OPTIMISE</a:t>
                      </a:r>
                    </a:p>
                  </a:txBody>
                  <a:tcPr anchor="ctr">
                    <a:lnL w="9525" cap="flat" cmpd="sng" algn="ctr">
                      <a:solidFill>
                        <a:schemeClr val="tx1">
                          <a:lumMod val="40000"/>
                          <a:lumOff val="6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marL="0" algn="ctr" defTabSz="914400" rtl="0" eaLnBrk="1" latinLnBrk="0" hangingPunct="1"/>
                      <a:r>
                        <a:rPr lang="en-ZA" sz="800" b="1" kern="1200" spc="40" baseline="0" dirty="0">
                          <a:solidFill>
                            <a:schemeClr val="bg1"/>
                          </a:solidFill>
                          <a:latin typeface="+mj-lt"/>
                          <a:ea typeface="+mn-ea"/>
                          <a:cs typeface="+mn-cs"/>
                        </a:rPr>
                        <a:t>PRODUCT</a:t>
                      </a:r>
                      <a:br>
                        <a:rPr lang="en-ZA" sz="800" b="1" kern="1200" spc="40" baseline="0" dirty="0">
                          <a:solidFill>
                            <a:schemeClr val="bg1"/>
                          </a:solidFill>
                          <a:latin typeface="+mj-lt"/>
                          <a:ea typeface="+mn-ea"/>
                          <a:cs typeface="+mn-cs"/>
                        </a:rPr>
                      </a:br>
                      <a:r>
                        <a:rPr lang="en-ZA" sz="2000" b="1" kern="1200" spc="40" baseline="0" dirty="0">
                          <a:solidFill>
                            <a:schemeClr val="bg1"/>
                          </a:solidFill>
                          <a:latin typeface="+mj-lt"/>
                          <a:ea typeface="+mn-ea"/>
                          <a:cs typeface="+mn-cs"/>
                        </a:rPr>
                        <a:t>+</a:t>
                      </a:r>
                      <a:br>
                        <a:rPr lang="en-ZA" sz="800" b="1" kern="1200" spc="40" baseline="0" dirty="0">
                          <a:solidFill>
                            <a:schemeClr val="bg1"/>
                          </a:solidFill>
                          <a:latin typeface="+mj-lt"/>
                          <a:ea typeface="+mn-ea"/>
                          <a:cs typeface="+mn-cs"/>
                        </a:rPr>
                      </a:br>
                      <a:r>
                        <a:rPr lang="en-ZA" sz="800" b="1" kern="1200" spc="40" baseline="0" dirty="0">
                          <a:solidFill>
                            <a:schemeClr val="bg1"/>
                          </a:solidFill>
                          <a:latin typeface="+mj-lt"/>
                          <a:ea typeface="+mn-ea"/>
                          <a:cs typeface="+mn-cs"/>
                        </a:rPr>
                        <a:t>BUSINESS</a:t>
                      </a:r>
                      <a:br>
                        <a:rPr lang="en-ZA" sz="800" b="1" kern="1200" spc="40" baseline="0" dirty="0">
                          <a:solidFill>
                            <a:schemeClr val="bg1"/>
                          </a:solidFill>
                          <a:latin typeface="+mj-lt"/>
                          <a:ea typeface="+mn-ea"/>
                          <a:cs typeface="+mn-cs"/>
                        </a:rPr>
                      </a:br>
                      <a:r>
                        <a:rPr lang="en-ZA" sz="800" b="1" kern="1200" spc="40" baseline="0" dirty="0">
                          <a:solidFill>
                            <a:schemeClr val="bg1"/>
                          </a:solidFill>
                          <a:latin typeface="+mj-lt"/>
                          <a:ea typeface="+mn-ea"/>
                          <a:cs typeface="+mn-cs"/>
                        </a:rPr>
                        <a:t>VALUE</a:t>
                      </a:r>
                    </a:p>
                  </a:txBody>
                  <a:tcPr anchor="ctr">
                    <a:lnL w="1905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BF7FF"/>
                    </a:solidFill>
                  </a:tcPr>
                </a:tc>
                <a:tc>
                  <a:txBody>
                    <a:bodyPr/>
                    <a:lstStyle/>
                    <a:p>
                      <a:endParaRPr lang="en-ZA" sz="1050" dirty="0">
                        <a:solidFill>
                          <a:schemeClr val="tx2"/>
                        </a:solidFill>
                      </a:endParaRP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BF7FF"/>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BF7FF"/>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BF7FF"/>
                    </a:solidFill>
                  </a:tcPr>
                </a:tc>
                <a:tc>
                  <a:txBody>
                    <a:bodyPr/>
                    <a:lstStyle/>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ZA" sz="1050" dirty="0">
                          <a:solidFill>
                            <a:schemeClr val="accent5">
                              <a:lumMod val="50000"/>
                            </a:schemeClr>
                          </a:solidFill>
                        </a:rPr>
                        <a:t>Type bullet points here… </a:t>
                      </a:r>
                    </a:p>
                  </a:txBody>
                  <a:tcPr marL="144000" marR="108000" marT="108000" marB="108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EBF7FF"/>
                    </a:solidFill>
                  </a:tcPr>
                </a:tc>
                <a:extLst>
                  <a:ext uri="{0D108BD9-81ED-4DB2-BD59-A6C34878D82A}">
                    <a16:rowId xmlns:a16="http://schemas.microsoft.com/office/drawing/2014/main" val="524563825"/>
                  </a:ext>
                </a:extLst>
              </a:tr>
              <a:tr h="360000">
                <a:tc gridSpan="2">
                  <a:txBody>
                    <a:bodyPr/>
                    <a:lstStyle/>
                    <a:p>
                      <a:pPr marL="0" algn="r" defTabSz="914400" rtl="0" eaLnBrk="1" latinLnBrk="0" hangingPunct="1"/>
                      <a:r>
                        <a:rPr lang="en-US" sz="1000" b="1" kern="1200" spc="40" baseline="0" dirty="0">
                          <a:solidFill>
                            <a:schemeClr val="accent1"/>
                          </a:solidFill>
                          <a:latin typeface="+mn-lt"/>
                          <a:ea typeface="+mn-ea"/>
                          <a:cs typeface="+mn-cs"/>
                        </a:rPr>
                        <a:t>KEY:</a:t>
                      </a:r>
                      <a:endParaRPr lang="en-ZA" sz="1000" b="1" kern="1200" spc="40" baseline="0" dirty="0">
                        <a:solidFill>
                          <a:schemeClr val="accent1"/>
                        </a:solidFill>
                        <a:latin typeface="+mn-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bg2"/>
                    </a:solidFill>
                  </a:tcPr>
                </a:tc>
                <a:tc hMerge="1">
                  <a:txBody>
                    <a:bodyPr/>
                    <a:lstStyle/>
                    <a:p>
                      <a:endParaRPr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bg2"/>
                    </a:solidFill>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dirty="0">
                          <a:solidFill>
                            <a:schemeClr val="accent2"/>
                          </a:solidFill>
                          <a:latin typeface="+mn-lt"/>
                          <a:sym typeface="Wingdings 2" panose="05020102010507070707" pitchFamily="18" charset="2"/>
                        </a:rPr>
                        <a:t>    </a:t>
                      </a:r>
                      <a:r>
                        <a:rPr lang="en-ZA" sz="900" b="1" dirty="0">
                          <a:solidFill>
                            <a:schemeClr val="accent2"/>
                          </a:solidFill>
                          <a:latin typeface="+mn-lt"/>
                          <a:sym typeface="Wingdings 2" panose="05020102010507070707" pitchFamily="18" charset="2"/>
                        </a:rPr>
                        <a:t>Key Descriptor 1              </a:t>
                      </a:r>
                      <a:r>
                        <a:rPr lang="en-ZA" sz="1000" dirty="0">
                          <a:solidFill>
                            <a:schemeClr val="accent4"/>
                          </a:solidFill>
                          <a:latin typeface="+mn-lt"/>
                          <a:sym typeface="Wingdings 2" panose="05020102010507070707" pitchFamily="18" charset="2"/>
                        </a:rPr>
                        <a:t>  </a:t>
                      </a:r>
                      <a:r>
                        <a:rPr lang="en-ZA" sz="900" b="1" dirty="0">
                          <a:solidFill>
                            <a:schemeClr val="accent4"/>
                          </a:solidFill>
                          <a:latin typeface="+mn-lt"/>
                          <a:sym typeface="Wingdings 2" panose="05020102010507070707" pitchFamily="18" charset="2"/>
                        </a:rPr>
                        <a:t>Key Descriptor 2              </a:t>
                      </a:r>
                      <a:r>
                        <a:rPr lang="en-ZA" sz="1000" dirty="0">
                          <a:solidFill>
                            <a:srgbClr val="ED1846"/>
                          </a:solidFill>
                          <a:latin typeface="+mn-lt"/>
                          <a:sym typeface="Wingdings 2" panose="05020102010507070707" pitchFamily="18" charset="2"/>
                        </a:rPr>
                        <a:t>  </a:t>
                      </a:r>
                      <a:r>
                        <a:rPr lang="en-ZA" sz="900" b="1" dirty="0">
                          <a:solidFill>
                            <a:srgbClr val="ED1846"/>
                          </a:solidFill>
                          <a:latin typeface="+mn-lt"/>
                          <a:sym typeface="Wingdings 2" panose="05020102010507070707" pitchFamily="18" charset="2"/>
                        </a:rPr>
                        <a:t>Key Descriptor 3              </a:t>
                      </a:r>
                      <a:r>
                        <a:rPr lang="en-ZA" sz="1000" dirty="0">
                          <a:solidFill>
                            <a:schemeClr val="accent6"/>
                          </a:solidFill>
                          <a:latin typeface="+mn-lt"/>
                          <a:sym typeface="Wingdings 2" panose="05020102010507070707" pitchFamily="18" charset="2"/>
                        </a:rPr>
                        <a:t>  </a:t>
                      </a:r>
                      <a:r>
                        <a:rPr lang="en-ZA" sz="900" b="1" dirty="0">
                          <a:solidFill>
                            <a:schemeClr val="accent6"/>
                          </a:solidFill>
                          <a:latin typeface="+mn-lt"/>
                          <a:sym typeface="Wingdings 2" panose="05020102010507070707" pitchFamily="18" charset="2"/>
                        </a:rPr>
                        <a:t>Key Descriptor 4</a:t>
                      </a:r>
                      <a:endParaRPr lang="en-ZA" sz="900" b="1" dirty="0">
                        <a:solidFill>
                          <a:schemeClr val="accent6"/>
                        </a:solidFill>
                        <a:latin typeface="+mn-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bg2"/>
                    </a:solidFill>
                  </a:tcPr>
                </a:tc>
                <a:tc hMerge="1">
                  <a:txBody>
                    <a:bodyPr/>
                    <a:lstStyle/>
                    <a:p>
                      <a:endParaRPr lang="en-ZA" sz="1000" dirty="0">
                        <a:latin typeface="+mn-lt"/>
                      </a:endParaRP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hMerge="1">
                  <a:txBody>
                    <a:bodyPr/>
                    <a:lstStyle/>
                    <a:p>
                      <a:endParaRPr lang="en-ZA" sz="1000" dirty="0">
                        <a:latin typeface="+mn-lt"/>
                      </a:endParaRP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hMerge="1">
                  <a:txBody>
                    <a:bodyPr/>
                    <a:lstStyle/>
                    <a:p>
                      <a:endParaRPr lang="en-ZA" sz="1000" dirty="0">
                        <a:latin typeface="+mn-lt"/>
                      </a:endParaRP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hMerge="1">
                  <a:txBody>
                    <a:bodyPr/>
                    <a:lstStyle/>
                    <a:p>
                      <a:endParaRPr lang="en-ZA" sz="1000" dirty="0">
                        <a:latin typeface="+mn-lt"/>
                      </a:endParaRP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3117522845"/>
                  </a:ext>
                </a:extLst>
              </a:tr>
            </a:tbl>
          </a:graphicData>
        </a:graphic>
      </p:graphicFrame>
      <p:sp>
        <p:nvSpPr>
          <p:cNvPr id="3" name="Title 2">
            <a:extLst>
              <a:ext uri="{FF2B5EF4-FFF2-40B4-BE49-F238E27FC236}">
                <a16:creationId xmlns:a16="http://schemas.microsoft.com/office/drawing/2014/main" id="{91489D1A-546C-9EF0-709F-AC477E886BCD}"/>
              </a:ext>
            </a:extLst>
          </p:cNvPr>
          <p:cNvSpPr>
            <a:spLocks noGrp="1"/>
          </p:cNvSpPr>
          <p:nvPr>
            <p:ph type="ctrTitle"/>
          </p:nvPr>
        </p:nvSpPr>
        <p:spPr/>
        <p:txBody>
          <a:bodyPr/>
          <a:lstStyle/>
          <a:p>
            <a:r>
              <a:rPr lang="en-ZA" dirty="0"/>
              <a:t>HEADING HERE</a:t>
            </a:r>
          </a:p>
        </p:txBody>
      </p:sp>
      <p:pic>
        <p:nvPicPr>
          <p:cNvPr id="13" name="Graphic 12">
            <a:extLst>
              <a:ext uri="{FF2B5EF4-FFF2-40B4-BE49-F238E27FC236}">
                <a16:creationId xmlns:a16="http://schemas.microsoft.com/office/drawing/2014/main" id="{C88B7C50-6980-5B8A-208D-8C010FE553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22516694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p04.s11">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EE2FE9-83D6-A82F-B2AD-E6C6BC2D268B}"/>
              </a:ext>
            </a:extLst>
          </p:cNvPr>
          <p:cNvSpPr>
            <a:spLocks noGrp="1"/>
          </p:cNvSpPr>
          <p:nvPr>
            <p:ph type="body" sz="quarter" idx="39"/>
          </p:nvPr>
        </p:nvSpPr>
        <p:spPr/>
        <p:txBody>
          <a:bodyPr/>
          <a:lstStyle/>
          <a:p>
            <a:endParaRPr lang="en-ZA" b="1" dirty="0"/>
          </a:p>
        </p:txBody>
      </p:sp>
      <p:sp>
        <p:nvSpPr>
          <p:cNvPr id="3" name="Title 2">
            <a:extLst>
              <a:ext uri="{FF2B5EF4-FFF2-40B4-BE49-F238E27FC236}">
                <a16:creationId xmlns:a16="http://schemas.microsoft.com/office/drawing/2014/main" id="{D05CCD4E-9622-8856-C750-6E40D9E69F01}"/>
              </a:ext>
            </a:extLst>
          </p:cNvPr>
          <p:cNvSpPr>
            <a:spLocks noGrp="1"/>
          </p:cNvSpPr>
          <p:nvPr>
            <p:ph type="ctrTitle"/>
          </p:nvPr>
        </p:nvSpPr>
        <p:spPr/>
        <p:txBody>
          <a:bodyPr/>
          <a:lstStyle/>
          <a:p>
            <a:endParaRPr lang="en-ZA"/>
          </a:p>
        </p:txBody>
      </p:sp>
      <p:graphicFrame>
        <p:nvGraphicFramePr>
          <p:cNvPr id="10" name="Table Placeholder 9">
            <a:extLst>
              <a:ext uri="{FF2B5EF4-FFF2-40B4-BE49-F238E27FC236}">
                <a16:creationId xmlns:a16="http://schemas.microsoft.com/office/drawing/2014/main" id="{4BBA93AB-4595-27B7-CDA7-8B4AB2D211B0}"/>
              </a:ext>
            </a:extLst>
          </p:cNvPr>
          <p:cNvGraphicFramePr>
            <a:graphicFrameLocks noGrp="1"/>
          </p:cNvGraphicFramePr>
          <p:nvPr>
            <p:ph type="tbl" sz="quarter" idx="41"/>
            <p:extLst>
              <p:ext uri="{D42A27DB-BD31-4B8C-83A1-F6EECF244321}">
                <p14:modId xmlns:p14="http://schemas.microsoft.com/office/powerpoint/2010/main" val="2443142832"/>
              </p:ext>
            </p:extLst>
          </p:nvPr>
        </p:nvGraphicFramePr>
        <p:xfrm>
          <a:off x="6297613" y="2146300"/>
          <a:ext cx="5341936" cy="2479540"/>
        </p:xfrm>
        <a:graphic>
          <a:graphicData uri="http://schemas.openxmlformats.org/drawingml/2006/table">
            <a:tbl>
              <a:tblPr firstRow="1" bandRow="1">
                <a:tableStyleId>{5940675A-B579-460E-94D1-54222C63F5DA}</a:tableStyleId>
              </a:tblPr>
              <a:tblGrid>
                <a:gridCol w="407987">
                  <a:extLst>
                    <a:ext uri="{9D8B030D-6E8A-4147-A177-3AD203B41FA5}">
                      <a16:colId xmlns:a16="http://schemas.microsoft.com/office/drawing/2014/main" val="362143890"/>
                    </a:ext>
                  </a:extLst>
                </a:gridCol>
                <a:gridCol w="1372659">
                  <a:extLst>
                    <a:ext uri="{9D8B030D-6E8A-4147-A177-3AD203B41FA5}">
                      <a16:colId xmlns:a16="http://schemas.microsoft.com/office/drawing/2014/main" val="802170849"/>
                    </a:ext>
                  </a:extLst>
                </a:gridCol>
                <a:gridCol w="1780645">
                  <a:extLst>
                    <a:ext uri="{9D8B030D-6E8A-4147-A177-3AD203B41FA5}">
                      <a16:colId xmlns:a16="http://schemas.microsoft.com/office/drawing/2014/main" val="15754413"/>
                    </a:ext>
                  </a:extLst>
                </a:gridCol>
                <a:gridCol w="1780645">
                  <a:extLst>
                    <a:ext uri="{9D8B030D-6E8A-4147-A177-3AD203B41FA5}">
                      <a16:colId xmlns:a16="http://schemas.microsoft.com/office/drawing/2014/main" val="2162697209"/>
                    </a:ext>
                  </a:extLst>
                </a:gridCol>
              </a:tblGrid>
              <a:tr h="370840">
                <a:tc gridSpan="2">
                  <a:txBody>
                    <a:bodyPr/>
                    <a:lstStyle/>
                    <a:p>
                      <a:r>
                        <a:rPr lang="en-US" sz="1000" b="1" spc="40" baseline="0" dirty="0">
                          <a:solidFill>
                            <a:schemeClr val="bg1"/>
                          </a:solidFill>
                          <a:latin typeface="+mj-lt"/>
                        </a:rPr>
                        <a:t>HEADING 1</a:t>
                      </a:r>
                      <a:endParaRPr lang="en-ZA" sz="10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hMerge="1">
                  <a:txBody>
                    <a:bodyPr/>
                    <a:lstStyle/>
                    <a:p>
                      <a:endParaRPr lang="en-ZA"/>
                    </a:p>
                  </a:txBody>
                  <a:tcPr/>
                </a:tc>
                <a:tc>
                  <a:txBody>
                    <a:bodyPr/>
                    <a:lstStyle/>
                    <a:p>
                      <a:r>
                        <a:rPr lang="en-US" sz="900" b="1" spc="40" baseline="0" dirty="0">
                          <a:solidFill>
                            <a:schemeClr val="accent1"/>
                          </a:solidFill>
                          <a:latin typeface="+mj-lt"/>
                        </a:rPr>
                        <a:t>Sub-Head 1</a:t>
                      </a:r>
                      <a:endParaRPr lang="en-ZA" sz="9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tc>
                  <a:txBody>
                    <a:bodyPr/>
                    <a:lstStyle/>
                    <a:p>
                      <a:r>
                        <a:rPr lang="en-US" sz="900" b="1" spc="40" baseline="0" dirty="0">
                          <a:solidFill>
                            <a:schemeClr val="accent1"/>
                          </a:solidFill>
                          <a:latin typeface="+mj-lt"/>
                        </a:rPr>
                        <a:t>Sub-head 2</a:t>
                      </a:r>
                      <a:endParaRPr lang="en-ZA" sz="9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lumMod val="40000"/>
                        <a:lumOff val="60000"/>
                      </a:schemeClr>
                    </a:solidFill>
                  </a:tcPr>
                </a:tc>
                <a:extLst>
                  <a:ext uri="{0D108BD9-81ED-4DB2-BD59-A6C34878D82A}">
                    <a16:rowId xmlns:a16="http://schemas.microsoft.com/office/drawing/2014/main" val="4119414366"/>
                  </a:ext>
                </a:extLst>
              </a:tr>
              <a:tr h="370840">
                <a:tc>
                  <a:txBody>
                    <a:bodyPr/>
                    <a:lstStyle/>
                    <a:p>
                      <a:pPr algn="ctr"/>
                      <a:r>
                        <a:rPr lang="en-US" sz="900" b="1" dirty="0">
                          <a:solidFill>
                            <a:schemeClr val="accent1"/>
                          </a:solidFill>
                          <a:latin typeface="+mj-lt"/>
                        </a:rPr>
                        <a:t>01</a:t>
                      </a:r>
                      <a:endParaRPr lang="en-ZA" sz="900" b="1"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050" b="1" dirty="0">
                          <a:solidFill>
                            <a:schemeClr val="accent2"/>
                          </a:solidFill>
                        </a:rPr>
                        <a:t>Thing 1</a:t>
                      </a:r>
                      <a:endParaRPr lang="en-ZA" sz="1050" b="1" dirty="0">
                        <a:solidFill>
                          <a:schemeClr val="accent2"/>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EDFDFA"/>
                    </a:solidFill>
                  </a:tcPr>
                </a:tc>
                <a:tc>
                  <a:txBody>
                    <a:bodyPr/>
                    <a:lstStyle/>
                    <a:p>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957885645"/>
                  </a:ext>
                </a:extLst>
              </a:tr>
              <a:tr h="370840">
                <a:tc>
                  <a:txBody>
                    <a:bodyPr/>
                    <a:lstStyle/>
                    <a:p>
                      <a:pPr algn="ctr"/>
                      <a:r>
                        <a:rPr lang="en-US" sz="900" b="1" dirty="0">
                          <a:solidFill>
                            <a:schemeClr val="accent1"/>
                          </a:solidFill>
                          <a:latin typeface="+mj-lt"/>
                        </a:rPr>
                        <a:t>02</a:t>
                      </a:r>
                      <a:endParaRPr lang="en-ZA" sz="900" b="1"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050" b="1" dirty="0">
                          <a:solidFill>
                            <a:schemeClr val="accent2"/>
                          </a:solidFill>
                        </a:rPr>
                        <a:t>Thing 2</a:t>
                      </a:r>
                      <a:endParaRPr lang="en-ZA" sz="1050" b="1" dirty="0">
                        <a:solidFill>
                          <a:schemeClr val="accent2"/>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EDFDF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204815643"/>
                  </a:ext>
                </a:extLst>
              </a:tr>
              <a:tr h="370840">
                <a:tc>
                  <a:txBody>
                    <a:bodyPr/>
                    <a:lstStyle/>
                    <a:p>
                      <a:pPr algn="ctr"/>
                      <a:r>
                        <a:rPr lang="en-US" sz="900" b="1" dirty="0">
                          <a:solidFill>
                            <a:schemeClr val="accent1"/>
                          </a:solidFill>
                          <a:latin typeface="+mj-lt"/>
                        </a:rPr>
                        <a:t>03</a:t>
                      </a:r>
                      <a:endParaRPr lang="en-ZA" sz="900" b="1"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050" b="1" dirty="0">
                          <a:solidFill>
                            <a:schemeClr val="accent2"/>
                          </a:solidFill>
                        </a:rPr>
                        <a:t>Thing 3</a:t>
                      </a:r>
                      <a:endParaRPr lang="en-ZA" sz="1050" b="1" dirty="0">
                        <a:solidFill>
                          <a:schemeClr val="accent2"/>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EDFDF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111129907"/>
                  </a:ext>
                </a:extLst>
              </a:tr>
              <a:tr h="370840">
                <a:tc>
                  <a:txBody>
                    <a:bodyPr/>
                    <a:lstStyle/>
                    <a:p>
                      <a:pPr algn="ctr"/>
                      <a:r>
                        <a:rPr lang="en-US" sz="900" b="1" dirty="0">
                          <a:solidFill>
                            <a:schemeClr val="accent1"/>
                          </a:solidFill>
                          <a:latin typeface="+mj-lt"/>
                        </a:rPr>
                        <a:t>04</a:t>
                      </a:r>
                      <a:endParaRPr lang="en-ZA" sz="900" b="1"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050" b="1" dirty="0">
                          <a:solidFill>
                            <a:schemeClr val="accent2"/>
                          </a:solidFill>
                        </a:rPr>
                        <a:t>Thing 4</a:t>
                      </a:r>
                      <a:endParaRPr lang="en-ZA" sz="1050" b="1" dirty="0">
                        <a:solidFill>
                          <a:schemeClr val="accent2"/>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EDFDF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136004624"/>
                  </a:ext>
                </a:extLst>
              </a:tr>
              <a:tr h="370840">
                <a:tc>
                  <a:txBody>
                    <a:bodyPr/>
                    <a:lstStyle/>
                    <a:p>
                      <a:pPr algn="ctr"/>
                      <a:r>
                        <a:rPr lang="en-US" sz="900" b="1" dirty="0">
                          <a:solidFill>
                            <a:schemeClr val="accent1"/>
                          </a:solidFill>
                          <a:latin typeface="+mj-lt"/>
                        </a:rPr>
                        <a:t>05</a:t>
                      </a:r>
                      <a:endParaRPr lang="en-ZA" sz="900" b="1"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050" b="1" dirty="0">
                          <a:solidFill>
                            <a:schemeClr val="accent2"/>
                          </a:solidFill>
                        </a:rPr>
                        <a:t>Thing 5</a:t>
                      </a:r>
                      <a:endParaRPr lang="en-ZA" sz="1050" b="1" dirty="0">
                        <a:solidFill>
                          <a:schemeClr val="accent2"/>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EDFDF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solidFill>
                            <a:schemeClr val="accent5">
                              <a:lumMod val="50000"/>
                            </a:schemeClr>
                          </a:solidFill>
                        </a:rPr>
                        <a:t>Small text goes in here…</a:t>
                      </a:r>
                      <a:endParaRPr lang="en-ZA" sz="900" dirty="0">
                        <a:solidFill>
                          <a:schemeClr val="accent5">
                            <a:lumMod val="50000"/>
                          </a:schemeClr>
                        </a:solidFill>
                      </a:endParaRPr>
                    </a:p>
                  </a:txBody>
                  <a:tcPr marL="108000" marR="108000" marT="108000" marB="108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929600407"/>
                  </a:ext>
                </a:extLst>
              </a:tr>
            </a:tbl>
          </a:graphicData>
        </a:graphic>
      </p:graphicFrame>
      <p:graphicFrame>
        <p:nvGraphicFramePr>
          <p:cNvPr id="9" name="Table Placeholder 8">
            <a:extLst>
              <a:ext uri="{FF2B5EF4-FFF2-40B4-BE49-F238E27FC236}">
                <a16:creationId xmlns:a16="http://schemas.microsoft.com/office/drawing/2014/main" id="{4F4F2FC4-8AA0-C442-AAD1-A461FC15B958}"/>
              </a:ext>
            </a:extLst>
          </p:cNvPr>
          <p:cNvGraphicFramePr>
            <a:graphicFrameLocks noGrp="1"/>
          </p:cNvGraphicFramePr>
          <p:nvPr>
            <p:ph type="tbl" sz="quarter" idx="42"/>
            <p:extLst>
              <p:ext uri="{D42A27DB-BD31-4B8C-83A1-F6EECF244321}">
                <p14:modId xmlns:p14="http://schemas.microsoft.com/office/powerpoint/2010/main" val="158421703"/>
              </p:ext>
            </p:extLst>
          </p:nvPr>
        </p:nvGraphicFramePr>
        <p:xfrm>
          <a:off x="587375" y="2146300"/>
          <a:ext cx="5343524" cy="4320004"/>
        </p:xfrm>
        <a:graphic>
          <a:graphicData uri="http://schemas.openxmlformats.org/drawingml/2006/table">
            <a:tbl>
              <a:tblPr firstRow="1" bandRow="1">
                <a:tableStyleId>{5940675A-B579-460E-94D1-54222C63F5DA}</a:tableStyleId>
              </a:tblPr>
              <a:tblGrid>
                <a:gridCol w="1335881">
                  <a:extLst>
                    <a:ext uri="{9D8B030D-6E8A-4147-A177-3AD203B41FA5}">
                      <a16:colId xmlns:a16="http://schemas.microsoft.com/office/drawing/2014/main" val="835691544"/>
                    </a:ext>
                  </a:extLst>
                </a:gridCol>
                <a:gridCol w="1335881">
                  <a:extLst>
                    <a:ext uri="{9D8B030D-6E8A-4147-A177-3AD203B41FA5}">
                      <a16:colId xmlns:a16="http://schemas.microsoft.com/office/drawing/2014/main" val="3607032292"/>
                    </a:ext>
                  </a:extLst>
                </a:gridCol>
                <a:gridCol w="1335881">
                  <a:extLst>
                    <a:ext uri="{9D8B030D-6E8A-4147-A177-3AD203B41FA5}">
                      <a16:colId xmlns:a16="http://schemas.microsoft.com/office/drawing/2014/main" val="4049605019"/>
                    </a:ext>
                  </a:extLst>
                </a:gridCol>
                <a:gridCol w="1335881">
                  <a:extLst>
                    <a:ext uri="{9D8B030D-6E8A-4147-A177-3AD203B41FA5}">
                      <a16:colId xmlns:a16="http://schemas.microsoft.com/office/drawing/2014/main" val="3360050659"/>
                    </a:ext>
                  </a:extLst>
                </a:gridCol>
              </a:tblGrid>
              <a:tr h="441871">
                <a:tc>
                  <a:txBody>
                    <a:bodyPr/>
                    <a:lstStyle/>
                    <a:p>
                      <a:pPr algn="ctr"/>
                      <a:endParaRPr lang="en-ZA" sz="1100" b="1" spc="40" baseline="0" dirty="0">
                        <a:solidFill>
                          <a:schemeClr val="bg1"/>
                        </a:solidFill>
                        <a:latin typeface="+mj-lt"/>
                      </a:endParaRPr>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noFill/>
                  </a:tcPr>
                </a:tc>
                <a:tc>
                  <a:txBody>
                    <a:bodyPr/>
                    <a:lstStyle/>
                    <a:p>
                      <a:pPr algn="ctr"/>
                      <a:r>
                        <a:rPr lang="en-US" sz="1100" b="1" spc="40" baseline="0" dirty="0">
                          <a:solidFill>
                            <a:schemeClr val="bg1"/>
                          </a:solidFill>
                          <a:latin typeface="+mj-lt"/>
                        </a:rPr>
                        <a:t>Heading 2</a:t>
                      </a:r>
                      <a:endParaRPr lang="en-ZA" sz="11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algn="ctr"/>
                      <a:r>
                        <a:rPr lang="en-US" sz="1100" b="1" spc="40" baseline="0" dirty="0">
                          <a:solidFill>
                            <a:schemeClr val="bg1"/>
                          </a:solidFill>
                          <a:latin typeface="+mj-lt"/>
                        </a:rPr>
                        <a:t>Heading 3</a:t>
                      </a:r>
                      <a:endParaRPr lang="en-ZA" sz="11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algn="ctr"/>
                      <a:r>
                        <a:rPr lang="en-US" sz="1100" b="1" spc="40" baseline="0" dirty="0">
                          <a:solidFill>
                            <a:schemeClr val="bg1"/>
                          </a:solidFill>
                          <a:latin typeface="+mj-lt"/>
                        </a:rPr>
                        <a:t>Heading 4</a:t>
                      </a:r>
                      <a:endParaRPr lang="en-ZA" sz="11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472245772"/>
                  </a:ext>
                </a:extLst>
              </a:tr>
              <a:tr h="441871">
                <a:tc>
                  <a:txBody>
                    <a:bodyPr/>
                    <a:lstStyle/>
                    <a:p>
                      <a:pPr algn="l"/>
                      <a:r>
                        <a:rPr lang="en-US" sz="1100" b="1" dirty="0">
                          <a:solidFill>
                            <a:schemeClr val="accent5">
                              <a:lumMod val="50000"/>
                            </a:schemeClr>
                          </a:solidFill>
                        </a:rPr>
                        <a:t>Sub Heading 1</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856146822"/>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2</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extLst>
                  <a:ext uri="{0D108BD9-81ED-4DB2-BD59-A6C34878D82A}">
                    <a16:rowId xmlns:a16="http://schemas.microsoft.com/office/drawing/2014/main" val="163473794"/>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3</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718411773"/>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4</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extLst>
                  <a:ext uri="{0D108BD9-81ED-4DB2-BD59-A6C34878D82A}">
                    <a16:rowId xmlns:a16="http://schemas.microsoft.com/office/drawing/2014/main" val="2430785178"/>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5</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698514412"/>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6</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2F5F8"/>
                    </a:solidFill>
                  </a:tcPr>
                </a:tc>
                <a:extLst>
                  <a:ext uri="{0D108BD9-81ED-4DB2-BD59-A6C34878D82A}">
                    <a16:rowId xmlns:a16="http://schemas.microsoft.com/office/drawing/2014/main" val="3708105502"/>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7</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503637738"/>
                  </a:ext>
                </a:extLst>
              </a:tr>
              <a:tr h="4418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accent5">
                              <a:lumMod val="50000"/>
                            </a:schemeClr>
                          </a:solidFill>
                        </a:rPr>
                        <a:t>Sub Heading 8</a:t>
                      </a:r>
                      <a:endParaRPr lang="en-ZA" sz="11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5F8"/>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121712798"/>
                  </a:ext>
                </a:extLst>
              </a:tr>
              <a:tr h="343165">
                <a:tc>
                  <a:txBody>
                    <a:bodyPr/>
                    <a:lstStyle/>
                    <a:p>
                      <a:pPr algn="l"/>
                      <a:r>
                        <a:rPr lang="en-US" sz="1100" b="1" spc="30" baseline="0" dirty="0">
                          <a:solidFill>
                            <a:schemeClr val="accent5">
                              <a:lumMod val="50000"/>
                            </a:schemeClr>
                          </a:solidFill>
                          <a:latin typeface="+mj-lt"/>
                        </a:rPr>
                        <a:t>TOTAL</a:t>
                      </a:r>
                      <a:endParaRPr lang="en-ZA" sz="1100" b="1" spc="30" baseline="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100" b="1" kern="1200" spc="30" baseline="0" dirty="0">
                          <a:solidFill>
                            <a:schemeClr val="accent5">
                              <a:lumMod val="50000"/>
                            </a:schemeClr>
                          </a:solidFill>
                          <a:latin typeface="+mj-lt"/>
                          <a:ea typeface="+mn-ea"/>
                          <a:cs typeface="+mn-cs"/>
                        </a:rPr>
                        <a:t>1 000</a:t>
                      </a:r>
                      <a:endParaRPr lang="en-ZA" sz="1100" b="1" kern="1200" spc="30" baseline="0" dirty="0">
                        <a:solidFill>
                          <a:schemeClr val="accent5">
                            <a:lumMod val="50000"/>
                          </a:schemeClr>
                        </a:solidFill>
                        <a:latin typeface="+mj-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100" b="1" kern="1200" spc="30" baseline="0" dirty="0">
                          <a:solidFill>
                            <a:schemeClr val="accent5">
                              <a:lumMod val="50000"/>
                            </a:schemeClr>
                          </a:solidFill>
                          <a:latin typeface="+mj-lt"/>
                          <a:ea typeface="+mn-ea"/>
                          <a:cs typeface="+mn-cs"/>
                        </a:rPr>
                        <a:t>2 000</a:t>
                      </a:r>
                      <a:endParaRPr lang="en-ZA" sz="1100" b="1" kern="1200" spc="30" baseline="0" dirty="0">
                        <a:solidFill>
                          <a:schemeClr val="accent5">
                            <a:lumMod val="50000"/>
                          </a:schemeClr>
                        </a:solidFill>
                        <a:latin typeface="+mj-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100" b="1" kern="1200" spc="30" baseline="0" dirty="0">
                          <a:solidFill>
                            <a:schemeClr val="accent5">
                              <a:lumMod val="50000"/>
                            </a:schemeClr>
                          </a:solidFill>
                          <a:latin typeface="+mj-lt"/>
                          <a:ea typeface="+mn-ea"/>
                          <a:cs typeface="+mn-cs"/>
                        </a:rPr>
                        <a:t>3 000</a:t>
                      </a:r>
                      <a:endParaRPr lang="en-ZA" sz="1100" b="1" kern="1200" spc="30" baseline="0" dirty="0">
                        <a:solidFill>
                          <a:schemeClr val="accent5">
                            <a:lumMod val="50000"/>
                          </a:schemeClr>
                        </a:solidFill>
                        <a:latin typeface="+mj-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3049042000"/>
                  </a:ext>
                </a:extLst>
              </a:tr>
            </a:tbl>
          </a:graphicData>
        </a:graphic>
      </p:graphicFrame>
      <p:sp>
        <p:nvSpPr>
          <p:cNvPr id="6" name="Text Placeholder 5">
            <a:extLst>
              <a:ext uri="{FF2B5EF4-FFF2-40B4-BE49-F238E27FC236}">
                <a16:creationId xmlns:a16="http://schemas.microsoft.com/office/drawing/2014/main" id="{F5EE9650-2F50-96E2-630F-7BA006FC2E38}"/>
              </a:ext>
            </a:extLst>
          </p:cNvPr>
          <p:cNvSpPr>
            <a:spLocks noGrp="1"/>
          </p:cNvSpPr>
          <p:nvPr>
            <p:ph type="body" sz="quarter" idx="43"/>
          </p:nvPr>
        </p:nvSpPr>
        <p:spPr/>
        <p:txBody>
          <a:bodyPr/>
          <a:lstStyle/>
          <a:p>
            <a:endParaRPr lang="en-ZA" dirty="0"/>
          </a:p>
        </p:txBody>
      </p:sp>
      <p:sp>
        <p:nvSpPr>
          <p:cNvPr id="7" name="Text Placeholder 6">
            <a:extLst>
              <a:ext uri="{FF2B5EF4-FFF2-40B4-BE49-F238E27FC236}">
                <a16:creationId xmlns:a16="http://schemas.microsoft.com/office/drawing/2014/main" id="{201BC61D-205B-28BF-F615-E78DA0A2563C}"/>
              </a:ext>
            </a:extLst>
          </p:cNvPr>
          <p:cNvSpPr>
            <a:spLocks noGrp="1"/>
          </p:cNvSpPr>
          <p:nvPr>
            <p:ph type="body" sz="quarter" idx="44"/>
          </p:nvPr>
        </p:nvSpPr>
        <p:spPr/>
        <p:txBody>
          <a:bodyPr/>
          <a:lstStyle/>
          <a:p>
            <a:endParaRPr lang="en-ZA" b="1"/>
          </a:p>
        </p:txBody>
      </p:sp>
      <p:sp>
        <p:nvSpPr>
          <p:cNvPr id="8" name="Text Placeholder 7">
            <a:extLst>
              <a:ext uri="{FF2B5EF4-FFF2-40B4-BE49-F238E27FC236}">
                <a16:creationId xmlns:a16="http://schemas.microsoft.com/office/drawing/2014/main" id="{049CB55E-192D-81C2-4CA2-0C591C1FA112}"/>
              </a:ext>
            </a:extLst>
          </p:cNvPr>
          <p:cNvSpPr>
            <a:spLocks noGrp="1"/>
          </p:cNvSpPr>
          <p:nvPr>
            <p:ph type="body" sz="quarter" idx="45"/>
          </p:nvPr>
        </p:nvSpPr>
        <p:spPr/>
        <p:txBody>
          <a:bodyPr/>
          <a:lstStyle/>
          <a:p>
            <a:endParaRPr lang="en-ZA"/>
          </a:p>
        </p:txBody>
      </p:sp>
    </p:spTree>
    <p:extLst>
      <p:ext uri="{BB962C8B-B14F-4D97-AF65-F5344CB8AC3E}">
        <p14:creationId xmlns:p14="http://schemas.microsoft.com/office/powerpoint/2010/main" val="25198615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p04.s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515BD-BDEF-6D15-B8EE-B91663AFF4F8}"/>
              </a:ext>
            </a:extLst>
          </p:cNvPr>
          <p:cNvSpPr>
            <a:spLocks noGrp="1"/>
          </p:cNvSpPr>
          <p:nvPr>
            <p:ph type="ctrTitle"/>
          </p:nvPr>
        </p:nvSpPr>
        <p:spPr/>
        <p:txBody>
          <a:bodyPr/>
          <a:lstStyle/>
          <a:p>
            <a:endParaRPr lang="en-ZA"/>
          </a:p>
        </p:txBody>
      </p:sp>
      <p:graphicFrame>
        <p:nvGraphicFramePr>
          <p:cNvPr id="7" name="Table Placeholder 6">
            <a:extLst>
              <a:ext uri="{FF2B5EF4-FFF2-40B4-BE49-F238E27FC236}">
                <a16:creationId xmlns:a16="http://schemas.microsoft.com/office/drawing/2014/main" id="{585C796F-F3E5-AEB3-0A7D-4771C2009445}"/>
              </a:ext>
            </a:extLst>
          </p:cNvPr>
          <p:cNvGraphicFramePr>
            <a:graphicFrameLocks noGrp="1"/>
          </p:cNvGraphicFramePr>
          <p:nvPr>
            <p:ph type="tbl" sz="quarter" idx="42"/>
            <p:extLst>
              <p:ext uri="{D42A27DB-BD31-4B8C-83A1-F6EECF244321}">
                <p14:modId xmlns:p14="http://schemas.microsoft.com/office/powerpoint/2010/main" val="3162230401"/>
              </p:ext>
            </p:extLst>
          </p:nvPr>
        </p:nvGraphicFramePr>
        <p:xfrm>
          <a:off x="6297613" y="2273300"/>
          <a:ext cx="5341936" cy="4176000"/>
        </p:xfrm>
        <a:graphic>
          <a:graphicData uri="http://schemas.openxmlformats.org/drawingml/2006/table">
            <a:tbl>
              <a:tblPr firstRow="1" bandRow="1">
                <a:tableStyleId>{5940675A-B579-460E-94D1-54222C63F5DA}</a:tableStyleId>
              </a:tblPr>
              <a:tblGrid>
                <a:gridCol w="1335484">
                  <a:extLst>
                    <a:ext uri="{9D8B030D-6E8A-4147-A177-3AD203B41FA5}">
                      <a16:colId xmlns:a16="http://schemas.microsoft.com/office/drawing/2014/main" val="640724366"/>
                    </a:ext>
                  </a:extLst>
                </a:gridCol>
                <a:gridCol w="1335484">
                  <a:extLst>
                    <a:ext uri="{9D8B030D-6E8A-4147-A177-3AD203B41FA5}">
                      <a16:colId xmlns:a16="http://schemas.microsoft.com/office/drawing/2014/main" val="413415191"/>
                    </a:ext>
                  </a:extLst>
                </a:gridCol>
                <a:gridCol w="1335484">
                  <a:extLst>
                    <a:ext uri="{9D8B030D-6E8A-4147-A177-3AD203B41FA5}">
                      <a16:colId xmlns:a16="http://schemas.microsoft.com/office/drawing/2014/main" val="2166497061"/>
                    </a:ext>
                  </a:extLst>
                </a:gridCol>
                <a:gridCol w="1335484">
                  <a:extLst>
                    <a:ext uri="{9D8B030D-6E8A-4147-A177-3AD203B41FA5}">
                      <a16:colId xmlns:a16="http://schemas.microsoft.com/office/drawing/2014/main" val="1894153049"/>
                    </a:ext>
                  </a:extLst>
                </a:gridCol>
              </a:tblGrid>
              <a:tr h="417600">
                <a:tc>
                  <a:txBody>
                    <a:bodyPr/>
                    <a:lstStyle/>
                    <a:p>
                      <a:pPr marL="0" algn="ctr" defTabSz="914400" rtl="0" eaLnBrk="1" latinLnBrk="0" hangingPunct="1"/>
                      <a:r>
                        <a:rPr lang="en-US" sz="1050" b="1" kern="1200" spc="40" baseline="0" dirty="0">
                          <a:solidFill>
                            <a:schemeClr val="bg1"/>
                          </a:solidFill>
                          <a:latin typeface="+mj-lt"/>
                          <a:ea typeface="+mn-ea"/>
                          <a:cs typeface="+mn-cs"/>
                        </a:rPr>
                        <a:t>Heading 1</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Heading 2</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Heading 3</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Heading 4</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228275127"/>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66162522"/>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980367802"/>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129592495"/>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568605443"/>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2395965204"/>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282466100"/>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165752324"/>
                  </a:ext>
                </a:extLst>
              </a:tr>
              <a:tr h="417600">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r>
                        <a:rPr lang="en-US" sz="1100" kern="1200" dirty="0">
                          <a:solidFill>
                            <a:schemeClr val="accent5">
                              <a:lumMod val="50000"/>
                            </a:schemeClr>
                          </a:solidFill>
                          <a:latin typeface="+mn-lt"/>
                          <a:ea typeface="+mn-ea"/>
                          <a:cs typeface="+mn-cs"/>
                        </a:rPr>
                        <a:t>0,0</a:t>
                      </a:r>
                      <a:endParaRPr lang="en-ZA" sz="11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141854803"/>
                  </a:ext>
                </a:extLst>
              </a:tr>
              <a:tr h="417600">
                <a:tc>
                  <a:txBody>
                    <a:bodyPr/>
                    <a:lstStyle/>
                    <a:p>
                      <a:pPr marL="0" algn="ctr" defTabSz="914400" rtl="0" eaLnBrk="1" latinLnBrk="0" hangingPunct="1"/>
                      <a:r>
                        <a:rPr lang="en-US" sz="1050" b="1" kern="1200" spc="40" baseline="0" dirty="0">
                          <a:solidFill>
                            <a:schemeClr val="bg1"/>
                          </a:solidFill>
                          <a:latin typeface="+mj-lt"/>
                          <a:ea typeface="+mn-ea"/>
                          <a:cs typeface="+mn-cs"/>
                        </a:rPr>
                        <a:t>00</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00</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00</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marL="0" algn="ctr" defTabSz="914400" rtl="0" eaLnBrk="1" latinLnBrk="0" hangingPunct="1"/>
                      <a:r>
                        <a:rPr lang="en-US" sz="1050" b="1" kern="1200" spc="40" baseline="0" dirty="0">
                          <a:solidFill>
                            <a:schemeClr val="bg1"/>
                          </a:solidFill>
                          <a:latin typeface="+mj-lt"/>
                          <a:ea typeface="+mn-ea"/>
                          <a:cs typeface="+mn-cs"/>
                        </a:rPr>
                        <a:t>00</a:t>
                      </a:r>
                      <a:endParaRPr lang="en-ZA" sz="1050" b="1" kern="1200" spc="40" baseline="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029205701"/>
                  </a:ext>
                </a:extLst>
              </a:tr>
            </a:tbl>
          </a:graphicData>
        </a:graphic>
      </p:graphicFrame>
      <p:graphicFrame>
        <p:nvGraphicFramePr>
          <p:cNvPr id="6" name="Table Placeholder 5">
            <a:extLst>
              <a:ext uri="{FF2B5EF4-FFF2-40B4-BE49-F238E27FC236}">
                <a16:creationId xmlns:a16="http://schemas.microsoft.com/office/drawing/2014/main" id="{C667F63F-2C34-6912-0569-F329EB03C835}"/>
              </a:ext>
            </a:extLst>
          </p:cNvPr>
          <p:cNvGraphicFramePr>
            <a:graphicFrameLocks noGrp="1"/>
          </p:cNvGraphicFramePr>
          <p:nvPr>
            <p:ph type="tbl" sz="quarter" idx="43"/>
            <p:extLst>
              <p:ext uri="{D42A27DB-BD31-4B8C-83A1-F6EECF244321}">
                <p14:modId xmlns:p14="http://schemas.microsoft.com/office/powerpoint/2010/main" val="2366888392"/>
              </p:ext>
            </p:extLst>
          </p:nvPr>
        </p:nvGraphicFramePr>
        <p:xfrm>
          <a:off x="587375" y="2273300"/>
          <a:ext cx="5343524" cy="4176000"/>
        </p:xfrm>
        <a:graphic>
          <a:graphicData uri="http://schemas.openxmlformats.org/drawingml/2006/table">
            <a:tbl>
              <a:tblPr firstRow="1" bandRow="1">
                <a:tableStyleId>{5940675A-B579-460E-94D1-54222C63F5DA}</a:tableStyleId>
              </a:tblPr>
              <a:tblGrid>
                <a:gridCol w="1335881">
                  <a:extLst>
                    <a:ext uri="{9D8B030D-6E8A-4147-A177-3AD203B41FA5}">
                      <a16:colId xmlns:a16="http://schemas.microsoft.com/office/drawing/2014/main" val="2658522693"/>
                    </a:ext>
                  </a:extLst>
                </a:gridCol>
                <a:gridCol w="1335881">
                  <a:extLst>
                    <a:ext uri="{9D8B030D-6E8A-4147-A177-3AD203B41FA5}">
                      <a16:colId xmlns:a16="http://schemas.microsoft.com/office/drawing/2014/main" val="3642748832"/>
                    </a:ext>
                  </a:extLst>
                </a:gridCol>
                <a:gridCol w="1335881">
                  <a:extLst>
                    <a:ext uri="{9D8B030D-6E8A-4147-A177-3AD203B41FA5}">
                      <a16:colId xmlns:a16="http://schemas.microsoft.com/office/drawing/2014/main" val="2375479469"/>
                    </a:ext>
                  </a:extLst>
                </a:gridCol>
                <a:gridCol w="1335881">
                  <a:extLst>
                    <a:ext uri="{9D8B030D-6E8A-4147-A177-3AD203B41FA5}">
                      <a16:colId xmlns:a16="http://schemas.microsoft.com/office/drawing/2014/main" val="523611670"/>
                    </a:ext>
                  </a:extLst>
                </a:gridCol>
              </a:tblGrid>
              <a:tr h="417600">
                <a:tc>
                  <a:txBody>
                    <a:bodyPr/>
                    <a:lstStyle/>
                    <a:p>
                      <a:endParaRPr lang="en-ZA" sz="1100" dirty="0"/>
                    </a:p>
                  </a:txBody>
                  <a:tcP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noFill/>
                  </a:tcPr>
                </a:tc>
                <a:tc>
                  <a:txBody>
                    <a:bodyPr/>
                    <a:lstStyle/>
                    <a:p>
                      <a:pPr algn="ctr"/>
                      <a:r>
                        <a:rPr lang="en-US" sz="1050" b="1" spc="40" baseline="0" dirty="0">
                          <a:solidFill>
                            <a:schemeClr val="bg1"/>
                          </a:solidFill>
                          <a:latin typeface="+mj-lt"/>
                        </a:rPr>
                        <a:t>Heading 1</a:t>
                      </a:r>
                      <a:endParaRPr lang="en-ZA" sz="105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050" b="1" spc="40" baseline="0" dirty="0">
                          <a:solidFill>
                            <a:schemeClr val="bg1"/>
                          </a:solidFill>
                          <a:latin typeface="+mj-lt"/>
                        </a:rPr>
                        <a:t>Heading 2</a:t>
                      </a:r>
                      <a:endParaRPr lang="en-ZA" sz="105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050" b="1" spc="40" baseline="0" dirty="0">
                          <a:solidFill>
                            <a:schemeClr val="bg1"/>
                          </a:solidFill>
                          <a:latin typeface="+mj-lt"/>
                        </a:rPr>
                        <a:t>Heading 3</a:t>
                      </a:r>
                      <a:endParaRPr lang="en-ZA" sz="105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1681899246"/>
                  </a:ext>
                </a:extLst>
              </a:tr>
              <a:tr h="417600">
                <a:tc>
                  <a:txBody>
                    <a:bodyPr/>
                    <a:lstStyle/>
                    <a:p>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3310132"/>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665254805"/>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146845031"/>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054609184"/>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771557594"/>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407931988"/>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802375743"/>
                  </a:ext>
                </a:extLst>
              </a:tr>
              <a:tr h="417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spc="40" baseline="0" dirty="0">
                          <a:solidFill>
                            <a:schemeClr val="bg1"/>
                          </a:solidFill>
                          <a:latin typeface="+mj-lt"/>
                        </a:rPr>
                        <a:t>Thing 1</a:t>
                      </a:r>
                      <a:endParaRPr lang="en-ZA" sz="900" b="1" spc="40" baseline="0"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100" dirty="0">
                          <a:solidFill>
                            <a:schemeClr val="accent5">
                              <a:lumMod val="50000"/>
                            </a:schemeClr>
                          </a:solidFill>
                        </a:rPr>
                        <a:t>0,0</a:t>
                      </a:r>
                      <a:endParaRPr lang="en-ZA" sz="1100"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142602626"/>
                  </a:ext>
                </a:extLst>
              </a:tr>
              <a:tr h="417600">
                <a:tc>
                  <a:txBody>
                    <a:bodyPr/>
                    <a:lstStyle/>
                    <a:p>
                      <a:pPr marL="0" algn="r" defTabSz="914400" rtl="0" eaLnBrk="1" latinLnBrk="0" hangingPunct="1"/>
                      <a:r>
                        <a:rPr lang="en-US" sz="1050" b="1" kern="1200" spc="40" baseline="0" dirty="0">
                          <a:solidFill>
                            <a:schemeClr val="accent1"/>
                          </a:solidFill>
                          <a:latin typeface="+mj-lt"/>
                          <a:ea typeface="+mn-ea"/>
                          <a:cs typeface="+mn-cs"/>
                        </a:rPr>
                        <a:t>TOTAL</a:t>
                      </a:r>
                      <a:endParaRPr lang="en-ZA" sz="1050" b="1" kern="1200" spc="40" baseline="0" dirty="0">
                        <a:solidFill>
                          <a:schemeClr val="accent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050" b="1" kern="1200" spc="40" baseline="0" dirty="0">
                          <a:solidFill>
                            <a:schemeClr val="accent1"/>
                          </a:solidFill>
                          <a:latin typeface="+mj-lt"/>
                          <a:ea typeface="+mn-ea"/>
                          <a:cs typeface="+mn-cs"/>
                        </a:rPr>
                        <a:t>00</a:t>
                      </a:r>
                      <a:endParaRPr lang="en-ZA" sz="1050" b="1" kern="1200" spc="40" baseline="0" dirty="0">
                        <a:solidFill>
                          <a:schemeClr val="accent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050" b="1" kern="1200" spc="40" baseline="0" dirty="0">
                          <a:solidFill>
                            <a:schemeClr val="accent1"/>
                          </a:solidFill>
                          <a:latin typeface="+mj-lt"/>
                          <a:ea typeface="+mn-ea"/>
                          <a:cs typeface="+mn-cs"/>
                        </a:rPr>
                        <a:t>00</a:t>
                      </a:r>
                      <a:endParaRPr lang="en-ZA" sz="1050" b="1" kern="1200" spc="40" baseline="0" dirty="0">
                        <a:solidFill>
                          <a:schemeClr val="accent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tc>
                  <a:txBody>
                    <a:bodyPr/>
                    <a:lstStyle/>
                    <a:p>
                      <a:pPr marL="0" algn="ctr" defTabSz="914400" rtl="0" eaLnBrk="1" latinLnBrk="0" hangingPunct="1"/>
                      <a:r>
                        <a:rPr lang="en-US" sz="1050" b="1" kern="1200" spc="40" baseline="0" dirty="0">
                          <a:solidFill>
                            <a:schemeClr val="accent1"/>
                          </a:solidFill>
                          <a:latin typeface="+mj-lt"/>
                          <a:ea typeface="+mn-ea"/>
                          <a:cs typeface="+mn-cs"/>
                        </a:rPr>
                        <a:t>00</a:t>
                      </a:r>
                      <a:endParaRPr lang="en-ZA" sz="1050" b="1" kern="1200" spc="40" baseline="0" dirty="0">
                        <a:solidFill>
                          <a:schemeClr val="accent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tx1"/>
                    </a:solidFill>
                  </a:tcPr>
                </a:tc>
                <a:extLst>
                  <a:ext uri="{0D108BD9-81ED-4DB2-BD59-A6C34878D82A}">
                    <a16:rowId xmlns:a16="http://schemas.microsoft.com/office/drawing/2014/main" val="1260408222"/>
                  </a:ext>
                </a:extLst>
              </a:tr>
            </a:tbl>
          </a:graphicData>
        </a:graphic>
      </p:graphicFrame>
      <p:sp>
        <p:nvSpPr>
          <p:cNvPr id="5" name="Text Placeholder 4">
            <a:extLst>
              <a:ext uri="{FF2B5EF4-FFF2-40B4-BE49-F238E27FC236}">
                <a16:creationId xmlns:a16="http://schemas.microsoft.com/office/drawing/2014/main" id="{16D55427-3B34-27D1-366F-2F6F5D76CA2A}"/>
              </a:ext>
            </a:extLst>
          </p:cNvPr>
          <p:cNvSpPr>
            <a:spLocks noGrp="1"/>
          </p:cNvSpPr>
          <p:nvPr>
            <p:ph type="body" sz="quarter" idx="44"/>
          </p:nvPr>
        </p:nvSpPr>
        <p:spPr/>
        <p:txBody>
          <a:bodyPr/>
          <a:lstStyle/>
          <a:p>
            <a:endParaRPr lang="en-ZA"/>
          </a:p>
        </p:txBody>
      </p:sp>
    </p:spTree>
    <p:extLst>
      <p:ext uri="{BB962C8B-B14F-4D97-AF65-F5344CB8AC3E}">
        <p14:creationId xmlns:p14="http://schemas.microsoft.com/office/powerpoint/2010/main" val="1312729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p04.s13">
    <p:spTree>
      <p:nvGrpSpPr>
        <p:cNvPr id="1" name="">
          <a:extLst>
            <a:ext uri="{FF2B5EF4-FFF2-40B4-BE49-F238E27FC236}">
              <a16:creationId xmlns:a16="http://schemas.microsoft.com/office/drawing/2014/main" id="{8087F1E9-3603-F6A4-28B7-3C11D0477276}"/>
            </a:ext>
          </a:extLst>
        </p:cNvPr>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54484C3B-A04B-8A43-B7F8-371C69252DBF}"/>
              </a:ext>
            </a:extLst>
          </p:cNvPr>
          <p:cNvGraphicFramePr>
            <a:graphicFrameLocks noGrp="1"/>
          </p:cNvGraphicFramePr>
          <p:nvPr>
            <p:ph type="tbl" sz="quarter" idx="39"/>
            <p:extLst>
              <p:ext uri="{D42A27DB-BD31-4B8C-83A1-F6EECF244321}">
                <p14:modId xmlns:p14="http://schemas.microsoft.com/office/powerpoint/2010/main" val="3209566636"/>
              </p:ext>
            </p:extLst>
          </p:nvPr>
        </p:nvGraphicFramePr>
        <p:xfrm>
          <a:off x="587375" y="1408113"/>
          <a:ext cx="11052174" cy="5083579"/>
        </p:xfrm>
        <a:graphic>
          <a:graphicData uri="http://schemas.openxmlformats.org/drawingml/2006/table">
            <a:tbl>
              <a:tblPr firstRow="1" bandRow="1">
                <a:tableStyleId>{5940675A-B579-460E-94D1-54222C63F5DA}</a:tableStyleId>
              </a:tblPr>
              <a:tblGrid>
                <a:gridCol w="3636282">
                  <a:extLst>
                    <a:ext uri="{9D8B030D-6E8A-4147-A177-3AD203B41FA5}">
                      <a16:colId xmlns:a16="http://schemas.microsoft.com/office/drawing/2014/main" val="1544824363"/>
                    </a:ext>
                  </a:extLst>
                </a:gridCol>
                <a:gridCol w="1853973">
                  <a:extLst>
                    <a:ext uri="{9D8B030D-6E8A-4147-A177-3AD203B41FA5}">
                      <a16:colId xmlns:a16="http://schemas.microsoft.com/office/drawing/2014/main" val="443945766"/>
                    </a:ext>
                  </a:extLst>
                </a:gridCol>
                <a:gridCol w="1853973">
                  <a:extLst>
                    <a:ext uri="{9D8B030D-6E8A-4147-A177-3AD203B41FA5}">
                      <a16:colId xmlns:a16="http://schemas.microsoft.com/office/drawing/2014/main" val="3671850589"/>
                    </a:ext>
                  </a:extLst>
                </a:gridCol>
                <a:gridCol w="1853973">
                  <a:extLst>
                    <a:ext uri="{9D8B030D-6E8A-4147-A177-3AD203B41FA5}">
                      <a16:colId xmlns:a16="http://schemas.microsoft.com/office/drawing/2014/main" val="2175602288"/>
                    </a:ext>
                  </a:extLst>
                </a:gridCol>
                <a:gridCol w="1853973">
                  <a:extLst>
                    <a:ext uri="{9D8B030D-6E8A-4147-A177-3AD203B41FA5}">
                      <a16:colId xmlns:a16="http://schemas.microsoft.com/office/drawing/2014/main" val="103638451"/>
                    </a:ext>
                  </a:extLst>
                </a:gridCol>
              </a:tblGrid>
              <a:tr h="343939">
                <a:tc>
                  <a:txBody>
                    <a:bodyPr/>
                    <a:lstStyle/>
                    <a:p>
                      <a:pPr marL="0" algn="l" defTabSz="914400" rtl="0" eaLnBrk="1" latinLnBrk="0" hangingPunct="1"/>
                      <a:endParaRPr lang="en-ZA" sz="1050" b="1" kern="1200" dirty="0">
                        <a:solidFill>
                          <a:schemeClr val="accent1"/>
                        </a:solidFill>
                        <a:latin typeface="+mn-lt"/>
                        <a:ea typeface="+mn-ea"/>
                        <a:cs typeface="+mn-cs"/>
                      </a:endParaRPr>
                    </a:p>
                  </a:txBody>
                  <a:tcPr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0" dirty="0">
                          <a:solidFill>
                            <a:schemeClr val="tx1"/>
                          </a:solidFill>
                        </a:rPr>
                        <a:t>Option 1</a:t>
                      </a:r>
                      <a:endParaRPr lang="en-ZA" sz="1000" b="0" dirty="0">
                        <a:solidFill>
                          <a:schemeClr val="tx1"/>
                        </a:solidFill>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0" dirty="0">
                          <a:solidFill>
                            <a:schemeClr val="tx1"/>
                          </a:solidFill>
                        </a:rPr>
                        <a:t>Option 2</a:t>
                      </a:r>
                      <a:endParaRPr lang="en-ZA" sz="1000" b="0" dirty="0">
                        <a:solidFill>
                          <a:schemeClr val="tx1"/>
                        </a:solidFill>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000" b="0" dirty="0">
                          <a:solidFill>
                            <a:schemeClr val="tx1"/>
                          </a:solidFill>
                        </a:rPr>
                        <a:t>Option 3</a:t>
                      </a:r>
                      <a:endParaRPr lang="en-ZA" sz="1000" b="0" dirty="0">
                        <a:solidFill>
                          <a:schemeClr val="tx1"/>
                        </a:solidFill>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r>
                        <a:rPr lang="en-US" sz="1000" b="0" dirty="0">
                          <a:solidFill>
                            <a:schemeClr val="tx1"/>
                          </a:solidFill>
                        </a:rPr>
                        <a:t>Option 4</a:t>
                      </a:r>
                      <a:endParaRPr lang="en-ZA" sz="1000" b="0" dirty="0">
                        <a:solidFill>
                          <a:schemeClr val="tx1"/>
                        </a:solidFill>
                      </a:endParaRPr>
                    </a:p>
                  </a:txBody>
                  <a:tcPr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0365360"/>
                  </a:ext>
                </a:extLst>
              </a:tr>
              <a:tr h="347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ZA" sz="1050" b="1" kern="1200" dirty="0">
                        <a:solidFill>
                          <a:schemeClr val="accent1"/>
                        </a:solidFill>
                        <a:latin typeface="+mn-lt"/>
                        <a:ea typeface="+mn-ea"/>
                        <a:cs typeface="+mn-cs"/>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solidFill>
                            <a:schemeClr val="accent2"/>
                          </a:solidFill>
                          <a:latin typeface="+mj-lt"/>
                        </a:rPr>
                        <a:t>XXXX</a:t>
                      </a:r>
                      <a:endParaRPr lang="en-ZA" sz="2000" b="1" dirty="0">
                        <a:solidFill>
                          <a:schemeClr val="accent2"/>
                        </a:solidFill>
                        <a:latin typeface="+mj-lt"/>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solidFill>
                            <a:schemeClr val="accent3"/>
                          </a:solidFill>
                          <a:latin typeface="+mj-lt"/>
                        </a:rPr>
                        <a:t>XXXX</a:t>
                      </a:r>
                      <a:endParaRPr lang="en-ZA" sz="2000" b="1" dirty="0">
                        <a:solidFill>
                          <a:schemeClr val="accent3"/>
                        </a:solidFill>
                        <a:latin typeface="+mj-lt"/>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b="1" dirty="0">
                          <a:solidFill>
                            <a:schemeClr val="accent2"/>
                          </a:solidFill>
                          <a:latin typeface="+mj-lt"/>
                        </a:rPr>
                        <a:t>XXXX</a:t>
                      </a:r>
                      <a:endParaRPr lang="en-ZA" sz="2000" b="1" dirty="0">
                        <a:solidFill>
                          <a:schemeClr val="accent2"/>
                        </a:solidFill>
                        <a:latin typeface="+mj-lt"/>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F2F5F8"/>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r>
                        <a:rPr lang="en-US" sz="2000" b="1" dirty="0">
                          <a:solidFill>
                            <a:schemeClr val="accent4"/>
                          </a:solidFill>
                          <a:latin typeface="+mj-lt"/>
                        </a:rPr>
                        <a:t>XXXX</a:t>
                      </a:r>
                      <a:endParaRPr lang="en-ZA" sz="2000" b="1" dirty="0">
                        <a:solidFill>
                          <a:schemeClr val="accent4"/>
                        </a:solidFill>
                        <a:latin typeface="+mj-lt"/>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1429957"/>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F2F5F8"/>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2585852"/>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991744"/>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318571"/>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8254116"/>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6694337"/>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6391231"/>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2928167"/>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bg2">
                              <a:lumMod val="75000"/>
                            </a:schemeClr>
                          </a:solidFill>
                          <a:sym typeface="Wingdings 2" panose="05020102010507070707" pitchFamily="18" charset="2"/>
                        </a:rPr>
                        <a:t></a:t>
                      </a:r>
                      <a:endParaRPr lang="en-ZA" dirty="0">
                        <a:solidFill>
                          <a:schemeClr val="bg2">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9631951"/>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bg2">
                              <a:lumMod val="75000"/>
                            </a:schemeClr>
                          </a:solidFill>
                          <a:sym typeface="Wingdings 2" panose="05020102010507070707" pitchFamily="18" charset="2"/>
                        </a:rPr>
                        <a:t></a:t>
                      </a:r>
                      <a:endParaRPr lang="en-ZA" dirty="0">
                        <a:solidFill>
                          <a:schemeClr val="bg2">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0856879"/>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bg2">
                              <a:lumMod val="75000"/>
                            </a:schemeClr>
                          </a:solidFill>
                          <a:sym typeface="Wingdings 2" panose="05020102010507070707" pitchFamily="18" charset="2"/>
                        </a:rPr>
                        <a:t></a:t>
                      </a:r>
                      <a:endParaRPr lang="en-ZA" dirty="0">
                        <a:solidFill>
                          <a:schemeClr val="bg2">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77602363"/>
                  </a:ext>
                </a:extLst>
              </a:tr>
              <a:tr h="3623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kern="1200" dirty="0">
                          <a:solidFill>
                            <a:schemeClr val="accent5">
                              <a:lumMod val="50000"/>
                            </a:schemeClr>
                          </a:solidFill>
                          <a:latin typeface="+mn-lt"/>
                          <a:ea typeface="+mn-ea"/>
                          <a:cs typeface="+mn-cs"/>
                        </a:rPr>
                        <a:t>Row Title</a:t>
                      </a:r>
                      <a:endParaRPr lang="en-ZA" sz="1050" b="1" kern="1200" dirty="0">
                        <a:solidFill>
                          <a:schemeClr val="accent5">
                            <a:lumMod val="50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5">
                              <a:lumMod val="20000"/>
                              <a:lumOff val="80000"/>
                            </a:schemeClr>
                          </a:solidFill>
                          <a:sym typeface="Wingdings 2" panose="05020102010507070707" pitchFamily="18" charset="2"/>
                        </a:rPr>
                        <a:t></a:t>
                      </a:r>
                      <a:endParaRPr lang="en-ZA" dirty="0">
                        <a:solidFill>
                          <a:schemeClr val="accent5">
                            <a:lumMod val="20000"/>
                            <a:lumOff val="80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bg2">
                              <a:lumMod val="75000"/>
                            </a:schemeClr>
                          </a:solidFill>
                          <a:sym typeface="Wingdings 2" panose="05020102010507070707" pitchFamily="18" charset="2"/>
                        </a:rPr>
                        <a:t></a:t>
                      </a:r>
                      <a:endParaRPr lang="en-ZA" dirty="0">
                        <a:solidFill>
                          <a:schemeClr val="bg2">
                            <a:lumMod val="7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solidFill>
                            <a:schemeClr val="accent6"/>
                          </a:solidFill>
                          <a:sym typeface="Wingdings" panose="05000000000000000000" pitchFamily="2" charset="2"/>
                        </a:rPr>
                        <a:t></a:t>
                      </a:r>
                      <a:endParaRPr lang="en-ZA" dirty="0">
                        <a:solidFill>
                          <a:schemeClr val="accent6"/>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2818251"/>
                  </a:ext>
                </a:extLst>
              </a:tr>
              <a:tr h="362397">
                <a:tc>
                  <a:txBody>
                    <a:bodyPr/>
                    <a:lstStyle/>
                    <a:p>
                      <a:pPr marL="0" algn="l" defTabSz="914400" rtl="0" eaLnBrk="1" latinLnBrk="0" hangingPunct="1"/>
                      <a:endParaRPr lang="en-ZA" sz="1050" b="1" kern="1200" dirty="0">
                        <a:solidFill>
                          <a:schemeClr val="accent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9"/>
                    </a:solidFill>
                  </a:tcPr>
                </a:tc>
                <a:tc>
                  <a:txBody>
                    <a:bodyPr/>
                    <a:lstStyle/>
                    <a:p>
                      <a:endParaRPr lang="en-ZA"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43345"/>
                  </a:ext>
                </a:extLst>
              </a:tr>
            </a:tbl>
          </a:graphicData>
        </a:graphic>
      </p:graphicFrame>
      <p:sp>
        <p:nvSpPr>
          <p:cNvPr id="3" name="Title 2">
            <a:extLst>
              <a:ext uri="{FF2B5EF4-FFF2-40B4-BE49-F238E27FC236}">
                <a16:creationId xmlns:a16="http://schemas.microsoft.com/office/drawing/2014/main" id="{28EC8BE7-19F5-CB17-3FA7-A6581BBE9AF2}"/>
              </a:ext>
            </a:extLst>
          </p:cNvPr>
          <p:cNvSpPr>
            <a:spLocks noGrp="1"/>
          </p:cNvSpPr>
          <p:nvPr>
            <p:ph type="ctrTitle"/>
          </p:nvPr>
        </p:nvSpPr>
        <p:spPr/>
        <p:txBody>
          <a:bodyPr/>
          <a:lstStyle/>
          <a:p>
            <a:endParaRPr lang="en-ZA"/>
          </a:p>
        </p:txBody>
      </p:sp>
      <p:pic>
        <p:nvPicPr>
          <p:cNvPr id="5" name="Graphic 4">
            <a:extLst>
              <a:ext uri="{FF2B5EF4-FFF2-40B4-BE49-F238E27FC236}">
                <a16:creationId xmlns:a16="http://schemas.microsoft.com/office/drawing/2014/main" id="{4675B1A9-1360-B23F-26D8-7E7EFCAB0B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1408113"/>
            <a:ext cx="909709" cy="414121"/>
          </a:xfrm>
          <a:prstGeom prst="rect">
            <a:avLst/>
          </a:prstGeom>
        </p:spPr>
      </p:pic>
    </p:spTree>
    <p:extLst>
      <p:ext uri="{BB962C8B-B14F-4D97-AF65-F5344CB8AC3E}">
        <p14:creationId xmlns:p14="http://schemas.microsoft.com/office/powerpoint/2010/main" val="1814795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p04.s1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22EABB-AE1A-1D95-1528-751EA1E46E95}"/>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328CB7C8-1457-9DDD-4FA6-7E96AEE5C7A4}"/>
              </a:ext>
            </a:extLst>
          </p:cNvPr>
          <p:cNvSpPr>
            <a:spLocks noGrp="1"/>
          </p:cNvSpPr>
          <p:nvPr>
            <p:ph type="body" sz="quarter" idx="44"/>
          </p:nvPr>
        </p:nvSpPr>
        <p:spPr/>
        <p:txBody>
          <a:bodyPr/>
          <a:lstStyle/>
          <a:p>
            <a:endParaRPr lang="en-ZA"/>
          </a:p>
        </p:txBody>
      </p:sp>
      <p:sp>
        <p:nvSpPr>
          <p:cNvPr id="5" name="Text Placeholder 4">
            <a:extLst>
              <a:ext uri="{FF2B5EF4-FFF2-40B4-BE49-F238E27FC236}">
                <a16:creationId xmlns:a16="http://schemas.microsoft.com/office/drawing/2014/main" id="{8BE55162-1204-2044-3A28-604D2CB26F91}"/>
              </a:ext>
            </a:extLst>
          </p:cNvPr>
          <p:cNvSpPr>
            <a:spLocks noGrp="1"/>
          </p:cNvSpPr>
          <p:nvPr>
            <p:ph type="body" sz="quarter" idx="45"/>
          </p:nvPr>
        </p:nvSpPr>
        <p:spPr/>
        <p:txBody>
          <a:bodyPr/>
          <a:lstStyle/>
          <a:p>
            <a:endParaRPr lang="en-ZA" dirty="0"/>
          </a:p>
        </p:txBody>
      </p:sp>
      <p:sp>
        <p:nvSpPr>
          <p:cNvPr id="6" name="Text Placeholder 5">
            <a:extLst>
              <a:ext uri="{FF2B5EF4-FFF2-40B4-BE49-F238E27FC236}">
                <a16:creationId xmlns:a16="http://schemas.microsoft.com/office/drawing/2014/main" id="{1B0A3D4F-624A-6B7F-30F7-2BBB6A218AAC}"/>
              </a:ext>
            </a:extLst>
          </p:cNvPr>
          <p:cNvSpPr>
            <a:spLocks noGrp="1"/>
          </p:cNvSpPr>
          <p:nvPr>
            <p:ph type="body" sz="quarter" idx="38"/>
          </p:nvPr>
        </p:nvSpPr>
        <p:spPr/>
        <p:txBody>
          <a:bodyPr/>
          <a:lstStyle/>
          <a:p>
            <a:endParaRPr lang="en-ZA"/>
          </a:p>
        </p:txBody>
      </p:sp>
      <p:sp>
        <p:nvSpPr>
          <p:cNvPr id="7" name="Text Placeholder 6">
            <a:extLst>
              <a:ext uri="{FF2B5EF4-FFF2-40B4-BE49-F238E27FC236}">
                <a16:creationId xmlns:a16="http://schemas.microsoft.com/office/drawing/2014/main" id="{EE745223-5B37-3D1D-0348-848D538E7513}"/>
              </a:ext>
            </a:extLst>
          </p:cNvPr>
          <p:cNvSpPr>
            <a:spLocks noGrp="1"/>
          </p:cNvSpPr>
          <p:nvPr>
            <p:ph type="body" sz="quarter" idx="40"/>
          </p:nvPr>
        </p:nvSpPr>
        <p:spPr/>
        <p:txBody>
          <a:bodyPr/>
          <a:lstStyle/>
          <a:p>
            <a:endParaRPr lang="en-ZA"/>
          </a:p>
        </p:txBody>
      </p:sp>
      <p:graphicFrame>
        <p:nvGraphicFramePr>
          <p:cNvPr id="8" name="Table Placeholder 5">
            <a:extLst>
              <a:ext uri="{FF2B5EF4-FFF2-40B4-BE49-F238E27FC236}">
                <a16:creationId xmlns:a16="http://schemas.microsoft.com/office/drawing/2014/main" id="{AF1A07A2-5FBA-140D-982E-D23CB9714233}"/>
              </a:ext>
            </a:extLst>
          </p:cNvPr>
          <p:cNvGraphicFramePr>
            <a:graphicFrameLocks noGrp="1"/>
          </p:cNvGraphicFramePr>
          <p:nvPr>
            <p:ph type="tbl" sz="quarter" idx="39"/>
            <p:extLst>
              <p:ext uri="{D42A27DB-BD31-4B8C-83A1-F6EECF244321}">
                <p14:modId xmlns:p14="http://schemas.microsoft.com/office/powerpoint/2010/main" val="2996286387"/>
              </p:ext>
            </p:extLst>
          </p:nvPr>
        </p:nvGraphicFramePr>
        <p:xfrm>
          <a:off x="587375" y="3013076"/>
          <a:ext cx="10845356" cy="3466102"/>
        </p:xfrm>
        <a:graphic>
          <a:graphicData uri="http://schemas.openxmlformats.org/drawingml/2006/table">
            <a:tbl>
              <a:tblPr firstRow="1" bandRow="1">
                <a:tableStyleId>{5940675A-B579-460E-94D1-54222C63F5DA}</a:tableStyleId>
              </a:tblPr>
              <a:tblGrid>
                <a:gridCol w="442087">
                  <a:extLst>
                    <a:ext uri="{9D8B030D-6E8A-4147-A177-3AD203B41FA5}">
                      <a16:colId xmlns:a16="http://schemas.microsoft.com/office/drawing/2014/main" val="2007292349"/>
                    </a:ext>
                  </a:extLst>
                </a:gridCol>
                <a:gridCol w="2210435">
                  <a:extLst>
                    <a:ext uri="{9D8B030D-6E8A-4147-A177-3AD203B41FA5}">
                      <a16:colId xmlns:a16="http://schemas.microsoft.com/office/drawing/2014/main" val="232935418"/>
                    </a:ext>
                  </a:extLst>
                </a:gridCol>
                <a:gridCol w="442087">
                  <a:extLst>
                    <a:ext uri="{9D8B030D-6E8A-4147-A177-3AD203B41FA5}">
                      <a16:colId xmlns:a16="http://schemas.microsoft.com/office/drawing/2014/main" val="3511576060"/>
                    </a:ext>
                  </a:extLst>
                </a:gridCol>
                <a:gridCol w="2210435">
                  <a:extLst>
                    <a:ext uri="{9D8B030D-6E8A-4147-A177-3AD203B41FA5}">
                      <a16:colId xmlns:a16="http://schemas.microsoft.com/office/drawing/2014/main" val="3920293199"/>
                    </a:ext>
                  </a:extLst>
                </a:gridCol>
                <a:gridCol w="442087">
                  <a:extLst>
                    <a:ext uri="{9D8B030D-6E8A-4147-A177-3AD203B41FA5}">
                      <a16:colId xmlns:a16="http://schemas.microsoft.com/office/drawing/2014/main" val="3675173239"/>
                    </a:ext>
                  </a:extLst>
                </a:gridCol>
                <a:gridCol w="2210435">
                  <a:extLst>
                    <a:ext uri="{9D8B030D-6E8A-4147-A177-3AD203B41FA5}">
                      <a16:colId xmlns:a16="http://schemas.microsoft.com/office/drawing/2014/main" val="2495073437"/>
                    </a:ext>
                  </a:extLst>
                </a:gridCol>
                <a:gridCol w="442087">
                  <a:extLst>
                    <a:ext uri="{9D8B030D-6E8A-4147-A177-3AD203B41FA5}">
                      <a16:colId xmlns:a16="http://schemas.microsoft.com/office/drawing/2014/main" val="1470454024"/>
                    </a:ext>
                  </a:extLst>
                </a:gridCol>
                <a:gridCol w="2210435">
                  <a:extLst>
                    <a:ext uri="{9D8B030D-6E8A-4147-A177-3AD203B41FA5}">
                      <a16:colId xmlns:a16="http://schemas.microsoft.com/office/drawing/2014/main" val="270010046"/>
                    </a:ext>
                  </a:extLst>
                </a:gridCol>
                <a:gridCol w="235268">
                  <a:extLst>
                    <a:ext uri="{9D8B030D-6E8A-4147-A177-3AD203B41FA5}">
                      <a16:colId xmlns:a16="http://schemas.microsoft.com/office/drawing/2014/main" val="1852454597"/>
                    </a:ext>
                  </a:extLst>
                </a:gridCol>
              </a:tblGrid>
              <a:tr h="347926">
                <a:tc>
                  <a:txBody>
                    <a:bodyPr/>
                    <a:lstStyle/>
                    <a:p>
                      <a:pPr algn="ctr"/>
                      <a:endParaRPr lang="en-ZA" sz="1100" dirty="0">
                        <a:solidFill>
                          <a:schemeClr val="bg1"/>
                        </a:solidFill>
                        <a:latin typeface="+mj-lt"/>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ZA" sz="1100" b="1" kern="1200" spc="40" baseline="0" dirty="0">
                          <a:solidFill>
                            <a:schemeClr val="bg1"/>
                          </a:solidFill>
                          <a:latin typeface="+mj-lt"/>
                          <a:ea typeface="+mn-ea"/>
                          <a:cs typeface="+mn-cs"/>
                        </a:rPr>
                        <a:t>Heading 1</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2"/>
                    </a:solidFill>
                  </a:tcPr>
                </a:tc>
                <a:tc>
                  <a:txBody>
                    <a:bodyPr/>
                    <a:lstStyle/>
                    <a:p>
                      <a:pPr marL="0" algn="ctr" defTabSz="914400" rtl="0" eaLnBrk="1" latinLnBrk="0" hangingPunct="1"/>
                      <a:endParaRPr lang="en-ZA" sz="1100" b="1" kern="1200" spc="40" baseline="0" dirty="0">
                        <a:solidFill>
                          <a:schemeClr val="bg1"/>
                        </a:solidFill>
                        <a:latin typeface="+mj-lt"/>
                        <a:ea typeface="+mn-ea"/>
                        <a:cs typeface="+mn-cs"/>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ZA" sz="1100" b="1" kern="1200" spc="40" baseline="0" dirty="0">
                          <a:solidFill>
                            <a:schemeClr val="bg1"/>
                          </a:solidFill>
                          <a:latin typeface="+mj-lt"/>
                          <a:ea typeface="+mn-ea"/>
                          <a:cs typeface="+mn-cs"/>
                        </a:rPr>
                        <a:t>Heading 2</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6"/>
                    </a:solidFill>
                  </a:tcPr>
                </a:tc>
                <a:tc>
                  <a:txBody>
                    <a:bodyPr/>
                    <a:lstStyle/>
                    <a:p>
                      <a:pPr algn="ctr"/>
                      <a:endParaRPr lang="en-ZA" sz="1100" dirty="0">
                        <a:solidFill>
                          <a:schemeClr val="bg1"/>
                        </a:solidFill>
                        <a:latin typeface="+mj-lt"/>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ZA" sz="1100" b="1" kern="1200" spc="40" baseline="0" dirty="0">
                          <a:solidFill>
                            <a:schemeClr val="bg1"/>
                          </a:solidFill>
                          <a:latin typeface="+mj-lt"/>
                          <a:ea typeface="+mn-ea"/>
                          <a:cs typeface="+mn-cs"/>
                        </a:rPr>
                        <a:t>Heading 3</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4"/>
                    </a:solidFill>
                  </a:tcPr>
                </a:tc>
                <a:tc>
                  <a:txBody>
                    <a:bodyPr/>
                    <a:lstStyle/>
                    <a:p>
                      <a:pPr algn="ctr"/>
                      <a:endParaRPr lang="en-ZA" sz="1100" dirty="0">
                        <a:solidFill>
                          <a:schemeClr val="bg1"/>
                        </a:solidFill>
                        <a:latin typeface="+mj-lt"/>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b="1" spc="40" baseline="0" dirty="0">
                          <a:solidFill>
                            <a:schemeClr val="bg1"/>
                          </a:solidFill>
                          <a:latin typeface="+mj-lt"/>
                        </a:rPr>
                        <a:t>Heading 4</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lumMod val="20000"/>
                          <a:lumOff val="80000"/>
                        </a:schemeClr>
                      </a:solidFill>
                      <a:prstDash val="solid"/>
                      <a:round/>
                      <a:headEnd type="none" w="med" len="med"/>
                      <a:tailEnd type="none" w="med" len="med"/>
                    </a:lnT>
                    <a:lnB w="9525" cap="flat" cmpd="sng" algn="ctr">
                      <a:noFill/>
                      <a:prstDash val="solid"/>
                      <a:round/>
                      <a:headEnd type="none" w="med" len="med"/>
                      <a:tailEnd type="none" w="med" len="med"/>
                    </a:lnB>
                    <a:solidFill>
                      <a:schemeClr val="accent3"/>
                    </a:solidFill>
                  </a:tcPr>
                </a:tc>
                <a:tc>
                  <a:txBody>
                    <a:bodyPr/>
                    <a:lstStyle/>
                    <a:p>
                      <a:pPr algn="ctr"/>
                      <a:endParaRPr lang="en-ZA" sz="1100" dirty="0">
                        <a:solidFill>
                          <a:schemeClr val="bg1"/>
                        </a:solidFill>
                        <a:latin typeface="+mj-lt"/>
                      </a:endParaRP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0911801"/>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3433480"/>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168266"/>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53897248"/>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6178280"/>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dirty="0">
                          <a:solidFill>
                            <a:schemeClr val="accent5">
                              <a:lumMod val="50000"/>
                            </a:schemeClr>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37464836"/>
                  </a:ext>
                </a:extLst>
              </a:tr>
              <a:tr h="519696">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b="1" dirty="0">
                          <a:solidFill>
                            <a:schemeClr val="accent2"/>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b="1" dirty="0">
                          <a:solidFill>
                            <a:schemeClr val="accent6"/>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b="1" dirty="0">
                          <a:solidFill>
                            <a:schemeClr val="accent4"/>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ZA" sz="1100" b="1" dirty="0">
                          <a:solidFill>
                            <a:schemeClr val="accent3"/>
                          </a:solidFill>
                          <a:latin typeface="+mj-lt"/>
                        </a:rPr>
                        <a:t>0 000</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ZA" dirty="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65105726"/>
                  </a:ext>
                </a:extLst>
              </a:tr>
            </a:tbl>
          </a:graphicData>
        </a:graphic>
      </p:graphicFrame>
    </p:spTree>
    <p:extLst>
      <p:ext uri="{BB962C8B-B14F-4D97-AF65-F5344CB8AC3E}">
        <p14:creationId xmlns:p14="http://schemas.microsoft.com/office/powerpoint/2010/main" val="6685169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p04.s15">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BCD67AE6-D533-5326-FC6F-FA3B7DEC2EFC}"/>
              </a:ext>
            </a:extLst>
          </p:cNvPr>
          <p:cNvGraphicFramePr>
            <a:graphicFrameLocks noGrp="1"/>
          </p:cNvGraphicFramePr>
          <p:nvPr>
            <p:ph type="tbl" sz="quarter" idx="39"/>
            <p:extLst>
              <p:ext uri="{D42A27DB-BD31-4B8C-83A1-F6EECF244321}">
                <p14:modId xmlns:p14="http://schemas.microsoft.com/office/powerpoint/2010/main" val="3738508674"/>
              </p:ext>
            </p:extLst>
          </p:nvPr>
        </p:nvGraphicFramePr>
        <p:xfrm>
          <a:off x="587375" y="1528763"/>
          <a:ext cx="11052174" cy="4471444"/>
        </p:xfrm>
        <a:graphic>
          <a:graphicData uri="http://schemas.openxmlformats.org/drawingml/2006/table">
            <a:tbl>
              <a:tblPr firstRow="1" bandRow="1">
                <a:tableStyleId>{5940675A-B579-460E-94D1-54222C63F5DA}</a:tableStyleId>
              </a:tblPr>
              <a:tblGrid>
                <a:gridCol w="1842029">
                  <a:extLst>
                    <a:ext uri="{9D8B030D-6E8A-4147-A177-3AD203B41FA5}">
                      <a16:colId xmlns:a16="http://schemas.microsoft.com/office/drawing/2014/main" val="2070664791"/>
                    </a:ext>
                  </a:extLst>
                </a:gridCol>
                <a:gridCol w="1842029">
                  <a:extLst>
                    <a:ext uri="{9D8B030D-6E8A-4147-A177-3AD203B41FA5}">
                      <a16:colId xmlns:a16="http://schemas.microsoft.com/office/drawing/2014/main" val="2124677815"/>
                    </a:ext>
                  </a:extLst>
                </a:gridCol>
                <a:gridCol w="1842029">
                  <a:extLst>
                    <a:ext uri="{9D8B030D-6E8A-4147-A177-3AD203B41FA5}">
                      <a16:colId xmlns:a16="http://schemas.microsoft.com/office/drawing/2014/main" val="955265556"/>
                    </a:ext>
                  </a:extLst>
                </a:gridCol>
                <a:gridCol w="1842029">
                  <a:extLst>
                    <a:ext uri="{9D8B030D-6E8A-4147-A177-3AD203B41FA5}">
                      <a16:colId xmlns:a16="http://schemas.microsoft.com/office/drawing/2014/main" val="1599705045"/>
                    </a:ext>
                  </a:extLst>
                </a:gridCol>
                <a:gridCol w="1842029">
                  <a:extLst>
                    <a:ext uri="{9D8B030D-6E8A-4147-A177-3AD203B41FA5}">
                      <a16:colId xmlns:a16="http://schemas.microsoft.com/office/drawing/2014/main" val="1515869772"/>
                    </a:ext>
                  </a:extLst>
                </a:gridCol>
                <a:gridCol w="1842029">
                  <a:extLst>
                    <a:ext uri="{9D8B030D-6E8A-4147-A177-3AD203B41FA5}">
                      <a16:colId xmlns:a16="http://schemas.microsoft.com/office/drawing/2014/main" val="620059276"/>
                    </a:ext>
                  </a:extLst>
                </a:gridCol>
              </a:tblGrid>
              <a:tr h="500334">
                <a:tc>
                  <a:txBody>
                    <a:bodyPr/>
                    <a:lstStyle/>
                    <a:p>
                      <a:pPr algn="ctr"/>
                      <a:r>
                        <a:rPr lang="en-US" sz="1050" b="1" spc="40" baseline="0" dirty="0">
                          <a:solidFill>
                            <a:schemeClr val="bg1"/>
                          </a:solidFill>
                          <a:latin typeface="+mj-lt"/>
                        </a:rPr>
                        <a:t>SECTION</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ctr"/>
                      <a:r>
                        <a:rPr lang="en-US" sz="1050" b="1" spc="40" baseline="0" dirty="0">
                          <a:solidFill>
                            <a:schemeClr val="bg1"/>
                          </a:solidFill>
                          <a:latin typeface="+mj-lt"/>
                        </a:rPr>
                        <a:t>One</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050" b="1" spc="40" baseline="0" dirty="0">
                          <a:solidFill>
                            <a:schemeClr val="bg1"/>
                          </a:solidFill>
                          <a:latin typeface="+mj-lt"/>
                        </a:rPr>
                        <a:t>Two</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ctr"/>
                      <a:r>
                        <a:rPr lang="en-US" sz="1050" b="1" spc="40" baseline="0" dirty="0">
                          <a:solidFill>
                            <a:schemeClr val="bg1"/>
                          </a:solidFill>
                          <a:latin typeface="+mj-lt"/>
                        </a:rPr>
                        <a:t>Three</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algn="ctr"/>
                      <a:r>
                        <a:rPr lang="en-US" sz="1050" b="1" spc="40" baseline="0" dirty="0">
                          <a:solidFill>
                            <a:schemeClr val="bg1"/>
                          </a:solidFill>
                          <a:latin typeface="+mj-lt"/>
                        </a:rPr>
                        <a:t>Four</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050" b="1" spc="40" baseline="0" dirty="0">
                          <a:solidFill>
                            <a:schemeClr val="bg1"/>
                          </a:solidFill>
                          <a:latin typeface="+mj-lt"/>
                        </a:rPr>
                        <a:t>Five</a:t>
                      </a:r>
                      <a:endParaRPr lang="en-ZA" sz="1050" b="1" spc="40" baseline="0" dirty="0">
                        <a:solidFill>
                          <a:schemeClr val="bg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164292595"/>
                  </a:ext>
                </a:extLst>
              </a:tr>
              <a:tr h="397111">
                <a:tc>
                  <a:txBody>
                    <a:bodyPr/>
                    <a:lstStyle/>
                    <a:p>
                      <a:pPr algn="ctr"/>
                      <a:r>
                        <a:rPr lang="en-US" sz="1000" b="1" spc="40" baseline="0" dirty="0">
                          <a:solidFill>
                            <a:schemeClr val="accent1"/>
                          </a:solidFill>
                          <a:latin typeface="+mj-lt"/>
                        </a:rPr>
                        <a:t>One</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21002739"/>
                  </a:ext>
                </a:extLst>
              </a:tr>
              <a:tr h="397111">
                <a:tc>
                  <a:txBody>
                    <a:bodyPr/>
                    <a:lstStyle/>
                    <a:p>
                      <a:pPr algn="ctr"/>
                      <a:r>
                        <a:rPr lang="en-US" sz="1000" b="1" spc="40" baseline="0" dirty="0">
                          <a:solidFill>
                            <a:schemeClr val="accent1"/>
                          </a:solidFill>
                          <a:latin typeface="+mj-lt"/>
                        </a:rPr>
                        <a:t>Two</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81226257"/>
                  </a:ext>
                </a:extLst>
              </a:tr>
              <a:tr h="397111">
                <a:tc>
                  <a:txBody>
                    <a:bodyPr/>
                    <a:lstStyle/>
                    <a:p>
                      <a:pPr algn="ctr"/>
                      <a:r>
                        <a:rPr lang="en-US" sz="1000" b="1" spc="40" baseline="0" dirty="0">
                          <a:solidFill>
                            <a:schemeClr val="accent1"/>
                          </a:solidFill>
                          <a:latin typeface="+mj-lt"/>
                        </a:rPr>
                        <a:t>Three</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397118016"/>
                  </a:ext>
                </a:extLst>
              </a:tr>
              <a:tr h="397111">
                <a:tc>
                  <a:txBody>
                    <a:bodyPr/>
                    <a:lstStyle/>
                    <a:p>
                      <a:pPr algn="ctr"/>
                      <a:r>
                        <a:rPr lang="en-US" sz="1000" b="1" spc="40" baseline="0" dirty="0">
                          <a:solidFill>
                            <a:schemeClr val="accent1"/>
                          </a:solidFill>
                          <a:latin typeface="+mj-lt"/>
                        </a:rPr>
                        <a:t>Four</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84361935"/>
                  </a:ext>
                </a:extLst>
              </a:tr>
              <a:tr h="397111">
                <a:tc>
                  <a:txBody>
                    <a:bodyPr/>
                    <a:lstStyle/>
                    <a:p>
                      <a:pPr algn="ctr"/>
                      <a:r>
                        <a:rPr lang="en-US" sz="1000" b="1" spc="40" baseline="0" dirty="0">
                          <a:solidFill>
                            <a:schemeClr val="accent1"/>
                          </a:solidFill>
                          <a:latin typeface="+mj-lt"/>
                        </a:rPr>
                        <a:t>Five</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013754752"/>
                  </a:ext>
                </a:extLst>
              </a:tr>
              <a:tr h="397111">
                <a:tc>
                  <a:txBody>
                    <a:bodyPr/>
                    <a:lstStyle/>
                    <a:p>
                      <a:pPr algn="ctr"/>
                      <a:r>
                        <a:rPr lang="en-US" sz="1000" b="1" spc="40" baseline="0" dirty="0">
                          <a:solidFill>
                            <a:schemeClr val="accent1"/>
                          </a:solidFill>
                          <a:latin typeface="+mj-lt"/>
                        </a:rPr>
                        <a:t>Six</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345659637"/>
                  </a:ext>
                </a:extLst>
              </a:tr>
              <a:tr h="397111">
                <a:tc>
                  <a:txBody>
                    <a:bodyPr/>
                    <a:lstStyle/>
                    <a:p>
                      <a:pPr algn="ctr"/>
                      <a:r>
                        <a:rPr lang="en-US" sz="1000" b="1" spc="40" baseline="0" dirty="0">
                          <a:solidFill>
                            <a:schemeClr val="accent1"/>
                          </a:solidFill>
                          <a:latin typeface="+mj-lt"/>
                        </a:rPr>
                        <a:t>Seven</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422195959"/>
                  </a:ext>
                </a:extLst>
              </a:tr>
              <a:tr h="397111">
                <a:tc>
                  <a:txBody>
                    <a:bodyPr/>
                    <a:lstStyle/>
                    <a:p>
                      <a:pPr algn="ctr"/>
                      <a:r>
                        <a:rPr lang="en-US" sz="1000" b="1" spc="40" baseline="0" dirty="0">
                          <a:solidFill>
                            <a:schemeClr val="accent1"/>
                          </a:solidFill>
                          <a:latin typeface="+mj-lt"/>
                        </a:rPr>
                        <a:t>Eight</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201741733"/>
                  </a:ext>
                </a:extLst>
              </a:tr>
              <a:tr h="397111">
                <a:tc>
                  <a:txBody>
                    <a:bodyPr/>
                    <a:lstStyle/>
                    <a:p>
                      <a:pPr algn="ctr"/>
                      <a:r>
                        <a:rPr lang="en-US" sz="1000" b="1" spc="40" baseline="0" dirty="0">
                          <a:solidFill>
                            <a:schemeClr val="accent1"/>
                          </a:solidFill>
                          <a:latin typeface="+mj-lt"/>
                        </a:rPr>
                        <a:t>Nine</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39479821"/>
                  </a:ext>
                </a:extLst>
              </a:tr>
              <a:tr h="397111">
                <a:tc>
                  <a:txBody>
                    <a:bodyPr/>
                    <a:lstStyle/>
                    <a:p>
                      <a:pPr algn="ctr"/>
                      <a:r>
                        <a:rPr lang="en-US" sz="1000" b="1" spc="40" baseline="0" dirty="0">
                          <a:solidFill>
                            <a:schemeClr val="accent1"/>
                          </a:solidFill>
                          <a:latin typeface="+mj-lt"/>
                        </a:rPr>
                        <a:t>Ten</a:t>
                      </a:r>
                      <a:endParaRPr lang="en-ZA" sz="1000" b="1" spc="40" baseline="0" dirty="0">
                        <a:solidFill>
                          <a:schemeClr val="accent1"/>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838107090"/>
                  </a:ext>
                </a:extLst>
              </a:tr>
            </a:tbl>
          </a:graphicData>
        </a:graphic>
      </p:graphicFrame>
      <p:sp>
        <p:nvSpPr>
          <p:cNvPr id="3" name="Title 2">
            <a:extLst>
              <a:ext uri="{FF2B5EF4-FFF2-40B4-BE49-F238E27FC236}">
                <a16:creationId xmlns:a16="http://schemas.microsoft.com/office/drawing/2014/main" id="{65A5FEFE-504E-8C44-86A4-179D7637B00F}"/>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EBD06D96-4B50-6BF7-910E-1399799EEFDC}"/>
              </a:ext>
            </a:extLst>
          </p:cNvPr>
          <p:cNvSpPr>
            <a:spLocks noGrp="1"/>
          </p:cNvSpPr>
          <p:nvPr>
            <p:ph type="body" sz="quarter" idx="44"/>
          </p:nvPr>
        </p:nvSpPr>
        <p:spPr/>
        <p:txBody>
          <a:bodyPr/>
          <a:lstStyle/>
          <a:p>
            <a:endParaRPr lang="en-ZA"/>
          </a:p>
        </p:txBody>
      </p:sp>
      <p:pic>
        <p:nvPicPr>
          <p:cNvPr id="6" name="Graphic 5">
            <a:extLst>
              <a:ext uri="{FF2B5EF4-FFF2-40B4-BE49-F238E27FC236}">
                <a16:creationId xmlns:a16="http://schemas.microsoft.com/office/drawing/2014/main" id="{C8F3E555-70A7-7D23-71C2-445EFBBBB5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6264587"/>
            <a:ext cx="909709" cy="414121"/>
          </a:xfrm>
          <a:prstGeom prst="rect">
            <a:avLst/>
          </a:prstGeom>
        </p:spPr>
      </p:pic>
    </p:spTree>
    <p:extLst>
      <p:ext uri="{BB962C8B-B14F-4D97-AF65-F5344CB8AC3E}">
        <p14:creationId xmlns:p14="http://schemas.microsoft.com/office/powerpoint/2010/main" val="10017170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p04.s16">
    <p:spTree>
      <p:nvGrpSpPr>
        <p:cNvPr id="1" name="">
          <a:extLst>
            <a:ext uri="{FF2B5EF4-FFF2-40B4-BE49-F238E27FC236}">
              <a16:creationId xmlns:a16="http://schemas.microsoft.com/office/drawing/2014/main" id="{AB3AE539-5403-97A9-A59B-E9EB8E665D32}"/>
            </a:ext>
          </a:extLst>
        </p:cNvPr>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7B628253-BABD-5D86-0513-B55B3112F33C}"/>
              </a:ext>
            </a:extLst>
          </p:cNvPr>
          <p:cNvGraphicFramePr>
            <a:graphicFrameLocks noGrp="1"/>
          </p:cNvGraphicFramePr>
          <p:nvPr>
            <p:ph type="tbl" sz="quarter" idx="39"/>
          </p:nvPr>
        </p:nvGraphicFramePr>
        <p:xfrm>
          <a:off x="587375" y="1528763"/>
          <a:ext cx="11052175" cy="4554040"/>
        </p:xfrm>
        <a:graphic>
          <a:graphicData uri="http://schemas.openxmlformats.org/drawingml/2006/table">
            <a:tbl>
              <a:tblPr firstRow="1" bandRow="1">
                <a:tableStyleId>{5940675A-B579-460E-94D1-54222C63F5DA}</a:tableStyleId>
              </a:tblPr>
              <a:tblGrid>
                <a:gridCol w="77591">
                  <a:extLst>
                    <a:ext uri="{9D8B030D-6E8A-4147-A177-3AD203B41FA5}">
                      <a16:colId xmlns:a16="http://schemas.microsoft.com/office/drawing/2014/main" val="1721152808"/>
                    </a:ext>
                  </a:extLst>
                </a:gridCol>
                <a:gridCol w="2183009">
                  <a:extLst>
                    <a:ext uri="{9D8B030D-6E8A-4147-A177-3AD203B41FA5}">
                      <a16:colId xmlns:a16="http://schemas.microsoft.com/office/drawing/2014/main" val="2930835733"/>
                    </a:ext>
                  </a:extLst>
                </a:gridCol>
                <a:gridCol w="6646899">
                  <a:extLst>
                    <a:ext uri="{9D8B030D-6E8A-4147-A177-3AD203B41FA5}">
                      <a16:colId xmlns:a16="http://schemas.microsoft.com/office/drawing/2014/main" val="4251292257"/>
                    </a:ext>
                  </a:extLst>
                </a:gridCol>
                <a:gridCol w="914400">
                  <a:extLst>
                    <a:ext uri="{9D8B030D-6E8A-4147-A177-3AD203B41FA5}">
                      <a16:colId xmlns:a16="http://schemas.microsoft.com/office/drawing/2014/main" val="3020139962"/>
                    </a:ext>
                  </a:extLst>
                </a:gridCol>
                <a:gridCol w="361507">
                  <a:extLst>
                    <a:ext uri="{9D8B030D-6E8A-4147-A177-3AD203B41FA5}">
                      <a16:colId xmlns:a16="http://schemas.microsoft.com/office/drawing/2014/main" val="1483979869"/>
                    </a:ext>
                  </a:extLst>
                </a:gridCol>
                <a:gridCol w="868769">
                  <a:extLst>
                    <a:ext uri="{9D8B030D-6E8A-4147-A177-3AD203B41FA5}">
                      <a16:colId xmlns:a16="http://schemas.microsoft.com/office/drawing/2014/main" val="2863772054"/>
                    </a:ext>
                  </a:extLst>
                </a:gridCol>
              </a:tblGrid>
              <a:tr h="370840">
                <a:tc gridSpan="2">
                  <a:txBody>
                    <a:bodyPr/>
                    <a:lstStyle/>
                    <a:p>
                      <a:r>
                        <a:rPr lang="en-US" sz="800" dirty="0"/>
                        <a:t>`</a:t>
                      </a:r>
                      <a:endParaRPr lang="en-ZA" sz="800" dirty="0"/>
                    </a:p>
                  </a:txBody>
                  <a:tcPr marL="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200" b="1" dirty="0">
                          <a:solidFill>
                            <a:schemeClr val="accent5">
                              <a:lumMod val="50000"/>
                            </a:schemeClr>
                          </a:solidFill>
                        </a:rPr>
                        <a:t>Details</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b="1" dirty="0">
                          <a:solidFill>
                            <a:schemeClr val="accent5">
                              <a:lumMod val="50000"/>
                            </a:schemeClr>
                          </a:solidFill>
                        </a:rPr>
                        <a:t>%</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b="1" dirty="0">
                          <a:solidFill>
                            <a:schemeClr val="accent5">
                              <a:lumMod val="50000"/>
                            </a:schemeClr>
                          </a:solidFill>
                        </a:rPr>
                        <a:t>Percent</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7240892"/>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80%</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200" b="1" dirty="0">
                          <a:solidFill>
                            <a:schemeClr val="bg1"/>
                          </a:solidFill>
                          <a:latin typeface="+mj-lt"/>
                        </a:rPr>
                        <a:t>5%</a:t>
                      </a:r>
                      <a:endParaRPr lang="en-ZA" sz="1200" b="1" dirty="0">
                        <a:solidFill>
                          <a:schemeClr val="bg1"/>
                        </a:solidFill>
                        <a:latin typeface="+mj-lt"/>
                      </a:endParaRPr>
                    </a:p>
                  </a:txBody>
                  <a:tcPr marL="108000" marR="108000" marT="72000" marB="72000" anchor="ctr">
                    <a:lnL w="9525" cap="flat" cmpd="sng" algn="ctr">
                      <a:solidFill>
                        <a:schemeClr val="accent2"/>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2368831498"/>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73%</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tc>
                  <a:txBody>
                    <a:bodyPr/>
                    <a:lstStyle/>
                    <a:p>
                      <a:pPr algn="ctr"/>
                      <a:r>
                        <a:rPr lang="en-US" sz="1200" b="1" dirty="0">
                          <a:solidFill>
                            <a:schemeClr val="bg1"/>
                          </a:solidFill>
                          <a:latin typeface="+mj-lt"/>
                        </a:rPr>
                        <a:t>4%</a:t>
                      </a:r>
                      <a:endParaRPr lang="en-ZA" sz="1200" b="1" dirty="0">
                        <a:solidFill>
                          <a:schemeClr val="bg1"/>
                        </a:solidFill>
                        <a:latin typeface="+mj-lt"/>
                      </a:endParaRPr>
                    </a:p>
                  </a:txBody>
                  <a:tcPr marL="108000" marR="108000" marT="72000" marB="72000" anchor="ctr">
                    <a:lnL w="9525" cap="flat" cmpd="sng" algn="ctr">
                      <a:solidFill>
                        <a:schemeClr val="accent6"/>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4135832497"/>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92%</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algn="ctr"/>
                      <a:r>
                        <a:rPr lang="en-US" sz="1200" b="1" dirty="0">
                          <a:solidFill>
                            <a:schemeClr val="bg1"/>
                          </a:solidFill>
                          <a:latin typeface="+mj-lt"/>
                        </a:rPr>
                        <a:t>16%</a:t>
                      </a:r>
                      <a:endParaRPr lang="en-ZA" sz="1200" b="1" dirty="0">
                        <a:solidFill>
                          <a:schemeClr val="bg1"/>
                        </a:solidFill>
                        <a:latin typeface="+mj-lt"/>
                      </a:endParaRPr>
                    </a:p>
                  </a:txBody>
                  <a:tcPr marL="108000" marR="108000" marT="72000" marB="72000" anchor="ctr">
                    <a:lnL w="9525" cap="flat" cmpd="sng" algn="ctr">
                      <a:solidFill>
                        <a:schemeClr val="accent4"/>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2113639685"/>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78%</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200" b="1" dirty="0">
                          <a:solidFill>
                            <a:schemeClr val="bg1"/>
                          </a:solidFill>
                          <a:latin typeface="+mj-lt"/>
                        </a:rPr>
                        <a:t>2%</a:t>
                      </a:r>
                      <a:endParaRPr lang="en-ZA" sz="1200" b="1" dirty="0">
                        <a:solidFill>
                          <a:schemeClr val="bg1"/>
                        </a:solidFill>
                        <a:latin typeface="+mj-lt"/>
                      </a:endParaRPr>
                    </a:p>
                  </a:txBody>
                  <a:tcPr marL="108000" marR="108000" marT="72000" marB="72000" anchor="ctr">
                    <a:lnL w="9525" cap="flat" cmpd="sng" algn="ctr">
                      <a:solidFill>
                        <a:schemeClr val="accent3"/>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3019519244"/>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61%</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algn="ctr"/>
                      <a:r>
                        <a:rPr lang="en-US" sz="1200" b="1" dirty="0">
                          <a:solidFill>
                            <a:schemeClr val="bg1"/>
                          </a:solidFill>
                          <a:latin typeface="+mj-lt"/>
                        </a:rPr>
                        <a:t>7%</a:t>
                      </a:r>
                      <a:endParaRPr lang="en-ZA" sz="1200" b="1" dirty="0">
                        <a:solidFill>
                          <a:schemeClr val="bg1"/>
                        </a:solidFill>
                        <a:latin typeface="+mj-lt"/>
                      </a:endParaRPr>
                    </a:p>
                  </a:txBody>
                  <a:tcPr marL="108000" marR="108000" marT="72000" marB="72000" anchor="ctr">
                    <a:lnL w="9525" cap="flat" cmpd="sng" algn="ctr">
                      <a:solidFill>
                        <a:schemeClr val="accent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801677046"/>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80%</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200" b="1" dirty="0">
                          <a:solidFill>
                            <a:schemeClr val="bg1"/>
                          </a:solidFill>
                          <a:latin typeface="+mj-lt"/>
                        </a:rPr>
                        <a:t>5%</a:t>
                      </a:r>
                      <a:endParaRPr lang="en-ZA" sz="1200" b="1" dirty="0">
                        <a:solidFill>
                          <a:schemeClr val="bg1"/>
                        </a:solidFill>
                        <a:latin typeface="+mj-lt"/>
                      </a:endParaRPr>
                    </a:p>
                  </a:txBody>
                  <a:tcPr marL="108000" marR="108000" marT="72000" marB="72000" anchor="ctr">
                    <a:lnL w="9525" cap="flat" cmpd="sng" algn="ctr">
                      <a:solidFill>
                        <a:schemeClr val="accent2"/>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4039075518"/>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73%</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tc>
                  <a:txBody>
                    <a:bodyPr/>
                    <a:lstStyle/>
                    <a:p>
                      <a:pPr algn="ctr"/>
                      <a:r>
                        <a:rPr lang="en-US" sz="1200" b="1" dirty="0">
                          <a:solidFill>
                            <a:schemeClr val="bg1"/>
                          </a:solidFill>
                          <a:latin typeface="+mj-lt"/>
                        </a:rPr>
                        <a:t>4%</a:t>
                      </a:r>
                      <a:endParaRPr lang="en-ZA" sz="1200" b="1" dirty="0">
                        <a:solidFill>
                          <a:schemeClr val="bg1"/>
                        </a:solidFill>
                        <a:latin typeface="+mj-lt"/>
                      </a:endParaRPr>
                    </a:p>
                  </a:txBody>
                  <a:tcPr marL="108000" marR="108000" marT="72000" marB="72000" anchor="ctr">
                    <a:lnL w="9525" cap="flat" cmpd="sng" algn="ctr">
                      <a:solidFill>
                        <a:schemeClr val="accent6"/>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6"/>
                    </a:solidFill>
                  </a:tcPr>
                </a:tc>
                <a:extLst>
                  <a:ext uri="{0D108BD9-81ED-4DB2-BD59-A6C34878D82A}">
                    <a16:rowId xmlns:a16="http://schemas.microsoft.com/office/drawing/2014/main" val="3901691662"/>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92%</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4"/>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algn="ctr"/>
                      <a:r>
                        <a:rPr lang="en-US" sz="1200" b="1" dirty="0">
                          <a:solidFill>
                            <a:schemeClr val="bg1"/>
                          </a:solidFill>
                          <a:latin typeface="+mj-lt"/>
                        </a:rPr>
                        <a:t>16%</a:t>
                      </a:r>
                      <a:endParaRPr lang="en-ZA" sz="1200" b="1" dirty="0">
                        <a:solidFill>
                          <a:schemeClr val="bg1"/>
                        </a:solidFill>
                        <a:latin typeface="+mj-lt"/>
                      </a:endParaRPr>
                    </a:p>
                  </a:txBody>
                  <a:tcPr marL="108000" marR="108000" marT="72000" marB="72000" anchor="ctr">
                    <a:lnL w="9525" cap="flat" cmpd="sng" algn="ctr">
                      <a:solidFill>
                        <a:schemeClr val="accent4"/>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2889132615"/>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78%</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tc>
                  <a:txBody>
                    <a:bodyPr/>
                    <a:lstStyle/>
                    <a:p>
                      <a:pPr algn="ctr"/>
                      <a:r>
                        <a:rPr lang="en-US" sz="1200" b="1" dirty="0">
                          <a:solidFill>
                            <a:schemeClr val="bg1"/>
                          </a:solidFill>
                          <a:latin typeface="+mj-lt"/>
                        </a:rPr>
                        <a:t>2%</a:t>
                      </a:r>
                      <a:endParaRPr lang="en-ZA" sz="1200" b="1" dirty="0">
                        <a:solidFill>
                          <a:schemeClr val="bg1"/>
                        </a:solidFill>
                        <a:latin typeface="+mj-lt"/>
                      </a:endParaRPr>
                    </a:p>
                  </a:txBody>
                  <a:tcPr marL="108000" marR="108000" marT="72000" marB="72000" anchor="ctr">
                    <a:lnL w="9525" cap="flat" cmpd="sng" algn="ctr">
                      <a:solidFill>
                        <a:schemeClr val="accent3"/>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3"/>
                    </a:solidFill>
                  </a:tcPr>
                </a:tc>
                <a:extLst>
                  <a:ext uri="{0D108BD9-81ED-4DB2-BD59-A6C34878D82A}">
                    <a16:rowId xmlns:a16="http://schemas.microsoft.com/office/drawing/2014/main" val="3748493201"/>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r>
                        <a:rPr lang="en-US" sz="1200" b="1" dirty="0">
                          <a:solidFill>
                            <a:schemeClr val="accent5">
                              <a:lumMod val="50000"/>
                            </a:schemeClr>
                          </a:solidFill>
                        </a:rPr>
                        <a:t>Row title</a:t>
                      </a:r>
                      <a:endParaRPr lang="en-ZA" sz="1200" b="1" dirty="0">
                        <a:solidFill>
                          <a:schemeClr val="accent5">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schemeClr>
                          </a:solidFill>
                        </a:rPr>
                        <a:t>Type details here…</a:t>
                      </a:r>
                      <a:endParaRPr lang="en-ZA" sz="1100" dirty="0">
                        <a:solidFill>
                          <a:schemeClr val="tx1">
                            <a:lumMod val="50000"/>
                          </a:schemeClr>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US" sz="1200" dirty="0">
                          <a:solidFill>
                            <a:schemeClr val="accent5">
                              <a:lumMod val="50000"/>
                            </a:schemeClr>
                          </a:solidFill>
                          <a:latin typeface="+mj-lt"/>
                        </a:rPr>
                        <a:t>61%</a:t>
                      </a:r>
                      <a:endParaRPr lang="en-ZA" sz="1200" dirty="0">
                        <a:solidFill>
                          <a:schemeClr val="accent5">
                            <a:lumMod val="50000"/>
                          </a:schemeClr>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dirty="0">
                          <a:solidFill>
                            <a:schemeClr val="bg1"/>
                          </a:solidFill>
                          <a:sym typeface="Wingdings" panose="05000000000000000000" pitchFamily="2" charset="2"/>
                        </a:rPr>
                        <a:t></a:t>
                      </a:r>
                      <a:endParaRPr lang="en-ZA" dirty="0">
                        <a:solidFill>
                          <a:schemeClr val="bg1"/>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tc>
                  <a:txBody>
                    <a:bodyPr/>
                    <a:lstStyle/>
                    <a:p>
                      <a:pPr algn="ctr"/>
                      <a:r>
                        <a:rPr lang="en-US" sz="1200" b="1" dirty="0">
                          <a:solidFill>
                            <a:schemeClr val="bg1"/>
                          </a:solidFill>
                          <a:latin typeface="+mj-lt"/>
                        </a:rPr>
                        <a:t>7%</a:t>
                      </a:r>
                      <a:endParaRPr lang="en-ZA" sz="1200" b="1" dirty="0">
                        <a:solidFill>
                          <a:schemeClr val="bg1"/>
                        </a:solidFill>
                        <a:latin typeface="+mj-lt"/>
                      </a:endParaRPr>
                    </a:p>
                  </a:txBody>
                  <a:tcPr marL="108000" marR="108000" marT="72000" marB="72000" anchor="ctr">
                    <a:lnL w="9525" cap="flat" cmpd="sng" algn="ctr">
                      <a:solidFill>
                        <a:schemeClr val="accent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027015658"/>
                  </a:ext>
                </a:extLst>
              </a:tr>
            </a:tbl>
          </a:graphicData>
        </a:graphic>
      </p:graphicFrame>
      <p:sp>
        <p:nvSpPr>
          <p:cNvPr id="3" name="Title 2">
            <a:extLst>
              <a:ext uri="{FF2B5EF4-FFF2-40B4-BE49-F238E27FC236}">
                <a16:creationId xmlns:a16="http://schemas.microsoft.com/office/drawing/2014/main" id="{E1469CAA-7299-D30A-AAF0-AA6704367208}"/>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42477831-1EA4-5839-75F2-0E1F49F6C18B}"/>
              </a:ext>
            </a:extLst>
          </p:cNvPr>
          <p:cNvSpPr>
            <a:spLocks noGrp="1"/>
          </p:cNvSpPr>
          <p:nvPr>
            <p:ph type="body" sz="quarter" idx="44"/>
          </p:nvPr>
        </p:nvSpPr>
        <p:spPr/>
        <p:txBody>
          <a:bodyPr/>
          <a:lstStyle/>
          <a:p>
            <a:endParaRPr lang="en-ZA"/>
          </a:p>
        </p:txBody>
      </p:sp>
    </p:spTree>
    <p:extLst>
      <p:ext uri="{BB962C8B-B14F-4D97-AF65-F5344CB8AC3E}">
        <p14:creationId xmlns:p14="http://schemas.microsoft.com/office/powerpoint/2010/main" val="2891859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p04.s17">
    <p:spTree>
      <p:nvGrpSpPr>
        <p:cNvPr id="1" name=""/>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A14DAF02-AB64-7B86-E775-FA775058D906}"/>
              </a:ext>
            </a:extLst>
          </p:cNvPr>
          <p:cNvGraphicFramePr>
            <a:graphicFrameLocks noGrp="1"/>
          </p:cNvGraphicFramePr>
          <p:nvPr>
            <p:ph type="tbl" sz="quarter" idx="39"/>
            <p:extLst>
              <p:ext uri="{D42A27DB-BD31-4B8C-83A1-F6EECF244321}">
                <p14:modId xmlns:p14="http://schemas.microsoft.com/office/powerpoint/2010/main" val="2412033861"/>
              </p:ext>
            </p:extLst>
          </p:nvPr>
        </p:nvGraphicFramePr>
        <p:xfrm>
          <a:off x="587375" y="1408113"/>
          <a:ext cx="10299700" cy="4924200"/>
        </p:xfrm>
        <a:graphic>
          <a:graphicData uri="http://schemas.openxmlformats.org/drawingml/2006/table">
            <a:tbl>
              <a:tblPr firstRow="1" bandRow="1">
                <a:tableStyleId>{5940675A-B579-460E-94D1-54222C63F5DA}</a:tableStyleId>
              </a:tblPr>
              <a:tblGrid>
                <a:gridCol w="509905">
                  <a:extLst>
                    <a:ext uri="{9D8B030D-6E8A-4147-A177-3AD203B41FA5}">
                      <a16:colId xmlns:a16="http://schemas.microsoft.com/office/drawing/2014/main" val="504549336"/>
                    </a:ext>
                  </a:extLst>
                </a:gridCol>
                <a:gridCol w="9265920">
                  <a:extLst>
                    <a:ext uri="{9D8B030D-6E8A-4147-A177-3AD203B41FA5}">
                      <a16:colId xmlns:a16="http://schemas.microsoft.com/office/drawing/2014/main" val="1435510736"/>
                    </a:ext>
                  </a:extLst>
                </a:gridCol>
                <a:gridCol w="523875">
                  <a:extLst>
                    <a:ext uri="{9D8B030D-6E8A-4147-A177-3AD203B41FA5}">
                      <a16:colId xmlns:a16="http://schemas.microsoft.com/office/drawing/2014/main" val="1015604812"/>
                    </a:ext>
                  </a:extLst>
                </a:gridCol>
              </a:tblGrid>
              <a:tr h="370840">
                <a:tc>
                  <a:txBody>
                    <a:bodyPr/>
                    <a:lstStyle/>
                    <a:p>
                      <a:pPr algn="ctr"/>
                      <a:r>
                        <a:rPr lang="en-US" sz="1600" b="1" dirty="0">
                          <a:solidFill>
                            <a:schemeClr val="bg1"/>
                          </a:solidFill>
                          <a:latin typeface="+mj-lt"/>
                        </a:rPr>
                        <a:t>1</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solidFill>
                  </a:tcPr>
                </a:tc>
                <a:tc>
                  <a:txBody>
                    <a:bodyPr/>
                    <a:lstStyle/>
                    <a:p>
                      <a:r>
                        <a:rPr lang="en-US" sz="1000" b="1" spc="40" baseline="0" dirty="0">
                          <a:solidFill>
                            <a:schemeClr val="accent5">
                              <a:lumMod val="50000"/>
                            </a:schemeClr>
                          </a:solidFill>
                          <a:latin typeface="+mj-lt"/>
                        </a:rPr>
                        <a:t>Heading</a:t>
                      </a:r>
                      <a:br>
                        <a:rPr lang="en-US" sz="1100" dirty="0"/>
                      </a:br>
                      <a:r>
                        <a:rPr lang="en-US" sz="1050" dirty="0">
                          <a:solidFill>
                            <a:schemeClr val="accent5">
                              <a:lumMod val="60000"/>
                              <a:lumOff val="40000"/>
                            </a:schemeClr>
                          </a:solidFill>
                        </a:rPr>
                        <a:t>Text goes here…</a:t>
                      </a:r>
                      <a:endParaRPr lang="en-ZA" sz="105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2"/>
                          </a:solidFill>
                          <a:sym typeface="Wingdings 2" panose="05020102010507070707" pitchFamily="18" charset="2"/>
                        </a:rPr>
                        <a:t></a:t>
                      </a:r>
                      <a:endParaRPr lang="en-ZA" sz="1200" dirty="0">
                        <a:solidFill>
                          <a:schemeClr val="accent2"/>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428724814"/>
                  </a:ext>
                </a:extLst>
              </a:tr>
              <a:tr h="370840">
                <a:tc>
                  <a:txBody>
                    <a:bodyPr/>
                    <a:lstStyle/>
                    <a:p>
                      <a:pPr algn="ctr"/>
                      <a:r>
                        <a:rPr lang="en-US" sz="1600" b="1" dirty="0">
                          <a:solidFill>
                            <a:schemeClr val="bg1"/>
                          </a:solidFill>
                          <a:latin typeface="+mj-lt"/>
                        </a:rPr>
                        <a:t>2</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6"/>
                          </a:solidFill>
                          <a:sym typeface="Wingdings 2" panose="05020102010507070707" pitchFamily="18" charset="2"/>
                        </a:rPr>
                        <a:t></a:t>
                      </a:r>
                      <a:endParaRPr lang="en-ZA" sz="1200" dirty="0">
                        <a:solidFill>
                          <a:schemeClr val="accent6"/>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1412188175"/>
                  </a:ext>
                </a:extLst>
              </a:tr>
              <a:tr h="370840">
                <a:tc>
                  <a:txBody>
                    <a:bodyPr/>
                    <a:lstStyle/>
                    <a:p>
                      <a:pPr algn="ctr"/>
                      <a:r>
                        <a:rPr lang="en-US" sz="1600" b="1" dirty="0">
                          <a:solidFill>
                            <a:schemeClr val="bg1"/>
                          </a:solidFill>
                          <a:latin typeface="+mj-lt"/>
                        </a:rPr>
                        <a:t>3</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4"/>
                          </a:solidFill>
                          <a:sym typeface="Wingdings 2" panose="05020102010507070707" pitchFamily="18" charset="2"/>
                        </a:rPr>
                        <a:t></a:t>
                      </a:r>
                      <a:endParaRPr lang="en-ZA" sz="1200" dirty="0">
                        <a:solidFill>
                          <a:schemeClr val="accent4"/>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189769996"/>
                  </a:ext>
                </a:extLst>
              </a:tr>
              <a:tr h="370840">
                <a:tc>
                  <a:txBody>
                    <a:bodyPr/>
                    <a:lstStyle/>
                    <a:p>
                      <a:pPr algn="ctr"/>
                      <a:r>
                        <a:rPr lang="en-US" sz="1600" b="1" dirty="0">
                          <a:solidFill>
                            <a:schemeClr val="bg1"/>
                          </a:solidFill>
                          <a:latin typeface="+mj-lt"/>
                        </a:rPr>
                        <a:t>4</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3"/>
                          </a:solidFill>
                          <a:sym typeface="Wingdings 2" panose="05020102010507070707" pitchFamily="18" charset="2"/>
                        </a:rPr>
                        <a:t></a:t>
                      </a:r>
                      <a:endParaRPr lang="en-ZA" sz="1200" dirty="0">
                        <a:solidFill>
                          <a:schemeClr val="accent3"/>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639489866"/>
                  </a:ext>
                </a:extLst>
              </a:tr>
              <a:tr h="370840">
                <a:tc>
                  <a:txBody>
                    <a:bodyPr/>
                    <a:lstStyle/>
                    <a:p>
                      <a:pPr algn="ctr"/>
                      <a:r>
                        <a:rPr lang="en-US" sz="1600" b="1" dirty="0">
                          <a:solidFill>
                            <a:schemeClr val="bg1"/>
                          </a:solidFill>
                          <a:latin typeface="+mj-lt"/>
                        </a:rPr>
                        <a:t>5</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1"/>
                          </a:solidFill>
                          <a:sym typeface="Wingdings 2" panose="05020102010507070707" pitchFamily="18" charset="2"/>
                        </a:rPr>
                        <a:t></a:t>
                      </a:r>
                      <a:endParaRPr lang="en-ZA" sz="1200" dirty="0">
                        <a:solidFill>
                          <a:schemeClr val="accent1"/>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808782670"/>
                  </a:ext>
                </a:extLst>
              </a:tr>
              <a:tr h="370840">
                <a:tc>
                  <a:txBody>
                    <a:bodyPr/>
                    <a:lstStyle/>
                    <a:p>
                      <a:pPr algn="ctr"/>
                      <a:r>
                        <a:rPr lang="en-US" sz="1600" b="1" dirty="0">
                          <a:solidFill>
                            <a:schemeClr val="bg1"/>
                          </a:solidFill>
                          <a:latin typeface="+mj-lt"/>
                        </a:rPr>
                        <a:t>6</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200" dirty="0">
                          <a:solidFill>
                            <a:schemeClr val="accent2"/>
                          </a:solidFill>
                          <a:sym typeface="Wingdings 2" panose="05020102010507070707" pitchFamily="18" charset="2"/>
                        </a:rPr>
                        <a:t></a:t>
                      </a:r>
                      <a:endParaRPr lang="en-ZA" sz="1200" dirty="0">
                        <a:solidFill>
                          <a:schemeClr val="accent2"/>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991527443"/>
                  </a:ext>
                </a:extLst>
              </a:tr>
              <a:tr h="370840">
                <a:tc>
                  <a:txBody>
                    <a:bodyPr/>
                    <a:lstStyle/>
                    <a:p>
                      <a:pPr algn="ctr"/>
                      <a:r>
                        <a:rPr lang="en-US" sz="1600" b="1" dirty="0">
                          <a:solidFill>
                            <a:schemeClr val="bg1"/>
                          </a:solidFill>
                          <a:latin typeface="+mj-lt"/>
                        </a:rPr>
                        <a:t>7</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6"/>
                          </a:solidFill>
                          <a:sym typeface="Wingdings 2" panose="05020102010507070707" pitchFamily="18" charset="2"/>
                        </a:rPr>
                        <a:t></a:t>
                      </a:r>
                      <a:endParaRPr lang="en-ZA" sz="1200" dirty="0">
                        <a:solidFill>
                          <a:schemeClr val="accent6"/>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808270722"/>
                  </a:ext>
                </a:extLst>
              </a:tr>
              <a:tr h="370840">
                <a:tc>
                  <a:txBody>
                    <a:bodyPr/>
                    <a:lstStyle/>
                    <a:p>
                      <a:pPr algn="ctr"/>
                      <a:r>
                        <a:rPr lang="en-US" sz="1600" b="1" dirty="0">
                          <a:solidFill>
                            <a:schemeClr val="bg1"/>
                          </a:solidFill>
                          <a:latin typeface="+mj-lt"/>
                        </a:rPr>
                        <a:t>8</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4"/>
                          </a:solidFill>
                          <a:sym typeface="Wingdings 2" panose="05020102010507070707" pitchFamily="18" charset="2"/>
                        </a:rPr>
                        <a:t></a:t>
                      </a:r>
                      <a:endParaRPr lang="en-ZA" sz="1200" dirty="0">
                        <a:solidFill>
                          <a:schemeClr val="accent4"/>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909448593"/>
                  </a:ext>
                </a:extLst>
              </a:tr>
              <a:tr h="370840">
                <a:tc>
                  <a:txBody>
                    <a:bodyPr/>
                    <a:lstStyle/>
                    <a:p>
                      <a:pPr algn="ctr"/>
                      <a:r>
                        <a:rPr lang="en-US" sz="1600" b="1" dirty="0">
                          <a:solidFill>
                            <a:schemeClr val="bg1"/>
                          </a:solidFill>
                          <a:latin typeface="+mj-lt"/>
                        </a:rPr>
                        <a:t>9</a:t>
                      </a: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br>
                      <a:r>
                        <a:rPr lang="en-US" sz="1050" dirty="0">
                          <a:solidFill>
                            <a:schemeClr val="accent5">
                              <a:lumMod val="60000"/>
                              <a:lumOff val="40000"/>
                            </a:schemeClr>
                          </a:solidFill>
                        </a:rPr>
                        <a:t>Text goes here…</a:t>
                      </a:r>
                      <a:endParaRPr lang="en-ZA" sz="110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3"/>
                          </a:solidFill>
                          <a:sym typeface="Wingdings 2" panose="05020102010507070707" pitchFamily="18" charset="2"/>
                        </a:rPr>
                        <a:t></a:t>
                      </a:r>
                      <a:endParaRPr lang="en-ZA" sz="1200" dirty="0">
                        <a:solidFill>
                          <a:schemeClr val="accent3"/>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897270710"/>
                  </a:ext>
                </a:extLst>
              </a:tr>
              <a:tr h="370840">
                <a:tc>
                  <a:txBody>
                    <a:bodyPr/>
                    <a:lstStyle/>
                    <a:p>
                      <a:pPr algn="ctr"/>
                      <a:r>
                        <a:rPr lang="en-US" sz="1600" b="1" dirty="0">
                          <a:solidFill>
                            <a:schemeClr val="bg1"/>
                          </a:solidFill>
                          <a:latin typeface="+mn-lt"/>
                        </a:rPr>
                        <a:t>10</a:t>
                      </a:r>
                      <a:endParaRPr lang="en-ZA" sz="1600" b="1" dirty="0">
                        <a:solidFill>
                          <a:schemeClr val="bg1"/>
                        </a:solidFill>
                        <a:latin typeface="+mn-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kern="1200" spc="40" baseline="0" dirty="0">
                          <a:solidFill>
                            <a:schemeClr val="accent5">
                              <a:lumMod val="50000"/>
                            </a:schemeClr>
                          </a:solidFill>
                          <a:latin typeface="+mj-lt"/>
                          <a:ea typeface="+mn-ea"/>
                          <a:cs typeface="+mn-cs"/>
                        </a:rPr>
                        <a:t>Heading</a:t>
                      </a:r>
                      <a:br>
                        <a:rPr lang="en-US" sz="1200" dirty="0">
                          <a:latin typeface="+mn-lt"/>
                        </a:rPr>
                      </a:br>
                      <a:r>
                        <a:rPr lang="en-US" sz="1050" dirty="0">
                          <a:solidFill>
                            <a:schemeClr val="accent5">
                              <a:lumMod val="60000"/>
                              <a:lumOff val="40000"/>
                            </a:schemeClr>
                          </a:solidFill>
                          <a:latin typeface="+mn-lt"/>
                        </a:rPr>
                        <a:t>Text goes here…</a:t>
                      </a:r>
                      <a:endParaRPr lang="en-ZA" sz="1100" dirty="0">
                        <a:solidFill>
                          <a:schemeClr val="accent5">
                            <a:lumMod val="60000"/>
                            <a:lumOff val="40000"/>
                          </a:schemeClr>
                        </a:solidFill>
                        <a:latin typeface="+mn-lt"/>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ZA" sz="1200" dirty="0">
                          <a:solidFill>
                            <a:schemeClr val="accent1"/>
                          </a:solidFill>
                          <a:sym typeface="Wingdings 2" panose="05020102010507070707" pitchFamily="18" charset="2"/>
                        </a:rPr>
                        <a:t></a:t>
                      </a:r>
                      <a:endParaRPr lang="en-ZA" sz="1200" dirty="0">
                        <a:solidFill>
                          <a:schemeClr val="accent1"/>
                        </a:solidFill>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1647182996"/>
                  </a:ext>
                </a:extLst>
              </a:tr>
            </a:tbl>
          </a:graphicData>
        </a:graphic>
      </p:graphicFrame>
      <p:sp>
        <p:nvSpPr>
          <p:cNvPr id="3" name="Title 2">
            <a:extLst>
              <a:ext uri="{FF2B5EF4-FFF2-40B4-BE49-F238E27FC236}">
                <a16:creationId xmlns:a16="http://schemas.microsoft.com/office/drawing/2014/main" id="{07140562-AE86-DF30-CF3C-17C05FB1743C}"/>
              </a:ext>
            </a:extLst>
          </p:cNvPr>
          <p:cNvSpPr>
            <a:spLocks noGrp="1"/>
          </p:cNvSpPr>
          <p:nvPr>
            <p:ph type="ctrTitle"/>
          </p:nvPr>
        </p:nvSpPr>
        <p:spPr/>
        <p:txBody>
          <a:bodyPr/>
          <a:lstStyle/>
          <a:p>
            <a:endParaRPr lang="en-ZA"/>
          </a:p>
        </p:txBody>
      </p:sp>
      <p:sp>
        <p:nvSpPr>
          <p:cNvPr id="5" name="Arrow: Down 4">
            <a:extLst>
              <a:ext uri="{FF2B5EF4-FFF2-40B4-BE49-F238E27FC236}">
                <a16:creationId xmlns:a16="http://schemas.microsoft.com/office/drawing/2014/main" id="{8DD93A8F-56FC-20F0-5410-505E71E595E2}"/>
              </a:ext>
            </a:extLst>
          </p:cNvPr>
          <p:cNvSpPr/>
          <p:nvPr/>
        </p:nvSpPr>
        <p:spPr>
          <a:xfrm>
            <a:off x="11026045" y="1408113"/>
            <a:ext cx="644434" cy="4945200"/>
          </a:xfrm>
          <a:prstGeom prst="downArrow">
            <a:avLst>
              <a:gd name="adj1" fmla="val 50000"/>
              <a:gd name="adj2" fmla="val 71622"/>
            </a:avLst>
          </a:prstGeom>
          <a:gradFill>
            <a:gsLst>
              <a:gs pos="0">
                <a:srgbClr val="EFF1F5"/>
              </a:gs>
              <a:gs pos="100000">
                <a:schemeClr val="accent5"/>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0664482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p04gt.s02">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155A9CE3-ED77-3271-7331-529A86BCAB61}"/>
              </a:ext>
            </a:extLst>
          </p:cNvPr>
          <p:cNvGraphicFramePr>
            <a:graphicFrameLocks noGrp="1"/>
          </p:cNvGraphicFramePr>
          <p:nvPr>
            <p:ph type="tbl" sz="quarter" idx="43"/>
            <p:extLst>
              <p:ext uri="{D42A27DB-BD31-4B8C-83A1-F6EECF244321}">
                <p14:modId xmlns:p14="http://schemas.microsoft.com/office/powerpoint/2010/main" val="2095947150"/>
              </p:ext>
            </p:extLst>
          </p:nvPr>
        </p:nvGraphicFramePr>
        <p:xfrm>
          <a:off x="587375" y="2273299"/>
          <a:ext cx="11052175" cy="3962652"/>
        </p:xfrm>
        <a:graphic>
          <a:graphicData uri="http://schemas.openxmlformats.org/drawingml/2006/table">
            <a:tbl>
              <a:tblPr firstRow="1" bandRow="1">
                <a:tableStyleId>{5940675A-B579-460E-94D1-54222C63F5DA}</a:tableStyleId>
              </a:tblPr>
              <a:tblGrid>
                <a:gridCol w="942322">
                  <a:extLst>
                    <a:ext uri="{9D8B030D-6E8A-4147-A177-3AD203B41FA5}">
                      <a16:colId xmlns:a16="http://schemas.microsoft.com/office/drawing/2014/main" val="4246306784"/>
                    </a:ext>
                  </a:extLst>
                </a:gridCol>
                <a:gridCol w="734939">
                  <a:extLst>
                    <a:ext uri="{9D8B030D-6E8A-4147-A177-3AD203B41FA5}">
                      <a16:colId xmlns:a16="http://schemas.microsoft.com/office/drawing/2014/main" val="1751628744"/>
                    </a:ext>
                  </a:extLst>
                </a:gridCol>
                <a:gridCol w="1147985">
                  <a:extLst>
                    <a:ext uri="{9D8B030D-6E8A-4147-A177-3AD203B41FA5}">
                      <a16:colId xmlns:a16="http://schemas.microsoft.com/office/drawing/2014/main" val="927418378"/>
                    </a:ext>
                  </a:extLst>
                </a:gridCol>
                <a:gridCol w="1147985">
                  <a:extLst>
                    <a:ext uri="{9D8B030D-6E8A-4147-A177-3AD203B41FA5}">
                      <a16:colId xmlns:a16="http://schemas.microsoft.com/office/drawing/2014/main" val="1511237273"/>
                    </a:ext>
                  </a:extLst>
                </a:gridCol>
                <a:gridCol w="1147985">
                  <a:extLst>
                    <a:ext uri="{9D8B030D-6E8A-4147-A177-3AD203B41FA5}">
                      <a16:colId xmlns:a16="http://schemas.microsoft.com/office/drawing/2014/main" val="2813892602"/>
                    </a:ext>
                  </a:extLst>
                </a:gridCol>
                <a:gridCol w="5930959">
                  <a:extLst>
                    <a:ext uri="{9D8B030D-6E8A-4147-A177-3AD203B41FA5}">
                      <a16:colId xmlns:a16="http://schemas.microsoft.com/office/drawing/2014/main" val="1552302926"/>
                    </a:ext>
                  </a:extLst>
                </a:gridCol>
              </a:tblGrid>
              <a:tr h="376349">
                <a:tc>
                  <a:txBody>
                    <a:bodyPr/>
                    <a:lstStyle/>
                    <a:p>
                      <a:endParaRPr lang="en-ZA" dirty="0"/>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200"/>
                        </a:lnSpc>
                      </a:pPr>
                      <a:r>
                        <a:rPr lang="en-US" sz="1100" b="1" dirty="0">
                          <a:solidFill>
                            <a:schemeClr val="bg1"/>
                          </a:solidFill>
                          <a:latin typeface="+mj-lt"/>
                        </a:rPr>
                        <a:t>YEAR</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a:lnSpc>
                          <a:spcPts val="1200"/>
                        </a:lnSpc>
                      </a:pPr>
                      <a:r>
                        <a:rPr lang="en-US" sz="1100" b="1" dirty="0">
                          <a:solidFill>
                            <a:schemeClr val="bg1"/>
                          </a:solidFill>
                          <a:latin typeface="+mj-lt"/>
                        </a:rPr>
                        <a:t>COST P/A</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nSpc>
                          <a:spcPts val="1200"/>
                        </a:lnSpc>
                      </a:pPr>
                      <a:r>
                        <a:rPr lang="en-US" sz="1100" b="1" dirty="0">
                          <a:solidFill>
                            <a:schemeClr val="bg1"/>
                          </a:solidFill>
                          <a:latin typeface="+mj-lt"/>
                        </a:rPr>
                        <a:t>HOURS OF SERVICE</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nSpc>
                          <a:spcPts val="1200"/>
                        </a:lnSpc>
                      </a:pPr>
                      <a:r>
                        <a:rPr lang="en-US" sz="1100" b="1" dirty="0">
                          <a:solidFill>
                            <a:schemeClr val="bg1"/>
                          </a:solidFill>
                          <a:latin typeface="+mj-lt"/>
                        </a:rPr>
                        <a:t>STORE COVERAGE</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r>
                        <a:rPr lang="en-US" sz="1100" b="1" dirty="0">
                          <a:solidFill>
                            <a:schemeClr val="bg1"/>
                          </a:solidFill>
                          <a:latin typeface="+mj-lt"/>
                        </a:rPr>
                        <a:t>COMMENTS</a:t>
                      </a:r>
                      <a:endParaRPr lang="en-ZA" sz="1100" b="1"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561467438"/>
                  </a:ext>
                </a:extLst>
              </a:tr>
              <a:tr h="788463">
                <a:tc>
                  <a:txBody>
                    <a:bodyPr/>
                    <a:lstStyle/>
                    <a:p>
                      <a:pPr algn="ctr"/>
                      <a:r>
                        <a:rPr lang="en-US" sz="1400" b="1" spc="40" baseline="0" dirty="0">
                          <a:solidFill>
                            <a:schemeClr val="accent1"/>
                          </a:solidFill>
                          <a:latin typeface="+mj-lt"/>
                        </a:rPr>
                        <a:t>UNIT A</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7431542"/>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extLst>
                  <a:ext uri="{0D108BD9-81ED-4DB2-BD59-A6C34878D82A}">
                    <a16:rowId xmlns:a16="http://schemas.microsoft.com/office/drawing/2014/main" val="1587042476"/>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6566845"/>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extLst>
                  <a:ext uri="{0D108BD9-81ED-4DB2-BD59-A6C34878D82A}">
                    <a16:rowId xmlns:a16="http://schemas.microsoft.com/office/drawing/2014/main" val="602981654"/>
                  </a:ext>
                </a:extLst>
              </a:tr>
              <a:tr h="360000">
                <a:tc gridSpan="6">
                  <a:txBody>
                    <a:bodyPr/>
                    <a:lstStyle/>
                    <a:p>
                      <a:pPr marL="0" algn="l" defTabSz="914400" rtl="0" eaLnBrk="1" latinLnBrk="0" hangingPunct="1"/>
                      <a:r>
                        <a:rPr lang="en-US" sz="1000" b="1" u="sng" kern="1200" dirty="0">
                          <a:solidFill>
                            <a:schemeClr val="accent5">
                              <a:lumMod val="50000"/>
                            </a:schemeClr>
                          </a:solidFill>
                          <a:latin typeface="+mn-lt"/>
                          <a:ea typeface="+mn-ea"/>
                          <a:cs typeface="+mn-cs"/>
                        </a:rPr>
                        <a:t>NOTE:</a:t>
                      </a:r>
                      <a:r>
                        <a:rPr lang="en-US" sz="1000" b="0" u="none" kern="1200" dirty="0">
                          <a:solidFill>
                            <a:schemeClr val="accent5">
                              <a:lumMod val="50000"/>
                            </a:schemeClr>
                          </a:solidFill>
                          <a:latin typeface="+mn-lt"/>
                          <a:ea typeface="+mn-ea"/>
                          <a:cs typeface="+mn-cs"/>
                        </a:rPr>
                        <a:t> Write note here…</a:t>
                      </a:r>
                      <a:endParaRPr lang="en-ZA" sz="1000" b="0" u="none" kern="1200" dirty="0">
                        <a:solidFill>
                          <a:schemeClr val="accent5">
                            <a:lumMod val="50000"/>
                          </a:schemeClr>
                        </a:solidFill>
                        <a:latin typeface="+mn-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823637545"/>
                  </a:ext>
                </a:extLst>
              </a:tr>
            </a:tbl>
          </a:graphicData>
        </a:graphic>
      </p:graphicFrame>
      <p:sp>
        <p:nvSpPr>
          <p:cNvPr id="3" name="Title 2">
            <a:extLst>
              <a:ext uri="{FF2B5EF4-FFF2-40B4-BE49-F238E27FC236}">
                <a16:creationId xmlns:a16="http://schemas.microsoft.com/office/drawing/2014/main" id="{10E6FAA7-F8D2-EDE7-D67B-63B342916318}"/>
              </a:ext>
            </a:extLst>
          </p:cNvPr>
          <p:cNvSpPr>
            <a:spLocks noGrp="1"/>
          </p:cNvSpPr>
          <p:nvPr>
            <p:ph type="ctrTitle"/>
          </p:nvPr>
        </p:nvSpPr>
        <p:spPr/>
        <p:txBody>
          <a:bodyPr/>
          <a:lstStyle/>
          <a:p>
            <a:r>
              <a:rPr lang="en-GB" noProof="0" dirty="0"/>
              <a:t>CLICK TO INSERT ONE LINE HEADING</a:t>
            </a:r>
            <a:endParaRPr lang="en-ZA" dirty="0"/>
          </a:p>
        </p:txBody>
      </p:sp>
      <p:sp>
        <p:nvSpPr>
          <p:cNvPr id="4" name="Text Placeholder 3">
            <a:extLst>
              <a:ext uri="{FF2B5EF4-FFF2-40B4-BE49-F238E27FC236}">
                <a16:creationId xmlns:a16="http://schemas.microsoft.com/office/drawing/2014/main" id="{2283B30C-1A17-907E-6BDF-B89FA629901D}"/>
              </a:ext>
            </a:extLst>
          </p:cNvPr>
          <p:cNvSpPr>
            <a:spLocks noGrp="1"/>
          </p:cNvSpPr>
          <p:nvPr>
            <p:ph type="body" sz="quarter" idx="44"/>
          </p:nvPr>
        </p:nvSpPr>
        <p:spPr/>
        <p:txBody>
          <a:bodyPr/>
          <a:lstStyle/>
          <a:p>
            <a:endParaRPr lang="en-ZA"/>
          </a:p>
        </p:txBody>
      </p:sp>
    </p:spTree>
    <p:extLst>
      <p:ext uri="{BB962C8B-B14F-4D97-AF65-F5344CB8AC3E}">
        <p14:creationId xmlns:p14="http://schemas.microsoft.com/office/powerpoint/2010/main" val="34322949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p04gt.s03">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3CC482A9-6464-80E9-B6BA-D1AB2D94EAD0}"/>
              </a:ext>
            </a:extLst>
          </p:cNvPr>
          <p:cNvGraphicFramePr>
            <a:graphicFrameLocks/>
          </p:cNvGraphicFramePr>
          <p:nvPr>
            <p:extLst>
              <p:ext uri="{D42A27DB-BD31-4B8C-83A1-F6EECF244321}">
                <p14:modId xmlns:p14="http://schemas.microsoft.com/office/powerpoint/2010/main" val="654631165"/>
              </p:ext>
            </p:extLst>
          </p:nvPr>
        </p:nvGraphicFramePr>
        <p:xfrm>
          <a:off x="587375" y="2397882"/>
          <a:ext cx="11052175" cy="3962652"/>
        </p:xfrm>
        <a:graphic>
          <a:graphicData uri="http://schemas.openxmlformats.org/drawingml/2006/table">
            <a:tbl>
              <a:tblPr firstRow="1" bandRow="1">
                <a:tableStyleId>{5940675A-B579-460E-94D1-54222C63F5DA}</a:tableStyleId>
              </a:tblPr>
              <a:tblGrid>
                <a:gridCol w="942322">
                  <a:extLst>
                    <a:ext uri="{9D8B030D-6E8A-4147-A177-3AD203B41FA5}">
                      <a16:colId xmlns:a16="http://schemas.microsoft.com/office/drawing/2014/main" val="4246306784"/>
                    </a:ext>
                  </a:extLst>
                </a:gridCol>
                <a:gridCol w="734939">
                  <a:extLst>
                    <a:ext uri="{9D8B030D-6E8A-4147-A177-3AD203B41FA5}">
                      <a16:colId xmlns:a16="http://schemas.microsoft.com/office/drawing/2014/main" val="1751628744"/>
                    </a:ext>
                  </a:extLst>
                </a:gridCol>
                <a:gridCol w="1147985">
                  <a:extLst>
                    <a:ext uri="{9D8B030D-6E8A-4147-A177-3AD203B41FA5}">
                      <a16:colId xmlns:a16="http://schemas.microsoft.com/office/drawing/2014/main" val="927418378"/>
                    </a:ext>
                  </a:extLst>
                </a:gridCol>
                <a:gridCol w="1147985">
                  <a:extLst>
                    <a:ext uri="{9D8B030D-6E8A-4147-A177-3AD203B41FA5}">
                      <a16:colId xmlns:a16="http://schemas.microsoft.com/office/drawing/2014/main" val="1511237273"/>
                    </a:ext>
                  </a:extLst>
                </a:gridCol>
                <a:gridCol w="1147985">
                  <a:extLst>
                    <a:ext uri="{9D8B030D-6E8A-4147-A177-3AD203B41FA5}">
                      <a16:colId xmlns:a16="http://schemas.microsoft.com/office/drawing/2014/main" val="2813892602"/>
                    </a:ext>
                  </a:extLst>
                </a:gridCol>
                <a:gridCol w="5930959">
                  <a:extLst>
                    <a:ext uri="{9D8B030D-6E8A-4147-A177-3AD203B41FA5}">
                      <a16:colId xmlns:a16="http://schemas.microsoft.com/office/drawing/2014/main" val="1552302926"/>
                    </a:ext>
                  </a:extLst>
                </a:gridCol>
              </a:tblGrid>
              <a:tr h="376349">
                <a:tc>
                  <a:txBody>
                    <a:bodyPr/>
                    <a:lstStyle/>
                    <a:p>
                      <a:endParaRPr lang="en-ZA" dirty="0"/>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200"/>
                        </a:lnSpc>
                      </a:pPr>
                      <a:r>
                        <a:rPr lang="en-US" sz="1100" b="1" dirty="0">
                          <a:solidFill>
                            <a:schemeClr val="bg1"/>
                          </a:solidFill>
                          <a:latin typeface="+mj-lt"/>
                        </a:rPr>
                        <a:t>YEAR</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a:lnSpc>
                          <a:spcPts val="1200"/>
                        </a:lnSpc>
                      </a:pPr>
                      <a:r>
                        <a:rPr lang="en-US" sz="1100" b="1" dirty="0">
                          <a:solidFill>
                            <a:schemeClr val="bg1"/>
                          </a:solidFill>
                          <a:latin typeface="+mj-lt"/>
                        </a:rPr>
                        <a:t>COST P/A</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nSpc>
                          <a:spcPts val="1200"/>
                        </a:lnSpc>
                      </a:pPr>
                      <a:r>
                        <a:rPr lang="en-US" sz="1100" b="1" dirty="0">
                          <a:solidFill>
                            <a:schemeClr val="bg1"/>
                          </a:solidFill>
                          <a:latin typeface="+mj-lt"/>
                        </a:rPr>
                        <a:t>HOURS OF SERVICE</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nSpc>
                          <a:spcPts val="1200"/>
                        </a:lnSpc>
                      </a:pPr>
                      <a:r>
                        <a:rPr lang="en-US" sz="1100" b="1" dirty="0">
                          <a:solidFill>
                            <a:schemeClr val="bg1"/>
                          </a:solidFill>
                          <a:latin typeface="+mj-lt"/>
                        </a:rPr>
                        <a:t>STORE COVERAGE</a:t>
                      </a:r>
                      <a:endParaRPr lang="en-ZA" sz="1100" b="1" dirty="0">
                        <a:solidFill>
                          <a:schemeClr val="bg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r>
                        <a:rPr lang="en-US" sz="1100" b="1" dirty="0">
                          <a:solidFill>
                            <a:schemeClr val="bg1"/>
                          </a:solidFill>
                          <a:latin typeface="+mj-lt"/>
                        </a:rPr>
                        <a:t>COMMENTS</a:t>
                      </a:r>
                      <a:endParaRPr lang="en-ZA" sz="1100" b="1" dirty="0">
                        <a:solidFill>
                          <a:schemeClr val="bg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561467438"/>
                  </a:ext>
                </a:extLst>
              </a:tr>
              <a:tr h="788463">
                <a:tc>
                  <a:txBody>
                    <a:bodyPr/>
                    <a:lstStyle/>
                    <a:p>
                      <a:pPr algn="ctr"/>
                      <a:r>
                        <a:rPr lang="en-US" sz="1400" b="1" spc="40" baseline="0" dirty="0">
                          <a:solidFill>
                            <a:schemeClr val="accent1"/>
                          </a:solidFill>
                          <a:latin typeface="+mj-lt"/>
                        </a:rPr>
                        <a:t>UNIT A</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287431542"/>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extLst>
                  <a:ext uri="{0D108BD9-81ED-4DB2-BD59-A6C34878D82A}">
                    <a16:rowId xmlns:a16="http://schemas.microsoft.com/office/drawing/2014/main" val="1587042476"/>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6566845"/>
                  </a:ext>
                </a:extLst>
              </a:tr>
              <a:tr h="788463">
                <a:tc>
                  <a:txBody>
                    <a:bodyPr/>
                    <a:lstStyle/>
                    <a:p>
                      <a:pPr algn="ctr"/>
                      <a:r>
                        <a:rPr lang="en-US" sz="1400" b="1" spc="40" baseline="0" dirty="0">
                          <a:solidFill>
                            <a:schemeClr val="accent1"/>
                          </a:solidFill>
                          <a:latin typeface="+mj-lt"/>
                        </a:rPr>
                        <a:t>UNIT B</a:t>
                      </a:r>
                      <a:endParaRPr lang="en-ZA" sz="1400" b="1" spc="40" baseline="0" dirty="0">
                        <a:solidFill>
                          <a:schemeClr val="accent1"/>
                        </a:solidFill>
                        <a:latin typeface="+mj-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algn="ctr"/>
                      <a:r>
                        <a:rPr lang="en-US" sz="1200" dirty="0">
                          <a:solidFill>
                            <a:schemeClr val="accent1"/>
                          </a:solidFill>
                        </a:rPr>
                        <a:t>0000</a:t>
                      </a:r>
                      <a:endParaRPr lang="en-ZA" sz="1200" dirty="0">
                        <a:solidFill>
                          <a:schemeClr val="accent1"/>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R 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accent5">
                              <a:lumMod val="50000"/>
                            </a:schemeClr>
                          </a:solidFill>
                          <a:latin typeface="+mn-lt"/>
                          <a:ea typeface="+mn-ea"/>
                          <a:cs typeface="+mn-cs"/>
                        </a:rPr>
                        <a:t>X hours</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0" algn="l" defTabSz="914400" rtl="0" eaLnBrk="1" latinLnBrk="0" hangingPunct="1"/>
                      <a:r>
                        <a:rPr lang="en-US" sz="1200" kern="1200" dirty="0">
                          <a:solidFill>
                            <a:schemeClr val="accent5">
                              <a:lumMod val="50000"/>
                            </a:schemeClr>
                          </a:solidFill>
                          <a:latin typeface="+mn-lt"/>
                          <a:ea typeface="+mn-ea"/>
                          <a:cs typeface="+mn-cs"/>
                        </a:rPr>
                        <a:t>XXXX</a:t>
                      </a:r>
                      <a:endParaRPr lang="en-ZA" sz="1200" kern="1200" dirty="0">
                        <a:solidFill>
                          <a:schemeClr val="accent5">
                            <a:lumMod val="50000"/>
                          </a:schemeClr>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Type bullet points here… Type bullet points here… </a:t>
                      </a:r>
                    </a:p>
                    <a:p>
                      <a:pPr marL="171450" marR="0" lvl="0" indent="-171450"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ZA" sz="1050" kern="1200" dirty="0">
                          <a:solidFill>
                            <a:schemeClr val="accent5"/>
                          </a:solidFill>
                          <a:latin typeface="+mn-lt"/>
                          <a:ea typeface="+mn-ea"/>
                          <a:cs typeface="+mn-cs"/>
                        </a:rPr>
                        <a:t>Type bullet points here… </a:t>
                      </a:r>
                    </a:p>
                  </a:txBody>
                  <a:tcPr marL="108000" marR="108000" marT="72000" marB="72000">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5F7F9"/>
                    </a:solidFill>
                  </a:tcPr>
                </a:tc>
                <a:extLst>
                  <a:ext uri="{0D108BD9-81ED-4DB2-BD59-A6C34878D82A}">
                    <a16:rowId xmlns:a16="http://schemas.microsoft.com/office/drawing/2014/main" val="602981654"/>
                  </a:ext>
                </a:extLst>
              </a:tr>
              <a:tr h="360000">
                <a:tc gridSpan="6">
                  <a:txBody>
                    <a:bodyPr/>
                    <a:lstStyle/>
                    <a:p>
                      <a:r>
                        <a:rPr lang="en-US" sz="1000" b="1" u="sng" dirty="0">
                          <a:solidFill>
                            <a:schemeClr val="accent5">
                              <a:lumMod val="50000"/>
                            </a:schemeClr>
                          </a:solidFill>
                        </a:rPr>
                        <a:t>NOTE:</a:t>
                      </a:r>
                      <a:r>
                        <a:rPr lang="en-US" sz="1000" b="1" dirty="0">
                          <a:solidFill>
                            <a:schemeClr val="accent5">
                              <a:lumMod val="50000"/>
                            </a:schemeClr>
                          </a:solidFill>
                        </a:rPr>
                        <a:t> </a:t>
                      </a:r>
                      <a:r>
                        <a:rPr lang="en-US" sz="1000" dirty="0">
                          <a:solidFill>
                            <a:schemeClr val="accent5">
                              <a:lumMod val="50000"/>
                            </a:schemeClr>
                          </a:solidFill>
                        </a:rPr>
                        <a:t>Write note here…</a:t>
                      </a:r>
                      <a:endParaRPr lang="en-ZA" sz="1000"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823637545"/>
                  </a:ext>
                </a:extLst>
              </a:tr>
            </a:tbl>
          </a:graphicData>
        </a:graphic>
      </p:graphicFrame>
      <p:sp>
        <p:nvSpPr>
          <p:cNvPr id="3" name="Title 2">
            <a:extLst>
              <a:ext uri="{FF2B5EF4-FFF2-40B4-BE49-F238E27FC236}">
                <a16:creationId xmlns:a16="http://schemas.microsoft.com/office/drawing/2014/main" id="{D0B560BB-6F21-FF27-69B1-BB8ACE92CB46}"/>
              </a:ext>
            </a:extLst>
          </p:cNvPr>
          <p:cNvSpPr>
            <a:spLocks noGrp="1"/>
          </p:cNvSpPr>
          <p:nvPr>
            <p:ph type="ctrTitle"/>
          </p:nvPr>
        </p:nvSpPr>
        <p:spPr>
          <a:xfrm>
            <a:off x="2405912" y="526832"/>
            <a:ext cx="7380176" cy="664797"/>
          </a:xfrm>
        </p:spPr>
        <p:txBody>
          <a:bodyPr/>
          <a:lstStyle/>
          <a:p>
            <a:r>
              <a:rPr lang="en-US" dirty="0"/>
              <a:t>INSERT TWO LINE HEADING HERE INSERT TWO LINE HEADING HERE</a:t>
            </a:r>
            <a:endParaRPr lang="en-ZA" dirty="0"/>
          </a:p>
        </p:txBody>
      </p:sp>
      <p:sp>
        <p:nvSpPr>
          <p:cNvPr id="4" name="Text Placeholder 3">
            <a:extLst>
              <a:ext uri="{FF2B5EF4-FFF2-40B4-BE49-F238E27FC236}">
                <a16:creationId xmlns:a16="http://schemas.microsoft.com/office/drawing/2014/main" id="{9DF6F069-1379-53AB-79D1-FDF3F919554D}"/>
              </a:ext>
            </a:extLst>
          </p:cNvPr>
          <p:cNvSpPr>
            <a:spLocks noGrp="1"/>
          </p:cNvSpPr>
          <p:nvPr>
            <p:ph type="body" sz="quarter" idx="44"/>
          </p:nvPr>
        </p:nvSpPr>
        <p:spPr/>
        <p:txBody>
          <a:bodyPr/>
          <a:lstStyle/>
          <a:p>
            <a:endParaRPr lang="en-ZA"/>
          </a:p>
        </p:txBody>
      </p:sp>
    </p:spTree>
    <p:extLst>
      <p:ext uri="{BB962C8B-B14F-4D97-AF65-F5344CB8AC3E}">
        <p14:creationId xmlns:p14="http://schemas.microsoft.com/office/powerpoint/2010/main" val="8205395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p04gt.s04">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77F4C0C4-6877-B52F-BB6B-70218831AC02}"/>
              </a:ext>
            </a:extLst>
          </p:cNvPr>
          <p:cNvGraphicFramePr>
            <a:graphicFrameLocks noGrp="1"/>
          </p:cNvGraphicFramePr>
          <p:nvPr>
            <p:ph type="tbl" sz="quarter" idx="41"/>
            <p:extLst>
              <p:ext uri="{D42A27DB-BD31-4B8C-83A1-F6EECF244321}">
                <p14:modId xmlns:p14="http://schemas.microsoft.com/office/powerpoint/2010/main" val="4275827877"/>
              </p:ext>
            </p:extLst>
          </p:nvPr>
        </p:nvGraphicFramePr>
        <p:xfrm>
          <a:off x="587375" y="1724025"/>
          <a:ext cx="11052168" cy="4532605"/>
        </p:xfrm>
        <a:graphic>
          <a:graphicData uri="http://schemas.openxmlformats.org/drawingml/2006/table">
            <a:tbl>
              <a:tblPr firstRow="1" bandRow="1">
                <a:tableStyleId>{5940675A-B579-460E-94D1-54222C63F5DA}</a:tableStyleId>
              </a:tblPr>
              <a:tblGrid>
                <a:gridCol w="1381521">
                  <a:extLst>
                    <a:ext uri="{9D8B030D-6E8A-4147-A177-3AD203B41FA5}">
                      <a16:colId xmlns:a16="http://schemas.microsoft.com/office/drawing/2014/main" val="259839999"/>
                    </a:ext>
                  </a:extLst>
                </a:gridCol>
                <a:gridCol w="1381521">
                  <a:extLst>
                    <a:ext uri="{9D8B030D-6E8A-4147-A177-3AD203B41FA5}">
                      <a16:colId xmlns:a16="http://schemas.microsoft.com/office/drawing/2014/main" val="2726503671"/>
                    </a:ext>
                  </a:extLst>
                </a:gridCol>
                <a:gridCol w="969034">
                  <a:extLst>
                    <a:ext uri="{9D8B030D-6E8A-4147-A177-3AD203B41FA5}">
                      <a16:colId xmlns:a16="http://schemas.microsoft.com/office/drawing/2014/main" val="1489892829"/>
                    </a:ext>
                  </a:extLst>
                </a:gridCol>
                <a:gridCol w="1637212">
                  <a:extLst>
                    <a:ext uri="{9D8B030D-6E8A-4147-A177-3AD203B41FA5}">
                      <a16:colId xmlns:a16="http://schemas.microsoft.com/office/drawing/2014/main" val="2697754462"/>
                    </a:ext>
                  </a:extLst>
                </a:gridCol>
                <a:gridCol w="1538317">
                  <a:extLst>
                    <a:ext uri="{9D8B030D-6E8A-4147-A177-3AD203B41FA5}">
                      <a16:colId xmlns:a16="http://schemas.microsoft.com/office/drawing/2014/main" val="625547609"/>
                    </a:ext>
                  </a:extLst>
                </a:gridCol>
                <a:gridCol w="1544517">
                  <a:extLst>
                    <a:ext uri="{9D8B030D-6E8A-4147-A177-3AD203B41FA5}">
                      <a16:colId xmlns:a16="http://schemas.microsoft.com/office/drawing/2014/main" val="3252296882"/>
                    </a:ext>
                  </a:extLst>
                </a:gridCol>
                <a:gridCol w="1218525">
                  <a:extLst>
                    <a:ext uri="{9D8B030D-6E8A-4147-A177-3AD203B41FA5}">
                      <a16:colId xmlns:a16="http://schemas.microsoft.com/office/drawing/2014/main" val="4219327777"/>
                    </a:ext>
                  </a:extLst>
                </a:gridCol>
                <a:gridCol w="1381521">
                  <a:extLst>
                    <a:ext uri="{9D8B030D-6E8A-4147-A177-3AD203B41FA5}">
                      <a16:colId xmlns:a16="http://schemas.microsoft.com/office/drawing/2014/main" val="2797013591"/>
                    </a:ext>
                  </a:extLst>
                </a:gridCol>
              </a:tblGrid>
              <a:tr h="951015">
                <a:tc>
                  <a:txBody>
                    <a:bodyPr/>
                    <a:lstStyle/>
                    <a:p>
                      <a:pPr algn="l"/>
                      <a:r>
                        <a:rPr lang="en-US" sz="1050" b="1" spc="40" baseline="0" dirty="0">
                          <a:solidFill>
                            <a:schemeClr val="bg1"/>
                          </a:solidFill>
                          <a:latin typeface="+mj-lt"/>
                        </a:rPr>
                        <a:t>CATEGORY</a:t>
                      </a:r>
                      <a:endParaRPr lang="en-ZA" sz="1050" b="1"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r>
                        <a:rPr lang="en-US" sz="1050" b="1" spc="40" baseline="0" dirty="0">
                          <a:solidFill>
                            <a:schemeClr val="bg1"/>
                          </a:solidFill>
                          <a:latin typeface="+mj-lt"/>
                        </a:rPr>
                        <a:t>SERVICE OFFERED CURRENTLY</a:t>
                      </a:r>
                      <a:endParaRPr lang="en-ZA" sz="1050" b="1"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accent1"/>
                    </a:solidFill>
                  </a:tcPr>
                </a:tc>
                <a:tc>
                  <a:txBody>
                    <a:bodyPr/>
                    <a:lstStyle/>
                    <a:p>
                      <a:pPr algn="ctr"/>
                      <a:r>
                        <a:rPr lang="en-US" sz="1050" b="1" spc="40" baseline="0" dirty="0">
                          <a:solidFill>
                            <a:schemeClr val="bg1"/>
                          </a:solidFill>
                          <a:latin typeface="+mj-lt"/>
                        </a:rPr>
                        <a:t>SHELF PACKING</a:t>
                      </a:r>
                      <a:endParaRPr lang="en-ZA" sz="1050" b="1"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tc>
                  <a:txBody>
                    <a:bodyPr/>
                    <a:lstStyle/>
                    <a:p>
                      <a:pPr algn="ctr"/>
                      <a:r>
                        <a:rPr lang="en-US" sz="1050" b="1" spc="40" baseline="0" dirty="0">
                          <a:solidFill>
                            <a:schemeClr val="bg1"/>
                          </a:solidFill>
                          <a:latin typeface="+mj-lt"/>
                        </a:rPr>
                        <a:t>REPLENISHMENT </a:t>
                      </a:r>
                      <a:br>
                        <a:rPr lang="en-US" sz="1050" b="1" spc="40" baseline="0" dirty="0">
                          <a:solidFill>
                            <a:schemeClr val="bg1"/>
                          </a:solidFill>
                          <a:latin typeface="+mj-lt"/>
                        </a:rPr>
                      </a:br>
                      <a:r>
                        <a:rPr lang="en-US" sz="800" b="0" spc="40" baseline="0" dirty="0">
                          <a:solidFill>
                            <a:schemeClr val="bg1"/>
                          </a:solidFill>
                          <a:latin typeface="+mj-lt"/>
                        </a:rPr>
                        <a:t>(INCL. SALES IN DATA)</a:t>
                      </a:r>
                      <a:endParaRPr lang="en-ZA" sz="1050" b="0"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tc>
                  <a:txBody>
                    <a:bodyPr/>
                    <a:lstStyle/>
                    <a:p>
                      <a:pPr algn="ctr"/>
                      <a:r>
                        <a:rPr lang="en-US" sz="1050" b="1" spc="40" baseline="0" dirty="0">
                          <a:solidFill>
                            <a:schemeClr val="bg1"/>
                          </a:solidFill>
                          <a:latin typeface="+mj-lt"/>
                        </a:rPr>
                        <a:t>MERCHANDISING </a:t>
                      </a:r>
                      <a:br>
                        <a:rPr lang="en-US" sz="1050" b="1" spc="40" baseline="0" dirty="0">
                          <a:solidFill>
                            <a:schemeClr val="bg1"/>
                          </a:solidFill>
                          <a:latin typeface="+mj-lt"/>
                        </a:rPr>
                      </a:br>
                      <a:r>
                        <a:rPr lang="en-US" sz="800" b="0" spc="40" baseline="0" dirty="0">
                          <a:solidFill>
                            <a:schemeClr val="bg1"/>
                          </a:solidFill>
                          <a:latin typeface="+mj-lt"/>
                        </a:rPr>
                        <a:t>(INCL. SALES GENERATING ACTIONS)</a:t>
                      </a:r>
                      <a:endParaRPr lang="en-ZA" sz="800" b="0"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050" b="1" spc="40" baseline="0" dirty="0">
                          <a:solidFill>
                            <a:schemeClr val="bg1"/>
                          </a:solidFill>
                          <a:latin typeface="+mj-lt"/>
                        </a:rPr>
                        <a:t>SALES REQUIRED</a:t>
                      </a:r>
                      <a:br>
                        <a:rPr lang="en-US" sz="1050" b="1" spc="40" baseline="0" dirty="0">
                          <a:solidFill>
                            <a:schemeClr val="bg1"/>
                          </a:solidFill>
                          <a:latin typeface="+mj-lt"/>
                        </a:rPr>
                      </a:br>
                      <a:r>
                        <a:rPr lang="en-US" sz="800" b="0" spc="40" baseline="0" dirty="0">
                          <a:solidFill>
                            <a:schemeClr val="bg1"/>
                          </a:solidFill>
                          <a:latin typeface="+mj-lt"/>
                        </a:rPr>
                        <a:t>SALES ACTIVATION / STRATEGIC</a:t>
                      </a:r>
                      <a:endParaRPr lang="en-ZA" sz="800" b="0"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2"/>
                    </a:solidFill>
                  </a:tcPr>
                </a:tc>
                <a:tc>
                  <a:txBody>
                    <a:bodyPr/>
                    <a:lstStyle/>
                    <a:p>
                      <a:pPr algn="ctr"/>
                      <a:r>
                        <a:rPr lang="en-US" sz="1050" b="1" spc="40" baseline="0" dirty="0">
                          <a:solidFill>
                            <a:schemeClr val="bg1"/>
                          </a:solidFill>
                          <a:latin typeface="+mj-lt"/>
                        </a:rPr>
                        <a:t>POS CAPABILITY</a:t>
                      </a:r>
                      <a:endParaRPr lang="en-ZA" sz="1050" b="1"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tc>
                  <a:txBody>
                    <a:bodyPr/>
                    <a:lstStyle/>
                    <a:p>
                      <a:pPr algn="ctr"/>
                      <a:r>
                        <a:rPr lang="en-US" sz="1050" b="1" spc="40" baseline="0" dirty="0">
                          <a:solidFill>
                            <a:schemeClr val="bg1"/>
                          </a:solidFill>
                          <a:latin typeface="+mj-lt"/>
                        </a:rPr>
                        <a:t>ADHOC* AUDIT CAPABILITY</a:t>
                      </a:r>
                      <a:endParaRPr lang="en-ZA" sz="1050" b="1" spc="40" baseline="0"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4"/>
                    </a:solidFill>
                  </a:tcPr>
                </a:tc>
                <a:extLst>
                  <a:ext uri="{0D108BD9-81ED-4DB2-BD59-A6C34878D82A}">
                    <a16:rowId xmlns:a16="http://schemas.microsoft.com/office/drawing/2014/main" val="1830889321"/>
                  </a:ext>
                </a:extLst>
              </a:tr>
              <a:tr h="644318">
                <a:tc>
                  <a:txBody>
                    <a:bodyPr/>
                    <a:lstStyle/>
                    <a:p>
                      <a:pPr algn="l"/>
                      <a:r>
                        <a:rPr lang="en-US" sz="1100" dirty="0">
                          <a:solidFill>
                            <a:schemeClr val="accent1"/>
                          </a:solidFill>
                        </a:rPr>
                        <a:t>RETAILER C FAMILY</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100" dirty="0">
                          <a:solidFill>
                            <a:schemeClr val="accent1"/>
                          </a:solidFill>
                        </a:rPr>
                        <a:t>MERCHANDISING</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ZA" sz="1600" dirty="0">
                          <a:solidFill>
                            <a:schemeClr val="accent5"/>
                          </a:solidFill>
                          <a:sym typeface="Wingdings" panose="05000000000000000000" pitchFamily="2" charset="2"/>
                        </a:rPr>
                        <a:t></a:t>
                      </a:r>
                      <a:endParaRPr lang="en-ZA" sz="1600" dirty="0">
                        <a:solidFill>
                          <a:schemeClr val="accent5"/>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rowSpan="5">
                  <a:txBody>
                    <a:bodyPr/>
                    <a:lstStyle/>
                    <a:p>
                      <a:pPr algn="ctr"/>
                      <a:r>
                        <a:rPr lang="en-US" sz="1200" dirty="0">
                          <a:solidFill>
                            <a:schemeClr val="accent5"/>
                          </a:solidFill>
                        </a:rPr>
                        <a:t>Applicable if full supply chain data is available</a:t>
                      </a:r>
                      <a:endParaRPr lang="en-ZA" sz="1200" dirty="0">
                        <a:solidFill>
                          <a:schemeClr val="accent5"/>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dirty="0">
                          <a:solidFill>
                            <a:schemeClr val="accent2"/>
                          </a:solidFill>
                          <a:sym typeface="Wingdings" panose="05000000000000000000" pitchFamily="2" charset="2"/>
                        </a:rPr>
                        <a:t></a:t>
                      </a: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dirty="0">
                          <a:solidFill>
                            <a:schemeClr val="accent2"/>
                          </a:solidFill>
                          <a:sym typeface="Wingdings" panose="05000000000000000000" pitchFamily="2" charset="2"/>
                        </a:rPr>
                        <a:t></a:t>
                      </a: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dirty="0">
                          <a:solidFill>
                            <a:schemeClr val="accent4"/>
                          </a:solidFill>
                          <a:sym typeface="Wingdings" panose="05000000000000000000" pitchFamily="2" charset="2"/>
                        </a:rPr>
                        <a:t></a:t>
                      </a:r>
                      <a:endParaRPr lang="en-ZA" sz="1600" dirty="0">
                        <a:solidFill>
                          <a:schemeClr val="accent4"/>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dirty="0">
                          <a:solidFill>
                            <a:schemeClr val="accent4"/>
                          </a:solidFill>
                          <a:sym typeface="Wingdings" panose="05000000000000000000" pitchFamily="2" charset="2"/>
                        </a:rPr>
                        <a:t></a:t>
                      </a:r>
                      <a:endParaRPr lang="en-ZA" sz="1600" dirty="0">
                        <a:solidFill>
                          <a:schemeClr val="accent4"/>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713999657"/>
                  </a:ext>
                </a:extLst>
              </a:tr>
              <a:tr h="644318">
                <a:tc>
                  <a:txBody>
                    <a:bodyPr/>
                    <a:lstStyle/>
                    <a:p>
                      <a:pPr algn="l"/>
                      <a:r>
                        <a:rPr lang="en-US" sz="1100" dirty="0">
                          <a:solidFill>
                            <a:schemeClr val="accent1"/>
                          </a:solidFill>
                        </a:rPr>
                        <a:t>RETAILER C CORPORATE</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100" dirty="0">
                          <a:solidFill>
                            <a:schemeClr val="accent1"/>
                          </a:solidFill>
                        </a:rPr>
                        <a:t>MERCHANDISING</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ZA" sz="1600" kern="1200" dirty="0">
                          <a:solidFill>
                            <a:schemeClr val="accent5"/>
                          </a:solidFill>
                          <a:latin typeface="+mn-lt"/>
                          <a:ea typeface="+mn-ea"/>
                          <a:cs typeface="+mn-cs"/>
                          <a:sym typeface="Wingdings" panose="05000000000000000000" pitchFamily="2" charset="2"/>
                        </a:rPr>
                        <a:t></a:t>
                      </a:r>
                      <a:endParaRPr lang="en-ZA" sz="1600" kern="1200" dirty="0">
                        <a:solidFill>
                          <a:schemeClr val="accent5"/>
                        </a:solidFill>
                        <a:latin typeface="+mn-lt"/>
                        <a:ea typeface="+mn-ea"/>
                        <a:cs typeface="+mn-cs"/>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vMerge="1">
                  <a:txBody>
                    <a:bodyPr/>
                    <a:lstStyle/>
                    <a:p>
                      <a:pPr algn="ctr"/>
                      <a:endParaRPr lang="en-ZA" sz="1600" dirty="0">
                        <a:solidFill>
                          <a:schemeClr val="accent5"/>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2"/>
                          </a:solidFill>
                          <a:latin typeface="+mn-lt"/>
                          <a:ea typeface="+mn-ea"/>
                          <a:cs typeface="+mn-cs"/>
                          <a:sym typeface="Wingdings" panose="05000000000000000000" pitchFamily="2" charset="2"/>
                        </a:rPr>
                        <a:t></a:t>
                      </a:r>
                      <a:endParaRPr lang="en-ZA" sz="1600" kern="1200" dirty="0">
                        <a:solidFill>
                          <a:schemeClr val="accent2"/>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737416833"/>
                  </a:ext>
                </a:extLst>
              </a:tr>
              <a:tr h="644318">
                <a:tc>
                  <a:txBody>
                    <a:bodyPr/>
                    <a:lstStyle/>
                    <a:p>
                      <a:pPr algn="l"/>
                      <a:r>
                        <a:rPr lang="en-US" sz="1100" dirty="0">
                          <a:solidFill>
                            <a:schemeClr val="accent1"/>
                          </a:solidFill>
                        </a:rPr>
                        <a:t>RETAILER B</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100" dirty="0">
                          <a:solidFill>
                            <a:schemeClr val="accent1"/>
                          </a:solidFill>
                        </a:rPr>
                        <a:t>MERCHANDISING</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ZA" sz="1600" kern="1200" dirty="0">
                          <a:solidFill>
                            <a:schemeClr val="accent5"/>
                          </a:solidFill>
                          <a:latin typeface="+mn-lt"/>
                          <a:ea typeface="+mn-ea"/>
                          <a:cs typeface="+mn-cs"/>
                          <a:sym typeface="Wingdings" panose="05000000000000000000" pitchFamily="2" charset="2"/>
                        </a:rPr>
                        <a:t></a:t>
                      </a:r>
                      <a:endParaRPr lang="en-ZA" sz="1600" kern="1200" dirty="0">
                        <a:solidFill>
                          <a:schemeClr val="accent5"/>
                        </a:solidFill>
                        <a:latin typeface="+mn-lt"/>
                        <a:ea typeface="+mn-ea"/>
                        <a:cs typeface="+mn-cs"/>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vMerge="1">
                  <a:txBody>
                    <a:bodyPr/>
                    <a:lstStyle/>
                    <a:p>
                      <a:pPr algn="ctr"/>
                      <a:endParaRPr lang="en-ZA" sz="1600" dirty="0">
                        <a:solidFill>
                          <a:schemeClr val="accent5"/>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2"/>
                          </a:solidFill>
                          <a:latin typeface="+mn-lt"/>
                          <a:ea typeface="+mn-ea"/>
                          <a:cs typeface="+mn-cs"/>
                          <a:sym typeface="Wingdings" panose="05000000000000000000" pitchFamily="2" charset="2"/>
                        </a:rPr>
                        <a:t></a:t>
                      </a:r>
                      <a:endParaRPr lang="en-ZA" sz="1600" kern="1200" dirty="0">
                        <a:solidFill>
                          <a:schemeClr val="accent2"/>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164666459"/>
                  </a:ext>
                </a:extLst>
              </a:tr>
              <a:tr h="644318">
                <a:tc>
                  <a:txBody>
                    <a:bodyPr/>
                    <a:lstStyle/>
                    <a:p>
                      <a:pPr algn="l"/>
                      <a:r>
                        <a:rPr lang="en-US" sz="1100" dirty="0">
                          <a:solidFill>
                            <a:schemeClr val="accent1"/>
                          </a:solidFill>
                        </a:rPr>
                        <a:t>RETAILER A</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100" dirty="0">
                          <a:solidFill>
                            <a:schemeClr val="accent1"/>
                          </a:solidFill>
                        </a:rPr>
                        <a:t>MERCHANDISING</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ZA" sz="1600" kern="1200" dirty="0">
                          <a:solidFill>
                            <a:schemeClr val="accent5"/>
                          </a:solidFill>
                          <a:latin typeface="+mn-lt"/>
                          <a:ea typeface="+mn-ea"/>
                          <a:cs typeface="+mn-cs"/>
                          <a:sym typeface="Wingdings" panose="05000000000000000000" pitchFamily="2" charset="2"/>
                        </a:rPr>
                        <a:t></a:t>
                      </a:r>
                      <a:endParaRPr lang="en-ZA" sz="1600" kern="1200" dirty="0">
                        <a:solidFill>
                          <a:schemeClr val="accent5"/>
                        </a:solidFill>
                        <a:latin typeface="+mn-lt"/>
                        <a:ea typeface="+mn-ea"/>
                        <a:cs typeface="+mn-cs"/>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vMerge="1">
                  <a:txBody>
                    <a:bodyPr/>
                    <a:lstStyle/>
                    <a:p>
                      <a:pPr algn="ctr"/>
                      <a:endParaRPr lang="en-ZA" sz="1600" dirty="0">
                        <a:solidFill>
                          <a:schemeClr val="accent5"/>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2"/>
                          </a:solidFill>
                          <a:latin typeface="+mn-lt"/>
                          <a:ea typeface="+mn-ea"/>
                          <a:cs typeface="+mn-cs"/>
                          <a:sym typeface="Wingdings" panose="05000000000000000000" pitchFamily="2" charset="2"/>
                        </a:rPr>
                        <a:t></a:t>
                      </a:r>
                      <a:endParaRPr lang="en-ZA" sz="1600" kern="1200" dirty="0">
                        <a:solidFill>
                          <a:schemeClr val="accent2"/>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984076149"/>
                  </a:ext>
                </a:extLst>
              </a:tr>
              <a:tr h="644318">
                <a:tc>
                  <a:txBody>
                    <a:bodyPr/>
                    <a:lstStyle/>
                    <a:p>
                      <a:pPr algn="l"/>
                      <a:r>
                        <a:rPr lang="en-US" sz="1100" dirty="0">
                          <a:solidFill>
                            <a:schemeClr val="accent1"/>
                          </a:solidFill>
                        </a:rPr>
                        <a:t>LIQUOR</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100" dirty="0">
                          <a:solidFill>
                            <a:schemeClr val="accent1"/>
                          </a:solidFill>
                        </a:rPr>
                        <a:t>MERCHANDISING</a:t>
                      </a:r>
                      <a:endParaRPr lang="en-ZA" sz="1100" dirty="0">
                        <a:solidFill>
                          <a:schemeClr val="accent1"/>
                        </a:solidFill>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ZA" sz="1600" kern="1200" dirty="0">
                          <a:solidFill>
                            <a:schemeClr val="accent5"/>
                          </a:solidFill>
                          <a:latin typeface="+mn-lt"/>
                          <a:ea typeface="+mn-ea"/>
                          <a:cs typeface="+mn-cs"/>
                          <a:sym typeface="Wingdings" panose="05000000000000000000" pitchFamily="2" charset="2"/>
                        </a:rPr>
                        <a:t></a:t>
                      </a:r>
                      <a:endParaRPr lang="en-ZA" sz="1600" kern="1200" dirty="0">
                        <a:solidFill>
                          <a:schemeClr val="accent5"/>
                        </a:solidFill>
                        <a:latin typeface="+mn-lt"/>
                        <a:ea typeface="+mn-ea"/>
                        <a:cs typeface="+mn-cs"/>
                      </a:endParaRPr>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vMerge="1">
                  <a:txBody>
                    <a:bodyPr/>
                    <a:lstStyle/>
                    <a:p>
                      <a:pPr algn="ctr"/>
                      <a:endParaRPr lang="en-ZA" sz="1600" dirty="0">
                        <a:solidFill>
                          <a:schemeClr val="accent5"/>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2"/>
                          </a:solidFill>
                          <a:latin typeface="+mn-lt"/>
                          <a:ea typeface="+mn-ea"/>
                          <a:cs typeface="+mn-cs"/>
                          <a:sym typeface="Wingdings" panose="05000000000000000000" pitchFamily="2" charset="2"/>
                        </a:rPr>
                        <a:t></a:t>
                      </a:r>
                      <a:endParaRPr lang="en-ZA" sz="1600" kern="1200" dirty="0">
                        <a:solidFill>
                          <a:schemeClr val="accent2"/>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dirty="0">
                          <a:solidFill>
                            <a:schemeClr val="accent2"/>
                          </a:solidFill>
                          <a:sym typeface="Wingdings" panose="05000000000000000000" pitchFamily="2" charset="2"/>
                        </a:rPr>
                        <a:t></a:t>
                      </a:r>
                      <a:endParaRPr lang="en-ZA" sz="1600" dirty="0">
                        <a:solidFill>
                          <a:schemeClr val="accent2"/>
                        </a:solidFill>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r>
                        <a:rPr lang="en-ZA" sz="1600" kern="1200" dirty="0">
                          <a:solidFill>
                            <a:schemeClr val="accent4"/>
                          </a:solidFill>
                          <a:latin typeface="+mn-lt"/>
                          <a:ea typeface="+mn-ea"/>
                          <a:cs typeface="+mn-cs"/>
                          <a:sym typeface="Wingdings" panose="05000000000000000000" pitchFamily="2" charset="2"/>
                        </a:rPr>
                        <a:t></a:t>
                      </a:r>
                      <a:endParaRPr lang="en-ZA" sz="1600" kern="1200" dirty="0">
                        <a:solidFill>
                          <a:schemeClr val="accent4"/>
                        </a:solidFill>
                        <a:latin typeface="+mn-lt"/>
                        <a:ea typeface="+mn-ea"/>
                        <a:cs typeface="+mn-cs"/>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463963769"/>
                  </a:ext>
                </a:extLst>
              </a:tr>
              <a:tr h="360000">
                <a:tc gridSpan="8">
                  <a:txBody>
                    <a:bodyPr/>
                    <a:lstStyle/>
                    <a:p>
                      <a:pPr algn="l"/>
                      <a:r>
                        <a:rPr lang="en-US" sz="1000" dirty="0"/>
                        <a:t>* As and when required – additional cost</a:t>
                      </a:r>
                      <a:endParaRPr lang="en-ZA" sz="1000" dirty="0"/>
                    </a:p>
                  </a:txBody>
                  <a:tcPr marL="108000" marR="108000" marT="72000" marB="72000" anchor="ct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hMerge="1">
                  <a:txBody>
                    <a:bodyPr/>
                    <a:lstStyle/>
                    <a:p>
                      <a:pPr algn="ctr"/>
                      <a:endParaRPr lang="en-ZA" sz="1100" dirty="0"/>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hMerge="1">
                  <a:txBody>
                    <a:bodyPr/>
                    <a:lstStyle/>
                    <a:p>
                      <a:pPr algn="ctr"/>
                      <a:endParaRPr lang="en-ZA" sz="1100"/>
                    </a:p>
                  </a:txBody>
                  <a:tcPr marL="108000" marR="108000" marT="72000" marB="72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algn="ctr"/>
                      <a:endParaRPr lang="en-ZA" sz="1100" dirty="0"/>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algn="ctr"/>
                      <a:endParaRPr lang="en-ZA" sz="1100"/>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algn="ctr"/>
                      <a:endParaRPr lang="en-ZA" sz="1100"/>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algn="ctr"/>
                      <a:endParaRPr lang="en-ZA" sz="1100" dirty="0"/>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algn="ctr"/>
                      <a:endParaRPr lang="en-ZA" sz="1100" dirty="0"/>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75271671"/>
                  </a:ext>
                </a:extLst>
              </a:tr>
            </a:tbl>
          </a:graphicData>
        </a:graphic>
      </p:graphicFrame>
      <p:sp>
        <p:nvSpPr>
          <p:cNvPr id="3" name="Title 2">
            <a:extLst>
              <a:ext uri="{FF2B5EF4-FFF2-40B4-BE49-F238E27FC236}">
                <a16:creationId xmlns:a16="http://schemas.microsoft.com/office/drawing/2014/main" id="{23301B21-0B76-F776-4016-24436BC479B9}"/>
              </a:ext>
            </a:extLst>
          </p:cNvPr>
          <p:cNvSpPr>
            <a:spLocks noGrp="1"/>
          </p:cNvSpPr>
          <p:nvPr>
            <p:ph type="ctrTitle"/>
          </p:nvPr>
        </p:nvSpPr>
        <p:spPr/>
        <p:txBody>
          <a:bodyPr/>
          <a:lstStyle/>
          <a:p>
            <a:r>
              <a:rPr lang="en-US" dirty="0"/>
              <a:t>RESOURCING CLIENT FOR SUSTAINED GROWTH</a:t>
            </a:r>
            <a:endParaRPr lang="en-ZA" dirty="0"/>
          </a:p>
        </p:txBody>
      </p:sp>
      <p:sp>
        <p:nvSpPr>
          <p:cNvPr id="4" name="Text Placeholder 3">
            <a:extLst>
              <a:ext uri="{FF2B5EF4-FFF2-40B4-BE49-F238E27FC236}">
                <a16:creationId xmlns:a16="http://schemas.microsoft.com/office/drawing/2014/main" id="{8CE9ACF4-C1B2-EEB9-2856-03683D6DEF40}"/>
              </a:ext>
            </a:extLst>
          </p:cNvPr>
          <p:cNvSpPr>
            <a:spLocks noGrp="1"/>
          </p:cNvSpPr>
          <p:nvPr>
            <p:ph type="body" sz="quarter" idx="40"/>
          </p:nvPr>
        </p:nvSpPr>
        <p:spPr>
          <a:xfrm>
            <a:off x="588166" y="975654"/>
            <a:ext cx="11051375" cy="211148"/>
          </a:xfrm>
        </p:spPr>
        <p:txBody>
          <a:bodyPr/>
          <a:lstStyle/>
          <a:p>
            <a:r>
              <a:rPr lang="en-US" sz="1900" dirty="0"/>
              <a:t>OPPORTUNITY TO FURTHER DEFINE THE SERVICE OFFERING AT CATEGORY LEVEL</a:t>
            </a:r>
            <a:endParaRPr lang="en-ZA" sz="1900" dirty="0"/>
          </a:p>
        </p:txBody>
      </p:sp>
    </p:spTree>
    <p:extLst>
      <p:ext uri="{BB962C8B-B14F-4D97-AF65-F5344CB8AC3E}">
        <p14:creationId xmlns:p14="http://schemas.microsoft.com/office/powerpoint/2010/main" val="35110421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p04gt.s05">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08F5006C-8E44-D32D-56E9-60AB76DD06FC}"/>
              </a:ext>
            </a:extLst>
          </p:cNvPr>
          <p:cNvGraphicFramePr/>
          <p:nvPr>
            <p:extLst>
              <p:ext uri="{D42A27DB-BD31-4B8C-83A1-F6EECF244321}">
                <p14:modId xmlns:p14="http://schemas.microsoft.com/office/powerpoint/2010/main" val="4074575908"/>
              </p:ext>
            </p:extLst>
          </p:nvPr>
        </p:nvGraphicFramePr>
        <p:xfrm>
          <a:off x="206559" y="1111250"/>
          <a:ext cx="11793852" cy="7582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Placeholder 4">
            <a:extLst>
              <a:ext uri="{FF2B5EF4-FFF2-40B4-BE49-F238E27FC236}">
                <a16:creationId xmlns:a16="http://schemas.microsoft.com/office/drawing/2014/main" id="{F654C3CF-C780-C1FA-EC4F-783B9D33307A}"/>
              </a:ext>
            </a:extLst>
          </p:cNvPr>
          <p:cNvGraphicFramePr>
            <a:graphicFrameLocks noGrp="1"/>
          </p:cNvGraphicFramePr>
          <p:nvPr>
            <p:ph type="tbl" sz="quarter" idx="39"/>
            <p:extLst>
              <p:ext uri="{D42A27DB-BD31-4B8C-83A1-F6EECF244321}">
                <p14:modId xmlns:p14="http://schemas.microsoft.com/office/powerpoint/2010/main" val="351086916"/>
              </p:ext>
            </p:extLst>
          </p:nvPr>
        </p:nvGraphicFramePr>
        <p:xfrm>
          <a:off x="587375" y="2016942"/>
          <a:ext cx="11052168" cy="4444575"/>
        </p:xfrm>
        <a:graphic>
          <a:graphicData uri="http://schemas.openxmlformats.org/drawingml/2006/table">
            <a:tbl>
              <a:tblPr firstRow="1" bandRow="1">
                <a:tableStyleId>{5940675A-B579-460E-94D1-54222C63F5DA}</a:tableStyleId>
              </a:tblPr>
              <a:tblGrid>
                <a:gridCol w="1381521">
                  <a:extLst>
                    <a:ext uri="{9D8B030D-6E8A-4147-A177-3AD203B41FA5}">
                      <a16:colId xmlns:a16="http://schemas.microsoft.com/office/drawing/2014/main" val="2500568996"/>
                    </a:ext>
                  </a:extLst>
                </a:gridCol>
                <a:gridCol w="1645161">
                  <a:extLst>
                    <a:ext uri="{9D8B030D-6E8A-4147-A177-3AD203B41FA5}">
                      <a16:colId xmlns:a16="http://schemas.microsoft.com/office/drawing/2014/main" val="1876917377"/>
                    </a:ext>
                  </a:extLst>
                </a:gridCol>
                <a:gridCol w="1872343">
                  <a:extLst>
                    <a:ext uri="{9D8B030D-6E8A-4147-A177-3AD203B41FA5}">
                      <a16:colId xmlns:a16="http://schemas.microsoft.com/office/drawing/2014/main" val="2799284149"/>
                    </a:ext>
                  </a:extLst>
                </a:gridCol>
                <a:gridCol w="1132114">
                  <a:extLst>
                    <a:ext uri="{9D8B030D-6E8A-4147-A177-3AD203B41FA5}">
                      <a16:colId xmlns:a16="http://schemas.microsoft.com/office/drawing/2014/main" val="1376034835"/>
                    </a:ext>
                  </a:extLst>
                </a:gridCol>
                <a:gridCol w="1227909">
                  <a:extLst>
                    <a:ext uri="{9D8B030D-6E8A-4147-A177-3AD203B41FA5}">
                      <a16:colId xmlns:a16="http://schemas.microsoft.com/office/drawing/2014/main" val="2254517609"/>
                    </a:ext>
                  </a:extLst>
                </a:gridCol>
                <a:gridCol w="1114697">
                  <a:extLst>
                    <a:ext uri="{9D8B030D-6E8A-4147-A177-3AD203B41FA5}">
                      <a16:colId xmlns:a16="http://schemas.microsoft.com/office/drawing/2014/main" val="1336993325"/>
                    </a:ext>
                  </a:extLst>
                </a:gridCol>
                <a:gridCol w="1567543">
                  <a:extLst>
                    <a:ext uri="{9D8B030D-6E8A-4147-A177-3AD203B41FA5}">
                      <a16:colId xmlns:a16="http://schemas.microsoft.com/office/drawing/2014/main" val="2809265957"/>
                    </a:ext>
                  </a:extLst>
                </a:gridCol>
                <a:gridCol w="1110880">
                  <a:extLst>
                    <a:ext uri="{9D8B030D-6E8A-4147-A177-3AD203B41FA5}">
                      <a16:colId xmlns:a16="http://schemas.microsoft.com/office/drawing/2014/main" val="267085491"/>
                    </a:ext>
                  </a:extLst>
                </a:gridCol>
              </a:tblGrid>
              <a:tr h="370840">
                <a:tc>
                  <a:txBody>
                    <a:bodyPr/>
                    <a:lstStyle/>
                    <a:p>
                      <a:pPr algn="ctr">
                        <a:lnSpc>
                          <a:spcPts val="1100"/>
                        </a:lnSpc>
                      </a:pPr>
                      <a:r>
                        <a:rPr lang="en-US" sz="1000" b="1" spc="40" baseline="0" dirty="0">
                          <a:solidFill>
                            <a:schemeClr val="bg1"/>
                          </a:solidFill>
                          <a:latin typeface="+mj-lt"/>
                        </a:rPr>
                        <a:t>FOCUS AREA</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OBJECTIVE</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HOW WE MEASURE</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NO. OF STORES</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FREQUENCY OF MEASURE</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TIME TAKEN PER STORE PER CYCLE</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HOW WE WILL REPORT</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lnSpc>
                          <a:spcPts val="1100"/>
                        </a:lnSpc>
                      </a:pPr>
                      <a:r>
                        <a:rPr lang="en-US" sz="1000" b="1" spc="40" baseline="0" dirty="0">
                          <a:solidFill>
                            <a:schemeClr val="bg1"/>
                          </a:solidFill>
                          <a:latin typeface="+mj-lt"/>
                        </a:rPr>
                        <a:t>HOW OFTEN DO WE REPORT</a:t>
                      </a:r>
                      <a:endParaRPr lang="en-ZA" sz="100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868479603"/>
                  </a:ext>
                </a:extLst>
              </a:tr>
              <a:tr h="370840">
                <a:tc rowSpan="2">
                  <a:txBody>
                    <a:bodyPr/>
                    <a:lstStyle/>
                    <a:p>
                      <a:pPr algn="ctr">
                        <a:lnSpc>
                          <a:spcPts val="1000"/>
                        </a:lnSpc>
                      </a:pPr>
                      <a:r>
                        <a:rPr lang="en-US" sz="900" b="1" spc="40" baseline="0" dirty="0">
                          <a:solidFill>
                            <a:schemeClr val="accent1"/>
                          </a:solidFill>
                          <a:latin typeface="+mj-lt"/>
                        </a:rPr>
                        <a:t>IMPROVE ON-SHELF AVAILABILITY</a:t>
                      </a:r>
                      <a:endParaRPr lang="en-ZA" sz="900" b="1" spc="40" baseline="0" dirty="0">
                        <a:solidFill>
                          <a:schemeClr val="accent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rgbClr val="EBF5FF"/>
                    </a:solidFill>
                  </a:tcPr>
                </a:tc>
                <a:tc>
                  <a:txBody>
                    <a:bodyPr/>
                    <a:lstStyle/>
                    <a:p>
                      <a:pPr algn="ctr">
                        <a:lnSpc>
                          <a:spcPts val="1100"/>
                        </a:lnSpc>
                      </a:pPr>
                      <a:r>
                        <a:rPr lang="en-US" sz="1000" dirty="0">
                          <a:solidFill>
                            <a:schemeClr val="accent5">
                              <a:lumMod val="50000"/>
                            </a:schemeClr>
                          </a:solidFill>
                        </a:rPr>
                        <a:t>Must stock list compliance</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Audited via SMART Track mobile App technology</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XXX (Inland)</a:t>
                      </a:r>
                      <a:br>
                        <a:rPr lang="en-US" sz="1000" dirty="0">
                          <a:solidFill>
                            <a:schemeClr val="accent5">
                              <a:lumMod val="50000"/>
                            </a:schemeClr>
                          </a:solidFill>
                        </a:rPr>
                      </a:br>
                      <a:r>
                        <a:rPr lang="en-US" sz="1000" dirty="0">
                          <a:solidFill>
                            <a:schemeClr val="accent5">
                              <a:lumMod val="50000"/>
                            </a:schemeClr>
                          </a:solidFill>
                        </a:rPr>
                        <a:t>XXX (Cape)</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Weekly</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00 min</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Annexure Reporting MSL</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100"/>
                        </a:lnSpc>
                      </a:pPr>
                      <a:r>
                        <a:rPr lang="en-US" sz="1000" dirty="0">
                          <a:solidFill>
                            <a:schemeClr val="accent5">
                              <a:lumMod val="50000"/>
                            </a:schemeClr>
                          </a:solidFill>
                        </a:rPr>
                        <a:t>N/A</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036717899"/>
                  </a:ext>
                </a:extLst>
              </a:tr>
              <a:tr h="370840">
                <a:tc vMerge="1">
                  <a:txBody>
                    <a:bodyPr/>
                    <a:lstStyle/>
                    <a:p>
                      <a:pPr algn="ctr"/>
                      <a:endParaRPr lang="en-ZA"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dirty="0">
                          <a:solidFill>
                            <a:schemeClr val="accent5">
                              <a:lumMod val="50000"/>
                            </a:schemeClr>
                          </a:solidFill>
                          <a:latin typeface="+mn-lt"/>
                          <a:ea typeface="+mn-ea"/>
                          <a:cs typeface="+mn-cs"/>
                        </a:rPr>
                        <a:t>On Shelf Availability</a:t>
                      </a:r>
                      <a:endParaRPr lang="en-ZA" sz="1000" kern="1200" dirty="0">
                        <a:solidFill>
                          <a:schemeClr val="accent5">
                            <a:lumMod val="50000"/>
                          </a:schemeClr>
                        </a:solidFill>
                        <a:latin typeface="+mn-lt"/>
                        <a:ea typeface="+mn-ea"/>
                        <a:cs typeface="+mn-cs"/>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Using Retailer daily sales data, Retailer Analytics/image recognition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dirty="0">
                          <a:solidFill>
                            <a:schemeClr val="accent5">
                              <a:lumMod val="50000"/>
                            </a:schemeClr>
                          </a:solidFill>
                        </a:rPr>
                        <a:t>XXX (Inland)</a:t>
                      </a:r>
                      <a:br>
                        <a:rPr lang="en-US" sz="1000" dirty="0">
                          <a:solidFill>
                            <a:schemeClr val="accent5">
                              <a:lumMod val="50000"/>
                            </a:schemeClr>
                          </a:solidFill>
                        </a:rPr>
                      </a:br>
                      <a:r>
                        <a:rPr lang="en-US" sz="1000" dirty="0">
                          <a:solidFill>
                            <a:schemeClr val="accent5">
                              <a:lumMod val="50000"/>
                            </a:schemeClr>
                          </a:solidFill>
                        </a:rPr>
                        <a:t>XXX (Cape)</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Weekly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00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latinLnBrk="0" hangingPunct="1">
                        <a:lnSpc>
                          <a:spcPts val="1100"/>
                        </a:lnSpc>
                        <a:spcBef>
                          <a:spcPts val="0"/>
                        </a:spcBef>
                        <a:spcAft>
                          <a:spcPts val="0"/>
                        </a:spcAft>
                        <a:buNone/>
                      </a:pPr>
                      <a:r>
                        <a:rPr lang="en-US" sz="1000" kern="1200" noProof="0" dirty="0">
                          <a:solidFill>
                            <a:schemeClr val="accent5">
                              <a:lumMod val="50000"/>
                            </a:schemeClr>
                          </a:solidFill>
                          <a:latin typeface="+mn-lt"/>
                          <a:ea typeface="+mn-ea"/>
                          <a:cs typeface="+mn-cs"/>
                        </a:rPr>
                        <a:t>Annexure Reporting On Shelf Availability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THIRD-PARTY TOOL utilized</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137915129"/>
                  </a:ext>
                </a:extLst>
              </a:tr>
              <a:tr h="370840">
                <a:tc rowSpan="2">
                  <a:txBody>
                    <a:bodyPr/>
                    <a:lstStyle/>
                    <a:p>
                      <a:pPr algn="ctr">
                        <a:lnSpc>
                          <a:spcPts val="1000"/>
                        </a:lnSpc>
                      </a:pPr>
                      <a:r>
                        <a:rPr lang="en-US" sz="900" b="1" spc="40" baseline="0" dirty="0">
                          <a:solidFill>
                            <a:schemeClr val="accent1"/>
                          </a:solidFill>
                          <a:latin typeface="+mj-lt"/>
                        </a:rPr>
                        <a:t>ENSURE THAT PROMOTIONS ARE IMPLEMENTED ON-TIME, IN-FULL</a:t>
                      </a:r>
                      <a:endParaRPr lang="en-ZA" sz="900" b="1" spc="40" baseline="0" dirty="0">
                        <a:solidFill>
                          <a:schemeClr val="accent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rgbClr val="EBF5FF"/>
                    </a:solidFill>
                  </a:tcPr>
                </a:tc>
                <a:tc>
                  <a:txBody>
                    <a:bodyPr/>
                    <a:lstStyle/>
                    <a:p>
                      <a:pPr marL="0" algn="ctr" defTabSz="914400" rtl="0" eaLnBrk="1" fontAlgn="ctr" latinLnBrk="0" hangingPunct="1">
                        <a:lnSpc>
                          <a:spcPts val="1100"/>
                        </a:lnSpc>
                      </a:pPr>
                      <a:r>
                        <a:rPr lang="en-US" sz="1000" kern="1200" dirty="0">
                          <a:solidFill>
                            <a:schemeClr val="accent5">
                              <a:lumMod val="50000"/>
                            </a:schemeClr>
                          </a:solidFill>
                          <a:latin typeface="+mn-lt"/>
                          <a:ea typeface="+mn-ea"/>
                          <a:cs typeface="+mn-cs"/>
                        </a:rPr>
                        <a:t>Display</a:t>
                      </a:r>
                      <a:endParaRPr lang="en-ZA" sz="1000" kern="1200" dirty="0">
                        <a:solidFill>
                          <a:schemeClr val="accent5">
                            <a:lumMod val="50000"/>
                          </a:schemeClr>
                        </a:solidFill>
                        <a:latin typeface="+mn-lt"/>
                        <a:ea typeface="+mn-ea"/>
                        <a:cs typeface="+mn-cs"/>
                      </a:endParaRPr>
                    </a:p>
                  </a:txBody>
                  <a:tcPr marL="9522" marR="9522"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dirty="0">
                          <a:solidFill>
                            <a:schemeClr val="accent5">
                              <a:lumMod val="50000"/>
                            </a:schemeClr>
                          </a:solidFill>
                          <a:latin typeface="+mn-lt"/>
                          <a:ea typeface="+mn-ea"/>
                          <a:cs typeface="+mn-cs"/>
                        </a:rPr>
                        <a:t>As achieved</a:t>
                      </a: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Depending on campaign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5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To be developed</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a:solidFill>
                            <a:schemeClr val="accent5">
                              <a:lumMod val="50000"/>
                            </a:schemeClr>
                          </a:solidFill>
                          <a:latin typeface="+mn-lt"/>
                          <a:ea typeface="+mn-ea"/>
                          <a:cs typeface="+mn-cs"/>
                        </a:rPr>
                        <a:t>Weekly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732427744"/>
                  </a:ext>
                </a:extLst>
              </a:tr>
              <a:tr h="370840">
                <a:tc vMerge="1">
                  <a:txBody>
                    <a:bodyPr/>
                    <a:lstStyle/>
                    <a:p>
                      <a:pPr algn="ctr"/>
                      <a:endParaRPr lang="en-ZA"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fontAlgn="ctr" latinLnBrk="0" hangingPunct="1">
                        <a:lnSpc>
                          <a:spcPts val="1100"/>
                        </a:lnSpc>
                      </a:pPr>
                      <a:r>
                        <a:rPr lang="en-US" sz="1000" kern="1200" dirty="0">
                          <a:solidFill>
                            <a:schemeClr val="accent5">
                              <a:lumMod val="50000"/>
                            </a:schemeClr>
                          </a:solidFill>
                          <a:latin typeface="+mn-lt"/>
                          <a:ea typeface="+mn-ea"/>
                          <a:cs typeface="+mn-cs"/>
                        </a:rPr>
                        <a:t>Promo Compliance/Booked Activity</a:t>
                      </a:r>
                      <a:endParaRPr lang="en-ZA" sz="1000" kern="1200" dirty="0">
                        <a:solidFill>
                          <a:schemeClr val="accent5">
                            <a:lumMod val="50000"/>
                          </a:schemeClr>
                        </a:solidFill>
                        <a:latin typeface="+mn-lt"/>
                        <a:ea typeface="+mn-ea"/>
                        <a:cs typeface="+mn-cs"/>
                      </a:endParaRPr>
                    </a:p>
                  </a:txBody>
                  <a:tcPr marL="9522" marR="9522"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dirty="0">
                          <a:solidFill>
                            <a:schemeClr val="accent5">
                              <a:lumMod val="50000"/>
                            </a:schemeClr>
                          </a:solidFill>
                          <a:latin typeface="+mn-lt"/>
                          <a:ea typeface="+mn-ea"/>
                          <a:cs typeface="+mn-cs"/>
                        </a:rPr>
                        <a:t>As per schedule</a:t>
                      </a: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lvl="0" algn="ctr" defTabSz="914400" rtl="0" eaLnBrk="1" latinLnBrk="0" hangingPunct="1">
                        <a:lnSpc>
                          <a:spcPts val="1100"/>
                        </a:lnSpc>
                        <a:buNone/>
                      </a:pPr>
                      <a:r>
                        <a:rPr lang="en-US" sz="1000" kern="1200" noProof="0">
                          <a:solidFill>
                            <a:schemeClr val="accent5">
                              <a:lumMod val="50000"/>
                            </a:schemeClr>
                          </a:solidFill>
                          <a:latin typeface="+mn-lt"/>
                          <a:ea typeface="+mn-ea"/>
                          <a:cs typeface="+mn-cs"/>
                        </a:rPr>
                        <a:t>Depending on campaign</a:t>
                      </a:r>
                      <a:endParaRPr lang="en-US" sz="1000" kern="1200">
                        <a:solidFill>
                          <a:schemeClr val="accent5">
                            <a:lumMod val="50000"/>
                          </a:schemeClr>
                        </a:solidFill>
                        <a:latin typeface="+mn-lt"/>
                        <a:ea typeface="+mn-ea"/>
                        <a:cs typeface="+mn-cs"/>
                      </a:endParaRP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a:solidFill>
                            <a:schemeClr val="accent5">
                              <a:lumMod val="50000"/>
                            </a:schemeClr>
                          </a:solidFill>
                          <a:latin typeface="+mn-lt"/>
                          <a:ea typeface="+mn-ea"/>
                          <a:cs typeface="+mn-cs"/>
                        </a:rPr>
                        <a:t>5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a:solidFill>
                            <a:schemeClr val="accent5">
                              <a:lumMod val="50000"/>
                            </a:schemeClr>
                          </a:solidFill>
                          <a:latin typeface="+mn-lt"/>
                          <a:ea typeface="+mn-ea"/>
                          <a:cs typeface="+mn-cs"/>
                        </a:rPr>
                        <a:t>Annexure Reporting Promo Compliance</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Weekly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804201993"/>
                  </a:ext>
                </a:extLst>
              </a:tr>
              <a:tr h="370840">
                <a:tc rowSpan="3">
                  <a:txBody>
                    <a:bodyPr/>
                    <a:lstStyle/>
                    <a:p>
                      <a:pPr algn="ctr">
                        <a:lnSpc>
                          <a:spcPts val="1000"/>
                        </a:lnSpc>
                      </a:pPr>
                      <a:r>
                        <a:rPr lang="en-US" sz="900" b="1" spc="40" baseline="0" dirty="0">
                          <a:solidFill>
                            <a:schemeClr val="accent1"/>
                          </a:solidFill>
                          <a:latin typeface="+mj-lt"/>
                        </a:rPr>
                        <a:t>KPI AUDITS</a:t>
                      </a:r>
                      <a:endParaRPr lang="en-ZA" sz="900" b="1" spc="40" baseline="0" dirty="0">
                        <a:solidFill>
                          <a:schemeClr val="accent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rgbClr val="EBF5FF"/>
                    </a:solidFill>
                  </a:tcPr>
                </a:tc>
                <a:tc>
                  <a:txBody>
                    <a:bodyPr/>
                    <a:lstStyle/>
                    <a:p>
                      <a:pPr marL="0" algn="ctr" defTabSz="914400" rtl="0" eaLnBrk="1" fontAlgn="ctr" latinLnBrk="0" hangingPunct="1">
                        <a:lnSpc>
                          <a:spcPts val="1100"/>
                        </a:lnSpc>
                      </a:pPr>
                      <a:r>
                        <a:rPr lang="en-US" sz="1000" kern="1200" dirty="0">
                          <a:solidFill>
                            <a:schemeClr val="accent5">
                              <a:lumMod val="50000"/>
                            </a:schemeClr>
                          </a:solidFill>
                          <a:latin typeface="+mn-lt"/>
                          <a:ea typeface="+mn-ea"/>
                          <a:cs typeface="+mn-cs"/>
                        </a:rPr>
                        <a:t>Planogram Compliance</a:t>
                      </a:r>
                      <a:endParaRPr lang="en-ZA" sz="1000" kern="1200" dirty="0">
                        <a:solidFill>
                          <a:schemeClr val="accent5">
                            <a:lumMod val="50000"/>
                          </a:schemeClr>
                        </a:solidFill>
                        <a:latin typeface="+mn-lt"/>
                        <a:ea typeface="+mn-ea"/>
                        <a:cs typeface="+mn-cs"/>
                      </a:endParaRPr>
                    </a:p>
                  </a:txBody>
                  <a:tcPr marL="9522" marR="9522"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lvl="0" algn="ctr" defTabSz="914400" rtl="0" eaLnBrk="1" latinLnBrk="0" hangingPunct="1">
                        <a:lnSpc>
                          <a:spcPts val="1100"/>
                        </a:lnSpc>
                        <a:spcBef>
                          <a:spcPts val="0"/>
                        </a:spcBef>
                        <a:spcAft>
                          <a:spcPts val="0"/>
                        </a:spcAft>
                        <a:buNone/>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dirty="0">
                          <a:solidFill>
                            <a:schemeClr val="accent5">
                              <a:lumMod val="50000"/>
                            </a:schemeClr>
                          </a:solidFill>
                        </a:rPr>
                        <a:t>XXX (Inland)</a:t>
                      </a:r>
                      <a:br>
                        <a:rPr lang="en-US" sz="1000" dirty="0">
                          <a:solidFill>
                            <a:schemeClr val="accent5">
                              <a:lumMod val="50000"/>
                            </a:schemeClr>
                          </a:solidFill>
                        </a:rPr>
                      </a:br>
                      <a:r>
                        <a:rPr lang="en-US" sz="1000" dirty="0">
                          <a:solidFill>
                            <a:schemeClr val="accent5">
                              <a:lumMod val="50000"/>
                            </a:schemeClr>
                          </a:solidFill>
                        </a:rPr>
                        <a:t>XXX (Cape)</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Monthly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5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To be developed</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a:solidFill>
                            <a:schemeClr val="accent5">
                              <a:lumMod val="50000"/>
                            </a:schemeClr>
                          </a:solidFill>
                          <a:latin typeface="+mn-lt"/>
                          <a:ea typeface="+mn-ea"/>
                          <a:cs typeface="+mn-cs"/>
                        </a:rPr>
                        <a:t>N/A</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086765725"/>
                  </a:ext>
                </a:extLst>
              </a:tr>
              <a:tr h="370840">
                <a:tc vMerge="1">
                  <a:txBody>
                    <a:bodyPr/>
                    <a:lstStyle/>
                    <a:p>
                      <a:pPr algn="ctr"/>
                      <a:endParaRPr lang="en-ZA"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fontAlgn="ctr" latinLnBrk="0" hangingPunct="1">
                        <a:lnSpc>
                          <a:spcPts val="1100"/>
                        </a:lnSpc>
                      </a:pPr>
                      <a:r>
                        <a:rPr lang="en-US" sz="1000" kern="1200" dirty="0">
                          <a:solidFill>
                            <a:schemeClr val="accent5">
                              <a:lumMod val="50000"/>
                            </a:schemeClr>
                          </a:solidFill>
                          <a:latin typeface="+mn-lt"/>
                          <a:ea typeface="+mn-ea"/>
                          <a:cs typeface="+mn-cs"/>
                        </a:rPr>
                        <a:t>POS compliance</a:t>
                      </a:r>
                      <a:endParaRPr lang="en-ZA" sz="1000" kern="1200" dirty="0">
                        <a:solidFill>
                          <a:schemeClr val="accent5">
                            <a:lumMod val="50000"/>
                          </a:schemeClr>
                        </a:solidFill>
                        <a:latin typeface="+mn-lt"/>
                        <a:ea typeface="+mn-ea"/>
                        <a:cs typeface="+mn-cs"/>
                      </a:endParaRPr>
                    </a:p>
                  </a:txBody>
                  <a:tcPr marL="9522" marR="9522"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lvl="0" algn="ctr" defTabSz="914400" rtl="0" eaLnBrk="1" latinLnBrk="0" hangingPunct="1">
                        <a:lnSpc>
                          <a:spcPts val="1100"/>
                        </a:lnSpc>
                        <a:spcBef>
                          <a:spcPts val="0"/>
                        </a:spcBef>
                        <a:spcAft>
                          <a:spcPts val="0"/>
                        </a:spcAft>
                        <a:buNone/>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dirty="0">
                          <a:solidFill>
                            <a:schemeClr val="accent5">
                              <a:lumMod val="50000"/>
                            </a:schemeClr>
                          </a:solidFill>
                          <a:latin typeface="+mn-lt"/>
                          <a:ea typeface="+mn-ea"/>
                          <a:cs typeface="+mn-cs"/>
                        </a:rPr>
                        <a:t>As per schedule</a:t>
                      </a: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Weekly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5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Annexure Reporting POS Compliance</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Quarterly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222643406"/>
                  </a:ext>
                </a:extLst>
              </a:tr>
              <a:tr h="370840">
                <a:tc vMerge="1">
                  <a:txBody>
                    <a:bodyPr/>
                    <a:lstStyle/>
                    <a:p>
                      <a:pPr algn="ctr"/>
                      <a:endParaRPr lang="en-ZA" dirty="0"/>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ctr" defTabSz="914400" rtl="0" eaLnBrk="1" fontAlgn="ctr" latinLnBrk="0" hangingPunct="1">
                        <a:lnSpc>
                          <a:spcPts val="1100"/>
                        </a:lnSpc>
                      </a:pPr>
                      <a:r>
                        <a:rPr lang="en-ZA" sz="1000" kern="1200" dirty="0">
                          <a:solidFill>
                            <a:schemeClr val="accent5">
                              <a:lumMod val="50000"/>
                            </a:schemeClr>
                          </a:solidFill>
                          <a:latin typeface="+mn-lt"/>
                          <a:ea typeface="+mn-ea"/>
                          <a:cs typeface="+mn-cs"/>
                        </a:rPr>
                        <a:t>Call Compliance</a:t>
                      </a:r>
                    </a:p>
                  </a:txBody>
                  <a:tcPr marL="9522" marR="9522"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kern="1200" dirty="0">
                          <a:solidFill>
                            <a:schemeClr val="accent5">
                              <a:lumMod val="50000"/>
                            </a:schemeClr>
                          </a:solidFill>
                          <a:latin typeface="+mn-lt"/>
                          <a:ea typeface="+mn-ea"/>
                          <a:cs typeface="+mn-cs"/>
                        </a:rPr>
                        <a:t>Full base</a:t>
                      </a: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Daily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N/A</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Annexure Reporting Call Compliance</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ts val="1100"/>
                        </a:lnSpc>
                      </a:pPr>
                      <a:r>
                        <a:rPr lang="en-US" sz="1000" kern="1200" dirty="0">
                          <a:solidFill>
                            <a:schemeClr val="accent5">
                              <a:lumMod val="50000"/>
                            </a:schemeClr>
                          </a:solidFill>
                          <a:latin typeface="+mn-lt"/>
                          <a:ea typeface="+mn-ea"/>
                          <a:cs typeface="+mn-cs"/>
                        </a:rPr>
                        <a:t>N/A</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398763627"/>
                  </a:ext>
                </a:extLst>
              </a:tr>
              <a:tr h="370840">
                <a:tc>
                  <a:txBody>
                    <a:bodyPr/>
                    <a:lstStyle/>
                    <a:p>
                      <a:pPr algn="ctr">
                        <a:lnSpc>
                          <a:spcPts val="1000"/>
                        </a:lnSpc>
                      </a:pPr>
                      <a:r>
                        <a:rPr lang="en-US" sz="900" b="1" spc="40" baseline="0" dirty="0">
                          <a:solidFill>
                            <a:schemeClr val="accent1"/>
                          </a:solidFill>
                          <a:latin typeface="+mj-lt"/>
                        </a:rPr>
                        <a:t>ENSURE THAT FORWARD SHARE TARGET IS ACHIEVED</a:t>
                      </a:r>
                      <a:endParaRPr lang="en-ZA" sz="900" b="1" spc="40" baseline="0" dirty="0">
                        <a:solidFill>
                          <a:schemeClr val="accent1"/>
                        </a:solidFill>
                        <a:latin typeface="+mj-lt"/>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rgbClr val="EBF5FF"/>
                    </a:solidFill>
                  </a:tcPr>
                </a:tc>
                <a:tc>
                  <a:txBody>
                    <a:bodyPr/>
                    <a:lstStyle/>
                    <a:p>
                      <a:pPr marL="0" lvl="0" algn="ctr" defTabSz="914400" rtl="0" eaLnBrk="1" latinLnBrk="0" hangingPunct="1">
                        <a:lnSpc>
                          <a:spcPts val="1100"/>
                        </a:lnSpc>
                        <a:buNone/>
                      </a:pPr>
                      <a:r>
                        <a:rPr lang="en-US" sz="1000" kern="1200" dirty="0">
                          <a:solidFill>
                            <a:schemeClr val="accent5">
                              <a:lumMod val="50000"/>
                            </a:schemeClr>
                          </a:solidFill>
                          <a:latin typeface="+mn-lt"/>
                          <a:ea typeface="+mn-ea"/>
                          <a:cs typeface="+mn-cs"/>
                        </a:rPr>
                        <a:t>Share of Shelf</a:t>
                      </a:r>
                      <a:endParaRPr lang="en-ZA" sz="1000" kern="1200" dirty="0">
                        <a:solidFill>
                          <a:schemeClr val="accent5">
                            <a:lumMod val="50000"/>
                          </a:schemeClr>
                        </a:solidFill>
                        <a:latin typeface="+mn-lt"/>
                        <a:ea typeface="+mn-ea"/>
                        <a:cs typeface="+mn-cs"/>
                      </a:endParaRPr>
                    </a:p>
                  </a:txBody>
                  <a:tcPr marL="9521" marR="9521"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Audited via SMART Track mobile </a:t>
                      </a:r>
                      <a:r>
                        <a:rPr lang="en-US" sz="1000" dirty="0">
                          <a:solidFill>
                            <a:schemeClr val="accent5">
                              <a:lumMod val="50000"/>
                            </a:schemeClr>
                          </a:solidFill>
                        </a:rPr>
                        <a:t>App</a:t>
                      </a:r>
                      <a:r>
                        <a:rPr lang="en-US" sz="1000" kern="1200" noProof="0" dirty="0">
                          <a:solidFill>
                            <a:schemeClr val="accent5">
                              <a:lumMod val="50000"/>
                            </a:schemeClr>
                          </a:solidFill>
                          <a:latin typeface="+mn-lt"/>
                          <a:ea typeface="+mn-ea"/>
                          <a:cs typeface="+mn-cs"/>
                        </a:rPr>
                        <a:t> technology or </a:t>
                      </a:r>
                      <a:br>
                        <a:rPr lang="en-US" sz="1000" kern="1200" noProof="0" dirty="0">
                          <a:solidFill>
                            <a:schemeClr val="accent5">
                              <a:lumMod val="50000"/>
                            </a:schemeClr>
                          </a:solidFill>
                          <a:latin typeface="+mn-lt"/>
                          <a:ea typeface="+mn-ea"/>
                          <a:cs typeface="+mn-cs"/>
                        </a:rPr>
                      </a:br>
                      <a:r>
                        <a:rPr lang="en-US" sz="1000" kern="1200" noProof="0" dirty="0">
                          <a:solidFill>
                            <a:schemeClr val="accent5">
                              <a:lumMod val="50000"/>
                            </a:schemeClr>
                          </a:solidFill>
                          <a:latin typeface="+mn-lt"/>
                          <a:ea typeface="+mn-ea"/>
                          <a:cs typeface="+mn-cs"/>
                        </a:rPr>
                        <a:t>options for Image Recognition Technology</a:t>
                      </a:r>
                      <a:endParaRPr lang="en-US" sz="1000" kern="1200" dirty="0">
                        <a:solidFill>
                          <a:schemeClr val="accent5">
                            <a:lumMod val="50000"/>
                          </a:schemeClr>
                        </a:solidFill>
                        <a:latin typeface="+mn-lt"/>
                        <a:ea typeface="+mn-ea"/>
                        <a:cs typeface="+mn-cs"/>
                      </a:endParaRP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lang="en-US" sz="1000" dirty="0">
                          <a:solidFill>
                            <a:schemeClr val="accent5">
                              <a:lumMod val="50000"/>
                            </a:schemeClr>
                          </a:solidFill>
                        </a:rPr>
                        <a:t>XXX (Inland)</a:t>
                      </a:r>
                      <a:br>
                        <a:rPr lang="en-US" sz="1000" dirty="0">
                          <a:solidFill>
                            <a:schemeClr val="accent5">
                              <a:lumMod val="50000"/>
                            </a:schemeClr>
                          </a:solidFill>
                        </a:rPr>
                      </a:br>
                      <a:r>
                        <a:rPr lang="en-US" sz="1000" dirty="0">
                          <a:solidFill>
                            <a:schemeClr val="accent5">
                              <a:lumMod val="50000"/>
                            </a:schemeClr>
                          </a:solidFill>
                        </a:rPr>
                        <a:t>XXX (Cape)</a:t>
                      </a:r>
                      <a:endParaRPr lang="en-ZA" sz="1000" dirty="0">
                        <a:solidFill>
                          <a:schemeClr val="accent5">
                            <a:lumMod val="50000"/>
                          </a:schemeClr>
                        </a:solidFill>
                      </a:endParaRPr>
                    </a:p>
                  </a:txBody>
                  <a:tcPr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lvl="0" algn="ctr" defTabSz="914400" rtl="0" eaLnBrk="1" latinLnBrk="0" hangingPunct="1">
                        <a:lnSpc>
                          <a:spcPts val="1100"/>
                        </a:lnSpc>
                        <a:buNone/>
                      </a:pPr>
                      <a:r>
                        <a:rPr lang="en-US" sz="1000" kern="1200" dirty="0">
                          <a:solidFill>
                            <a:schemeClr val="accent5">
                              <a:lumMod val="50000"/>
                            </a:schemeClr>
                          </a:solidFill>
                          <a:latin typeface="+mn-lt"/>
                          <a:ea typeface="+mn-ea"/>
                          <a:cs typeface="+mn-cs"/>
                        </a:rPr>
                        <a:t>Monthly</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lvl="0" algn="ctr" defTabSz="914400" rtl="0" eaLnBrk="1" latinLnBrk="0" hangingPunct="1">
                        <a:lnSpc>
                          <a:spcPts val="1100"/>
                        </a:lnSpc>
                        <a:buNone/>
                      </a:pPr>
                      <a:r>
                        <a:rPr lang="en-US" sz="1000" kern="1200" dirty="0">
                          <a:solidFill>
                            <a:schemeClr val="accent5">
                              <a:lumMod val="50000"/>
                            </a:schemeClr>
                          </a:solidFill>
                          <a:latin typeface="+mn-lt"/>
                          <a:ea typeface="+mn-ea"/>
                          <a:cs typeface="+mn-cs"/>
                        </a:rPr>
                        <a:t>00 min</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marR="0" lvl="0" indent="0" algn="ctr" defTabSz="914400" rtl="0" eaLnBrk="1" latinLnBrk="0" hangingPunct="1">
                        <a:lnSpc>
                          <a:spcPts val="1100"/>
                        </a:lnSpc>
                        <a:spcBef>
                          <a:spcPts val="0"/>
                        </a:spcBef>
                        <a:spcAft>
                          <a:spcPts val="0"/>
                        </a:spcAft>
                        <a:buClrTx/>
                        <a:buSzTx/>
                        <a:buFontTx/>
                        <a:buNone/>
                      </a:pPr>
                      <a:r>
                        <a:rPr lang="en-US" sz="1000" kern="1200" noProof="0" dirty="0">
                          <a:solidFill>
                            <a:schemeClr val="accent5">
                              <a:lumMod val="50000"/>
                            </a:schemeClr>
                          </a:solidFill>
                          <a:latin typeface="+mn-lt"/>
                          <a:ea typeface="+mn-ea"/>
                          <a:cs typeface="+mn-cs"/>
                        </a:rPr>
                        <a:t>Annexure Reporting Share of Shelf</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tc>
                  <a:txBody>
                    <a:bodyPr/>
                    <a:lstStyle/>
                    <a:p>
                      <a:pPr marL="0" lvl="0" algn="ctr" defTabSz="914400" rtl="0" eaLnBrk="1" latinLnBrk="0" hangingPunct="1">
                        <a:lnSpc>
                          <a:spcPts val="1100"/>
                        </a:lnSpc>
                        <a:buNone/>
                      </a:pPr>
                      <a:r>
                        <a:rPr lang="en-US" sz="1000" kern="1200" dirty="0">
                          <a:solidFill>
                            <a:schemeClr val="accent5">
                              <a:lumMod val="50000"/>
                            </a:schemeClr>
                          </a:solidFill>
                          <a:latin typeface="+mn-lt"/>
                          <a:ea typeface="+mn-ea"/>
                          <a:cs typeface="+mn-cs"/>
                        </a:rPr>
                        <a:t>THIRD-PARTY TOOL utilized</a:t>
                      </a:r>
                    </a:p>
                  </a:txBody>
                  <a:tcPr marL="91407" marR="91407"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920756696"/>
                  </a:ext>
                </a:extLst>
              </a:tr>
            </a:tbl>
          </a:graphicData>
        </a:graphic>
      </p:graphicFrame>
      <p:sp>
        <p:nvSpPr>
          <p:cNvPr id="7" name="Title 6">
            <a:extLst>
              <a:ext uri="{FF2B5EF4-FFF2-40B4-BE49-F238E27FC236}">
                <a16:creationId xmlns:a16="http://schemas.microsoft.com/office/drawing/2014/main" id="{D6132039-A0AA-8238-BA1C-15DB53736043}"/>
              </a:ext>
            </a:extLst>
          </p:cNvPr>
          <p:cNvSpPr>
            <a:spLocks noGrp="1"/>
          </p:cNvSpPr>
          <p:nvPr>
            <p:ph type="ctrTitle"/>
          </p:nvPr>
        </p:nvSpPr>
        <p:spPr/>
        <p:txBody>
          <a:bodyPr/>
          <a:lstStyle/>
          <a:p>
            <a:r>
              <a:rPr lang="en-US" dirty="0"/>
              <a:t>HOW WE ENABLE TO BASICS</a:t>
            </a:r>
            <a:endParaRPr lang="en-ZA" dirty="0"/>
          </a:p>
        </p:txBody>
      </p:sp>
    </p:spTree>
    <p:extLst>
      <p:ext uri="{BB962C8B-B14F-4D97-AF65-F5344CB8AC3E}">
        <p14:creationId xmlns:p14="http://schemas.microsoft.com/office/powerpoint/2010/main" val="16955044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p04gt.s06">
    <p:spTree>
      <p:nvGrpSpPr>
        <p:cNvPr id="1" name=""/>
        <p:cNvGrpSpPr/>
        <p:nvPr/>
      </p:nvGrpSpPr>
      <p:grpSpPr>
        <a:xfrm>
          <a:off x="0" y="0"/>
          <a:ext cx="0" cy="0"/>
          <a:chOff x="0" y="0"/>
          <a:chExt cx="0" cy="0"/>
        </a:xfrm>
      </p:grpSpPr>
      <p:graphicFrame>
        <p:nvGraphicFramePr>
          <p:cNvPr id="7" name="Table Placeholder 4">
            <a:extLst>
              <a:ext uri="{FF2B5EF4-FFF2-40B4-BE49-F238E27FC236}">
                <a16:creationId xmlns:a16="http://schemas.microsoft.com/office/drawing/2014/main" id="{1B8EFD2B-C426-A660-1B4F-79121B8A1C10}"/>
              </a:ext>
            </a:extLst>
          </p:cNvPr>
          <p:cNvGraphicFramePr>
            <a:graphicFrameLocks/>
          </p:cNvGraphicFramePr>
          <p:nvPr>
            <p:extLst>
              <p:ext uri="{D42A27DB-BD31-4B8C-83A1-F6EECF244321}">
                <p14:modId xmlns:p14="http://schemas.microsoft.com/office/powerpoint/2010/main" val="4535202"/>
              </p:ext>
            </p:extLst>
          </p:nvPr>
        </p:nvGraphicFramePr>
        <p:xfrm>
          <a:off x="6297169" y="1349374"/>
          <a:ext cx="5343524" cy="5094156"/>
        </p:xfrm>
        <a:graphic>
          <a:graphicData uri="http://schemas.openxmlformats.org/drawingml/2006/table">
            <a:tbl>
              <a:tblPr firstRow="1" bandRow="1">
                <a:tableStyleId>{5940675A-B579-460E-94D1-54222C63F5DA}</a:tableStyleId>
              </a:tblPr>
              <a:tblGrid>
                <a:gridCol w="2671762">
                  <a:extLst>
                    <a:ext uri="{9D8B030D-6E8A-4147-A177-3AD203B41FA5}">
                      <a16:colId xmlns:a16="http://schemas.microsoft.com/office/drawing/2014/main" val="3956594760"/>
                    </a:ext>
                  </a:extLst>
                </a:gridCol>
                <a:gridCol w="2671762">
                  <a:extLst>
                    <a:ext uri="{9D8B030D-6E8A-4147-A177-3AD203B41FA5}">
                      <a16:colId xmlns:a16="http://schemas.microsoft.com/office/drawing/2014/main" val="2715799838"/>
                    </a:ext>
                  </a:extLst>
                </a:gridCol>
              </a:tblGrid>
              <a:tr h="532155">
                <a:tc gridSpan="2">
                  <a:txBody>
                    <a:bodyPr/>
                    <a:lstStyle/>
                    <a:p>
                      <a:pPr algn="ctr"/>
                      <a:r>
                        <a:rPr lang="en-US" sz="1600" b="1" dirty="0">
                          <a:solidFill>
                            <a:schemeClr val="accent3"/>
                          </a:solidFill>
                          <a:latin typeface="+mj-lt"/>
                        </a:rPr>
                        <a:t>REGIONAL APPROACH</a:t>
                      </a:r>
                      <a:endParaRPr lang="en-ZA" sz="1600" b="1" dirty="0">
                        <a:solidFill>
                          <a:schemeClr val="accent3"/>
                        </a:solidFill>
                        <a:latin typeface="+mj-lt"/>
                      </a:endParaRPr>
                    </a:p>
                  </a:txBody>
                  <a:tcPr marL="108000" marR="108000" marT="108000" marB="10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accent3"/>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809148910"/>
                  </a:ext>
                </a:extLst>
              </a:tr>
              <a:tr h="391556">
                <a:tc>
                  <a:txBody>
                    <a:bodyPr/>
                    <a:lstStyle/>
                    <a:p>
                      <a:pPr marL="0" algn="ctr" defTabSz="914400" rtl="0" eaLnBrk="1" latinLnBrk="0" hangingPunct="1"/>
                      <a:r>
                        <a:rPr lang="en-US" sz="1400" b="1" kern="1200" dirty="0">
                          <a:solidFill>
                            <a:schemeClr val="bg1"/>
                          </a:solidFill>
                          <a:latin typeface="+mj-lt"/>
                          <a:ea typeface="+mn-ea"/>
                          <a:cs typeface="+mn-cs"/>
                        </a:rPr>
                        <a:t>PRO</a:t>
                      </a:r>
                      <a:endParaRPr lang="en-ZA" sz="1400" b="1" kern="1200" dirty="0">
                        <a:solidFill>
                          <a:schemeClr val="bg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marL="0" algn="ctr" defTabSz="914400" rtl="0" eaLnBrk="1" latinLnBrk="0" hangingPunct="1"/>
                      <a:r>
                        <a:rPr lang="en-US" sz="1400" b="1" kern="1200" dirty="0">
                          <a:solidFill>
                            <a:schemeClr val="bg1"/>
                          </a:solidFill>
                          <a:latin typeface="+mj-lt"/>
                          <a:ea typeface="+mn-ea"/>
                          <a:cs typeface="+mn-cs"/>
                        </a:rPr>
                        <a:t>CON</a:t>
                      </a:r>
                      <a:endParaRPr lang="en-ZA" sz="1400" b="1" kern="1200" dirty="0">
                        <a:solidFill>
                          <a:schemeClr val="bg1"/>
                        </a:solidFill>
                        <a:latin typeface="+mj-lt"/>
                        <a:ea typeface="+mn-ea"/>
                        <a:cs typeface="+mn-cs"/>
                      </a:endParaRPr>
                    </a:p>
                  </a:txBody>
                  <a:tcPr anchor="ctr">
                    <a:lnL w="2857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6813806"/>
                  </a:ext>
                </a:extLst>
              </a:tr>
              <a:tr h="4170445">
                <a:tc>
                  <a:txBody>
                    <a:bodyPr/>
                    <a:lstStyle/>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357188" marR="0" lvl="0" indent="-87313"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357188" marR="0" lvl="0" indent="-87313"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a:t>
                      </a:r>
                    </a:p>
                  </a:txBody>
                  <a:tcPr marL="144000" marR="108000" marT="180000" marB="108000">
                    <a:lnL w="9525" cap="flat" cmpd="sng" algn="ctr">
                      <a:solidFill>
                        <a:schemeClr val="tx1">
                          <a:lumMod val="40000"/>
                          <a:lumOff val="6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ZA" sz="110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ZA" sz="1100" dirty="0">
                          <a:solidFill>
                            <a:schemeClr val="accent5">
                              <a:lumMod val="50000"/>
                            </a:schemeClr>
                          </a:solidFill>
                        </a:rPr>
                        <a:t>Type bullet points here… </a:t>
                      </a:r>
                    </a:p>
                  </a:txBody>
                  <a:tcPr marL="144000" marR="108000" marT="180000" marB="108000">
                    <a:lnL w="2857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extLst>
                  <a:ext uri="{0D108BD9-81ED-4DB2-BD59-A6C34878D82A}">
                    <a16:rowId xmlns:a16="http://schemas.microsoft.com/office/drawing/2014/main" val="3560265541"/>
                  </a:ext>
                </a:extLst>
              </a:tr>
            </a:tbl>
          </a:graphicData>
        </a:graphic>
      </p:graphicFrame>
      <p:graphicFrame>
        <p:nvGraphicFramePr>
          <p:cNvPr id="5" name="Table Placeholder 4">
            <a:extLst>
              <a:ext uri="{FF2B5EF4-FFF2-40B4-BE49-F238E27FC236}">
                <a16:creationId xmlns:a16="http://schemas.microsoft.com/office/drawing/2014/main" id="{64AEEC01-1DB3-9CE1-7B71-9A3219CAE189}"/>
              </a:ext>
            </a:extLst>
          </p:cNvPr>
          <p:cNvGraphicFramePr>
            <a:graphicFrameLocks noGrp="1"/>
          </p:cNvGraphicFramePr>
          <p:nvPr>
            <p:ph type="tbl" sz="quarter" idx="42"/>
            <p:extLst>
              <p:ext uri="{D42A27DB-BD31-4B8C-83A1-F6EECF244321}">
                <p14:modId xmlns:p14="http://schemas.microsoft.com/office/powerpoint/2010/main" val="2935781108"/>
              </p:ext>
            </p:extLst>
          </p:nvPr>
        </p:nvGraphicFramePr>
        <p:xfrm>
          <a:off x="587375" y="1349373"/>
          <a:ext cx="5343524" cy="5094156"/>
        </p:xfrm>
        <a:graphic>
          <a:graphicData uri="http://schemas.openxmlformats.org/drawingml/2006/table">
            <a:tbl>
              <a:tblPr firstRow="1" bandRow="1">
                <a:tableStyleId>{5940675A-B579-460E-94D1-54222C63F5DA}</a:tableStyleId>
              </a:tblPr>
              <a:tblGrid>
                <a:gridCol w="2671762">
                  <a:extLst>
                    <a:ext uri="{9D8B030D-6E8A-4147-A177-3AD203B41FA5}">
                      <a16:colId xmlns:a16="http://schemas.microsoft.com/office/drawing/2014/main" val="3956594760"/>
                    </a:ext>
                  </a:extLst>
                </a:gridCol>
                <a:gridCol w="2671762">
                  <a:extLst>
                    <a:ext uri="{9D8B030D-6E8A-4147-A177-3AD203B41FA5}">
                      <a16:colId xmlns:a16="http://schemas.microsoft.com/office/drawing/2014/main" val="2715799838"/>
                    </a:ext>
                  </a:extLst>
                </a:gridCol>
              </a:tblGrid>
              <a:tr h="532155">
                <a:tc gridSpan="2">
                  <a:txBody>
                    <a:bodyPr/>
                    <a:lstStyle/>
                    <a:p>
                      <a:pPr algn="ctr"/>
                      <a:r>
                        <a:rPr lang="en-US" sz="1600" b="1" dirty="0">
                          <a:solidFill>
                            <a:schemeClr val="accent2"/>
                          </a:solidFill>
                          <a:latin typeface="+mj-lt"/>
                        </a:rPr>
                        <a:t>NATIONAL APPROACH</a:t>
                      </a:r>
                      <a:endParaRPr lang="en-ZA" sz="1600" b="1" dirty="0">
                        <a:solidFill>
                          <a:schemeClr val="accent2"/>
                        </a:solidFill>
                        <a:latin typeface="+mj-lt"/>
                      </a:endParaRPr>
                    </a:p>
                  </a:txBody>
                  <a:tcPr marL="108000" marR="108000" marT="108000" marB="108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38100" cap="flat" cmpd="sng" algn="ctr">
                      <a:noFill/>
                      <a:prstDash val="solid"/>
                      <a:round/>
                      <a:headEnd type="none" w="med" len="med"/>
                      <a:tailEnd type="none" w="med" len="med"/>
                    </a:lnB>
                  </a:tcPr>
                </a:tc>
                <a:tc hMerge="1">
                  <a:txBody>
                    <a:bodyPr/>
                    <a:lstStyle/>
                    <a:p>
                      <a:endParaRPr lang="en-ZA" dirty="0"/>
                    </a:p>
                  </a:txBody>
                  <a:tcP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809148910"/>
                  </a:ext>
                </a:extLst>
              </a:tr>
              <a:tr h="391556">
                <a:tc>
                  <a:txBody>
                    <a:bodyPr/>
                    <a:lstStyle/>
                    <a:p>
                      <a:pPr algn="ctr"/>
                      <a:r>
                        <a:rPr lang="en-US" sz="1400" b="1" kern="1200" dirty="0">
                          <a:solidFill>
                            <a:schemeClr val="bg1"/>
                          </a:solidFill>
                          <a:latin typeface="+mj-lt"/>
                          <a:ea typeface="+mn-ea"/>
                          <a:cs typeface="+mn-cs"/>
                        </a:rPr>
                        <a:t>PRO</a:t>
                      </a:r>
                      <a:endParaRPr lang="en-ZA" sz="1400" b="1" kern="1200" dirty="0">
                        <a:solidFill>
                          <a:schemeClr val="bg1"/>
                        </a:solidFill>
                        <a:latin typeface="+mj-lt"/>
                        <a:ea typeface="+mn-ea"/>
                        <a:cs typeface="+mn-cs"/>
                      </a:endParaRPr>
                    </a:p>
                  </a:txBody>
                  <a:tcPr marL="0" marR="0" marT="0" marB="0" anchor="ctr">
                    <a:lnL w="9525" cap="flat" cmpd="sng" algn="ctr">
                      <a:solidFill>
                        <a:schemeClr val="tx1">
                          <a:lumMod val="40000"/>
                          <a:lumOff val="6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bg1"/>
                          </a:solidFill>
                          <a:latin typeface="+mj-lt"/>
                          <a:ea typeface="+mn-ea"/>
                          <a:cs typeface="+mn-cs"/>
                        </a:rPr>
                        <a:t>CON</a:t>
                      </a:r>
                      <a:endParaRPr lang="en-ZA" sz="1400" b="1" kern="1200" dirty="0">
                        <a:solidFill>
                          <a:schemeClr val="bg1"/>
                        </a:solidFill>
                        <a:latin typeface="+mj-lt"/>
                        <a:ea typeface="+mn-ea"/>
                        <a:cs typeface="+mn-cs"/>
                      </a:endParaRPr>
                    </a:p>
                  </a:txBody>
                  <a:tcPr anchor="ctr">
                    <a:lnL w="2857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3626813806"/>
                  </a:ext>
                </a:extLst>
              </a:tr>
              <a:tr h="4170445">
                <a:tc>
                  <a:txBody>
                    <a:bodyPr/>
                    <a:lstStyle/>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357188" marR="0" lvl="0" indent="-87313"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357188" marR="0" lvl="0" indent="-87313"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ts val="1200"/>
                        </a:lnSpc>
                        <a:spcBef>
                          <a:spcPts val="600"/>
                        </a:spcBef>
                        <a:spcAft>
                          <a:spcPts val="0"/>
                        </a:spcAft>
                        <a:buClrTx/>
                        <a:buSzTx/>
                        <a:buFont typeface="Calibri" panose="020F0502020204030204" pitchFamily="34" charset="0"/>
                        <a:buChar char="+"/>
                        <a:tabLst/>
                        <a:defRPr/>
                      </a:pPr>
                      <a:r>
                        <a:rPr lang="en-ZA" sz="1050" dirty="0">
                          <a:solidFill>
                            <a:schemeClr val="accent5">
                              <a:lumMod val="50000"/>
                            </a:schemeClr>
                          </a:solidFill>
                        </a:rPr>
                        <a:t>Type bullet points here…</a:t>
                      </a:r>
                    </a:p>
                  </a:txBody>
                  <a:tcPr marL="144000" marR="108000" marT="180000" marB="108000">
                    <a:lnL w="9525" cap="flat" cmpd="sng" algn="ctr">
                      <a:solidFill>
                        <a:schemeClr val="tx1">
                          <a:lumMod val="40000"/>
                          <a:lumOff val="6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ZA" sz="1100" dirty="0">
                          <a:solidFill>
                            <a:schemeClr val="accent5">
                              <a:lumMod val="50000"/>
                            </a:schemeClr>
                          </a:solidFill>
                        </a:rPr>
                        <a:t>Type bullet points here… Type bullet points here… Type bullet points here… </a:t>
                      </a:r>
                    </a:p>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ZA" sz="1100" dirty="0">
                          <a:solidFill>
                            <a:schemeClr val="accent5">
                              <a:lumMod val="50000"/>
                            </a:schemeClr>
                          </a:solidFill>
                        </a:rPr>
                        <a:t>Type bullet points here… </a:t>
                      </a:r>
                    </a:p>
                  </a:txBody>
                  <a:tcPr marL="144000" marR="108000" marT="180000" marB="108000">
                    <a:lnL w="2857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3810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extLst>
                  <a:ext uri="{0D108BD9-81ED-4DB2-BD59-A6C34878D82A}">
                    <a16:rowId xmlns:a16="http://schemas.microsoft.com/office/drawing/2014/main" val="3560265541"/>
                  </a:ext>
                </a:extLst>
              </a:tr>
            </a:tbl>
          </a:graphicData>
        </a:graphic>
      </p:graphicFrame>
      <p:sp>
        <p:nvSpPr>
          <p:cNvPr id="4" name="Title 3">
            <a:extLst>
              <a:ext uri="{FF2B5EF4-FFF2-40B4-BE49-F238E27FC236}">
                <a16:creationId xmlns:a16="http://schemas.microsoft.com/office/drawing/2014/main" id="{9DD807CD-DB41-872B-3CF0-B6BF3CDBAFFA}"/>
              </a:ext>
            </a:extLst>
          </p:cNvPr>
          <p:cNvSpPr>
            <a:spLocks noGrp="1"/>
          </p:cNvSpPr>
          <p:nvPr>
            <p:ph type="ctrTitle"/>
          </p:nvPr>
        </p:nvSpPr>
        <p:spPr/>
        <p:txBody>
          <a:bodyPr/>
          <a:lstStyle/>
          <a:p>
            <a:r>
              <a:rPr lang="en-US" dirty="0"/>
              <a:t>PROS &amp; CONS OF A NATIONAL vs REGIONAL APPROACH</a:t>
            </a:r>
            <a:endParaRPr lang="en-ZA" dirty="0"/>
          </a:p>
        </p:txBody>
      </p:sp>
    </p:spTree>
    <p:extLst>
      <p:ext uri="{BB962C8B-B14F-4D97-AF65-F5344CB8AC3E}">
        <p14:creationId xmlns:p14="http://schemas.microsoft.com/office/powerpoint/2010/main" val="26343190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p04gt.s07">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662EA6A4-968A-BD3C-4741-7B1A6943DBA5}"/>
              </a:ext>
            </a:extLst>
          </p:cNvPr>
          <p:cNvGraphicFramePr>
            <a:graphicFrameLocks/>
          </p:cNvGraphicFramePr>
          <p:nvPr>
            <p:extLst>
              <p:ext uri="{D42A27DB-BD31-4B8C-83A1-F6EECF244321}">
                <p14:modId xmlns:p14="http://schemas.microsoft.com/office/powerpoint/2010/main" val="528814808"/>
              </p:ext>
            </p:extLst>
          </p:nvPr>
        </p:nvGraphicFramePr>
        <p:xfrm>
          <a:off x="587375" y="1724026"/>
          <a:ext cx="11052177" cy="4595170"/>
        </p:xfrm>
        <a:graphic>
          <a:graphicData uri="http://schemas.openxmlformats.org/drawingml/2006/table">
            <a:tbl>
              <a:tblPr firstRow="1" bandRow="1">
                <a:tableStyleId>{5940675A-B579-460E-94D1-54222C63F5DA}</a:tableStyleId>
              </a:tblPr>
              <a:tblGrid>
                <a:gridCol w="1668145">
                  <a:extLst>
                    <a:ext uri="{9D8B030D-6E8A-4147-A177-3AD203B41FA5}">
                      <a16:colId xmlns:a16="http://schemas.microsoft.com/office/drawing/2014/main" val="2070664791"/>
                    </a:ext>
                  </a:extLst>
                </a:gridCol>
                <a:gridCol w="1340576">
                  <a:extLst>
                    <a:ext uri="{9D8B030D-6E8A-4147-A177-3AD203B41FA5}">
                      <a16:colId xmlns:a16="http://schemas.microsoft.com/office/drawing/2014/main" val="2124677815"/>
                    </a:ext>
                  </a:extLst>
                </a:gridCol>
                <a:gridCol w="1340576">
                  <a:extLst>
                    <a:ext uri="{9D8B030D-6E8A-4147-A177-3AD203B41FA5}">
                      <a16:colId xmlns:a16="http://schemas.microsoft.com/office/drawing/2014/main" val="955265556"/>
                    </a:ext>
                  </a:extLst>
                </a:gridCol>
                <a:gridCol w="1340576">
                  <a:extLst>
                    <a:ext uri="{9D8B030D-6E8A-4147-A177-3AD203B41FA5}">
                      <a16:colId xmlns:a16="http://schemas.microsoft.com/office/drawing/2014/main" val="1599705045"/>
                    </a:ext>
                  </a:extLst>
                </a:gridCol>
                <a:gridCol w="1340576">
                  <a:extLst>
                    <a:ext uri="{9D8B030D-6E8A-4147-A177-3AD203B41FA5}">
                      <a16:colId xmlns:a16="http://schemas.microsoft.com/office/drawing/2014/main" val="1515869772"/>
                    </a:ext>
                  </a:extLst>
                </a:gridCol>
                <a:gridCol w="1340576">
                  <a:extLst>
                    <a:ext uri="{9D8B030D-6E8A-4147-A177-3AD203B41FA5}">
                      <a16:colId xmlns:a16="http://schemas.microsoft.com/office/drawing/2014/main" val="620059276"/>
                    </a:ext>
                  </a:extLst>
                </a:gridCol>
                <a:gridCol w="1340576">
                  <a:extLst>
                    <a:ext uri="{9D8B030D-6E8A-4147-A177-3AD203B41FA5}">
                      <a16:colId xmlns:a16="http://schemas.microsoft.com/office/drawing/2014/main" val="1456065443"/>
                    </a:ext>
                  </a:extLst>
                </a:gridCol>
                <a:gridCol w="1340576">
                  <a:extLst>
                    <a:ext uri="{9D8B030D-6E8A-4147-A177-3AD203B41FA5}">
                      <a16:colId xmlns:a16="http://schemas.microsoft.com/office/drawing/2014/main" val="2655939305"/>
                    </a:ext>
                  </a:extLst>
                </a:gridCol>
              </a:tblGrid>
              <a:tr h="500334">
                <a:tc>
                  <a:txBody>
                    <a:bodyPr/>
                    <a:lstStyle/>
                    <a:p>
                      <a:pPr algn="ctr"/>
                      <a:r>
                        <a:rPr lang="en-US" sz="1050" b="1" spc="40" baseline="0" dirty="0">
                          <a:solidFill>
                            <a:schemeClr val="bg1"/>
                          </a:solidFill>
                          <a:latin typeface="+mj-lt"/>
                        </a:rPr>
                        <a:t>SECTION</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ctr"/>
                      <a:r>
                        <a:rPr lang="en-US" sz="1050" b="1" spc="40" baseline="0" dirty="0">
                          <a:solidFill>
                            <a:schemeClr val="bg1"/>
                          </a:solidFill>
                          <a:latin typeface="+mj-lt"/>
                        </a:rPr>
                        <a:t>Merchandising</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050" b="1" spc="40" baseline="0" dirty="0">
                          <a:solidFill>
                            <a:schemeClr val="bg1"/>
                          </a:solidFill>
                          <a:latin typeface="+mj-lt"/>
                        </a:rPr>
                        <a:t>Field marketing</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ctr"/>
                      <a:r>
                        <a:rPr lang="en-US" sz="1050" b="1" spc="40" baseline="0" dirty="0">
                          <a:solidFill>
                            <a:schemeClr val="bg1"/>
                          </a:solidFill>
                          <a:latin typeface="+mj-lt"/>
                        </a:rPr>
                        <a:t>Field Management Support</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algn="ctr"/>
                      <a:r>
                        <a:rPr lang="en-US" sz="1050" b="1" spc="40" baseline="0" dirty="0">
                          <a:solidFill>
                            <a:schemeClr val="bg1"/>
                          </a:solidFill>
                          <a:latin typeface="+mj-lt"/>
                        </a:rPr>
                        <a:t>DC Support</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050" b="1" spc="40" baseline="0" dirty="0">
                          <a:solidFill>
                            <a:schemeClr val="bg1"/>
                          </a:solidFill>
                          <a:latin typeface="+mj-lt"/>
                        </a:rPr>
                        <a:t>Multi Level Engagement with Retail</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ctr"/>
                      <a:r>
                        <a:rPr lang="en-US" sz="1050" b="1" spc="40" baseline="0" dirty="0">
                          <a:solidFill>
                            <a:schemeClr val="bg1"/>
                          </a:solidFill>
                          <a:latin typeface="+mj-lt"/>
                        </a:rPr>
                        <a:t>Return Support</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050" b="1" spc="40" baseline="0" dirty="0">
                          <a:solidFill>
                            <a:schemeClr val="bg1"/>
                          </a:solidFill>
                          <a:latin typeface="+mj-lt"/>
                        </a:rPr>
                        <a:t>Analysis of Reports</a:t>
                      </a:r>
                      <a:endParaRPr lang="en-ZA" sz="1050" b="1" spc="40" baseline="0" dirty="0">
                        <a:solidFill>
                          <a:schemeClr val="bg1"/>
                        </a:solidFill>
                        <a:latin typeface="+mj-lt"/>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164292595"/>
                  </a:ext>
                </a:extLst>
              </a:tr>
              <a:tr h="397111">
                <a:tc>
                  <a:txBody>
                    <a:bodyPr/>
                    <a:lstStyle/>
                    <a:p>
                      <a:pPr algn="ctr"/>
                      <a:r>
                        <a:rPr lang="en-ZA" sz="1000" b="1" spc="40" baseline="0" noProof="0" dirty="0">
                          <a:solidFill>
                            <a:schemeClr val="accent1"/>
                          </a:solidFill>
                          <a:latin typeface="+mj-lt"/>
                        </a:rPr>
                        <a:t>Retailer 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21002739"/>
                  </a:ext>
                </a:extLst>
              </a:tr>
              <a:tr h="397111">
                <a:tc>
                  <a:txBody>
                    <a:bodyPr/>
                    <a:lstStyle/>
                    <a:p>
                      <a:pPr algn="ctr"/>
                      <a:r>
                        <a:rPr lang="en-ZA" sz="1000" b="1" spc="40" baseline="0" noProof="0" dirty="0">
                          <a:solidFill>
                            <a:schemeClr val="accent1"/>
                          </a:solidFill>
                          <a:latin typeface="+mj-lt"/>
                        </a:rPr>
                        <a:t>Retailer 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81226257"/>
                  </a:ext>
                </a:extLst>
              </a:tr>
              <a:tr h="397111">
                <a:tc>
                  <a:txBody>
                    <a:bodyPr/>
                    <a:lstStyle/>
                    <a:p>
                      <a:pPr algn="ctr"/>
                      <a:r>
                        <a:rPr lang="en-ZA" sz="1000" b="1" spc="40" baseline="0" noProof="0" dirty="0">
                          <a:solidFill>
                            <a:schemeClr val="accent1"/>
                          </a:solidFill>
                          <a:latin typeface="+mj-lt"/>
                        </a:rPr>
                        <a:t>Retailer 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397118016"/>
                  </a:ext>
                </a:extLst>
              </a:tr>
              <a:tr h="397111">
                <a:tc>
                  <a:txBody>
                    <a:bodyPr/>
                    <a:lstStyle/>
                    <a:p>
                      <a:pPr algn="ctr"/>
                      <a:r>
                        <a:rPr lang="en-ZA" sz="1000" b="1" spc="40" baseline="0" noProof="0" dirty="0">
                          <a:solidFill>
                            <a:schemeClr val="accent1"/>
                          </a:solidFill>
                          <a:latin typeface="+mj-lt"/>
                        </a:rPr>
                        <a:t>Retailer 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84361935"/>
                  </a:ext>
                </a:extLst>
              </a:tr>
              <a:tr h="397111">
                <a:tc>
                  <a:txBody>
                    <a:bodyPr/>
                    <a:lstStyle/>
                    <a:p>
                      <a:pPr algn="ctr"/>
                      <a:r>
                        <a:rPr lang="en-ZA" sz="1000" b="1" spc="40" baseline="0" noProof="0" dirty="0">
                          <a:solidFill>
                            <a:schemeClr val="accent1"/>
                          </a:solidFill>
                          <a:latin typeface="+mj-lt"/>
                        </a:rPr>
                        <a:t>Retailer 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013754752"/>
                  </a:ext>
                </a:extLst>
              </a:tr>
              <a:tr h="397111">
                <a:tc>
                  <a:txBody>
                    <a:bodyPr/>
                    <a:lstStyle/>
                    <a:p>
                      <a:pPr algn="ctr"/>
                      <a:r>
                        <a:rPr lang="en-ZA" sz="1000" b="1" spc="40" baseline="0" noProof="0" dirty="0">
                          <a:solidFill>
                            <a:schemeClr val="accent1"/>
                          </a:solidFill>
                          <a:latin typeface="+mj-lt"/>
                        </a:rPr>
                        <a:t>Retailer 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345659637"/>
                  </a:ext>
                </a:extLst>
              </a:tr>
              <a:tr h="397111">
                <a:tc>
                  <a:txBody>
                    <a:bodyPr/>
                    <a:lstStyle/>
                    <a:p>
                      <a:pPr algn="ctr"/>
                      <a:r>
                        <a:rPr lang="en-ZA" sz="1000" b="1" spc="40" baseline="0" noProof="0" dirty="0">
                          <a:solidFill>
                            <a:schemeClr val="accent1"/>
                          </a:solidFill>
                          <a:latin typeface="+mj-lt"/>
                        </a:rPr>
                        <a:t>Retailer J</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422195959"/>
                  </a:ext>
                </a:extLst>
              </a:tr>
              <a:tr h="397111">
                <a:tc>
                  <a:txBody>
                    <a:bodyPr/>
                    <a:lstStyle/>
                    <a:p>
                      <a:pPr algn="ctr"/>
                      <a:r>
                        <a:rPr lang="en-ZA" sz="1000" b="1" spc="40" baseline="0" noProof="0" dirty="0">
                          <a:solidFill>
                            <a:schemeClr val="accent1"/>
                          </a:solidFill>
                          <a:latin typeface="+mj-lt"/>
                        </a:rPr>
                        <a:t>Retailer 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201741733"/>
                  </a:ext>
                </a:extLst>
              </a:tr>
              <a:tr h="397111">
                <a:tc>
                  <a:txBody>
                    <a:bodyPr/>
                    <a:lstStyle/>
                    <a:p>
                      <a:pPr algn="ctr"/>
                      <a:r>
                        <a:rPr lang="en-ZA" sz="1000" b="1" spc="40" baseline="0" noProof="0" dirty="0">
                          <a:solidFill>
                            <a:schemeClr val="accent1"/>
                          </a:solidFill>
                          <a:latin typeface="+mj-lt"/>
                        </a:rPr>
                        <a:t>Retailer 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39479821"/>
                  </a:ext>
                </a:extLst>
              </a:tr>
              <a:tr h="397111">
                <a:tc>
                  <a:txBody>
                    <a:bodyPr/>
                    <a:lstStyle/>
                    <a:p>
                      <a:pPr algn="ctr"/>
                      <a:r>
                        <a:rPr lang="en-ZA" sz="1000" b="1" spc="40" baseline="0" noProof="0" dirty="0">
                          <a:solidFill>
                            <a:schemeClr val="accent1"/>
                          </a:solidFill>
                          <a:latin typeface="+mj-lt"/>
                        </a:rPr>
                        <a:t>Retailer 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838107090"/>
                  </a:ext>
                </a:extLst>
              </a:tr>
            </a:tbl>
          </a:graphicData>
        </a:graphic>
      </p:graphicFrame>
      <p:sp>
        <p:nvSpPr>
          <p:cNvPr id="3" name="Title 2">
            <a:extLst>
              <a:ext uri="{FF2B5EF4-FFF2-40B4-BE49-F238E27FC236}">
                <a16:creationId xmlns:a16="http://schemas.microsoft.com/office/drawing/2014/main" id="{6CF2D096-5697-28DD-C70D-7FDF0C660AE8}"/>
              </a:ext>
            </a:extLst>
          </p:cNvPr>
          <p:cNvSpPr>
            <a:spLocks noGrp="1"/>
          </p:cNvSpPr>
          <p:nvPr>
            <p:ph type="ctrTitle"/>
          </p:nvPr>
        </p:nvSpPr>
        <p:spPr/>
        <p:txBody>
          <a:bodyPr/>
          <a:lstStyle/>
          <a:p>
            <a:r>
              <a:rPr lang="en-US" dirty="0"/>
              <a:t>CAPABILITY OVERVIEW</a:t>
            </a:r>
            <a:endParaRPr lang="en-ZA" dirty="0"/>
          </a:p>
        </p:txBody>
      </p:sp>
      <p:sp>
        <p:nvSpPr>
          <p:cNvPr id="4" name="Text Placeholder 3">
            <a:extLst>
              <a:ext uri="{FF2B5EF4-FFF2-40B4-BE49-F238E27FC236}">
                <a16:creationId xmlns:a16="http://schemas.microsoft.com/office/drawing/2014/main" id="{B843D755-5203-57A8-F556-AC9F2BE1E40A}"/>
              </a:ext>
            </a:extLst>
          </p:cNvPr>
          <p:cNvSpPr>
            <a:spLocks noGrp="1"/>
          </p:cNvSpPr>
          <p:nvPr>
            <p:ph type="body" sz="quarter" idx="40"/>
          </p:nvPr>
        </p:nvSpPr>
        <p:spPr/>
        <p:txBody>
          <a:bodyPr/>
          <a:lstStyle/>
          <a:p>
            <a:r>
              <a:rPr lang="en-US" dirty="0"/>
              <a:t>SUMMARY OF SERVICES PER ACCOUNT GROUP</a:t>
            </a:r>
            <a:endParaRPr lang="en-ZA" dirty="0"/>
          </a:p>
        </p:txBody>
      </p:sp>
    </p:spTree>
    <p:extLst>
      <p:ext uri="{BB962C8B-B14F-4D97-AF65-F5344CB8AC3E}">
        <p14:creationId xmlns:p14="http://schemas.microsoft.com/office/powerpoint/2010/main" val="34095163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p04gt.s0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519A-F41C-F622-0E7E-8D500BC3BDEA}"/>
              </a:ext>
            </a:extLst>
          </p:cNvPr>
          <p:cNvSpPr>
            <a:spLocks noGrp="1"/>
          </p:cNvSpPr>
          <p:nvPr>
            <p:ph type="ctrTitle"/>
          </p:nvPr>
        </p:nvSpPr>
        <p:spPr/>
        <p:txBody>
          <a:bodyPr/>
          <a:lstStyle/>
          <a:p>
            <a:r>
              <a:rPr lang="en-US" dirty="0"/>
              <a:t>CAPABILITY OVERVIEW</a:t>
            </a:r>
            <a:endParaRPr lang="en-ZA" dirty="0"/>
          </a:p>
        </p:txBody>
      </p:sp>
      <p:sp>
        <p:nvSpPr>
          <p:cNvPr id="3" name="Text Placeholder 2">
            <a:extLst>
              <a:ext uri="{FF2B5EF4-FFF2-40B4-BE49-F238E27FC236}">
                <a16:creationId xmlns:a16="http://schemas.microsoft.com/office/drawing/2014/main" id="{424E9758-A087-155A-43AF-F19C5FA7DF41}"/>
              </a:ext>
            </a:extLst>
          </p:cNvPr>
          <p:cNvSpPr>
            <a:spLocks noGrp="1"/>
          </p:cNvSpPr>
          <p:nvPr>
            <p:ph type="body" sz="quarter" idx="40"/>
          </p:nvPr>
        </p:nvSpPr>
        <p:spPr/>
        <p:txBody>
          <a:bodyPr/>
          <a:lstStyle/>
          <a:p>
            <a:r>
              <a:rPr lang="en-US" dirty="0"/>
              <a:t>SUMMARY OF SERVICES PER ACCOUNT GROUP</a:t>
            </a:r>
            <a:endParaRPr lang="en-ZA" dirty="0"/>
          </a:p>
        </p:txBody>
      </p:sp>
      <p:graphicFrame>
        <p:nvGraphicFramePr>
          <p:cNvPr id="5" name="Table Placeholder 4">
            <a:extLst>
              <a:ext uri="{FF2B5EF4-FFF2-40B4-BE49-F238E27FC236}">
                <a16:creationId xmlns:a16="http://schemas.microsoft.com/office/drawing/2014/main" id="{E68423BD-95C2-8A9E-19C3-F2EDBDD4455F}"/>
              </a:ext>
            </a:extLst>
          </p:cNvPr>
          <p:cNvGraphicFramePr>
            <a:graphicFrameLocks/>
          </p:cNvGraphicFramePr>
          <p:nvPr>
            <p:extLst>
              <p:ext uri="{D42A27DB-BD31-4B8C-83A1-F6EECF244321}">
                <p14:modId xmlns:p14="http://schemas.microsoft.com/office/powerpoint/2010/main" val="2879446653"/>
              </p:ext>
            </p:extLst>
          </p:nvPr>
        </p:nvGraphicFramePr>
        <p:xfrm>
          <a:off x="587375" y="1647825"/>
          <a:ext cx="11052177" cy="4667170"/>
        </p:xfrm>
        <a:graphic>
          <a:graphicData uri="http://schemas.openxmlformats.org/drawingml/2006/table">
            <a:tbl>
              <a:tblPr firstRow="1" bandRow="1">
                <a:tableStyleId>{5940675A-B579-460E-94D1-54222C63F5DA}</a:tableStyleId>
              </a:tblPr>
              <a:tblGrid>
                <a:gridCol w="1668145">
                  <a:extLst>
                    <a:ext uri="{9D8B030D-6E8A-4147-A177-3AD203B41FA5}">
                      <a16:colId xmlns:a16="http://schemas.microsoft.com/office/drawing/2014/main" val="2070664791"/>
                    </a:ext>
                  </a:extLst>
                </a:gridCol>
                <a:gridCol w="1340576">
                  <a:extLst>
                    <a:ext uri="{9D8B030D-6E8A-4147-A177-3AD203B41FA5}">
                      <a16:colId xmlns:a16="http://schemas.microsoft.com/office/drawing/2014/main" val="2124677815"/>
                    </a:ext>
                  </a:extLst>
                </a:gridCol>
                <a:gridCol w="1340576">
                  <a:extLst>
                    <a:ext uri="{9D8B030D-6E8A-4147-A177-3AD203B41FA5}">
                      <a16:colId xmlns:a16="http://schemas.microsoft.com/office/drawing/2014/main" val="955265556"/>
                    </a:ext>
                  </a:extLst>
                </a:gridCol>
                <a:gridCol w="1340576">
                  <a:extLst>
                    <a:ext uri="{9D8B030D-6E8A-4147-A177-3AD203B41FA5}">
                      <a16:colId xmlns:a16="http://schemas.microsoft.com/office/drawing/2014/main" val="1599705045"/>
                    </a:ext>
                  </a:extLst>
                </a:gridCol>
                <a:gridCol w="1340576">
                  <a:extLst>
                    <a:ext uri="{9D8B030D-6E8A-4147-A177-3AD203B41FA5}">
                      <a16:colId xmlns:a16="http://schemas.microsoft.com/office/drawing/2014/main" val="1515869772"/>
                    </a:ext>
                  </a:extLst>
                </a:gridCol>
                <a:gridCol w="1340576">
                  <a:extLst>
                    <a:ext uri="{9D8B030D-6E8A-4147-A177-3AD203B41FA5}">
                      <a16:colId xmlns:a16="http://schemas.microsoft.com/office/drawing/2014/main" val="620059276"/>
                    </a:ext>
                  </a:extLst>
                </a:gridCol>
                <a:gridCol w="1340576">
                  <a:extLst>
                    <a:ext uri="{9D8B030D-6E8A-4147-A177-3AD203B41FA5}">
                      <a16:colId xmlns:a16="http://schemas.microsoft.com/office/drawing/2014/main" val="1456065443"/>
                    </a:ext>
                  </a:extLst>
                </a:gridCol>
                <a:gridCol w="1340576">
                  <a:extLst>
                    <a:ext uri="{9D8B030D-6E8A-4147-A177-3AD203B41FA5}">
                      <a16:colId xmlns:a16="http://schemas.microsoft.com/office/drawing/2014/main" val="2655939305"/>
                    </a:ext>
                  </a:extLst>
                </a:gridCol>
              </a:tblGrid>
              <a:tr h="500334">
                <a:tc>
                  <a:txBody>
                    <a:bodyPr/>
                    <a:lstStyle/>
                    <a:p>
                      <a:pPr algn="ctr"/>
                      <a:r>
                        <a:rPr lang="en-US" sz="1050" b="1" spc="40" baseline="0" dirty="0">
                          <a:solidFill>
                            <a:schemeClr val="bg1"/>
                          </a:solidFill>
                          <a:latin typeface="+mj-lt"/>
                        </a:rPr>
                        <a:t>SECTION</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ctr"/>
                      <a:r>
                        <a:rPr lang="en-US" sz="1050" b="1" spc="40" baseline="0" dirty="0">
                          <a:solidFill>
                            <a:schemeClr val="bg1"/>
                          </a:solidFill>
                          <a:latin typeface="+mj-lt"/>
                        </a:rPr>
                        <a:t>Merchandising</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050" b="1" spc="40" baseline="0" dirty="0">
                          <a:solidFill>
                            <a:schemeClr val="bg1"/>
                          </a:solidFill>
                          <a:latin typeface="+mj-lt"/>
                        </a:rPr>
                        <a:t>Field marketing</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a:txBody>
                    <a:bodyPr/>
                    <a:lstStyle/>
                    <a:p>
                      <a:pPr algn="ctr"/>
                      <a:r>
                        <a:rPr lang="en-US" sz="1050" b="1" spc="40" baseline="0" dirty="0">
                          <a:solidFill>
                            <a:schemeClr val="bg1"/>
                          </a:solidFill>
                          <a:latin typeface="+mj-lt"/>
                        </a:rPr>
                        <a:t>Field Management Support</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algn="ctr"/>
                      <a:r>
                        <a:rPr lang="en-US" sz="1050" b="1" spc="40" baseline="0" dirty="0">
                          <a:solidFill>
                            <a:schemeClr val="bg1"/>
                          </a:solidFill>
                          <a:latin typeface="+mj-lt"/>
                        </a:rPr>
                        <a:t>DC Support</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US" sz="1050" b="1" spc="40" baseline="0" dirty="0">
                          <a:solidFill>
                            <a:schemeClr val="bg1"/>
                          </a:solidFill>
                          <a:latin typeface="+mj-lt"/>
                        </a:rPr>
                        <a:t>Multi Level Engagement with Retail</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ctr"/>
                      <a:r>
                        <a:rPr lang="en-US" sz="1050" b="1" spc="40" baseline="0" dirty="0">
                          <a:solidFill>
                            <a:schemeClr val="bg1"/>
                          </a:solidFill>
                          <a:latin typeface="+mj-lt"/>
                        </a:rPr>
                        <a:t>Return Support</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050" b="1" spc="40" baseline="0" dirty="0">
                          <a:solidFill>
                            <a:schemeClr val="bg1"/>
                          </a:solidFill>
                          <a:latin typeface="+mj-lt"/>
                        </a:rPr>
                        <a:t>Analysis of Reports</a:t>
                      </a:r>
                      <a:endParaRPr lang="en-ZA" sz="1050" b="1" spc="40" baseline="0" dirty="0">
                        <a:solidFill>
                          <a:schemeClr val="bg1"/>
                        </a:solidFill>
                        <a:latin typeface="+mj-lt"/>
                      </a:endParaRPr>
                    </a:p>
                  </a:txBody>
                  <a:tcPr marT="108000" marB="108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164292595"/>
                  </a:ext>
                </a:extLst>
              </a:tr>
              <a:tr h="397111">
                <a:tc>
                  <a:txBody>
                    <a:bodyPr/>
                    <a:lstStyle/>
                    <a:p>
                      <a:pPr algn="ctr"/>
                      <a:r>
                        <a:rPr lang="en-ZA" sz="1000" b="1" spc="40" baseline="0" noProof="0" dirty="0">
                          <a:solidFill>
                            <a:schemeClr val="accent1"/>
                          </a:solidFill>
                          <a:latin typeface="+mj-lt"/>
                        </a:rPr>
                        <a:t>Retailer 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21002739"/>
                  </a:ext>
                </a:extLst>
              </a:tr>
              <a:tr h="397111">
                <a:tc>
                  <a:txBody>
                    <a:bodyPr/>
                    <a:lstStyle/>
                    <a:p>
                      <a:pPr algn="ctr"/>
                      <a:r>
                        <a:rPr lang="en-ZA" sz="1000" b="1" spc="40" baseline="0" noProof="0" dirty="0">
                          <a:solidFill>
                            <a:schemeClr val="accent1"/>
                          </a:solidFill>
                          <a:latin typeface="+mj-lt"/>
                        </a:rPr>
                        <a:t>Retailer 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81226257"/>
                  </a:ext>
                </a:extLst>
              </a:tr>
              <a:tr h="397111">
                <a:tc>
                  <a:txBody>
                    <a:bodyPr/>
                    <a:lstStyle/>
                    <a:p>
                      <a:pPr algn="ctr"/>
                      <a:r>
                        <a:rPr lang="en-ZA" sz="1000" b="1" spc="40" baseline="0" noProof="0" dirty="0">
                          <a:solidFill>
                            <a:schemeClr val="accent1"/>
                          </a:solidFill>
                          <a:latin typeface="+mj-lt"/>
                        </a:rPr>
                        <a:t>Retailer 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397118016"/>
                  </a:ext>
                </a:extLst>
              </a:tr>
              <a:tr h="397111">
                <a:tc>
                  <a:txBody>
                    <a:bodyPr/>
                    <a:lstStyle/>
                    <a:p>
                      <a:pPr algn="ctr"/>
                      <a:r>
                        <a:rPr lang="en-ZA" sz="1000" b="1" spc="40" baseline="0" noProof="0" dirty="0">
                          <a:solidFill>
                            <a:schemeClr val="accent1"/>
                          </a:solidFill>
                          <a:latin typeface="+mj-lt"/>
                        </a:rPr>
                        <a:t>Retailer 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84361935"/>
                  </a:ext>
                </a:extLst>
              </a:tr>
              <a:tr h="397111">
                <a:tc>
                  <a:txBody>
                    <a:bodyPr/>
                    <a:lstStyle/>
                    <a:p>
                      <a:pPr algn="ctr"/>
                      <a:r>
                        <a:rPr lang="en-ZA" sz="1000" b="1" spc="40" baseline="0" noProof="0" dirty="0">
                          <a:solidFill>
                            <a:schemeClr val="accent1"/>
                          </a:solidFill>
                          <a:latin typeface="+mj-lt"/>
                        </a:rPr>
                        <a:t>Retailer 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013754752"/>
                  </a:ext>
                </a:extLst>
              </a:tr>
              <a:tr h="397111">
                <a:tc>
                  <a:txBody>
                    <a:bodyPr/>
                    <a:lstStyle/>
                    <a:p>
                      <a:pPr algn="ctr"/>
                      <a:r>
                        <a:rPr lang="en-ZA" sz="1000" b="1" spc="40" baseline="0" noProof="0" dirty="0">
                          <a:solidFill>
                            <a:schemeClr val="accent1"/>
                          </a:solidFill>
                          <a:latin typeface="+mj-lt"/>
                        </a:rPr>
                        <a:t>Retailer F</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345659637"/>
                  </a:ext>
                </a:extLst>
              </a:tr>
              <a:tr h="397111">
                <a:tc>
                  <a:txBody>
                    <a:bodyPr/>
                    <a:lstStyle/>
                    <a:p>
                      <a:pPr algn="ctr"/>
                      <a:r>
                        <a:rPr lang="en-ZA" sz="1000" b="1" spc="40" baseline="0" noProof="0" dirty="0">
                          <a:solidFill>
                            <a:schemeClr val="accent1"/>
                          </a:solidFill>
                          <a:latin typeface="+mj-lt"/>
                        </a:rPr>
                        <a:t>Retailer J</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3422195959"/>
                  </a:ext>
                </a:extLst>
              </a:tr>
              <a:tr h="397111">
                <a:tc>
                  <a:txBody>
                    <a:bodyPr/>
                    <a:lstStyle/>
                    <a:p>
                      <a:pPr algn="ctr"/>
                      <a:r>
                        <a:rPr lang="en-ZA" sz="1000" b="1" spc="40" baseline="0" noProof="0" dirty="0">
                          <a:solidFill>
                            <a:schemeClr val="accent1"/>
                          </a:solidFill>
                          <a:latin typeface="+mj-lt"/>
                        </a:rPr>
                        <a:t>Retailer 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4"/>
                          </a:solidFill>
                          <a:sym typeface="Wingdings 2" panose="05020102010507070707" pitchFamily="18" charset="2"/>
                        </a:rPr>
                        <a:t></a:t>
                      </a: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4201741733"/>
                  </a:ext>
                </a:extLst>
              </a:tr>
              <a:tr h="397111">
                <a:tc>
                  <a:txBody>
                    <a:bodyPr/>
                    <a:lstStyle/>
                    <a:p>
                      <a:pPr algn="ctr"/>
                      <a:r>
                        <a:rPr lang="en-ZA" sz="1000" b="1" spc="40" baseline="0" noProof="0" dirty="0">
                          <a:solidFill>
                            <a:schemeClr val="accent1"/>
                          </a:solidFill>
                          <a:latin typeface="+mj-lt"/>
                        </a:rPr>
                        <a:t>Retailer 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6"/>
                          </a:solidFill>
                          <a:sym typeface="Wingdings 2" panose="05020102010507070707" pitchFamily="18" charset="2"/>
                        </a:rPr>
                        <a:t></a:t>
                      </a: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1"/>
                          </a:solidFill>
                          <a:sym typeface="Wingdings 2" panose="05020102010507070707" pitchFamily="18" charset="2"/>
                        </a:rPr>
                        <a:t></a:t>
                      </a: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dirty="0">
                          <a:solidFill>
                            <a:schemeClr val="accent4">
                              <a:lumMod val="75000"/>
                            </a:schemeClr>
                          </a:solidFill>
                          <a:sym typeface="Wingdings 2" panose="05020102010507070707" pitchFamily="18" charset="2"/>
                        </a:rPr>
                        <a:t></a:t>
                      </a: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2739479821"/>
                  </a:ext>
                </a:extLst>
              </a:tr>
              <a:tr h="397111">
                <a:tc>
                  <a:txBody>
                    <a:bodyPr/>
                    <a:lstStyle/>
                    <a:p>
                      <a:pPr algn="ctr"/>
                      <a:r>
                        <a:rPr lang="en-ZA" sz="1000" b="1" spc="40" baseline="0" noProof="0" dirty="0">
                          <a:solidFill>
                            <a:schemeClr val="accent1"/>
                          </a:solidFill>
                          <a:latin typeface="+mj-lt"/>
                        </a:rPr>
                        <a:t>Retailer 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0000"/>
                        <a:lumOff val="40000"/>
                      </a:schemeClr>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6"/>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lumMod val="75000"/>
                          </a:schemeClr>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r>
                        <a:rPr lang="en-ZA" dirty="0">
                          <a:solidFill>
                            <a:schemeClr val="accent3"/>
                          </a:solidFill>
                          <a:sym typeface="Wingdings 2" panose="05020102010507070707" pitchFamily="18" charset="2"/>
                        </a:rPr>
                        <a:t></a:t>
                      </a:r>
                      <a:endParaRPr lang="en-ZA" dirty="0">
                        <a:solidFill>
                          <a:schemeClr val="accent3"/>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tc>
                  <a:txBody>
                    <a:bodyPr/>
                    <a:lstStyle/>
                    <a:p>
                      <a:pPr algn="ctr"/>
                      <a:endParaRPr lang="en-ZA" dirty="0">
                        <a:solidFill>
                          <a:schemeClr val="accent4"/>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2F5F8"/>
                    </a:solidFill>
                  </a:tcPr>
                </a:tc>
                <a:extLst>
                  <a:ext uri="{0D108BD9-81ED-4DB2-BD59-A6C34878D82A}">
                    <a16:rowId xmlns:a16="http://schemas.microsoft.com/office/drawing/2014/main" val="1838107090"/>
                  </a:ext>
                </a:extLst>
              </a:tr>
            </a:tbl>
          </a:graphicData>
        </a:graphic>
      </p:graphicFrame>
    </p:spTree>
    <p:extLst>
      <p:ext uri="{BB962C8B-B14F-4D97-AF65-F5344CB8AC3E}">
        <p14:creationId xmlns:p14="http://schemas.microsoft.com/office/powerpoint/2010/main" val="32514019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p04gt.s09">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9B7693-BB3D-A4FF-AFFA-E03FB05D5E9C}"/>
              </a:ext>
            </a:extLst>
          </p:cNvPr>
          <p:cNvSpPr>
            <a:spLocks noGrp="1"/>
          </p:cNvSpPr>
          <p:nvPr>
            <p:ph type="ctrTitle"/>
          </p:nvPr>
        </p:nvSpPr>
        <p:spPr>
          <a:noFill/>
        </p:spPr>
        <p:txBody>
          <a:bodyPr/>
          <a:lstStyle/>
          <a:p>
            <a:r>
              <a:rPr lang="en-US" dirty="0"/>
              <a:t>MERCHANDISING HOURS BY BUYING GROUP &amp; REGION</a:t>
            </a:r>
            <a:endParaRPr lang="en-ZA" dirty="0"/>
          </a:p>
        </p:txBody>
      </p:sp>
      <p:graphicFrame>
        <p:nvGraphicFramePr>
          <p:cNvPr id="4" name="Table Placeholder 4">
            <a:extLst>
              <a:ext uri="{FF2B5EF4-FFF2-40B4-BE49-F238E27FC236}">
                <a16:creationId xmlns:a16="http://schemas.microsoft.com/office/drawing/2014/main" id="{39645889-22C4-E04B-51D2-549322683B3A}"/>
              </a:ext>
            </a:extLst>
          </p:cNvPr>
          <p:cNvGraphicFramePr>
            <a:graphicFrameLocks/>
          </p:cNvGraphicFramePr>
          <p:nvPr>
            <p:extLst>
              <p:ext uri="{D42A27DB-BD31-4B8C-83A1-F6EECF244321}">
                <p14:modId xmlns:p14="http://schemas.microsoft.com/office/powerpoint/2010/main" val="2521253703"/>
              </p:ext>
            </p:extLst>
          </p:nvPr>
        </p:nvGraphicFramePr>
        <p:xfrm>
          <a:off x="587375" y="1408113"/>
          <a:ext cx="11025165" cy="4764635"/>
        </p:xfrm>
        <a:graphic>
          <a:graphicData uri="http://schemas.openxmlformats.org/drawingml/2006/table">
            <a:tbl>
              <a:tblPr firstRow="1" bandRow="1">
                <a:tableStyleId>{5940675A-B579-460E-94D1-54222C63F5DA}</a:tableStyleId>
              </a:tblPr>
              <a:tblGrid>
                <a:gridCol w="54000">
                  <a:extLst>
                    <a:ext uri="{9D8B030D-6E8A-4147-A177-3AD203B41FA5}">
                      <a16:colId xmlns:a16="http://schemas.microsoft.com/office/drawing/2014/main" val="1721152808"/>
                    </a:ext>
                  </a:extLst>
                </a:gridCol>
                <a:gridCol w="1339825">
                  <a:extLst>
                    <a:ext uri="{9D8B030D-6E8A-4147-A177-3AD203B41FA5}">
                      <a16:colId xmlns:a16="http://schemas.microsoft.com/office/drawing/2014/main" val="2930835733"/>
                    </a:ext>
                  </a:extLst>
                </a:gridCol>
                <a:gridCol w="977334">
                  <a:extLst>
                    <a:ext uri="{9D8B030D-6E8A-4147-A177-3AD203B41FA5}">
                      <a16:colId xmlns:a16="http://schemas.microsoft.com/office/drawing/2014/main" val="4251292257"/>
                    </a:ext>
                  </a:extLst>
                </a:gridCol>
                <a:gridCol w="977334">
                  <a:extLst>
                    <a:ext uri="{9D8B030D-6E8A-4147-A177-3AD203B41FA5}">
                      <a16:colId xmlns:a16="http://schemas.microsoft.com/office/drawing/2014/main" val="106874987"/>
                    </a:ext>
                  </a:extLst>
                </a:gridCol>
                <a:gridCol w="977334">
                  <a:extLst>
                    <a:ext uri="{9D8B030D-6E8A-4147-A177-3AD203B41FA5}">
                      <a16:colId xmlns:a16="http://schemas.microsoft.com/office/drawing/2014/main" val="60954516"/>
                    </a:ext>
                  </a:extLst>
                </a:gridCol>
                <a:gridCol w="977334">
                  <a:extLst>
                    <a:ext uri="{9D8B030D-6E8A-4147-A177-3AD203B41FA5}">
                      <a16:colId xmlns:a16="http://schemas.microsoft.com/office/drawing/2014/main" val="3561959313"/>
                    </a:ext>
                  </a:extLst>
                </a:gridCol>
                <a:gridCol w="1091289">
                  <a:extLst>
                    <a:ext uri="{9D8B030D-6E8A-4147-A177-3AD203B41FA5}">
                      <a16:colId xmlns:a16="http://schemas.microsoft.com/office/drawing/2014/main" val="3783141838"/>
                    </a:ext>
                  </a:extLst>
                </a:gridCol>
                <a:gridCol w="971550">
                  <a:extLst>
                    <a:ext uri="{9D8B030D-6E8A-4147-A177-3AD203B41FA5}">
                      <a16:colId xmlns:a16="http://schemas.microsoft.com/office/drawing/2014/main" val="438274396"/>
                    </a:ext>
                  </a:extLst>
                </a:gridCol>
                <a:gridCol w="971550">
                  <a:extLst>
                    <a:ext uri="{9D8B030D-6E8A-4147-A177-3AD203B41FA5}">
                      <a16:colId xmlns:a16="http://schemas.microsoft.com/office/drawing/2014/main" val="38266991"/>
                    </a:ext>
                  </a:extLst>
                </a:gridCol>
                <a:gridCol w="971550">
                  <a:extLst>
                    <a:ext uri="{9D8B030D-6E8A-4147-A177-3AD203B41FA5}">
                      <a16:colId xmlns:a16="http://schemas.microsoft.com/office/drawing/2014/main" val="174104757"/>
                    </a:ext>
                  </a:extLst>
                </a:gridCol>
                <a:gridCol w="971550">
                  <a:extLst>
                    <a:ext uri="{9D8B030D-6E8A-4147-A177-3AD203B41FA5}">
                      <a16:colId xmlns:a16="http://schemas.microsoft.com/office/drawing/2014/main" val="3020139962"/>
                    </a:ext>
                  </a:extLst>
                </a:gridCol>
                <a:gridCol w="744515">
                  <a:extLst>
                    <a:ext uri="{9D8B030D-6E8A-4147-A177-3AD203B41FA5}">
                      <a16:colId xmlns:a16="http://schemas.microsoft.com/office/drawing/2014/main" val="2863772054"/>
                    </a:ext>
                  </a:extLst>
                </a:gridCol>
              </a:tblGrid>
              <a:tr h="370840">
                <a:tc gridSpan="2">
                  <a:txBody>
                    <a:bodyPr/>
                    <a:lstStyle/>
                    <a:p>
                      <a:r>
                        <a:rPr lang="en-US" sz="900" b="1" spc="40" baseline="0" dirty="0">
                          <a:latin typeface="+mj-lt"/>
                        </a:rPr>
                        <a:t>NATIONAL GROUP</a:t>
                      </a:r>
                      <a:endParaRPr lang="en-ZA" sz="900" b="1" spc="40" baseline="0" dirty="0">
                        <a:latin typeface="+mj-lt"/>
                      </a:endParaRPr>
                    </a:p>
                  </a:txBody>
                  <a:tcPr marL="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Eastern Cape</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Free State</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Gauteng</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KwaZulu Natal</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Mpumalanga</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Northern Cape</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Northern Province</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North-West</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Western Cape</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a:lnSpc>
                          <a:spcPts val="1300"/>
                        </a:lnSpc>
                      </a:pPr>
                      <a:r>
                        <a:rPr lang="en-US" sz="1200" b="1" dirty="0">
                          <a:solidFill>
                            <a:schemeClr val="accent5">
                              <a:lumMod val="50000"/>
                            </a:schemeClr>
                          </a:solidFill>
                        </a:rPr>
                        <a:t>TOTAL HOURS</a:t>
                      </a:r>
                      <a:endParaRPr lang="en-ZA" sz="1200" b="1" dirty="0">
                        <a:solidFill>
                          <a:schemeClr val="accent5">
                            <a:lumMod val="50000"/>
                          </a:schemeClr>
                        </a:solidFill>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7240892"/>
                  </a:ext>
                </a:extLst>
              </a:tr>
              <a:tr h="794431">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5"/>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lumMod val="75000"/>
                      </a:schemeClr>
                    </a:solidFill>
                  </a:tcPr>
                </a:tc>
                <a:tc>
                  <a:txBody>
                    <a:bodyPr/>
                    <a:lstStyle/>
                    <a:p>
                      <a:pPr algn="l">
                        <a:lnSpc>
                          <a:spcPts val="1200"/>
                        </a:lnSpc>
                      </a:pPr>
                      <a:r>
                        <a:rPr lang="en-US" sz="1000" b="1" spc="40" baseline="0" dirty="0">
                          <a:solidFill>
                            <a:schemeClr val="bg1"/>
                          </a:solidFill>
                          <a:latin typeface="+mj-lt"/>
                        </a:rPr>
                        <a:t>RETAILER C GROUP SA</a:t>
                      </a:r>
                      <a:endParaRPr lang="en-ZA" sz="1000" b="1" spc="40" baseline="0" dirty="0">
                        <a:solidFill>
                          <a:schemeClr val="bg1"/>
                        </a:solidFill>
                        <a:latin typeface="+mj-lt"/>
                      </a:endParaRPr>
                    </a:p>
                  </a:txBody>
                  <a:tcPr marL="108000" marR="108000" marT="72000" marB="72000" anchor="ctr">
                    <a:lnL w="9525" cap="flat" cmpd="sng" algn="ctr">
                      <a:solidFill>
                        <a:schemeClr val="accent2"/>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r>
                        <a:rPr lang="en-US" sz="1100" b="1" dirty="0">
                          <a:solidFill>
                            <a:schemeClr val="bg1"/>
                          </a:solidFill>
                          <a:latin typeface="+mj-lt"/>
                        </a:rPr>
                        <a:t>00 000</a:t>
                      </a:r>
                      <a:endParaRPr lang="en-ZA" sz="1100" b="1"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2368831498"/>
                  </a:ext>
                </a:extLst>
              </a:tr>
              <a:tr h="794431">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6"/>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75000"/>
                      </a:schemeClr>
                    </a:solidFill>
                  </a:tcPr>
                </a:tc>
                <a:tc>
                  <a:txBody>
                    <a:bodyPr/>
                    <a:lstStyle/>
                    <a:p>
                      <a:pPr algn="l">
                        <a:lnSpc>
                          <a:spcPts val="1200"/>
                        </a:lnSpc>
                      </a:pPr>
                      <a:r>
                        <a:rPr lang="en-US" sz="1000" b="1" spc="40" baseline="0" dirty="0">
                          <a:solidFill>
                            <a:schemeClr val="bg1"/>
                          </a:solidFill>
                          <a:latin typeface="+mj-lt"/>
                        </a:rPr>
                        <a:t>RETAILER A/</a:t>
                      </a:r>
                      <a:br>
                        <a:rPr lang="en-US" sz="1000" b="1" spc="40" baseline="0" dirty="0">
                          <a:solidFill>
                            <a:schemeClr val="bg1"/>
                          </a:solidFill>
                          <a:latin typeface="+mj-lt"/>
                        </a:rPr>
                      </a:br>
                      <a:r>
                        <a:rPr lang="en-US" sz="1000" b="1" spc="40" baseline="0" dirty="0">
                          <a:solidFill>
                            <a:schemeClr val="bg1"/>
                          </a:solidFill>
                          <a:latin typeface="+mj-lt"/>
                        </a:rPr>
                        <a:t>RETAILER B GROUP SA</a:t>
                      </a:r>
                      <a:endParaRPr lang="en-ZA" sz="1000" b="1" spc="40" baseline="0" dirty="0">
                        <a:solidFill>
                          <a:schemeClr val="bg1"/>
                        </a:solidFill>
                        <a:latin typeface="+mj-lt"/>
                      </a:endParaRPr>
                    </a:p>
                  </a:txBody>
                  <a:tcPr marL="108000" marR="108000" marT="72000" marB="72000" anchor="ctr">
                    <a:lnL w="9525" cap="flat" cmpd="sng" algn="ctr">
                      <a:solidFill>
                        <a:schemeClr val="accent6"/>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r>
                        <a:rPr lang="en-US" sz="1100" b="1" dirty="0">
                          <a:solidFill>
                            <a:schemeClr val="bg1"/>
                          </a:solidFill>
                          <a:latin typeface="+mj-lt"/>
                        </a:rPr>
                        <a:t>00 000</a:t>
                      </a:r>
                      <a:endParaRPr lang="en-ZA" sz="1100" b="1"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4135832497"/>
                  </a:ext>
                </a:extLst>
              </a:tr>
              <a:tr h="794431">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4"/>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75000"/>
                      </a:schemeClr>
                    </a:solidFill>
                  </a:tcPr>
                </a:tc>
                <a:tc>
                  <a:txBody>
                    <a:bodyPr/>
                    <a:lstStyle/>
                    <a:p>
                      <a:pPr algn="l">
                        <a:lnSpc>
                          <a:spcPts val="1200"/>
                        </a:lnSpc>
                      </a:pPr>
                      <a:r>
                        <a:rPr lang="en-US" sz="1000" b="1" spc="40" baseline="0" dirty="0">
                          <a:solidFill>
                            <a:schemeClr val="bg1"/>
                          </a:solidFill>
                          <a:latin typeface="+mj-lt"/>
                        </a:rPr>
                        <a:t>RETAILER D GROUP SA</a:t>
                      </a:r>
                      <a:endParaRPr lang="en-ZA" sz="1000" b="1" spc="40" baseline="0" dirty="0">
                        <a:solidFill>
                          <a:schemeClr val="bg1"/>
                        </a:solidFill>
                        <a:latin typeface="+mj-lt"/>
                      </a:endParaRPr>
                    </a:p>
                  </a:txBody>
                  <a:tcPr marL="108000" marR="108000" marT="72000" marB="72000" anchor="ctr">
                    <a:lnL w="9525" cap="flat" cmpd="sng" algn="ctr">
                      <a:solidFill>
                        <a:schemeClr val="accent4"/>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r>
                        <a:rPr lang="en-US" sz="1100" b="1" dirty="0">
                          <a:solidFill>
                            <a:schemeClr val="bg1"/>
                          </a:solidFill>
                          <a:latin typeface="+mj-lt"/>
                        </a:rPr>
                        <a:t>0 000</a:t>
                      </a:r>
                      <a:endParaRPr lang="en-ZA" sz="1100" b="1"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2113639685"/>
                  </a:ext>
                </a:extLst>
              </a:tr>
              <a:tr h="794431">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3"/>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75000"/>
                      </a:schemeClr>
                    </a:solidFill>
                  </a:tcPr>
                </a:tc>
                <a:tc>
                  <a:txBody>
                    <a:bodyPr/>
                    <a:lstStyle/>
                    <a:p>
                      <a:pPr algn="l">
                        <a:lnSpc>
                          <a:spcPts val="1200"/>
                        </a:lnSpc>
                      </a:pPr>
                      <a:r>
                        <a:rPr lang="en-US" sz="1000" b="1" spc="40" baseline="0" dirty="0">
                          <a:solidFill>
                            <a:schemeClr val="bg1"/>
                          </a:solidFill>
                          <a:latin typeface="+mj-lt"/>
                        </a:rPr>
                        <a:t>RETAILER E SA</a:t>
                      </a:r>
                      <a:endParaRPr lang="en-ZA" sz="1000" b="1" spc="40" baseline="0" dirty="0">
                        <a:solidFill>
                          <a:schemeClr val="bg1"/>
                        </a:solidFill>
                        <a:latin typeface="+mj-lt"/>
                      </a:endParaRPr>
                    </a:p>
                  </a:txBody>
                  <a:tcPr marL="108000" marR="108000" marT="72000" marB="72000" anchor="ctr">
                    <a:lnL w="9525" cap="flat" cmpd="sng" algn="ctr">
                      <a:solidFill>
                        <a:schemeClr val="accent3"/>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endParaRPr lang="en-US" sz="1000" kern="1200" dirty="0">
                        <a:solidFill>
                          <a:schemeClr val="accent5">
                            <a:lumMod val="50000"/>
                          </a:schemeClr>
                        </a:solidFill>
                        <a:latin typeface="+mj-lt"/>
                        <a:ea typeface="+mn-ea"/>
                        <a:cs typeface="+mn-cs"/>
                      </a:endParaRP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r>
                        <a:rPr lang="en-US" sz="1100" b="1" dirty="0">
                          <a:solidFill>
                            <a:schemeClr val="bg1"/>
                          </a:solidFill>
                          <a:latin typeface="+mj-lt"/>
                        </a:rPr>
                        <a:t>0 000</a:t>
                      </a:r>
                      <a:endParaRPr lang="en-ZA" sz="1100" b="1"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3019519244"/>
                  </a:ext>
                </a:extLst>
              </a:tr>
              <a:tr h="794431">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a:lnSpc>
                          <a:spcPts val="1200"/>
                        </a:lnSpc>
                      </a:pPr>
                      <a:r>
                        <a:rPr lang="en-US" sz="1000" b="1" spc="40" baseline="0" dirty="0">
                          <a:solidFill>
                            <a:schemeClr val="bg1"/>
                          </a:solidFill>
                          <a:latin typeface="+mj-lt"/>
                        </a:rPr>
                        <a:t>OTHER INDEPENDENT WHOLESALERS SA</a:t>
                      </a:r>
                      <a:endParaRPr lang="en-ZA" sz="1000" b="1" spc="40" baseline="0" dirty="0">
                        <a:solidFill>
                          <a:schemeClr val="bg1"/>
                        </a:solidFill>
                        <a:latin typeface="+mj-lt"/>
                      </a:endParaRPr>
                    </a:p>
                  </a:txBody>
                  <a:tcPr marL="108000" marR="108000" marT="72000" marB="72000" anchor="ctr">
                    <a:lnL w="9525" cap="flat" cmpd="sng" algn="ctr">
                      <a:solidFill>
                        <a:schemeClr val="accent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0 000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marL="0" algn="ctr" defTabSz="914217" rtl="0" eaLnBrk="1" fontAlgn="b" latinLnBrk="0" hangingPunct="1">
                        <a:lnSpc>
                          <a:spcPts val="1200"/>
                        </a:lnSpc>
                      </a:pPr>
                      <a:r>
                        <a:rPr lang="en-US" sz="1000" kern="1200" dirty="0">
                          <a:solidFill>
                            <a:schemeClr val="accent5">
                              <a:lumMod val="50000"/>
                            </a:schemeClr>
                          </a:solidFill>
                          <a:latin typeface="+mj-lt"/>
                          <a:ea typeface="+mn-ea"/>
                          <a:cs typeface="+mn-cs"/>
                        </a:rPr>
                        <a:t>00</a:t>
                      </a:r>
                    </a:p>
                  </a:txBody>
                  <a:tcPr marL="0" marR="0" marT="0" marB="0" anchor="ctr">
                    <a:lnL w="9525" cap="flat" cmpd="sng" algn="ctr">
                      <a:solidFill>
                        <a:schemeClr val="bg2">
                          <a:lumMod val="9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solidFill>
                  </a:tcPr>
                </a:tc>
                <a:tc>
                  <a:txBody>
                    <a:bodyPr/>
                    <a:lstStyle/>
                    <a:p>
                      <a:pPr algn="ctr"/>
                      <a:r>
                        <a:rPr lang="en-US" sz="1100" b="1" dirty="0">
                          <a:solidFill>
                            <a:schemeClr val="bg1"/>
                          </a:solidFill>
                          <a:latin typeface="+mj-lt"/>
                        </a:rPr>
                        <a:t>0 000</a:t>
                      </a:r>
                      <a:endParaRPr lang="en-ZA" sz="1100" b="1" dirty="0">
                        <a:solidFill>
                          <a:schemeClr val="bg1"/>
                        </a:solidFill>
                        <a:latin typeface="+mj-lt"/>
                      </a:endParaRPr>
                    </a:p>
                  </a:txBody>
                  <a:tcPr marL="108000" marR="108000" marT="72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801677046"/>
                  </a:ext>
                </a:extLst>
              </a:tr>
              <a:tr h="37084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lumMod val="60000"/>
                        <a:lumOff val="40000"/>
                      </a:schemeClr>
                    </a:solidFill>
                  </a:tcPr>
                </a:tc>
                <a:tc>
                  <a:txBody>
                    <a:bodyPr/>
                    <a:lstStyle/>
                    <a:p>
                      <a:pPr marL="0" algn="l" defTabSz="914400" rtl="0" eaLnBrk="1" latinLnBrk="0" hangingPunct="1">
                        <a:lnSpc>
                          <a:spcPts val="1200"/>
                        </a:lnSpc>
                      </a:pPr>
                      <a:r>
                        <a:rPr lang="en-US" sz="1050" b="1" kern="1200" dirty="0">
                          <a:solidFill>
                            <a:schemeClr val="accent5">
                              <a:lumMod val="50000"/>
                            </a:schemeClr>
                          </a:solidFill>
                          <a:latin typeface="+mj-lt"/>
                          <a:ea typeface="+mn-ea"/>
                          <a:cs typeface="+mn-cs"/>
                        </a:rPr>
                        <a:t>TOTAL HOURS</a:t>
                      </a:r>
                      <a:endParaRPr lang="en-ZA" sz="1050" b="1" kern="1200" dirty="0">
                        <a:solidFill>
                          <a:schemeClr val="accent5">
                            <a:lumMod val="50000"/>
                          </a:schemeClr>
                        </a:solidFill>
                        <a:latin typeface="+mj-lt"/>
                        <a:ea typeface="+mn-ea"/>
                        <a:cs typeface="+mn-cs"/>
                      </a:endParaRPr>
                    </a:p>
                  </a:txBody>
                  <a:tcPr marL="108000" marR="10800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a:solidFill>
                            <a:schemeClr val="accent5">
                              <a:lumMod val="50000"/>
                            </a:schemeClr>
                          </a:solidFill>
                          <a:effectLst/>
                          <a:latin typeface="+mj-lt"/>
                          <a:ea typeface="+mn-ea"/>
                          <a:cs typeface="+mn-cs"/>
                        </a:rPr>
                        <a:t>00 000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ctr" defTabSz="914217" rtl="0" eaLnBrk="1" fontAlgn="b" latinLnBrk="0" hangingPunct="1">
                        <a:lnSpc>
                          <a:spcPts val="1200"/>
                        </a:lnSpc>
                      </a:pPr>
                      <a:r>
                        <a:rPr lang="en-US" sz="1100" b="1" kern="1200" dirty="0">
                          <a:solidFill>
                            <a:schemeClr val="accent5">
                              <a:lumMod val="50000"/>
                            </a:schemeClr>
                          </a:solidFill>
                          <a:effectLst/>
                          <a:latin typeface="+mj-lt"/>
                          <a:ea typeface="+mn-ea"/>
                          <a:cs typeface="+mn-cs"/>
                        </a:rPr>
                        <a:t>0 000</a:t>
                      </a:r>
                    </a:p>
                  </a:txBody>
                  <a:tcPr marL="0" marR="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a:r>
                        <a:rPr lang="en-US" sz="1100" b="1" dirty="0">
                          <a:solidFill>
                            <a:schemeClr val="bg1"/>
                          </a:solidFill>
                          <a:latin typeface="+mj-lt"/>
                        </a:rPr>
                        <a:t>00 000</a:t>
                      </a:r>
                      <a:endParaRPr lang="en-ZA" sz="1100" b="1" dirty="0">
                        <a:solidFill>
                          <a:schemeClr val="bg1"/>
                        </a:solidFill>
                        <a:latin typeface="+mj-lt"/>
                      </a:endParaRPr>
                    </a:p>
                  </a:txBody>
                  <a:tcPr marL="108000" marR="108000" marT="3600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4039075518"/>
                  </a:ext>
                </a:extLst>
              </a:tr>
            </a:tbl>
          </a:graphicData>
        </a:graphic>
      </p:graphicFrame>
      <p:grpSp>
        <p:nvGrpSpPr>
          <p:cNvPr id="6" name="Group 5">
            <a:extLst>
              <a:ext uri="{FF2B5EF4-FFF2-40B4-BE49-F238E27FC236}">
                <a16:creationId xmlns:a16="http://schemas.microsoft.com/office/drawing/2014/main" id="{2BA455DA-9E77-21E1-F4DE-64A89A0842E5}"/>
              </a:ext>
            </a:extLst>
          </p:cNvPr>
          <p:cNvGrpSpPr/>
          <p:nvPr/>
        </p:nvGrpSpPr>
        <p:grpSpPr>
          <a:xfrm>
            <a:off x="11869578" y="-1"/>
            <a:ext cx="322422" cy="6858001"/>
            <a:chOff x="11874836" y="-1"/>
            <a:chExt cx="322497" cy="6859588"/>
          </a:xfrm>
        </p:grpSpPr>
        <p:sp>
          <p:nvSpPr>
            <p:cNvPr id="7" name="모서리가 둥근 직사각형 53">
              <a:extLst>
                <a:ext uri="{FF2B5EF4-FFF2-40B4-BE49-F238E27FC236}">
                  <a16:creationId xmlns:a16="http://schemas.microsoft.com/office/drawing/2014/main" id="{1658087C-2A2F-EE30-774B-2CB91A83F35A}"/>
                </a:ext>
              </a:extLst>
            </p:cNvPr>
            <p:cNvSpPr/>
            <p:nvPr/>
          </p:nvSpPr>
          <p:spPr>
            <a:xfrm>
              <a:off x="11874836" y="-1"/>
              <a:ext cx="322497" cy="6859588"/>
            </a:xfrm>
            <a:prstGeom prst="roundRect">
              <a:avLst>
                <a:gd name="adj" fmla="val 0"/>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0" latinLnBrk="1">
                <a:defRPr/>
              </a:pPr>
              <a:endParaRPr lang="ko-KR" altLang="en-US" sz="1200">
                <a:solidFill>
                  <a:srgbClr val="FFFFFF">
                    <a:lumMod val="95000"/>
                  </a:srgbClr>
                </a:solidFill>
                <a:latin typeface="Calibri"/>
              </a:endParaRPr>
            </a:p>
          </p:txBody>
        </p:sp>
        <p:sp>
          <p:nvSpPr>
            <p:cNvPr id="8" name="Text Placeholder 3">
              <a:extLst>
                <a:ext uri="{FF2B5EF4-FFF2-40B4-BE49-F238E27FC236}">
                  <a16:creationId xmlns:a16="http://schemas.microsoft.com/office/drawing/2014/main" id="{65588804-6CCC-925F-4063-901529F34CB2}"/>
                </a:ext>
              </a:extLst>
            </p:cNvPr>
            <p:cNvSpPr txBox="1">
              <a:spLocks/>
            </p:cNvSpPr>
            <p:nvPr/>
          </p:nvSpPr>
          <p:spPr>
            <a:xfrm rot="16200000">
              <a:off x="8650944" y="3262889"/>
              <a:ext cx="6759172" cy="2358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3943">
                <a:buNone/>
                <a:defRPr/>
              </a:pPr>
              <a:r>
                <a:rPr lang="en-US" sz="1100" b="1" spc="40" dirty="0">
                  <a:solidFill>
                    <a:srgbClr val="FFFFFF"/>
                  </a:solidFill>
                  <a:latin typeface="Montserrat"/>
                </a:rPr>
                <a:t>DRIVE EFFECTIVENESS</a:t>
              </a:r>
              <a:endParaRPr lang="en-GB" sz="1100" b="1" spc="40" dirty="0">
                <a:solidFill>
                  <a:srgbClr val="FFFFFF"/>
                </a:solidFill>
                <a:latin typeface="Montserrat"/>
              </a:endParaRPr>
            </a:p>
          </p:txBody>
        </p:sp>
        <p:sp>
          <p:nvSpPr>
            <p:cNvPr id="9" name="Freeform 5">
              <a:extLst>
                <a:ext uri="{FF2B5EF4-FFF2-40B4-BE49-F238E27FC236}">
                  <a16:creationId xmlns:a16="http://schemas.microsoft.com/office/drawing/2014/main" id="{98657FCA-E707-C1BC-F36A-48C81531FC7F}"/>
                </a:ext>
              </a:extLst>
            </p:cNvPr>
            <p:cNvSpPr>
              <a:spLocks noEditPoints="1"/>
            </p:cNvSpPr>
            <p:nvPr/>
          </p:nvSpPr>
          <p:spPr bwMode="auto">
            <a:xfrm>
              <a:off x="11932292" y="4831772"/>
              <a:ext cx="196476" cy="195325"/>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6" tIns="45692" rIns="91386" bIns="45692" numCol="1" anchor="t" anchorCtr="0" compatLnSpc="1">
              <a:prstTxWarp prst="textNoShape">
                <a:avLst/>
              </a:prstTxWarp>
            </a:bodyPr>
            <a:lstStyle/>
            <a:p>
              <a:pPr defTabSz="1218560" latinLnBrk="1">
                <a:defRPr/>
              </a:pPr>
              <a:endParaRPr lang="en-ZA" sz="2400">
                <a:solidFill>
                  <a:srgbClr val="0E1D29"/>
                </a:solidFill>
                <a:latin typeface="Calibri"/>
              </a:endParaRPr>
            </a:p>
          </p:txBody>
        </p:sp>
      </p:grpSp>
    </p:spTree>
    <p:extLst>
      <p:ext uri="{BB962C8B-B14F-4D97-AF65-F5344CB8AC3E}">
        <p14:creationId xmlns:p14="http://schemas.microsoft.com/office/powerpoint/2010/main" val="21353391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p04gt.s10">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62CE28B4-13B7-32D5-6855-3B6403DEEE38}"/>
              </a:ext>
            </a:extLst>
          </p:cNvPr>
          <p:cNvGraphicFramePr>
            <a:graphicFrameLocks/>
          </p:cNvGraphicFramePr>
          <p:nvPr>
            <p:extLst>
              <p:ext uri="{D42A27DB-BD31-4B8C-83A1-F6EECF244321}">
                <p14:modId xmlns:p14="http://schemas.microsoft.com/office/powerpoint/2010/main" val="3544911460"/>
              </p:ext>
            </p:extLst>
          </p:nvPr>
        </p:nvGraphicFramePr>
        <p:xfrm>
          <a:off x="587375" y="1609127"/>
          <a:ext cx="11051374" cy="4815640"/>
        </p:xfrm>
        <a:graphic>
          <a:graphicData uri="http://schemas.openxmlformats.org/drawingml/2006/table">
            <a:tbl>
              <a:tblPr firstRow="1" bandRow="1">
                <a:tableStyleId>{5940675A-B579-460E-94D1-54222C63F5DA}</a:tableStyleId>
              </a:tblPr>
              <a:tblGrid>
                <a:gridCol w="49721">
                  <a:extLst>
                    <a:ext uri="{9D8B030D-6E8A-4147-A177-3AD203B41FA5}">
                      <a16:colId xmlns:a16="http://schemas.microsoft.com/office/drawing/2014/main" val="1721152808"/>
                    </a:ext>
                  </a:extLst>
                </a:gridCol>
                <a:gridCol w="2950835">
                  <a:extLst>
                    <a:ext uri="{9D8B030D-6E8A-4147-A177-3AD203B41FA5}">
                      <a16:colId xmlns:a16="http://schemas.microsoft.com/office/drawing/2014/main" val="2930835733"/>
                    </a:ext>
                  </a:extLst>
                </a:gridCol>
                <a:gridCol w="6113418">
                  <a:extLst>
                    <a:ext uri="{9D8B030D-6E8A-4147-A177-3AD203B41FA5}">
                      <a16:colId xmlns:a16="http://schemas.microsoft.com/office/drawing/2014/main" val="4251292257"/>
                    </a:ext>
                  </a:extLst>
                </a:gridCol>
                <a:gridCol w="968700">
                  <a:extLst>
                    <a:ext uri="{9D8B030D-6E8A-4147-A177-3AD203B41FA5}">
                      <a16:colId xmlns:a16="http://schemas.microsoft.com/office/drawing/2014/main" val="2631898163"/>
                    </a:ext>
                  </a:extLst>
                </a:gridCol>
                <a:gridCol w="968700">
                  <a:extLst>
                    <a:ext uri="{9D8B030D-6E8A-4147-A177-3AD203B41FA5}">
                      <a16:colId xmlns:a16="http://schemas.microsoft.com/office/drawing/2014/main" val="2863772054"/>
                    </a:ext>
                  </a:extLst>
                </a:gridCol>
              </a:tblGrid>
              <a:tr h="0">
                <a:tc gridSpan="2">
                  <a:txBody>
                    <a:bodyPr/>
                    <a:lstStyle/>
                    <a:p>
                      <a:r>
                        <a:rPr lang="en-US" sz="1000" b="1" spc="40" baseline="0" dirty="0">
                          <a:latin typeface="+mj-lt"/>
                        </a:rPr>
                        <a:t>NATIONAL GROUP</a:t>
                      </a:r>
                      <a:endParaRPr lang="en-ZA" sz="1000" b="1" spc="40" baseline="0" dirty="0">
                        <a:latin typeface="+mj-lt"/>
                      </a:endParaRPr>
                    </a:p>
                  </a:txBody>
                  <a:tcPr marL="0" marR="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hMerge="1">
                  <a:txBody>
                    <a:bodyPr/>
                    <a:lstStyle/>
                    <a:p>
                      <a:endParaRPr lang="en-ZA" dirty="0"/>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algn="l" defTabSz="914400" rtl="0" eaLnBrk="1" latinLnBrk="0" hangingPunct="1">
                        <a:lnSpc>
                          <a:spcPts val="1300"/>
                        </a:lnSpc>
                      </a:pPr>
                      <a:r>
                        <a:rPr lang="en-US" sz="1000" b="1" kern="1200" spc="40" baseline="0" dirty="0">
                          <a:solidFill>
                            <a:schemeClr val="accent5"/>
                          </a:solidFill>
                          <a:latin typeface="+mj-lt"/>
                          <a:ea typeface="+mn-ea"/>
                          <a:cs typeface="+mn-cs"/>
                        </a:rPr>
                        <a:t>ROLE NEEDED</a:t>
                      </a:r>
                      <a:endParaRPr lang="en-ZA" sz="1000" b="1" kern="1200" spc="40" baseline="0" dirty="0">
                        <a:solidFill>
                          <a:schemeClr val="accent5"/>
                        </a:solidFill>
                        <a:latin typeface="+mj-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algn="ctr" defTabSz="914400" rtl="0" eaLnBrk="1" latinLnBrk="0" hangingPunct="1">
                        <a:lnSpc>
                          <a:spcPts val="1100"/>
                        </a:lnSpc>
                      </a:pPr>
                      <a:r>
                        <a:rPr lang="en-US" sz="1000" b="1" kern="1200" spc="40" baseline="0" dirty="0">
                          <a:solidFill>
                            <a:schemeClr val="accent5"/>
                          </a:solidFill>
                          <a:latin typeface="+mj-lt"/>
                          <a:ea typeface="+mn-ea"/>
                          <a:cs typeface="+mn-cs"/>
                        </a:rPr>
                        <a:t>WEEKLY HOURS</a:t>
                      </a:r>
                      <a:endParaRPr lang="en-ZA" sz="1000" b="1" kern="1200" spc="40" baseline="0" dirty="0">
                        <a:solidFill>
                          <a:schemeClr val="accent5"/>
                        </a:solidFill>
                        <a:latin typeface="+mj-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marL="0" algn="ctr" defTabSz="914400" rtl="0" eaLnBrk="1" latinLnBrk="0" hangingPunct="1">
                        <a:lnSpc>
                          <a:spcPts val="1100"/>
                        </a:lnSpc>
                      </a:pPr>
                      <a:r>
                        <a:rPr lang="en-US" sz="1000" b="1" kern="1200" spc="40" baseline="0" dirty="0">
                          <a:solidFill>
                            <a:schemeClr val="accent5"/>
                          </a:solidFill>
                          <a:latin typeface="+mj-lt"/>
                          <a:ea typeface="+mn-ea"/>
                          <a:cs typeface="+mn-cs"/>
                        </a:rPr>
                        <a:t>% OF HOURS</a:t>
                      </a:r>
                      <a:endParaRPr lang="en-ZA" sz="1000" b="1" kern="1200" spc="40" baseline="0" dirty="0">
                        <a:solidFill>
                          <a:schemeClr val="accent5"/>
                        </a:solidFill>
                        <a:latin typeface="+mj-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7240892"/>
                  </a:ext>
                </a:extLst>
              </a:tr>
              <a:tr h="234000">
                <a:tc rowSpan="4">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2"/>
                      </a:solidFill>
                      <a:prstDash val="solid"/>
                      <a:round/>
                      <a:headEnd type="none" w="med" len="med"/>
                      <a:tailEnd type="none" w="med" len="med"/>
                    </a:lnR>
                    <a:lnT w="9525" cap="flat" cmpd="sng" algn="ctr">
                      <a:solidFill>
                        <a:schemeClr val="accent5"/>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lumMod val="75000"/>
                      </a:schemeClr>
                    </a:solidFill>
                  </a:tcPr>
                </a:tc>
                <a:tc rowSpan="4">
                  <a:txBody>
                    <a:bodyPr/>
                    <a:lstStyle/>
                    <a:p>
                      <a:pPr algn="l">
                        <a:lnSpc>
                          <a:spcPts val="1200"/>
                        </a:lnSpc>
                      </a:pPr>
                      <a:r>
                        <a:rPr lang="en-US" sz="1000" b="1" spc="40" baseline="0" dirty="0">
                          <a:solidFill>
                            <a:schemeClr val="bg1"/>
                          </a:solidFill>
                          <a:latin typeface="+mj-lt"/>
                        </a:rPr>
                        <a:t>RETAILER C</a:t>
                      </a:r>
                      <a:endParaRPr lang="en-ZA" sz="1000" b="1" spc="40" baseline="0" dirty="0">
                        <a:solidFill>
                          <a:schemeClr val="bg1"/>
                        </a:solidFill>
                        <a:latin typeface="+mj-lt"/>
                      </a:endParaRPr>
                    </a:p>
                  </a:txBody>
                  <a:tcPr marL="108000" marR="108000" marT="72000" marB="72000" anchor="ctr">
                    <a:lnL w="9525" cap="flat" cmpd="sng" algn="ctr">
                      <a:solidFill>
                        <a:schemeClr val="accent2"/>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accent5"/>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FIELD MANAGER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DFDFA"/>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accent5"/>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368831498"/>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DFDFA"/>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020931416"/>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SMOLLAN FIELD SALES MANAGER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DFDFA"/>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108350217"/>
                  </a:ext>
                </a:extLst>
              </a:tr>
              <a:tr h="252000">
                <a:tc vMerge="1">
                  <a:txBody>
                    <a:bodyPr/>
                    <a:lstStyle/>
                    <a:p>
                      <a:endParaRPr lang="en-ZA"/>
                    </a:p>
                  </a:txBody>
                  <a:tcPr/>
                </a:tc>
                <a:tc vMerge="1">
                  <a:txBody>
                    <a:bodyPr/>
                    <a:lstStyle/>
                    <a:p>
                      <a:endParaRPr lang="en-ZA"/>
                    </a:p>
                  </a:txBody>
                  <a:tcPr/>
                </a:tc>
                <a:tc>
                  <a:txBody>
                    <a:bodyPr/>
                    <a:lstStyle/>
                    <a:p>
                      <a:pPr marL="0" algn="l" defTabSz="914217" rtl="0" eaLnBrk="1" fontAlgn="b" latinLnBrk="0" hangingPunct="1">
                        <a:lnSpc>
                          <a:spcPts val="1200"/>
                        </a:lnSpc>
                      </a:pPr>
                      <a:endParaRPr lang="en-US" sz="1000" kern="1200" dirty="0">
                        <a:solidFill>
                          <a:schemeClr val="accent5">
                            <a:lumMod val="50000"/>
                          </a:schemeClr>
                        </a:solidFill>
                        <a:latin typeface="+mn-lt"/>
                        <a:ea typeface="+mn-ea"/>
                        <a:cs typeface="+mn-cs"/>
                      </a:endParaRPr>
                    </a:p>
                  </a:txBody>
                  <a:tcPr marL="108000" marR="10800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sz="1000" b="1" dirty="0">
                          <a:solidFill>
                            <a:schemeClr val="bg1"/>
                          </a:solidFill>
                          <a:latin typeface="+mn-lt"/>
                        </a:rPr>
                        <a:t>00 000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tc>
                  <a:txBody>
                    <a:bodyPr/>
                    <a:lstStyle/>
                    <a:p>
                      <a:pPr algn="ctr"/>
                      <a:r>
                        <a:rPr lang="en-US" sz="1000" b="1" dirty="0">
                          <a:solidFill>
                            <a:schemeClr val="bg1"/>
                          </a:solidFill>
                          <a:latin typeface="+mn-lt"/>
                        </a:rPr>
                        <a:t>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649016231"/>
                  </a:ext>
                </a:extLst>
              </a:tr>
              <a:tr h="234000">
                <a:tc rowSpan="3">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6"/>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75000"/>
                      </a:schemeClr>
                    </a:solidFill>
                  </a:tcPr>
                </a:tc>
                <a:tc rowSpan="3">
                  <a:txBody>
                    <a:bodyPr/>
                    <a:lstStyle/>
                    <a:p>
                      <a:pPr algn="l">
                        <a:lnSpc>
                          <a:spcPts val="1200"/>
                        </a:lnSpc>
                      </a:pPr>
                      <a:r>
                        <a:rPr lang="en-US" sz="1000" b="1" spc="40" baseline="0" dirty="0">
                          <a:solidFill>
                            <a:schemeClr val="bg1"/>
                          </a:solidFill>
                          <a:latin typeface="+mj-lt"/>
                        </a:rPr>
                        <a:t>RETAILER A</a:t>
                      </a:r>
                      <a:endParaRPr lang="en-ZA" sz="1000" b="1" spc="40" baseline="0" dirty="0">
                        <a:solidFill>
                          <a:schemeClr val="bg1"/>
                        </a:solidFill>
                        <a:latin typeface="+mj-lt"/>
                      </a:endParaRPr>
                    </a:p>
                  </a:txBody>
                  <a:tcPr marL="108000" marR="108000" marT="72000" marB="72000" anchor="ctr">
                    <a:lnL w="9525" cap="flat" cmpd="sng" algn="ctr">
                      <a:solidFill>
                        <a:schemeClr val="accent6"/>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AF0"/>
                    </a:solidFill>
                  </a:tcPr>
                </a:tc>
                <a:tc>
                  <a:txBody>
                    <a:bodyPr/>
                    <a:lstStyle/>
                    <a:p>
                      <a:pPr algn="ctr"/>
                      <a:r>
                        <a:rPr lang="en-US" sz="1000" b="0" dirty="0">
                          <a:solidFill>
                            <a:schemeClr val="accent5">
                              <a:lumMod val="50000"/>
                            </a:schemeClr>
                          </a:solidFill>
                          <a:latin typeface="+mn-lt"/>
                        </a:rPr>
                        <a:t>00 000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4135832497"/>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SMOLLAN FIELD SALES MANAGER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AF0"/>
                    </a:solidFill>
                  </a:tcPr>
                </a:tc>
                <a:tc>
                  <a:txBody>
                    <a:bodyPr/>
                    <a:lstStyle/>
                    <a:p>
                      <a:pPr algn="ctr"/>
                      <a:r>
                        <a:rPr lang="en-US" sz="1000" b="0" dirty="0">
                          <a:solidFill>
                            <a:schemeClr val="accent5">
                              <a:lumMod val="50000"/>
                            </a:schemeClr>
                          </a:solidFill>
                          <a:latin typeface="+mn-lt"/>
                        </a:rPr>
                        <a:t>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501687821"/>
                  </a:ext>
                </a:extLst>
              </a:tr>
              <a:tr h="252000">
                <a:tc vMerge="1">
                  <a:txBody>
                    <a:bodyPr/>
                    <a:lstStyle/>
                    <a:p>
                      <a:endParaRPr lang="en-ZA"/>
                    </a:p>
                  </a:txBody>
                  <a:tcPr/>
                </a:tc>
                <a:tc vMerge="1">
                  <a:txBody>
                    <a:bodyPr/>
                    <a:lstStyle/>
                    <a:p>
                      <a:endParaRPr lang="en-ZA"/>
                    </a:p>
                  </a:txBody>
                  <a:tcPr/>
                </a:tc>
                <a:tc>
                  <a:txBody>
                    <a:bodyPr/>
                    <a:lstStyle/>
                    <a:p>
                      <a:pPr marL="0" algn="l" defTabSz="914217" rtl="0" eaLnBrk="1" fontAlgn="b" latinLnBrk="0" hangingPunct="1">
                        <a:lnSpc>
                          <a:spcPts val="1200"/>
                        </a:lnSpc>
                      </a:pPr>
                      <a:endParaRPr lang="en-US" sz="1000" kern="1200" dirty="0">
                        <a:solidFill>
                          <a:schemeClr val="accent5">
                            <a:lumMod val="50000"/>
                          </a:schemeClr>
                        </a:solidFill>
                        <a:latin typeface="+mn-lt"/>
                        <a:ea typeface="+mn-ea"/>
                        <a:cs typeface="+mn-cs"/>
                      </a:endParaRPr>
                    </a:p>
                  </a:txBody>
                  <a:tcPr marL="108000" marR="10800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sz="1000" b="1" dirty="0">
                          <a:solidFill>
                            <a:schemeClr val="bg1"/>
                          </a:solidFill>
                          <a:latin typeface="+mn-lt"/>
                        </a:rPr>
                        <a:t>00 000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tc>
                  <a:txBody>
                    <a:bodyPr/>
                    <a:lstStyle/>
                    <a:p>
                      <a:pPr algn="ctr"/>
                      <a:r>
                        <a:rPr lang="en-US" sz="1000" b="1" dirty="0">
                          <a:solidFill>
                            <a:schemeClr val="bg1"/>
                          </a:solidFill>
                          <a:latin typeface="+mn-lt"/>
                        </a:rPr>
                        <a:t>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54311280"/>
                  </a:ext>
                </a:extLst>
              </a:tr>
              <a:tr h="234000">
                <a:tc rowSpan="4">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4"/>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lumMod val="75000"/>
                      </a:schemeClr>
                    </a:solidFill>
                  </a:tcPr>
                </a:tc>
                <a:tc rowSpan="4">
                  <a:txBody>
                    <a:bodyPr/>
                    <a:lstStyle/>
                    <a:p>
                      <a:pPr algn="l">
                        <a:lnSpc>
                          <a:spcPts val="1200"/>
                        </a:lnSpc>
                      </a:pPr>
                      <a:r>
                        <a:rPr lang="en-US" sz="1000" b="1" spc="40" baseline="0" dirty="0">
                          <a:solidFill>
                            <a:schemeClr val="bg1"/>
                          </a:solidFill>
                          <a:latin typeface="+mj-lt"/>
                        </a:rPr>
                        <a:t>RETAILER D</a:t>
                      </a:r>
                      <a:endParaRPr lang="en-ZA" sz="1000" b="1" spc="40" baseline="0" dirty="0">
                        <a:solidFill>
                          <a:schemeClr val="bg1"/>
                        </a:solidFill>
                        <a:latin typeface="+mj-lt"/>
                      </a:endParaRPr>
                    </a:p>
                  </a:txBody>
                  <a:tcPr marL="108000" marR="108000" marT="72000" marB="72000" anchor="ctr">
                    <a:lnL w="9525" cap="flat" cmpd="sng" algn="ctr">
                      <a:solidFill>
                        <a:schemeClr val="accent4"/>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FM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BFF"/>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113639685"/>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BFF"/>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520977290"/>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SMOLLAN FIELD SALES MANAGER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BFF"/>
                    </a:solidFill>
                  </a:tcPr>
                </a:tc>
                <a:tc>
                  <a:txBody>
                    <a:bodyPr/>
                    <a:lstStyle/>
                    <a:p>
                      <a:pPr algn="ctr"/>
                      <a:r>
                        <a:rPr lang="en-US" sz="1000" b="0" dirty="0">
                          <a:solidFill>
                            <a:schemeClr val="accent5">
                              <a:lumMod val="50000"/>
                            </a:schemeClr>
                          </a:solidFill>
                          <a:latin typeface="+mn-lt"/>
                        </a:rPr>
                        <a:t>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878901355"/>
                  </a:ext>
                </a:extLst>
              </a:tr>
              <a:tr h="252000">
                <a:tc vMerge="1">
                  <a:txBody>
                    <a:bodyPr/>
                    <a:lstStyle/>
                    <a:p>
                      <a:endParaRPr lang="en-ZA"/>
                    </a:p>
                  </a:txBody>
                  <a:tcPr/>
                </a:tc>
                <a:tc vMerge="1">
                  <a:txBody>
                    <a:bodyPr/>
                    <a:lstStyle/>
                    <a:p>
                      <a:endParaRPr lang="en-ZA"/>
                    </a:p>
                  </a:txBody>
                  <a:tcPr/>
                </a:tc>
                <a:tc>
                  <a:txBody>
                    <a:bodyPr/>
                    <a:lstStyle/>
                    <a:p>
                      <a:pPr marL="0" algn="l" defTabSz="914217" rtl="0" eaLnBrk="1" fontAlgn="b" latinLnBrk="0" hangingPunct="1">
                        <a:lnSpc>
                          <a:spcPts val="1200"/>
                        </a:lnSpc>
                      </a:pPr>
                      <a:endParaRPr lang="en-US" sz="1000" kern="1200" dirty="0">
                        <a:solidFill>
                          <a:schemeClr val="accent5">
                            <a:lumMod val="50000"/>
                          </a:schemeClr>
                        </a:solidFill>
                        <a:latin typeface="+mn-lt"/>
                        <a:ea typeface="+mn-ea"/>
                        <a:cs typeface="+mn-cs"/>
                      </a:endParaRPr>
                    </a:p>
                  </a:txBody>
                  <a:tcPr marL="108000" marR="10800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sz="1000" b="1" dirty="0">
                          <a:solidFill>
                            <a:schemeClr val="bg1"/>
                          </a:solidFill>
                          <a:latin typeface="+mn-lt"/>
                        </a:rPr>
                        <a:t>0 000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ctr"/>
                      <a:r>
                        <a:rPr lang="en-US" sz="1000" b="1" dirty="0">
                          <a:solidFill>
                            <a:schemeClr val="bg1"/>
                          </a:solidFill>
                          <a:latin typeface="+mn-lt"/>
                        </a:rPr>
                        <a:t>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3485051981"/>
                  </a:ext>
                </a:extLst>
              </a:tr>
              <a:tr h="234000">
                <a:tc rowSpan="5">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3"/>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75000"/>
                      </a:schemeClr>
                    </a:solidFill>
                  </a:tcPr>
                </a:tc>
                <a:tc rowSpan="5">
                  <a:txBody>
                    <a:bodyPr/>
                    <a:lstStyle/>
                    <a:p>
                      <a:pPr algn="l">
                        <a:lnSpc>
                          <a:spcPts val="1200"/>
                        </a:lnSpc>
                      </a:pPr>
                      <a:r>
                        <a:rPr lang="en-US" sz="1000" b="1" spc="40" baseline="0" dirty="0">
                          <a:solidFill>
                            <a:schemeClr val="bg1"/>
                          </a:solidFill>
                          <a:latin typeface="+mj-lt"/>
                        </a:rPr>
                        <a:t>RETAILER E</a:t>
                      </a:r>
                      <a:endParaRPr lang="en-ZA" sz="1000" b="1" spc="40" baseline="0" dirty="0">
                        <a:solidFill>
                          <a:schemeClr val="bg1"/>
                        </a:solidFill>
                        <a:latin typeface="+mj-lt"/>
                      </a:endParaRPr>
                    </a:p>
                  </a:txBody>
                  <a:tcPr marL="108000" marR="108000" marT="72000" marB="72000" anchor="ctr">
                    <a:lnL w="9525" cap="flat" cmpd="sng" algn="ctr">
                      <a:solidFill>
                        <a:schemeClr val="accent3"/>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FM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000" b="0" dirty="0">
                          <a:solidFill>
                            <a:schemeClr val="accent5">
                              <a:lumMod val="50000"/>
                            </a:schemeClr>
                          </a:solidFill>
                          <a:latin typeface="+mn-lt"/>
                        </a:rPr>
                        <a:t>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019519244"/>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CLIENT &amp; SMOLLAN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000" b="0" dirty="0">
                          <a:solidFill>
                            <a:schemeClr val="accent5">
                              <a:lumMod val="50000"/>
                            </a:schemeClr>
                          </a:solidFill>
                          <a:latin typeface="+mn-lt"/>
                        </a:rPr>
                        <a:t>0 000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1139238742"/>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SMOLLAN FIELD SALES MANAGER &amp; MERCHANDISER</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000" b="0" dirty="0">
                          <a:solidFill>
                            <a:schemeClr val="accent5">
                              <a:lumMod val="50000"/>
                            </a:schemeClr>
                          </a:solidFill>
                          <a:latin typeface="+mn-lt"/>
                        </a:rPr>
                        <a:t>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1052864206"/>
                  </a:ext>
                </a:extLst>
              </a:tr>
              <a:tr h="234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r>
                        <a:rPr lang="en-US" sz="1000" b="0" i="0" u="none" strike="noStrike" kern="1200" dirty="0">
                          <a:solidFill>
                            <a:schemeClr val="accent5">
                              <a:lumMod val="50000"/>
                            </a:schemeClr>
                          </a:solidFill>
                          <a:effectLst/>
                          <a:latin typeface="+mn-lt"/>
                          <a:ea typeface="+mn-ea"/>
                          <a:cs typeface="+mn-cs"/>
                        </a:rPr>
                        <a:t>SMOLLAN MERCHANDISER (ADD MANAGEMENT FEE)</a:t>
                      </a: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F7FF"/>
                    </a:solidFill>
                  </a:tcPr>
                </a:tc>
                <a:tc>
                  <a:txBody>
                    <a:bodyPr/>
                    <a:lstStyle/>
                    <a:p>
                      <a:pPr algn="ctr"/>
                      <a:r>
                        <a:rPr lang="en-US" sz="1000" b="0" dirty="0">
                          <a:solidFill>
                            <a:schemeClr val="accent5">
                              <a:lumMod val="50000"/>
                            </a:schemeClr>
                          </a:solidFill>
                          <a:latin typeface="+mn-lt"/>
                        </a:rPr>
                        <a:t>00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tc>
                  <a:txBody>
                    <a:bodyPr/>
                    <a:lstStyle/>
                    <a:p>
                      <a:pPr algn="ctr"/>
                      <a:r>
                        <a:rPr lang="en-US" sz="1000" b="0" dirty="0">
                          <a:solidFill>
                            <a:schemeClr val="accent5">
                              <a:lumMod val="50000"/>
                            </a:schemeClr>
                          </a:solidFill>
                          <a:latin typeface="+mn-lt"/>
                        </a:rPr>
                        <a:t>0</a:t>
                      </a:r>
                      <a:endParaRPr lang="en-ZA" sz="1000" b="0" dirty="0">
                        <a:solidFill>
                          <a:schemeClr val="accent5">
                            <a:lumMod val="50000"/>
                          </a:schemeClr>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625700538"/>
                  </a:ext>
                </a:extLst>
              </a:tr>
              <a:tr h="252000">
                <a:tc vMerge="1">
                  <a:txBody>
                    <a:bodyPr/>
                    <a:lstStyle/>
                    <a:p>
                      <a:endParaRPr lang="en-ZA"/>
                    </a:p>
                  </a:txBody>
                  <a:tcPr/>
                </a:tc>
                <a:tc vMerge="1">
                  <a:txBody>
                    <a:bodyPr/>
                    <a:lstStyle/>
                    <a:p>
                      <a:endParaRPr lang="en-ZA"/>
                    </a:p>
                  </a:txBody>
                  <a:tcPr/>
                </a:tc>
                <a:tc>
                  <a:txBody>
                    <a:bodyPr/>
                    <a:lstStyle/>
                    <a:p>
                      <a:pPr marL="119063" indent="0" algn="l" defTabSz="914400" rtl="0" eaLnBrk="1" fontAlgn="base" latinLnBrk="0" hangingPunct="1"/>
                      <a:endParaRPr lang="en-US" sz="1000" b="0" i="0" u="none" strike="noStrike" kern="1200" dirty="0">
                        <a:solidFill>
                          <a:schemeClr val="accent5">
                            <a:lumMod val="50000"/>
                          </a:schemeClr>
                        </a:solidFill>
                        <a:effectLst/>
                        <a:latin typeface="+mn-lt"/>
                        <a:ea typeface="+mn-ea"/>
                        <a:cs typeface="+mn-cs"/>
                      </a:endParaRPr>
                    </a:p>
                  </a:txBody>
                  <a:tcPr marL="0" marR="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sz="1000" b="1" dirty="0">
                          <a:solidFill>
                            <a:schemeClr val="bg1"/>
                          </a:solidFill>
                          <a:latin typeface="+mn-lt"/>
                        </a:rPr>
                        <a:t>0 000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tc>
                  <a:txBody>
                    <a:bodyPr/>
                    <a:lstStyle/>
                    <a:p>
                      <a:pPr algn="ctr"/>
                      <a:r>
                        <a:rPr lang="en-US" sz="1000" b="1" dirty="0">
                          <a:solidFill>
                            <a:schemeClr val="bg1"/>
                          </a:solidFill>
                          <a:latin typeface="+mn-lt"/>
                        </a:rPr>
                        <a:t>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solidFill>
                  </a:tcPr>
                </a:tc>
                <a:extLst>
                  <a:ext uri="{0D108BD9-81ED-4DB2-BD59-A6C34878D82A}">
                    <a16:rowId xmlns:a16="http://schemas.microsoft.com/office/drawing/2014/main" val="3950426008"/>
                  </a:ext>
                </a:extLst>
              </a:tr>
              <a:tr h="28800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l">
                        <a:lnSpc>
                          <a:spcPts val="1200"/>
                        </a:lnSpc>
                      </a:pPr>
                      <a:r>
                        <a:rPr lang="en-US" sz="1000" b="1" spc="40" baseline="0" dirty="0">
                          <a:solidFill>
                            <a:schemeClr val="bg1"/>
                          </a:solidFill>
                          <a:latin typeface="+mj-lt"/>
                        </a:rPr>
                        <a:t>OTHER INDEPENDENT WHOLESALERS</a:t>
                      </a:r>
                      <a:endParaRPr lang="en-ZA" sz="1000" b="1" spc="40" baseline="0" dirty="0">
                        <a:solidFill>
                          <a:schemeClr val="bg1"/>
                        </a:solidFill>
                        <a:latin typeface="+mj-lt"/>
                      </a:endParaRPr>
                    </a:p>
                  </a:txBody>
                  <a:tcPr marL="108000" marR="108000" marT="72000" marB="72000" anchor="ctr">
                    <a:lnL w="9525"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0" algn="l" defTabSz="914217" rtl="0" eaLnBrk="1" fontAlgn="b" latinLnBrk="0" hangingPunct="1">
                        <a:lnSpc>
                          <a:spcPts val="1200"/>
                        </a:lnSpc>
                      </a:pPr>
                      <a:endParaRPr lang="en-US" sz="1000" kern="1200" dirty="0">
                        <a:solidFill>
                          <a:schemeClr val="accent5">
                            <a:lumMod val="50000"/>
                          </a:schemeClr>
                        </a:solidFill>
                        <a:latin typeface="+mn-lt"/>
                        <a:ea typeface="+mn-ea"/>
                        <a:cs typeface="+mn-cs"/>
                      </a:endParaRPr>
                    </a:p>
                  </a:txBody>
                  <a:tcPr marL="108000" marR="108000" marT="36000" marB="36000" anchor="ctr">
                    <a:lnL w="12700"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EBF7FF"/>
                    </a:solidFill>
                  </a:tcPr>
                </a:tc>
                <a:tc>
                  <a:txBody>
                    <a:bodyPr/>
                    <a:lstStyle/>
                    <a:p>
                      <a:pPr algn="ctr"/>
                      <a:r>
                        <a:rPr lang="en-US" sz="1000" b="1" dirty="0">
                          <a:solidFill>
                            <a:schemeClr val="bg1"/>
                          </a:solidFill>
                          <a:latin typeface="+mn-lt"/>
                        </a:rPr>
                        <a:t>0 000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algn="ctr"/>
                      <a:r>
                        <a:rPr lang="en-US" sz="1000" b="1" dirty="0">
                          <a:solidFill>
                            <a:schemeClr val="bg1"/>
                          </a:solidFill>
                          <a:latin typeface="+mn-lt"/>
                        </a:rPr>
                        <a:t>00%</a:t>
                      </a:r>
                      <a:endParaRPr lang="en-ZA" sz="1000" b="1" dirty="0">
                        <a:solidFill>
                          <a:schemeClr val="bg1"/>
                        </a:solidFill>
                        <a:latin typeface="+mn-lt"/>
                      </a:endParaRPr>
                    </a:p>
                  </a:txBody>
                  <a:tcPr marL="108000" marR="108000"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3801677046"/>
                  </a:ext>
                </a:extLst>
              </a:tr>
              <a:tr h="324000">
                <a:tc>
                  <a:txBody>
                    <a:bodyPr/>
                    <a:lstStyle/>
                    <a:p>
                      <a:endParaRPr lang="en-ZA" sz="800" dirty="0"/>
                    </a:p>
                  </a:txBody>
                  <a:tcPr marL="0" marR="0" marT="0" marB="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lumMod val="60000"/>
                        <a:lumOff val="40000"/>
                      </a:schemeClr>
                    </a:solidFill>
                  </a:tcPr>
                </a:tc>
                <a:tc>
                  <a:txBody>
                    <a:bodyPr/>
                    <a:lstStyle/>
                    <a:p>
                      <a:pPr marL="0" algn="l" defTabSz="914400" rtl="0" eaLnBrk="1" latinLnBrk="0" hangingPunct="1">
                        <a:lnSpc>
                          <a:spcPts val="1200"/>
                        </a:lnSpc>
                      </a:pPr>
                      <a:r>
                        <a:rPr lang="en-US" sz="1100" b="1" kern="1200" dirty="0">
                          <a:solidFill>
                            <a:schemeClr val="accent5">
                              <a:lumMod val="50000"/>
                            </a:schemeClr>
                          </a:solidFill>
                          <a:latin typeface="+mj-lt"/>
                          <a:ea typeface="+mn-ea"/>
                          <a:cs typeface="+mn-cs"/>
                        </a:rPr>
                        <a:t>GRAND TOTAL</a:t>
                      </a:r>
                      <a:endParaRPr lang="en-ZA" sz="1100" b="1" kern="1200" dirty="0">
                        <a:solidFill>
                          <a:schemeClr val="accent5">
                            <a:lumMod val="50000"/>
                          </a:schemeClr>
                        </a:solidFill>
                        <a:latin typeface="+mj-lt"/>
                        <a:ea typeface="+mn-ea"/>
                        <a:cs typeface="+mn-cs"/>
                      </a:endParaRPr>
                    </a:p>
                  </a:txBody>
                  <a:tcPr marL="108000" marR="108000" marT="108000" marB="72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marL="0" algn="l" defTabSz="914217" rtl="0" eaLnBrk="1" fontAlgn="b" latinLnBrk="0" hangingPunct="1">
                        <a:lnSpc>
                          <a:spcPts val="1200"/>
                        </a:lnSpc>
                      </a:pPr>
                      <a:endParaRPr lang="en-US" sz="1000" b="1" kern="1200" dirty="0">
                        <a:solidFill>
                          <a:schemeClr val="accent5">
                            <a:lumMod val="50000"/>
                          </a:schemeClr>
                        </a:solidFill>
                        <a:effectLst/>
                        <a:latin typeface="+mn-lt"/>
                        <a:ea typeface="+mn-ea"/>
                        <a:cs typeface="+mn-cs"/>
                      </a:endParaRPr>
                    </a:p>
                  </a:txBody>
                  <a:tcPr marL="108000" marR="108000" marT="0" marB="0" anchor="ctr">
                    <a:lnL w="9525" cap="flat" cmpd="sng" algn="ctr">
                      <a:solidFill>
                        <a:schemeClr val="tx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a:r>
                        <a:rPr lang="en-US" sz="1100" b="1" dirty="0">
                          <a:solidFill>
                            <a:schemeClr val="bg1"/>
                          </a:solidFill>
                          <a:latin typeface="+mj-lt"/>
                        </a:rPr>
                        <a:t>00 000</a:t>
                      </a:r>
                      <a:endParaRPr lang="en-ZA" sz="1100" b="1" dirty="0">
                        <a:solidFill>
                          <a:schemeClr val="bg1"/>
                        </a:solidFill>
                        <a:latin typeface="+mj-lt"/>
                      </a:endParaRPr>
                    </a:p>
                  </a:txBody>
                  <a:tcPr marL="108000" marR="108000" marT="72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tc>
                  <a:txBody>
                    <a:bodyPr/>
                    <a:lstStyle/>
                    <a:p>
                      <a:pPr algn="ctr"/>
                      <a:r>
                        <a:rPr lang="en-US" sz="1100" b="1" dirty="0">
                          <a:solidFill>
                            <a:schemeClr val="bg1"/>
                          </a:solidFill>
                          <a:latin typeface="+mj-lt"/>
                        </a:rPr>
                        <a:t>000%</a:t>
                      </a:r>
                      <a:endParaRPr lang="en-ZA" sz="1100" b="1" dirty="0">
                        <a:solidFill>
                          <a:schemeClr val="bg1"/>
                        </a:solidFill>
                        <a:latin typeface="+mj-lt"/>
                      </a:endParaRPr>
                    </a:p>
                  </a:txBody>
                  <a:tcPr marL="108000" marR="108000" marT="72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57150" cap="flat" cmpd="sng" algn="ctr">
                      <a:solidFill>
                        <a:schemeClr val="bg1"/>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4039075518"/>
                  </a:ext>
                </a:extLst>
              </a:tr>
            </a:tbl>
          </a:graphicData>
        </a:graphic>
      </p:graphicFrame>
      <p:sp>
        <p:nvSpPr>
          <p:cNvPr id="3" name="Title 2">
            <a:extLst>
              <a:ext uri="{FF2B5EF4-FFF2-40B4-BE49-F238E27FC236}">
                <a16:creationId xmlns:a16="http://schemas.microsoft.com/office/drawing/2014/main" id="{CDDEAA8F-92C9-C572-6D9B-DE15EC2AE94A}"/>
              </a:ext>
            </a:extLst>
          </p:cNvPr>
          <p:cNvSpPr>
            <a:spLocks noGrp="1"/>
          </p:cNvSpPr>
          <p:nvPr>
            <p:ph type="ctrTitle"/>
          </p:nvPr>
        </p:nvSpPr>
        <p:spPr/>
        <p:txBody>
          <a:bodyPr/>
          <a:lstStyle/>
          <a:p>
            <a:r>
              <a:rPr lang="en-US" dirty="0"/>
              <a:t>RESOURCE AND CALLAGE WHERE REQUIRED</a:t>
            </a:r>
            <a:endParaRPr lang="en-ZA" dirty="0"/>
          </a:p>
        </p:txBody>
      </p:sp>
      <p:sp>
        <p:nvSpPr>
          <p:cNvPr id="4" name="Text Placeholder 3">
            <a:extLst>
              <a:ext uri="{FF2B5EF4-FFF2-40B4-BE49-F238E27FC236}">
                <a16:creationId xmlns:a16="http://schemas.microsoft.com/office/drawing/2014/main" id="{E4163A35-0542-4C85-9EE0-8CE0A5AB8B87}"/>
              </a:ext>
            </a:extLst>
          </p:cNvPr>
          <p:cNvSpPr>
            <a:spLocks noGrp="1"/>
          </p:cNvSpPr>
          <p:nvPr>
            <p:ph type="body" sz="quarter" idx="40"/>
          </p:nvPr>
        </p:nvSpPr>
        <p:spPr>
          <a:xfrm>
            <a:off x="588166" y="972641"/>
            <a:ext cx="11051375" cy="214161"/>
          </a:xfrm>
        </p:spPr>
        <p:txBody>
          <a:bodyPr/>
          <a:lstStyle/>
          <a:p>
            <a:r>
              <a:rPr lang="en-US" dirty="0"/>
              <a:t>TOTAL MERCHANDISING HOURS</a:t>
            </a:r>
            <a:endParaRPr lang="en-ZA" dirty="0"/>
          </a:p>
        </p:txBody>
      </p:sp>
      <p:grpSp>
        <p:nvGrpSpPr>
          <p:cNvPr id="6" name="Group 5">
            <a:extLst>
              <a:ext uri="{FF2B5EF4-FFF2-40B4-BE49-F238E27FC236}">
                <a16:creationId xmlns:a16="http://schemas.microsoft.com/office/drawing/2014/main" id="{F84E39F6-5815-E9B1-B708-4E72E8E007A3}"/>
              </a:ext>
            </a:extLst>
          </p:cNvPr>
          <p:cNvGrpSpPr/>
          <p:nvPr/>
        </p:nvGrpSpPr>
        <p:grpSpPr>
          <a:xfrm>
            <a:off x="11869578" y="-1"/>
            <a:ext cx="322422" cy="6858001"/>
            <a:chOff x="11874836" y="-1"/>
            <a:chExt cx="322497" cy="6859588"/>
          </a:xfrm>
        </p:grpSpPr>
        <p:sp>
          <p:nvSpPr>
            <p:cNvPr id="7" name="모서리가 둥근 직사각형 53">
              <a:extLst>
                <a:ext uri="{FF2B5EF4-FFF2-40B4-BE49-F238E27FC236}">
                  <a16:creationId xmlns:a16="http://schemas.microsoft.com/office/drawing/2014/main" id="{89A772DC-C4B8-DF8C-5567-675AD39D5E5B}"/>
                </a:ext>
              </a:extLst>
            </p:cNvPr>
            <p:cNvSpPr/>
            <p:nvPr/>
          </p:nvSpPr>
          <p:spPr>
            <a:xfrm>
              <a:off x="11874836" y="-1"/>
              <a:ext cx="322497" cy="6859588"/>
            </a:xfrm>
            <a:prstGeom prst="roundRect">
              <a:avLst>
                <a:gd name="adj" fmla="val 0"/>
              </a:avLst>
            </a:prstGeom>
            <a:solidFill>
              <a:srgbClr val="0E1D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8560" latinLnBrk="1">
                <a:defRPr/>
              </a:pPr>
              <a:endParaRPr lang="ko-KR" altLang="en-US" sz="1200">
                <a:solidFill>
                  <a:srgbClr val="FFFFFF">
                    <a:lumMod val="95000"/>
                  </a:srgbClr>
                </a:solidFill>
                <a:latin typeface="Calibri"/>
              </a:endParaRPr>
            </a:p>
          </p:txBody>
        </p:sp>
        <p:sp>
          <p:nvSpPr>
            <p:cNvPr id="8" name="Text Placeholder 3">
              <a:extLst>
                <a:ext uri="{FF2B5EF4-FFF2-40B4-BE49-F238E27FC236}">
                  <a16:creationId xmlns:a16="http://schemas.microsoft.com/office/drawing/2014/main" id="{34298373-D805-7949-0699-236310D9B319}"/>
                </a:ext>
              </a:extLst>
            </p:cNvPr>
            <p:cNvSpPr txBox="1">
              <a:spLocks/>
            </p:cNvSpPr>
            <p:nvPr/>
          </p:nvSpPr>
          <p:spPr>
            <a:xfrm rot="16200000">
              <a:off x="8650944" y="3262889"/>
              <a:ext cx="6759172" cy="23586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3943">
                <a:buNone/>
                <a:defRPr/>
              </a:pPr>
              <a:r>
                <a:rPr lang="en-US" sz="1100" b="1" spc="40" dirty="0">
                  <a:solidFill>
                    <a:srgbClr val="FFFFFF"/>
                  </a:solidFill>
                  <a:latin typeface="Montserrat"/>
                </a:rPr>
                <a:t>DRIVE EFFECTIVENESS</a:t>
              </a:r>
              <a:endParaRPr lang="en-GB" sz="1100" b="1" spc="40" dirty="0">
                <a:solidFill>
                  <a:srgbClr val="FFFFFF"/>
                </a:solidFill>
                <a:latin typeface="Montserrat"/>
              </a:endParaRPr>
            </a:p>
          </p:txBody>
        </p:sp>
        <p:sp>
          <p:nvSpPr>
            <p:cNvPr id="9" name="Freeform 5">
              <a:extLst>
                <a:ext uri="{FF2B5EF4-FFF2-40B4-BE49-F238E27FC236}">
                  <a16:creationId xmlns:a16="http://schemas.microsoft.com/office/drawing/2014/main" id="{7C714D4F-05EB-439D-D367-C50E16D7C990}"/>
                </a:ext>
              </a:extLst>
            </p:cNvPr>
            <p:cNvSpPr>
              <a:spLocks noEditPoints="1"/>
            </p:cNvSpPr>
            <p:nvPr/>
          </p:nvSpPr>
          <p:spPr bwMode="auto">
            <a:xfrm>
              <a:off x="11932292" y="4831772"/>
              <a:ext cx="196476" cy="195325"/>
            </a:xfrm>
            <a:custGeom>
              <a:avLst/>
              <a:gdLst>
                <a:gd name="T0" fmla="*/ 69 w 69"/>
                <a:gd name="T1" fmla="*/ 34 h 69"/>
                <a:gd name="T2" fmla="*/ 34 w 69"/>
                <a:gd name="T3" fmla="*/ 69 h 69"/>
                <a:gd name="T4" fmla="*/ 0 w 69"/>
                <a:gd name="T5" fmla="*/ 34 h 69"/>
                <a:gd name="T6" fmla="*/ 34 w 69"/>
                <a:gd name="T7" fmla="*/ 0 h 69"/>
                <a:gd name="T8" fmla="*/ 69 w 69"/>
                <a:gd name="T9" fmla="*/ 34 h 69"/>
                <a:gd name="T10" fmla="*/ 50 w 69"/>
                <a:gd name="T11" fmla="*/ 34 h 69"/>
                <a:gd name="T12" fmla="*/ 34 w 69"/>
                <a:gd name="T13" fmla="*/ 19 h 69"/>
                <a:gd name="T14" fmla="*/ 19 w 69"/>
                <a:gd name="T15" fmla="*/ 34 h 69"/>
                <a:gd name="T16" fmla="*/ 34 w 69"/>
                <a:gd name="T17" fmla="*/ 50 h 69"/>
                <a:gd name="T18" fmla="*/ 50 w 69"/>
                <a:gd name="T19"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69">
                  <a:moveTo>
                    <a:pt x="69" y="34"/>
                  </a:moveTo>
                  <a:cubicBezTo>
                    <a:pt x="69" y="53"/>
                    <a:pt x="54" y="69"/>
                    <a:pt x="34" y="69"/>
                  </a:cubicBezTo>
                  <a:cubicBezTo>
                    <a:pt x="15" y="69"/>
                    <a:pt x="0" y="53"/>
                    <a:pt x="0" y="34"/>
                  </a:cubicBezTo>
                  <a:cubicBezTo>
                    <a:pt x="0" y="15"/>
                    <a:pt x="15" y="0"/>
                    <a:pt x="34" y="0"/>
                  </a:cubicBezTo>
                  <a:cubicBezTo>
                    <a:pt x="54" y="0"/>
                    <a:pt x="69" y="15"/>
                    <a:pt x="69" y="34"/>
                  </a:cubicBezTo>
                  <a:moveTo>
                    <a:pt x="50" y="34"/>
                  </a:moveTo>
                  <a:cubicBezTo>
                    <a:pt x="50" y="26"/>
                    <a:pt x="43" y="19"/>
                    <a:pt x="34" y="19"/>
                  </a:cubicBezTo>
                  <a:cubicBezTo>
                    <a:pt x="26" y="19"/>
                    <a:pt x="19" y="26"/>
                    <a:pt x="19" y="34"/>
                  </a:cubicBezTo>
                  <a:cubicBezTo>
                    <a:pt x="19" y="43"/>
                    <a:pt x="26" y="50"/>
                    <a:pt x="34" y="50"/>
                  </a:cubicBezTo>
                  <a:cubicBezTo>
                    <a:pt x="43" y="50"/>
                    <a:pt x="50" y="43"/>
                    <a:pt x="50" y="34"/>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86" tIns="45692" rIns="91386" bIns="45692" numCol="1" anchor="t" anchorCtr="0" compatLnSpc="1">
              <a:prstTxWarp prst="textNoShape">
                <a:avLst/>
              </a:prstTxWarp>
            </a:bodyPr>
            <a:lstStyle/>
            <a:p>
              <a:pPr defTabSz="1218560" latinLnBrk="1">
                <a:defRPr/>
              </a:pPr>
              <a:endParaRPr lang="en-ZA" sz="2400">
                <a:solidFill>
                  <a:srgbClr val="0E1D29"/>
                </a:solidFill>
                <a:latin typeface="Calibri"/>
              </a:endParaRPr>
            </a:p>
          </p:txBody>
        </p:sp>
      </p:grpSp>
    </p:spTree>
    <p:extLst>
      <p:ext uri="{BB962C8B-B14F-4D97-AF65-F5344CB8AC3E}">
        <p14:creationId xmlns:p14="http://schemas.microsoft.com/office/powerpoint/2010/main" val="16951863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p04gt.s11">
    <p:spTree>
      <p:nvGrpSpPr>
        <p:cNvPr id="1" name=""/>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51F2D314-65AA-EEBD-7BD3-8179D8D99CAF}"/>
              </a:ext>
            </a:extLst>
          </p:cNvPr>
          <p:cNvGraphicFramePr>
            <a:graphicFrameLocks noGrp="1"/>
          </p:cNvGraphicFramePr>
          <p:nvPr>
            <p:ph type="tbl" sz="quarter" idx="39"/>
            <p:extLst>
              <p:ext uri="{D42A27DB-BD31-4B8C-83A1-F6EECF244321}">
                <p14:modId xmlns:p14="http://schemas.microsoft.com/office/powerpoint/2010/main" val="4056816359"/>
              </p:ext>
            </p:extLst>
          </p:nvPr>
        </p:nvGraphicFramePr>
        <p:xfrm>
          <a:off x="587375" y="1408113"/>
          <a:ext cx="11052174" cy="4936939"/>
        </p:xfrm>
        <a:graphic>
          <a:graphicData uri="http://schemas.openxmlformats.org/drawingml/2006/table">
            <a:tbl>
              <a:tblPr firstRow="1" bandRow="1">
                <a:tableStyleId>{5940675A-B579-460E-94D1-54222C63F5DA}</a:tableStyleId>
              </a:tblPr>
              <a:tblGrid>
                <a:gridCol w="2312579">
                  <a:extLst>
                    <a:ext uri="{9D8B030D-6E8A-4147-A177-3AD203B41FA5}">
                      <a16:colId xmlns:a16="http://schemas.microsoft.com/office/drawing/2014/main" val="1544824363"/>
                    </a:ext>
                  </a:extLst>
                </a:gridCol>
                <a:gridCol w="1747919">
                  <a:extLst>
                    <a:ext uri="{9D8B030D-6E8A-4147-A177-3AD203B41FA5}">
                      <a16:colId xmlns:a16="http://schemas.microsoft.com/office/drawing/2014/main" val="1368217667"/>
                    </a:ext>
                  </a:extLst>
                </a:gridCol>
                <a:gridCol w="1747919">
                  <a:extLst>
                    <a:ext uri="{9D8B030D-6E8A-4147-A177-3AD203B41FA5}">
                      <a16:colId xmlns:a16="http://schemas.microsoft.com/office/drawing/2014/main" val="443945766"/>
                    </a:ext>
                  </a:extLst>
                </a:gridCol>
                <a:gridCol w="1747919">
                  <a:extLst>
                    <a:ext uri="{9D8B030D-6E8A-4147-A177-3AD203B41FA5}">
                      <a16:colId xmlns:a16="http://schemas.microsoft.com/office/drawing/2014/main" val="3671850589"/>
                    </a:ext>
                  </a:extLst>
                </a:gridCol>
                <a:gridCol w="1747919">
                  <a:extLst>
                    <a:ext uri="{9D8B030D-6E8A-4147-A177-3AD203B41FA5}">
                      <a16:colId xmlns:a16="http://schemas.microsoft.com/office/drawing/2014/main" val="2175602288"/>
                    </a:ext>
                  </a:extLst>
                </a:gridCol>
                <a:gridCol w="1747919">
                  <a:extLst>
                    <a:ext uri="{9D8B030D-6E8A-4147-A177-3AD203B41FA5}">
                      <a16:colId xmlns:a16="http://schemas.microsoft.com/office/drawing/2014/main" val="103638451"/>
                    </a:ext>
                  </a:extLst>
                </a:gridCol>
              </a:tblGrid>
              <a:tr h="343939">
                <a:tc>
                  <a:txBody>
                    <a:bodyPr/>
                    <a:lstStyle/>
                    <a:p>
                      <a:pPr marL="0" algn="l" defTabSz="914400" rtl="0" eaLnBrk="1" latinLnBrk="0" hangingPunct="1"/>
                      <a:endParaRPr lang="en-ZA" sz="1050" b="1" kern="1200" dirty="0">
                        <a:solidFill>
                          <a:schemeClr val="accent1"/>
                        </a:solidFill>
                        <a:latin typeface="+mn-lt"/>
                        <a:ea typeface="+mn-ea"/>
                        <a:cs typeface="+mn-cs"/>
                      </a:endParaRPr>
                    </a:p>
                  </a:txBody>
                  <a:tcPr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lnSpc>
                          <a:spcPts val="1500"/>
                        </a:lnSpc>
                      </a:pPr>
                      <a:r>
                        <a:rPr lang="en-US" sz="1400" b="1" dirty="0">
                          <a:solidFill>
                            <a:schemeClr val="bg1"/>
                          </a:solidFill>
                          <a:latin typeface="+mj-lt"/>
                        </a:rPr>
                        <a:t>Current</a:t>
                      </a:r>
                      <a:endParaRPr lang="en-ZA" sz="1400" b="1" dirty="0">
                        <a:solidFill>
                          <a:schemeClr val="bg1"/>
                        </a:solidFill>
                        <a:latin typeface="+mj-lt"/>
                      </a:endParaRPr>
                    </a:p>
                  </a:txBody>
                  <a:tcPr marB="0" anchor="ctr">
                    <a:lnL w="12700" cap="flat" cmpd="sng" algn="ctr">
                      <a:no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800" b="1" spc="40" baseline="0" dirty="0">
                          <a:solidFill>
                            <a:schemeClr val="bg1"/>
                          </a:solidFill>
                          <a:latin typeface="+mj-lt"/>
                        </a:rPr>
                        <a:t>SCENARIO 1</a:t>
                      </a:r>
                      <a:endParaRPr lang="en-ZA" sz="800" b="1" spc="40" baseline="0" dirty="0">
                        <a:solidFill>
                          <a:schemeClr val="bg1"/>
                        </a:solidFill>
                        <a:latin typeface="+mj-lt"/>
                      </a:endParaRPr>
                    </a:p>
                  </a:txBody>
                  <a:tcPr marB="36000" anchor="b">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sz="800" b="1" spc="40" baseline="0" dirty="0">
                          <a:solidFill>
                            <a:schemeClr val="bg1"/>
                          </a:solidFill>
                          <a:latin typeface="+mj-lt"/>
                        </a:rPr>
                        <a:t>SCENARIO 2</a:t>
                      </a:r>
                      <a:endParaRPr lang="en-ZA" sz="800" b="1" spc="40" baseline="0" dirty="0">
                        <a:solidFill>
                          <a:schemeClr val="bg1"/>
                        </a:solidFill>
                        <a:latin typeface="+mj-lt"/>
                      </a:endParaRPr>
                    </a:p>
                  </a:txBody>
                  <a:tcPr marB="36000" anchor="b">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800" b="1" spc="40" baseline="0" dirty="0">
                          <a:solidFill>
                            <a:schemeClr val="bg1"/>
                          </a:solidFill>
                          <a:latin typeface="+mj-lt"/>
                        </a:rPr>
                        <a:t>SCENARIO 3</a:t>
                      </a:r>
                      <a:endParaRPr lang="en-ZA" sz="800" b="1" spc="40" baseline="0" dirty="0">
                        <a:solidFill>
                          <a:schemeClr val="bg1"/>
                        </a:solidFill>
                        <a:latin typeface="+mj-lt"/>
                      </a:endParaRPr>
                    </a:p>
                  </a:txBody>
                  <a:tcPr marB="36000" anchor="b">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spc="40" baseline="0" dirty="0">
                          <a:solidFill>
                            <a:schemeClr val="bg1"/>
                          </a:solidFill>
                          <a:latin typeface="+mj-lt"/>
                        </a:rPr>
                        <a:t>SCENARIO 4</a:t>
                      </a:r>
                      <a:endParaRPr lang="en-ZA" sz="800" b="1" spc="40" baseline="0" dirty="0">
                        <a:solidFill>
                          <a:schemeClr val="bg1"/>
                        </a:solidFill>
                        <a:latin typeface="+mj-lt"/>
                      </a:endParaRPr>
                    </a:p>
                  </a:txBody>
                  <a:tcPr marB="36000" anchor="b">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880365360"/>
                  </a:ext>
                </a:extLst>
              </a:tr>
              <a:tr h="347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ZA" sz="1050" b="1" kern="1200" dirty="0">
                        <a:solidFill>
                          <a:schemeClr val="accent1"/>
                        </a:solidFill>
                        <a:latin typeface="+mn-lt"/>
                        <a:ea typeface="+mn-ea"/>
                        <a:cs typeface="+mn-cs"/>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T="72000" marB="72000">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500"/>
                        </a:lnSpc>
                      </a:pPr>
                      <a:r>
                        <a:rPr lang="en-US" sz="1400" b="1" dirty="0">
                          <a:solidFill>
                            <a:schemeClr val="bg1"/>
                          </a:solidFill>
                          <a:latin typeface="+mj-lt"/>
                        </a:rPr>
                        <a:t>FULL SOLUTION COST</a:t>
                      </a:r>
                      <a:endParaRPr lang="en-ZA" sz="1400" b="1" dirty="0">
                        <a:solidFill>
                          <a:schemeClr val="bg1"/>
                        </a:solidFill>
                        <a:latin typeface="+mj-lt"/>
                      </a:endParaRPr>
                    </a:p>
                  </a:txBody>
                  <a:tcPr marT="108000" marB="1080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lnSpc>
                          <a:spcPts val="1500"/>
                        </a:lnSpc>
                      </a:pPr>
                      <a:r>
                        <a:rPr lang="en-US" sz="1400" b="1" dirty="0">
                          <a:solidFill>
                            <a:schemeClr val="bg1"/>
                          </a:solidFill>
                          <a:latin typeface="+mj-lt"/>
                        </a:rPr>
                        <a:t>SHELF PACKING ONLY</a:t>
                      </a:r>
                      <a:endParaRPr lang="en-ZA" sz="1400" b="1" dirty="0">
                        <a:solidFill>
                          <a:schemeClr val="bg1"/>
                        </a:solidFill>
                        <a:latin typeface="+mj-lt"/>
                      </a:endParaRPr>
                    </a:p>
                  </a:txBody>
                  <a:tcPr marT="108000" marB="1080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500"/>
                        </a:lnSpc>
                      </a:pPr>
                      <a:r>
                        <a:rPr lang="en-US" sz="1400" b="1" dirty="0">
                          <a:solidFill>
                            <a:schemeClr val="bg1"/>
                          </a:solidFill>
                          <a:latin typeface="+mj-lt"/>
                        </a:rPr>
                        <a:t>AT CURRENT BUDGET</a:t>
                      </a:r>
                      <a:endParaRPr lang="en-ZA" sz="1400" b="1" dirty="0">
                        <a:solidFill>
                          <a:schemeClr val="bg1"/>
                        </a:solidFill>
                        <a:latin typeface="+mj-lt"/>
                      </a:endParaRPr>
                    </a:p>
                  </a:txBody>
                  <a:tcPr marT="108000" marB="108000">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rgbClr val="F2F5F8"/>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lnSpc>
                          <a:spcPts val="1500"/>
                        </a:lnSpc>
                      </a:pPr>
                      <a:r>
                        <a:rPr lang="en-US" sz="1400" b="1" dirty="0">
                          <a:solidFill>
                            <a:schemeClr val="bg1"/>
                          </a:solidFill>
                          <a:latin typeface="+mj-lt"/>
                        </a:rPr>
                        <a:t>AT BUDGET, LESS 5M</a:t>
                      </a:r>
                      <a:endParaRPr lang="en-ZA" sz="1400" b="1" dirty="0">
                        <a:solidFill>
                          <a:schemeClr val="bg1"/>
                        </a:solidFill>
                        <a:latin typeface="+mj-lt"/>
                      </a:endParaRPr>
                    </a:p>
                  </a:txBody>
                  <a:tcPr marT="108000" marB="108000">
                    <a:lnL w="762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041429957"/>
                  </a:ext>
                </a:extLst>
              </a:tr>
              <a:tr h="79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SERVICE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Sales and Merchandising</a:t>
                      </a:r>
                      <a:endParaRPr kumimoji="1" lang="ja-JP" altLang="en-US" sz="1100" kern="1200" dirty="0">
                        <a:solidFill>
                          <a:schemeClr val="accent5">
                            <a:lumMod val="50000"/>
                          </a:schemeClr>
                        </a:solidFill>
                        <a:latin typeface="+mn-lt"/>
                        <a:ea typeface="+mn-ea"/>
                        <a:cs typeface="+mn-cs"/>
                      </a:endParaRPr>
                    </a:p>
                  </a:txBody>
                  <a:tcPr marL="108000" marR="108000" anchor="ctr">
                    <a:lnL w="12700" cap="flat" cmpd="sng" algn="ctr">
                      <a:no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In response to the RFP brief, includes POS warehousing</a:t>
                      </a:r>
                      <a:endParaRPr kumimoji="1" lang="ja-JP" altLang="en-US"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Shelf Packing only solution including supervisory cost, time and attendance only</a:t>
                      </a:r>
                      <a:endParaRPr kumimoji="1" lang="ja-JP" altLang="en-US"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Solution based on current budget, includes warehousing</a:t>
                      </a:r>
                      <a:endParaRPr kumimoji="1" lang="ja-JP" altLang="en-US"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9525" cap="flat" cmpd="sng" algn="ctr">
                      <a:solidFill>
                        <a:srgbClr val="F2F5F8"/>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Solution based on current budget with R5mil saving</a:t>
                      </a:r>
                      <a:endParaRPr kumimoji="1" lang="ja-JP" altLang="en-US"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2585852"/>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STORES</a:t>
                      </a:r>
                      <a:br>
                        <a:rPr lang="en-US" sz="1200" b="1" kern="1200" dirty="0">
                          <a:solidFill>
                            <a:schemeClr val="accent5">
                              <a:lumMod val="50000"/>
                            </a:schemeClr>
                          </a:solidFill>
                          <a:latin typeface="+mj-lt"/>
                          <a:ea typeface="+mn-ea"/>
                          <a:cs typeface="+mn-cs"/>
                        </a:rPr>
                      </a:br>
                      <a:r>
                        <a:rPr lang="en-US" sz="1050" b="1" kern="1200" dirty="0">
                          <a:solidFill>
                            <a:schemeClr val="accent5">
                              <a:lumMod val="50000"/>
                            </a:schemeClr>
                          </a:solidFill>
                          <a:latin typeface="+mj-lt"/>
                          <a:ea typeface="+mn-ea"/>
                          <a:cs typeface="+mn-cs"/>
                        </a:rPr>
                        <a:t>with B Band Coverage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US" sz="1100" kern="1200" dirty="0">
                          <a:solidFill>
                            <a:schemeClr val="accent5">
                              <a:lumMod val="50000"/>
                            </a:schemeClr>
                          </a:solidFill>
                          <a:latin typeface="+mn-lt"/>
                          <a:ea typeface="+mn-ea"/>
                          <a:cs typeface="+mn-cs"/>
                        </a:rPr>
                        <a:t>0 000</a:t>
                      </a:r>
                      <a:endParaRPr kumimoji="1" lang="en-ZA" sz="1100" kern="1200" dirty="0">
                        <a:solidFill>
                          <a:schemeClr val="accent5">
                            <a:lumMod val="50000"/>
                          </a:schemeClr>
                        </a:solidFill>
                        <a:latin typeface="+mn-lt"/>
                        <a:ea typeface="+mn-ea"/>
                        <a:cs typeface="+mn-cs"/>
                      </a:endParaRPr>
                    </a:p>
                  </a:txBody>
                  <a:tcPr marL="108000" marR="108000" anchor="ctr">
                    <a:lnL w="12700" cap="flat" cmpd="sng" algn="ctr">
                      <a:no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0 000*</a:t>
                      </a: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0 000*</a:t>
                      </a: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000</a:t>
                      </a:r>
                      <a:br>
                        <a:rPr kumimoji="1" lang="en-ZA" sz="11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Based on top selling stores.</a:t>
                      </a:r>
                      <a:br>
                        <a:rPr kumimoji="1" lang="en-ZA" sz="7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At 00% revenue</a:t>
                      </a: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000</a:t>
                      </a:r>
                      <a:br>
                        <a:rPr kumimoji="1" lang="en-ZA" sz="18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Based on top selling stores.</a:t>
                      </a:r>
                      <a:br>
                        <a:rPr kumimoji="1" lang="en-ZA" sz="7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At 00% revenue</a:t>
                      </a:r>
                      <a:endParaRPr kumimoji="1" lang="en-ZA" sz="7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991744"/>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HOURS</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12700" cap="flat" cmpd="sng" algn="ctr">
                      <a:no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Shelf Packers – 00 000</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76200" cap="flat" cmpd="sng" algn="ctr">
                      <a:solidFill>
                        <a:srgbClr val="F5F7F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318571"/>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SHARE OF VOICE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12700" cap="flat" cmpd="sng" algn="ctr">
                      <a:no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100" dirty="0">
                        <a:solidFill>
                          <a:schemeClr val="accent6"/>
                        </a:solidFill>
                      </a:endParaRP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76200" cap="flat" cmpd="sng" algn="ctr">
                      <a:solidFill>
                        <a:srgbClr val="F5F7F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8254116"/>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COMMERCIALS</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Fixed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Variable: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Total:  </a:t>
                      </a:r>
                    </a:p>
                  </a:txBody>
                  <a:tcPr marL="108000" marR="108000" anchor="ctr">
                    <a:lnL w="12700" cap="flat" cmpd="sng" algn="ctr">
                      <a:no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Fixed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Variable: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Total:  </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Fixed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Variable: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Total:  </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Fixed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Variable: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Total:  </a:t>
                      </a:r>
                    </a:p>
                  </a:txBody>
                  <a:tcPr marL="108000" marR="108000" anchor="ctr">
                    <a:lnL w="76200" cap="flat" cmpd="sng" algn="ctr">
                      <a:solidFill>
                        <a:srgbClr val="F5F7F9"/>
                      </a:solidFill>
                      <a:prstDash val="solid"/>
                      <a:round/>
                      <a:headEnd type="none" w="med" len="med"/>
                      <a:tailEnd type="none" w="med" len="med"/>
                    </a:lnL>
                    <a:lnR w="76200" cap="flat" cmpd="sng" algn="ctr">
                      <a:solidFill>
                        <a:srgbClr val="F5F7F9"/>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Fixed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Variable: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Total:  </a:t>
                      </a:r>
                    </a:p>
                  </a:txBody>
                  <a:tcPr marL="108000" marR="108000" anchor="ctr">
                    <a:lnL w="76200" cap="flat" cmpd="sng" algn="ctr">
                      <a:solidFill>
                        <a:srgbClr val="F5F7F9"/>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6694337"/>
                  </a:ext>
                </a:extLst>
              </a:tr>
              <a:tr h="324000">
                <a:tc>
                  <a:txBody>
                    <a:bodyPr/>
                    <a:lstStyle/>
                    <a:p>
                      <a:pPr marL="0" algn="ctr" defTabSz="914400" rtl="0" eaLnBrk="1" latinLnBrk="0" hangingPunct="1"/>
                      <a:endParaRPr lang="en-ZA" sz="700" b="1" kern="1200" dirty="0">
                        <a:solidFill>
                          <a:schemeClr val="accent1"/>
                        </a:solidFill>
                        <a:latin typeface="+mn-lt"/>
                        <a:ea typeface="+mn-ea"/>
                        <a:cs typeface="+mn-cs"/>
                      </a:endParaRPr>
                    </a:p>
                  </a:txBody>
                  <a:tcPr marL="108000" marR="108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sz="700" kern="1200" dirty="0">
                          <a:solidFill>
                            <a:schemeClr val="accent5">
                              <a:lumMod val="50000"/>
                            </a:schemeClr>
                          </a:solidFill>
                          <a:latin typeface="+mn-lt"/>
                          <a:ea typeface="+mn-ea"/>
                          <a:cs typeface="+mn-cs"/>
                        </a:rPr>
                        <a:t>*</a:t>
                      </a:r>
                      <a:r>
                        <a:rPr kumimoji="1" lang="en-ZA" sz="700" kern="1200" dirty="0">
                          <a:solidFill>
                            <a:schemeClr val="accent5">
                              <a:lumMod val="50000"/>
                            </a:schemeClr>
                          </a:solidFill>
                          <a:latin typeface="+mn-lt"/>
                          <a:ea typeface="+mn-ea"/>
                          <a:cs typeface="+mn-cs"/>
                          <a:sym typeface="Wingdings" panose="05000000000000000000" pitchFamily="2" charset="2"/>
                        </a:rPr>
                        <a:t>Excludes B Band Min Wage Increases</a:t>
                      </a:r>
                      <a:endParaRPr kumimoji="1" lang="en-ZA" sz="700" kern="1200" dirty="0">
                        <a:solidFill>
                          <a:schemeClr val="accent5">
                            <a:lumMod val="50000"/>
                          </a:schemeClr>
                        </a:solidFill>
                        <a:latin typeface="+mn-lt"/>
                        <a:ea typeface="+mn-ea"/>
                        <a:cs typeface="+mn-cs"/>
                      </a:endParaRPr>
                    </a:p>
                  </a:txBody>
                  <a:tcPr marL="108000" marR="108000" marT="36000" marB="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ZA" sz="700" dirty="0"/>
                    </a:p>
                  </a:txBody>
                  <a:tcPr marL="108000" marR="108000" marT="36000" marB="36000" anchor="ctr">
                    <a:lnL w="571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43345"/>
                  </a:ext>
                </a:extLst>
              </a:tr>
            </a:tbl>
          </a:graphicData>
        </a:graphic>
      </p:graphicFrame>
      <p:sp>
        <p:nvSpPr>
          <p:cNvPr id="3" name="Title 2">
            <a:extLst>
              <a:ext uri="{FF2B5EF4-FFF2-40B4-BE49-F238E27FC236}">
                <a16:creationId xmlns:a16="http://schemas.microsoft.com/office/drawing/2014/main" id="{D2FB3897-D12C-4103-7189-615861178BF7}"/>
              </a:ext>
            </a:extLst>
          </p:cNvPr>
          <p:cNvSpPr>
            <a:spLocks noGrp="1"/>
          </p:cNvSpPr>
          <p:nvPr>
            <p:ph type="ctrTitle"/>
          </p:nvPr>
        </p:nvSpPr>
        <p:spPr/>
        <p:txBody>
          <a:bodyPr/>
          <a:lstStyle/>
          <a:p>
            <a:r>
              <a:rPr lang="en-US" dirty="0"/>
              <a:t>SCENARIO SUMMARY</a:t>
            </a:r>
            <a:endParaRPr lang="en-ZA" dirty="0"/>
          </a:p>
        </p:txBody>
      </p:sp>
      <p:pic>
        <p:nvPicPr>
          <p:cNvPr id="5" name="Graphic 4">
            <a:extLst>
              <a:ext uri="{FF2B5EF4-FFF2-40B4-BE49-F238E27FC236}">
                <a16:creationId xmlns:a16="http://schemas.microsoft.com/office/drawing/2014/main" id="{4613FAF7-14C6-EF82-8F86-D5E46CBFB76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1408113"/>
            <a:ext cx="909709" cy="414121"/>
          </a:xfrm>
          <a:prstGeom prst="rect">
            <a:avLst/>
          </a:prstGeom>
        </p:spPr>
      </p:pic>
      <p:sp>
        <p:nvSpPr>
          <p:cNvPr id="2" name="Rectangle 1">
            <a:extLst>
              <a:ext uri="{FF2B5EF4-FFF2-40B4-BE49-F238E27FC236}">
                <a16:creationId xmlns:a16="http://schemas.microsoft.com/office/drawing/2014/main" id="{B7ECC2DB-792E-303C-8216-151DD9FDD809}"/>
              </a:ext>
            </a:extLst>
          </p:cNvPr>
          <p:cNvSpPr/>
          <p:nvPr/>
        </p:nvSpPr>
        <p:spPr>
          <a:xfrm>
            <a:off x="4641669" y="1375954"/>
            <a:ext cx="1750422" cy="4641669"/>
          </a:xfrm>
          <a:prstGeom prst="rect">
            <a:avLst/>
          </a:prstGeom>
          <a:noFill/>
          <a:ln w="28575">
            <a:solidFill>
              <a:srgbClr val="16B79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8926" latinLnBrk="1"/>
            <a:endParaRPr lang="en-US" sz="2400">
              <a:solidFill>
                <a:srgbClr val="FFFFFF"/>
              </a:solidFill>
              <a:latin typeface="Calibri"/>
            </a:endParaRPr>
          </a:p>
        </p:txBody>
      </p:sp>
      <p:sp>
        <p:nvSpPr>
          <p:cNvPr id="6" name="Rectangle 5">
            <a:extLst>
              <a:ext uri="{FF2B5EF4-FFF2-40B4-BE49-F238E27FC236}">
                <a16:creationId xmlns:a16="http://schemas.microsoft.com/office/drawing/2014/main" id="{6904438B-39A6-0133-584A-D864B139D8AA}"/>
              </a:ext>
            </a:extLst>
          </p:cNvPr>
          <p:cNvSpPr/>
          <p:nvPr/>
        </p:nvSpPr>
        <p:spPr>
          <a:xfrm>
            <a:off x="8142514" y="1375954"/>
            <a:ext cx="3525611" cy="4641669"/>
          </a:xfrm>
          <a:prstGeom prst="rect">
            <a:avLst/>
          </a:prstGeom>
          <a:noFill/>
          <a:ln w="28575">
            <a:solidFill>
              <a:srgbClr val="ED184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8926" latinLnBrk="1"/>
            <a:endParaRPr lang="en-US" sz="2400">
              <a:solidFill>
                <a:srgbClr val="FFFFFF"/>
              </a:solidFill>
              <a:latin typeface="Calibri"/>
            </a:endParaRPr>
          </a:p>
        </p:txBody>
      </p:sp>
    </p:spTree>
    <p:extLst>
      <p:ext uri="{BB962C8B-B14F-4D97-AF65-F5344CB8AC3E}">
        <p14:creationId xmlns:p14="http://schemas.microsoft.com/office/powerpoint/2010/main" val="23967128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p04gt.s12">
    <p:spTree>
      <p:nvGrpSpPr>
        <p:cNvPr id="1" name="">
          <a:extLst>
            <a:ext uri="{FF2B5EF4-FFF2-40B4-BE49-F238E27FC236}">
              <a16:creationId xmlns:a16="http://schemas.microsoft.com/office/drawing/2014/main" id="{C5B6E914-4921-9493-9976-9132F128ED11}"/>
            </a:ext>
          </a:extLst>
        </p:cNvPr>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065B5545-D784-C8DC-AC65-B05CC4FE03EE}"/>
              </a:ext>
            </a:extLst>
          </p:cNvPr>
          <p:cNvGraphicFramePr>
            <a:graphicFrameLocks noGrp="1"/>
          </p:cNvGraphicFramePr>
          <p:nvPr>
            <p:ph type="tbl" sz="quarter" idx="39"/>
            <p:extLst>
              <p:ext uri="{D42A27DB-BD31-4B8C-83A1-F6EECF244321}">
                <p14:modId xmlns:p14="http://schemas.microsoft.com/office/powerpoint/2010/main" val="2619284146"/>
              </p:ext>
            </p:extLst>
          </p:nvPr>
        </p:nvGraphicFramePr>
        <p:xfrm>
          <a:off x="587375" y="1408113"/>
          <a:ext cx="11052174" cy="4994179"/>
        </p:xfrm>
        <a:graphic>
          <a:graphicData uri="http://schemas.openxmlformats.org/drawingml/2006/table">
            <a:tbl>
              <a:tblPr firstRow="1" bandRow="1">
                <a:tableStyleId>{5940675A-B579-460E-94D1-54222C63F5DA}</a:tableStyleId>
              </a:tblPr>
              <a:tblGrid>
                <a:gridCol w="2312579">
                  <a:extLst>
                    <a:ext uri="{9D8B030D-6E8A-4147-A177-3AD203B41FA5}">
                      <a16:colId xmlns:a16="http://schemas.microsoft.com/office/drawing/2014/main" val="1544824363"/>
                    </a:ext>
                  </a:extLst>
                </a:gridCol>
                <a:gridCol w="1747919">
                  <a:extLst>
                    <a:ext uri="{9D8B030D-6E8A-4147-A177-3AD203B41FA5}">
                      <a16:colId xmlns:a16="http://schemas.microsoft.com/office/drawing/2014/main" val="1368217667"/>
                    </a:ext>
                  </a:extLst>
                </a:gridCol>
                <a:gridCol w="1747919">
                  <a:extLst>
                    <a:ext uri="{9D8B030D-6E8A-4147-A177-3AD203B41FA5}">
                      <a16:colId xmlns:a16="http://schemas.microsoft.com/office/drawing/2014/main" val="443945766"/>
                    </a:ext>
                  </a:extLst>
                </a:gridCol>
                <a:gridCol w="1747919">
                  <a:extLst>
                    <a:ext uri="{9D8B030D-6E8A-4147-A177-3AD203B41FA5}">
                      <a16:colId xmlns:a16="http://schemas.microsoft.com/office/drawing/2014/main" val="3671850589"/>
                    </a:ext>
                  </a:extLst>
                </a:gridCol>
                <a:gridCol w="1747919">
                  <a:extLst>
                    <a:ext uri="{9D8B030D-6E8A-4147-A177-3AD203B41FA5}">
                      <a16:colId xmlns:a16="http://schemas.microsoft.com/office/drawing/2014/main" val="2175602288"/>
                    </a:ext>
                  </a:extLst>
                </a:gridCol>
                <a:gridCol w="1747919">
                  <a:extLst>
                    <a:ext uri="{9D8B030D-6E8A-4147-A177-3AD203B41FA5}">
                      <a16:colId xmlns:a16="http://schemas.microsoft.com/office/drawing/2014/main" val="103638451"/>
                    </a:ext>
                  </a:extLst>
                </a:gridCol>
              </a:tblGrid>
              <a:tr h="343939">
                <a:tc>
                  <a:txBody>
                    <a:bodyPr/>
                    <a:lstStyle/>
                    <a:p>
                      <a:pPr marL="0" algn="l" defTabSz="914400" rtl="0" eaLnBrk="1" latinLnBrk="0" hangingPunct="1"/>
                      <a:endParaRPr lang="en-ZA" sz="1050" b="1" kern="1200" dirty="0">
                        <a:solidFill>
                          <a:schemeClr val="accent1"/>
                        </a:solidFill>
                        <a:latin typeface="+mn-lt"/>
                        <a:ea typeface="+mn-ea"/>
                        <a:cs typeface="+mn-cs"/>
                      </a:endParaRPr>
                    </a:p>
                  </a:txBody>
                  <a:tcPr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2">
                  <a:txBody>
                    <a:bodyPr/>
                    <a:lstStyle/>
                    <a:p>
                      <a:pPr algn="ctr">
                        <a:lnSpc>
                          <a:spcPts val="1500"/>
                        </a:lnSpc>
                      </a:pPr>
                      <a:r>
                        <a:rPr lang="en-US" sz="1400" b="1" dirty="0">
                          <a:solidFill>
                            <a:schemeClr val="bg1"/>
                          </a:solidFill>
                          <a:latin typeface="+mj-lt"/>
                        </a:rPr>
                        <a:t>Current</a:t>
                      </a:r>
                      <a:endParaRPr lang="en-ZA" sz="1400" b="1" dirty="0">
                        <a:solidFill>
                          <a:schemeClr val="bg1"/>
                        </a:solidFill>
                        <a:latin typeface="+mj-lt"/>
                      </a:endParaRPr>
                    </a:p>
                  </a:txBody>
                  <a:tcPr marB="0" anchor="ctr">
                    <a:lnL w="127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800" b="1" spc="50" baseline="0" dirty="0">
                          <a:solidFill>
                            <a:schemeClr val="accent3"/>
                          </a:solidFill>
                          <a:latin typeface="+mj-lt"/>
                        </a:rPr>
                        <a:t>SCENARIO 1</a:t>
                      </a:r>
                      <a:endParaRPr lang="en-ZA" sz="800" b="1" spc="50" baseline="0" dirty="0">
                        <a:solidFill>
                          <a:schemeClr val="accent3"/>
                        </a:solidFill>
                        <a:latin typeface="+mj-lt"/>
                      </a:endParaRPr>
                    </a:p>
                  </a:txBody>
                  <a:tcPr marB="3600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a:r>
                        <a:rPr lang="en-US" sz="800" b="1" spc="50" baseline="0" dirty="0">
                          <a:solidFill>
                            <a:schemeClr val="accent6"/>
                          </a:solidFill>
                          <a:latin typeface="+mj-lt"/>
                        </a:rPr>
                        <a:t>SCENARIO 2</a:t>
                      </a:r>
                      <a:endParaRPr lang="en-ZA" sz="800" b="1" spc="50" baseline="0" dirty="0">
                        <a:solidFill>
                          <a:schemeClr val="accent6"/>
                        </a:solidFill>
                        <a:latin typeface="+mj-lt"/>
                      </a:endParaRPr>
                    </a:p>
                  </a:txBody>
                  <a:tcPr marB="3600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5FAF0"/>
                    </a:solidFill>
                  </a:tcPr>
                </a:tc>
                <a:tc>
                  <a:txBody>
                    <a:bodyPr/>
                    <a:lstStyle/>
                    <a:p>
                      <a:pPr algn="ctr"/>
                      <a:r>
                        <a:rPr lang="en-US" sz="800" b="1" spc="50" baseline="0" dirty="0">
                          <a:solidFill>
                            <a:schemeClr val="accent4"/>
                          </a:solidFill>
                          <a:latin typeface="+mj-lt"/>
                        </a:rPr>
                        <a:t>SCENARIO 3</a:t>
                      </a:r>
                      <a:endParaRPr lang="en-ZA" sz="800" b="1" spc="50" baseline="0" dirty="0">
                        <a:solidFill>
                          <a:schemeClr val="accent4"/>
                        </a:solidFill>
                        <a:latin typeface="+mj-lt"/>
                      </a:endParaRPr>
                    </a:p>
                  </a:txBody>
                  <a:tcPr marB="36000" anchor="b">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BFF"/>
                    </a:solidFill>
                  </a:tcPr>
                </a:tc>
                <a:tc>
                  <a:txBody>
                    <a:bodyPr/>
                    <a:lstStyle/>
                    <a:p>
                      <a:pPr algn="ctr"/>
                      <a:r>
                        <a:rPr lang="en-US" sz="800" b="1" spc="50" baseline="0" dirty="0">
                          <a:solidFill>
                            <a:schemeClr val="accent2"/>
                          </a:solidFill>
                          <a:latin typeface="+mj-lt"/>
                        </a:rPr>
                        <a:t>SCENARIO 4</a:t>
                      </a:r>
                      <a:endParaRPr lang="en-ZA" sz="800" b="1" spc="50" baseline="0" dirty="0">
                        <a:solidFill>
                          <a:schemeClr val="accent2"/>
                        </a:solidFill>
                        <a:latin typeface="+mj-lt"/>
                      </a:endParaRPr>
                    </a:p>
                  </a:txBody>
                  <a:tcPr marB="36000" anchor="b">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DFDFA"/>
                    </a:solidFill>
                  </a:tcPr>
                </a:tc>
                <a:extLst>
                  <a:ext uri="{0D108BD9-81ED-4DB2-BD59-A6C34878D82A}">
                    <a16:rowId xmlns:a16="http://schemas.microsoft.com/office/drawing/2014/main" val="1880365360"/>
                  </a:ext>
                </a:extLst>
              </a:tr>
              <a:tr h="347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ZA" sz="1050" b="1" kern="1200" dirty="0">
                        <a:solidFill>
                          <a:schemeClr val="accent1"/>
                        </a:solidFill>
                        <a:latin typeface="+mn-lt"/>
                        <a:ea typeface="+mn-ea"/>
                        <a:cs typeface="+mn-cs"/>
                      </a:endParaRPr>
                    </a:p>
                  </a:txBody>
                  <a:tcPr marT="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dirty="0"/>
                    </a:p>
                  </a:txBody>
                  <a:tcPr marT="72000" marB="72000">
                    <a:lnL w="12700" cap="flat" cmpd="sng" algn="ctr">
                      <a:no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ts val="1500"/>
                        </a:lnSpc>
                      </a:pPr>
                      <a:r>
                        <a:rPr lang="en-US" sz="1400" b="1" dirty="0">
                          <a:solidFill>
                            <a:schemeClr val="bg1"/>
                          </a:solidFill>
                          <a:latin typeface="+mj-lt"/>
                        </a:rPr>
                        <a:t>FULL SOLUTION COST</a:t>
                      </a:r>
                      <a:endParaRPr lang="en-ZA" sz="1400" b="1" dirty="0">
                        <a:solidFill>
                          <a:schemeClr val="bg1"/>
                        </a:solidFill>
                        <a:latin typeface="+mj-lt"/>
                      </a:endParaRPr>
                    </a:p>
                  </a:txBody>
                  <a:tcPr marT="108000" marB="108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accent3">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lnSpc>
                          <a:spcPts val="1500"/>
                        </a:lnSpc>
                      </a:pPr>
                      <a:r>
                        <a:rPr lang="en-US" sz="1400" b="1" dirty="0">
                          <a:solidFill>
                            <a:schemeClr val="bg1"/>
                          </a:solidFill>
                          <a:latin typeface="+mj-lt"/>
                        </a:rPr>
                        <a:t>SHELF PACKING ONLY</a:t>
                      </a:r>
                      <a:endParaRPr lang="en-ZA" sz="1400" b="1" dirty="0">
                        <a:solidFill>
                          <a:schemeClr val="bg1"/>
                        </a:solidFill>
                        <a:latin typeface="+mj-lt"/>
                      </a:endParaRPr>
                    </a:p>
                  </a:txBody>
                  <a:tcPr marT="108000" marB="108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accent6">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lnSpc>
                          <a:spcPts val="1500"/>
                        </a:lnSpc>
                      </a:pPr>
                      <a:r>
                        <a:rPr lang="en-US" sz="1400" b="1" dirty="0">
                          <a:solidFill>
                            <a:schemeClr val="bg1"/>
                          </a:solidFill>
                          <a:latin typeface="+mj-lt"/>
                        </a:rPr>
                        <a:t>AT CURRENT BUDGET</a:t>
                      </a:r>
                      <a:endParaRPr lang="en-ZA" sz="1400" b="1" dirty="0">
                        <a:solidFill>
                          <a:schemeClr val="bg1"/>
                        </a:solidFill>
                        <a:latin typeface="+mj-lt"/>
                      </a:endParaRPr>
                    </a:p>
                  </a:txBody>
                  <a:tcPr marT="108000" marB="108000">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accent4">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lnSpc>
                          <a:spcPts val="1500"/>
                        </a:lnSpc>
                      </a:pPr>
                      <a:r>
                        <a:rPr lang="en-US" sz="1400" b="1" dirty="0">
                          <a:solidFill>
                            <a:schemeClr val="bg1"/>
                          </a:solidFill>
                          <a:latin typeface="+mj-lt"/>
                        </a:rPr>
                        <a:t>AT BUDGET, LESS 5M</a:t>
                      </a:r>
                      <a:endParaRPr lang="en-ZA" sz="1400" b="1" dirty="0">
                        <a:solidFill>
                          <a:schemeClr val="bg1"/>
                        </a:solidFill>
                        <a:latin typeface="+mj-lt"/>
                      </a:endParaRPr>
                    </a:p>
                  </a:txBody>
                  <a:tcPr marT="108000" marB="108000">
                    <a:lnL w="381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041429957"/>
                  </a:ext>
                </a:extLst>
              </a:tr>
              <a:tr h="792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SERVICE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Sales and Merchandising</a:t>
                      </a:r>
                      <a:endParaRPr kumimoji="1" lang="ja-JP" altLang="en-US"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In response to the RFP brief, includes POS warehousing</a:t>
                      </a:r>
                      <a:endParaRPr kumimoji="1" lang="ja-JP" altLang="en-US"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3">
                          <a:lumMod val="5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Shelf Packing only solution including supervisory cost, time and attendance only</a:t>
                      </a:r>
                      <a:endParaRPr kumimoji="1" lang="ja-JP" altLang="en-US"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6">
                          <a:lumMod val="5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Solution based on current budget, includes warehousing</a:t>
                      </a:r>
                      <a:endParaRPr kumimoji="1" lang="ja-JP" altLang="en-US"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4">
                          <a:lumMod val="5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Solution based on current budget with R5mil saving</a:t>
                      </a:r>
                      <a:endParaRPr kumimoji="1" lang="ja-JP" altLang="en-US"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2585852"/>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STORES</a:t>
                      </a:r>
                      <a:br>
                        <a:rPr lang="en-US" sz="1200" b="1" kern="1200" dirty="0">
                          <a:solidFill>
                            <a:schemeClr val="accent5">
                              <a:lumMod val="50000"/>
                            </a:schemeClr>
                          </a:solidFill>
                          <a:latin typeface="+mj-lt"/>
                          <a:ea typeface="+mn-ea"/>
                          <a:cs typeface="+mn-cs"/>
                        </a:rPr>
                      </a:br>
                      <a:r>
                        <a:rPr lang="en-US" sz="1050" b="1" kern="1200" dirty="0">
                          <a:solidFill>
                            <a:schemeClr val="accent5">
                              <a:lumMod val="50000"/>
                            </a:schemeClr>
                          </a:solidFill>
                          <a:latin typeface="+mj-lt"/>
                          <a:ea typeface="+mn-ea"/>
                          <a:cs typeface="+mn-cs"/>
                        </a:rPr>
                        <a:t>with B Band Coverage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US" sz="1100" kern="1200" dirty="0">
                          <a:solidFill>
                            <a:schemeClr val="accent5">
                              <a:lumMod val="50000"/>
                            </a:schemeClr>
                          </a:solidFill>
                          <a:latin typeface="+mn-lt"/>
                          <a:ea typeface="+mn-ea"/>
                          <a:cs typeface="+mn-cs"/>
                        </a:rPr>
                        <a:t>0 000</a:t>
                      </a: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0 000*</a:t>
                      </a: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0 000*</a:t>
                      </a: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000</a:t>
                      </a:r>
                      <a:br>
                        <a:rPr kumimoji="1" lang="en-ZA" sz="11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Based on top selling stores.</a:t>
                      </a:r>
                      <a:br>
                        <a:rPr kumimoji="1" lang="en-ZA" sz="7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At 00% revenue</a:t>
                      </a: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ZA" sz="1100" kern="1200" dirty="0">
                          <a:solidFill>
                            <a:schemeClr val="accent5">
                              <a:lumMod val="50000"/>
                            </a:schemeClr>
                          </a:solidFill>
                          <a:latin typeface="+mn-lt"/>
                          <a:ea typeface="+mn-ea"/>
                          <a:cs typeface="+mn-cs"/>
                          <a:sym typeface="Wingdings" panose="05000000000000000000" pitchFamily="2" charset="2"/>
                        </a:rPr>
                        <a:t>000</a:t>
                      </a:r>
                      <a:br>
                        <a:rPr kumimoji="1" lang="en-ZA" sz="18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Based on top selling stores.</a:t>
                      </a:r>
                      <a:br>
                        <a:rPr kumimoji="1" lang="en-ZA" sz="700" kern="1200" dirty="0">
                          <a:solidFill>
                            <a:schemeClr val="accent5">
                              <a:lumMod val="50000"/>
                            </a:schemeClr>
                          </a:solidFill>
                          <a:latin typeface="+mn-lt"/>
                          <a:ea typeface="+mn-ea"/>
                          <a:cs typeface="+mn-cs"/>
                          <a:sym typeface="Wingdings" panose="05000000000000000000" pitchFamily="2" charset="2"/>
                        </a:rPr>
                      </a:br>
                      <a:r>
                        <a:rPr kumimoji="1" lang="en-ZA" sz="700" kern="1200" dirty="0">
                          <a:solidFill>
                            <a:schemeClr val="accent5">
                              <a:lumMod val="50000"/>
                            </a:schemeClr>
                          </a:solidFill>
                          <a:latin typeface="+mn-lt"/>
                          <a:ea typeface="+mn-ea"/>
                          <a:cs typeface="+mn-cs"/>
                          <a:sym typeface="Wingdings" panose="05000000000000000000" pitchFamily="2" charset="2"/>
                        </a:rPr>
                        <a:t>At 00% revenue</a:t>
                      </a:r>
                      <a:endParaRPr kumimoji="1" lang="en-ZA" sz="7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99991744"/>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HOURS</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Shelf Packers – 00 000</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Merchandising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5">
                              <a:lumMod val="50000"/>
                            </a:schemeClr>
                          </a:solidFill>
                          <a:latin typeface="+mn-lt"/>
                          <a:ea typeface="+mn-ea"/>
                          <a:cs typeface="+mn-cs"/>
                        </a:rPr>
                        <a:t>Field Marketer – </a:t>
                      </a: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318571"/>
                  </a:ext>
                </a:extLst>
              </a:tr>
              <a:tr h="72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SHARE OF VOICE</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100" dirty="0">
                        <a:solidFill>
                          <a:schemeClr val="accent6"/>
                        </a:solidFill>
                      </a:endParaRP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ts val="1300"/>
                        </a:lnSpc>
                        <a:spcBef>
                          <a:spcPts val="0"/>
                        </a:spcBef>
                        <a:spcAft>
                          <a:spcPts val="0"/>
                        </a:spcAft>
                        <a:buClrTx/>
                        <a:buSzTx/>
                        <a:buFontTx/>
                        <a:buNone/>
                        <a:tabLst/>
                        <a:defRPr/>
                      </a:pPr>
                      <a:endParaRPr kumimoji="1" lang="en-ZA" sz="1100" kern="1200" dirty="0">
                        <a:solidFill>
                          <a:schemeClr val="accent5">
                            <a:lumMod val="50000"/>
                          </a:schemeClr>
                        </a:solidFill>
                        <a:latin typeface="+mn-lt"/>
                        <a:ea typeface="+mn-ea"/>
                        <a:cs typeface="+mn-cs"/>
                      </a:endParaRP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8254116"/>
                  </a:ext>
                </a:extLst>
              </a:tr>
              <a:tr h="24000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accent5">
                              <a:lumMod val="50000"/>
                            </a:schemeClr>
                          </a:solidFill>
                          <a:latin typeface="+mj-lt"/>
                          <a:ea typeface="+mn-ea"/>
                          <a:cs typeface="+mn-cs"/>
                        </a:rPr>
                        <a:t>COMMERCIALS</a:t>
                      </a:r>
                      <a:endParaRPr lang="en-ZA" sz="1200" b="1" kern="1200" dirty="0">
                        <a:solidFill>
                          <a:schemeClr val="accent5">
                            <a:lumMod val="50000"/>
                          </a:schemeClr>
                        </a:solidFill>
                        <a:latin typeface="+mj-lt"/>
                        <a:ea typeface="+mn-ea"/>
                        <a:cs typeface="+mn-cs"/>
                      </a:endParaRPr>
                    </a:p>
                  </a:txBody>
                  <a:tcPr marL="108000" marR="108000" anchor="ctr">
                    <a:lnL w="12700" cap="flat" cmpd="sng" algn="ctr">
                      <a:no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tx2"/>
                          </a:solidFill>
                          <a:latin typeface="+mn-lt"/>
                          <a:ea typeface="+mn-ea"/>
                          <a:cs typeface="+mn-cs"/>
                        </a:rPr>
                        <a:t>Fixed: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3"/>
                          </a:solidFill>
                          <a:latin typeface="+mn-lt"/>
                          <a:ea typeface="+mn-ea"/>
                          <a:cs typeface="+mn-cs"/>
                        </a:rPr>
                        <a:t>Fixed: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6"/>
                          </a:solidFill>
                          <a:latin typeface="+mn-lt"/>
                          <a:ea typeface="+mn-ea"/>
                          <a:cs typeface="+mn-cs"/>
                        </a:rPr>
                        <a:t>Fixed: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4"/>
                          </a:solidFill>
                          <a:latin typeface="+mn-lt"/>
                          <a:ea typeface="+mn-ea"/>
                          <a:cs typeface="+mn-cs"/>
                        </a:rPr>
                        <a:t>Fixed: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2"/>
                          </a:solidFill>
                          <a:latin typeface="+mn-lt"/>
                          <a:ea typeface="+mn-ea"/>
                          <a:cs typeface="+mn-cs"/>
                        </a:rPr>
                        <a:t>Fixed:  </a:t>
                      </a: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36694337"/>
                  </a:ext>
                </a:extLst>
              </a:tr>
              <a:tr h="240000">
                <a:tc vMerge="1">
                  <a:txBody>
                    <a:bodyPr/>
                    <a:lstStyle/>
                    <a:p>
                      <a:endParaRPr lang="en-Z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tx2"/>
                          </a:solidFill>
                          <a:latin typeface="+mn-lt"/>
                          <a:ea typeface="+mn-ea"/>
                          <a:cs typeface="+mn-cs"/>
                        </a:rPr>
                        <a:t>Variable: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3"/>
                          </a:solidFill>
                          <a:latin typeface="+mn-lt"/>
                          <a:ea typeface="+mn-ea"/>
                          <a:cs typeface="+mn-cs"/>
                        </a:rPr>
                        <a:t>Variable: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6"/>
                          </a:solidFill>
                          <a:latin typeface="+mn-lt"/>
                          <a:ea typeface="+mn-ea"/>
                          <a:cs typeface="+mn-cs"/>
                        </a:rPr>
                        <a:t>Variable: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4"/>
                          </a:solidFill>
                          <a:latin typeface="+mn-lt"/>
                          <a:ea typeface="+mn-ea"/>
                          <a:cs typeface="+mn-cs"/>
                        </a:rPr>
                        <a:t>Variable: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kern="1200" dirty="0">
                          <a:solidFill>
                            <a:schemeClr val="accent2"/>
                          </a:solidFill>
                          <a:latin typeface="+mn-lt"/>
                          <a:ea typeface="+mn-ea"/>
                          <a:cs typeface="+mn-cs"/>
                        </a:rPr>
                        <a:t>Variable:  </a:t>
                      </a: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4987341"/>
                  </a:ext>
                </a:extLst>
              </a:tr>
              <a:tr h="240000">
                <a:tc vMerge="1">
                  <a:txBody>
                    <a:bodyPr/>
                    <a:lstStyle/>
                    <a:p>
                      <a:endParaRPr lang="en-ZA"/>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kern="1200" dirty="0">
                          <a:solidFill>
                            <a:schemeClr val="tx2"/>
                          </a:solidFill>
                          <a:latin typeface="+mn-lt"/>
                          <a:ea typeface="+mn-ea"/>
                          <a:cs typeface="+mn-cs"/>
                        </a:rPr>
                        <a:t>Total: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kern="1200" dirty="0">
                          <a:solidFill>
                            <a:schemeClr val="accent3"/>
                          </a:solidFill>
                          <a:latin typeface="+mn-lt"/>
                          <a:ea typeface="+mn-ea"/>
                          <a:cs typeface="+mn-cs"/>
                        </a:rPr>
                        <a:t>Total: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kern="1200" dirty="0">
                          <a:solidFill>
                            <a:schemeClr val="accent6"/>
                          </a:solidFill>
                          <a:latin typeface="+mn-lt"/>
                          <a:ea typeface="+mn-ea"/>
                          <a:cs typeface="+mn-cs"/>
                        </a:rPr>
                        <a:t>Total: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kern="1200" dirty="0">
                          <a:solidFill>
                            <a:schemeClr val="accent4"/>
                          </a:solidFill>
                          <a:latin typeface="+mn-lt"/>
                          <a:ea typeface="+mn-ea"/>
                          <a:cs typeface="+mn-cs"/>
                        </a:rPr>
                        <a:t>Total:  </a:t>
                      </a:r>
                    </a:p>
                  </a:txBody>
                  <a:tcPr marL="108000" marR="108000" anchor="ctr">
                    <a:lnL w="9525" cap="flat" cmpd="sng" algn="ctr">
                      <a:solidFill>
                        <a:srgbClr val="F2F5F8"/>
                      </a:solidFill>
                      <a:prstDash val="solid"/>
                      <a:round/>
                      <a:headEnd type="none" w="med" len="med"/>
                      <a:tailEnd type="none" w="med" len="med"/>
                    </a:lnL>
                    <a:lnR w="9525" cap="flat" cmpd="sng" algn="ctr">
                      <a:solidFill>
                        <a:srgbClr val="F2F5F8"/>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kern="1200" dirty="0">
                          <a:solidFill>
                            <a:schemeClr val="accent2"/>
                          </a:solidFill>
                          <a:latin typeface="+mn-lt"/>
                          <a:ea typeface="+mn-ea"/>
                          <a:cs typeface="+mn-cs"/>
                        </a:rPr>
                        <a:t>Total:  </a:t>
                      </a:r>
                    </a:p>
                  </a:txBody>
                  <a:tcPr marL="108000" marR="108000" anchor="ctr">
                    <a:lnL w="9525" cap="flat" cmpd="sng" algn="ctr">
                      <a:solidFill>
                        <a:srgbClr val="F2F5F8"/>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5">
                          <a:lumMod val="20000"/>
                          <a:lumOff val="8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9419491"/>
                  </a:ext>
                </a:extLst>
              </a:tr>
              <a:tr h="324000">
                <a:tc>
                  <a:txBody>
                    <a:bodyPr/>
                    <a:lstStyle/>
                    <a:p>
                      <a:pPr marL="0" algn="ctr" defTabSz="914400" rtl="0" eaLnBrk="1" latinLnBrk="0" hangingPunct="1"/>
                      <a:endParaRPr lang="en-ZA" sz="700" b="1" kern="1200" dirty="0">
                        <a:solidFill>
                          <a:schemeClr val="accent1"/>
                        </a:solidFill>
                        <a:latin typeface="+mn-lt"/>
                        <a:ea typeface="+mn-ea"/>
                        <a:cs typeface="+mn-cs"/>
                      </a:endParaRPr>
                    </a:p>
                  </a:txBody>
                  <a:tcPr marL="108000" marR="108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127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sz="700" kern="1200" dirty="0">
                          <a:solidFill>
                            <a:schemeClr val="accent5">
                              <a:lumMod val="50000"/>
                            </a:schemeClr>
                          </a:solidFill>
                          <a:latin typeface="+mn-lt"/>
                          <a:ea typeface="+mn-ea"/>
                          <a:cs typeface="+mn-cs"/>
                        </a:rPr>
                        <a:t>*</a:t>
                      </a:r>
                      <a:r>
                        <a:rPr kumimoji="1" lang="en-ZA" sz="700" kern="1200" dirty="0">
                          <a:solidFill>
                            <a:schemeClr val="accent5">
                              <a:lumMod val="50000"/>
                            </a:schemeClr>
                          </a:solidFill>
                          <a:latin typeface="+mn-lt"/>
                          <a:ea typeface="+mn-ea"/>
                          <a:cs typeface="+mn-cs"/>
                          <a:sym typeface="Wingdings" panose="05000000000000000000" pitchFamily="2" charset="2"/>
                        </a:rPr>
                        <a:t>Excludes B Band Min Wage Increases</a:t>
                      </a:r>
                      <a:endParaRPr kumimoji="1" lang="en-ZA" sz="700" kern="1200" dirty="0">
                        <a:solidFill>
                          <a:schemeClr val="accent5">
                            <a:lumMod val="50000"/>
                          </a:schemeClr>
                        </a:solidFill>
                        <a:latin typeface="+mn-lt"/>
                        <a:ea typeface="+mn-ea"/>
                        <a:cs typeface="+mn-cs"/>
                      </a:endParaRPr>
                    </a:p>
                  </a:txBody>
                  <a:tcPr marL="108000" marR="108000" marT="36000" marB="36000" anchor="ctr">
                    <a:lnL w="381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ZA" sz="700" dirty="0"/>
                    </a:p>
                  </a:txBody>
                  <a:tcPr marL="108000" marR="108000" marT="36000" marB="36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ZA" sz="700" dirty="0"/>
                    </a:p>
                  </a:txBody>
                  <a:tcPr marL="108000" marR="108000" marT="36000" marB="36000" anchor="ctr">
                    <a:lnL w="571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20000"/>
                          <a:lumOff val="8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6343345"/>
                  </a:ext>
                </a:extLst>
              </a:tr>
            </a:tbl>
          </a:graphicData>
        </a:graphic>
      </p:graphicFrame>
      <p:sp>
        <p:nvSpPr>
          <p:cNvPr id="3" name="Title 2">
            <a:extLst>
              <a:ext uri="{FF2B5EF4-FFF2-40B4-BE49-F238E27FC236}">
                <a16:creationId xmlns:a16="http://schemas.microsoft.com/office/drawing/2014/main" id="{8E080812-A62C-6862-5800-EE38B3EFE8B1}"/>
              </a:ext>
            </a:extLst>
          </p:cNvPr>
          <p:cNvSpPr>
            <a:spLocks noGrp="1"/>
          </p:cNvSpPr>
          <p:nvPr>
            <p:ph type="ctrTitle"/>
          </p:nvPr>
        </p:nvSpPr>
        <p:spPr/>
        <p:txBody>
          <a:bodyPr/>
          <a:lstStyle/>
          <a:p>
            <a:r>
              <a:rPr lang="en-US" dirty="0"/>
              <a:t>SCENARIO SUMMARY</a:t>
            </a:r>
            <a:endParaRPr lang="en-ZA" dirty="0"/>
          </a:p>
        </p:txBody>
      </p:sp>
      <p:pic>
        <p:nvPicPr>
          <p:cNvPr id="5" name="Graphic 4">
            <a:extLst>
              <a:ext uri="{FF2B5EF4-FFF2-40B4-BE49-F238E27FC236}">
                <a16:creationId xmlns:a16="http://schemas.microsoft.com/office/drawing/2014/main" id="{29A6BC97-C3EE-54C5-9115-2BA56CDB25E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8165" y="1408113"/>
            <a:ext cx="909709" cy="414121"/>
          </a:xfrm>
          <a:prstGeom prst="rect">
            <a:avLst/>
          </a:prstGeom>
        </p:spPr>
      </p:pic>
      <p:sp>
        <p:nvSpPr>
          <p:cNvPr id="12" name="Rectangle 11">
            <a:extLst>
              <a:ext uri="{FF2B5EF4-FFF2-40B4-BE49-F238E27FC236}">
                <a16:creationId xmlns:a16="http://schemas.microsoft.com/office/drawing/2014/main" id="{3A325F95-2019-7E1C-15FF-4CC8773CDF13}"/>
              </a:ext>
            </a:extLst>
          </p:cNvPr>
          <p:cNvSpPr/>
          <p:nvPr/>
        </p:nvSpPr>
        <p:spPr>
          <a:xfrm>
            <a:off x="4647062" y="1375954"/>
            <a:ext cx="1750325" cy="4739096"/>
          </a:xfrm>
          <a:prstGeom prst="rect">
            <a:avLst/>
          </a:prstGeom>
          <a:noFill/>
          <a:ln w="28575">
            <a:solidFill>
              <a:srgbClr val="16B79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8926" latinLnBrk="1"/>
            <a:endParaRPr lang="en-US" sz="2400">
              <a:solidFill>
                <a:srgbClr val="FFFFFF"/>
              </a:solidFill>
              <a:latin typeface="Calibri"/>
            </a:endParaRPr>
          </a:p>
        </p:txBody>
      </p:sp>
      <p:sp>
        <p:nvSpPr>
          <p:cNvPr id="13" name="Rectangle 12">
            <a:extLst>
              <a:ext uri="{FF2B5EF4-FFF2-40B4-BE49-F238E27FC236}">
                <a16:creationId xmlns:a16="http://schemas.microsoft.com/office/drawing/2014/main" id="{E13653C8-D7FE-D8E3-43BB-B8CB32EF1987}"/>
              </a:ext>
            </a:extLst>
          </p:cNvPr>
          <p:cNvSpPr/>
          <p:nvPr/>
        </p:nvSpPr>
        <p:spPr>
          <a:xfrm>
            <a:off x="8144301" y="1375954"/>
            <a:ext cx="3517711" cy="4739096"/>
          </a:xfrm>
          <a:prstGeom prst="rect">
            <a:avLst/>
          </a:prstGeom>
          <a:noFill/>
          <a:ln w="28575">
            <a:solidFill>
              <a:srgbClr val="ED1846"/>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8926" latinLnBrk="1"/>
            <a:endParaRPr lang="en-US" sz="2400">
              <a:solidFill>
                <a:srgbClr val="FFFFFF"/>
              </a:solidFill>
              <a:latin typeface="Calibri"/>
            </a:endParaRPr>
          </a:p>
        </p:txBody>
      </p:sp>
    </p:spTree>
    <p:extLst>
      <p:ext uri="{BB962C8B-B14F-4D97-AF65-F5344CB8AC3E}">
        <p14:creationId xmlns:p14="http://schemas.microsoft.com/office/powerpoint/2010/main" val="922698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p04gt.s13">
    <p:spTree>
      <p:nvGrpSpPr>
        <p:cNvPr id="1" name=""/>
        <p:cNvGrpSpPr/>
        <p:nvPr/>
      </p:nvGrpSpPr>
      <p:grpSpPr>
        <a:xfrm>
          <a:off x="0" y="0"/>
          <a:ext cx="0" cy="0"/>
          <a:chOff x="0" y="0"/>
          <a:chExt cx="0" cy="0"/>
        </a:xfrm>
      </p:grpSpPr>
      <p:graphicFrame>
        <p:nvGraphicFramePr>
          <p:cNvPr id="5" name="Table Placeholder 4">
            <a:extLst>
              <a:ext uri="{FF2B5EF4-FFF2-40B4-BE49-F238E27FC236}">
                <a16:creationId xmlns:a16="http://schemas.microsoft.com/office/drawing/2014/main" id="{7E7675FC-37BD-D973-A586-DBB907CCE25C}"/>
              </a:ext>
            </a:extLst>
          </p:cNvPr>
          <p:cNvGraphicFramePr>
            <a:graphicFrameLocks noGrp="1"/>
          </p:cNvGraphicFramePr>
          <p:nvPr>
            <p:ph type="tbl" sz="quarter" idx="39"/>
            <p:extLst>
              <p:ext uri="{D42A27DB-BD31-4B8C-83A1-F6EECF244321}">
                <p14:modId xmlns:p14="http://schemas.microsoft.com/office/powerpoint/2010/main" val="807534000"/>
              </p:ext>
            </p:extLst>
          </p:nvPr>
        </p:nvGraphicFramePr>
        <p:xfrm>
          <a:off x="587375" y="1303610"/>
          <a:ext cx="11051232" cy="5233875"/>
        </p:xfrm>
        <a:graphic>
          <a:graphicData uri="http://schemas.openxmlformats.org/drawingml/2006/table">
            <a:tbl>
              <a:tblPr firstRow="1" bandRow="1">
                <a:tableStyleId>{5940675A-B579-460E-94D1-54222C63F5DA}</a:tableStyleId>
              </a:tblPr>
              <a:tblGrid>
                <a:gridCol w="1520099">
                  <a:extLst>
                    <a:ext uri="{9D8B030D-6E8A-4147-A177-3AD203B41FA5}">
                      <a16:colId xmlns:a16="http://schemas.microsoft.com/office/drawing/2014/main" val="3784978197"/>
                    </a:ext>
                  </a:extLst>
                </a:gridCol>
                <a:gridCol w="1254035">
                  <a:extLst>
                    <a:ext uri="{9D8B030D-6E8A-4147-A177-3AD203B41FA5}">
                      <a16:colId xmlns:a16="http://schemas.microsoft.com/office/drawing/2014/main" val="25067243"/>
                    </a:ext>
                  </a:extLst>
                </a:gridCol>
                <a:gridCol w="1620000">
                  <a:extLst>
                    <a:ext uri="{9D8B030D-6E8A-4147-A177-3AD203B41FA5}">
                      <a16:colId xmlns:a16="http://schemas.microsoft.com/office/drawing/2014/main" val="3756695866"/>
                    </a:ext>
                  </a:extLst>
                </a:gridCol>
                <a:gridCol w="1854428">
                  <a:extLst>
                    <a:ext uri="{9D8B030D-6E8A-4147-A177-3AD203B41FA5}">
                      <a16:colId xmlns:a16="http://schemas.microsoft.com/office/drawing/2014/main" val="3150368299"/>
                    </a:ext>
                  </a:extLst>
                </a:gridCol>
                <a:gridCol w="360000">
                  <a:extLst>
                    <a:ext uri="{9D8B030D-6E8A-4147-A177-3AD203B41FA5}">
                      <a16:colId xmlns:a16="http://schemas.microsoft.com/office/drawing/2014/main" val="1085559200"/>
                    </a:ext>
                  </a:extLst>
                </a:gridCol>
                <a:gridCol w="1864838">
                  <a:extLst>
                    <a:ext uri="{9D8B030D-6E8A-4147-A177-3AD203B41FA5}">
                      <a16:colId xmlns:a16="http://schemas.microsoft.com/office/drawing/2014/main" val="2041163439"/>
                    </a:ext>
                  </a:extLst>
                </a:gridCol>
                <a:gridCol w="360000">
                  <a:extLst>
                    <a:ext uri="{9D8B030D-6E8A-4147-A177-3AD203B41FA5}">
                      <a16:colId xmlns:a16="http://schemas.microsoft.com/office/drawing/2014/main" val="2284393818"/>
                    </a:ext>
                  </a:extLst>
                </a:gridCol>
                <a:gridCol w="1857832">
                  <a:extLst>
                    <a:ext uri="{9D8B030D-6E8A-4147-A177-3AD203B41FA5}">
                      <a16:colId xmlns:a16="http://schemas.microsoft.com/office/drawing/2014/main" val="2041863701"/>
                    </a:ext>
                  </a:extLst>
                </a:gridCol>
                <a:gridCol w="360000">
                  <a:extLst>
                    <a:ext uri="{9D8B030D-6E8A-4147-A177-3AD203B41FA5}">
                      <a16:colId xmlns:a16="http://schemas.microsoft.com/office/drawing/2014/main" val="4159508408"/>
                    </a:ext>
                  </a:extLst>
                </a:gridCol>
              </a:tblGrid>
              <a:tr h="252000">
                <a:tc gridSpan="2">
                  <a:txBody>
                    <a:bodyPr/>
                    <a:lstStyle/>
                    <a:p>
                      <a:endParaRPr lang="en-ZA" sz="1000" b="1" dirty="0">
                        <a:solidFill>
                          <a:schemeClr val="tx2"/>
                        </a:solidFill>
                        <a:latin typeface="+mj-lt"/>
                      </a:endParaRPr>
                    </a:p>
                  </a:txBody>
                  <a:tcPr marL="0" marR="0" marT="0" marB="0" anchor="ctr">
                    <a:lnL w="952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endParaRPr lang="en-ZA"/>
                    </a:p>
                  </a:txBody>
                  <a:tcPr/>
                </a:tc>
                <a:tc>
                  <a:txBody>
                    <a:bodyPr/>
                    <a:lstStyle/>
                    <a:p>
                      <a:pPr algn="ctr"/>
                      <a:endParaRPr lang="en-ZA" sz="1000" b="1" spc="40" baseline="0" dirty="0">
                        <a:solidFill>
                          <a:schemeClr val="bg1"/>
                        </a:solidFill>
                        <a:latin typeface="+mj-lt"/>
                      </a:endParaRPr>
                    </a:p>
                  </a:txBody>
                  <a:tcPr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solidFill>
                      <a:schemeClr val="bg1"/>
                    </a:solidFill>
                  </a:tcPr>
                </a:tc>
                <a:tc gridSpan="2">
                  <a:txBody>
                    <a:bodyPr/>
                    <a:lstStyle/>
                    <a:p>
                      <a:pPr algn="ctr"/>
                      <a:r>
                        <a:rPr lang="en-US" sz="900" b="1" spc="40" baseline="0" dirty="0">
                          <a:solidFill>
                            <a:schemeClr val="accent4"/>
                          </a:solidFill>
                          <a:latin typeface="+mj-lt"/>
                        </a:rPr>
                        <a:t>OPTION 1</a:t>
                      </a:r>
                      <a:endParaRPr lang="en-ZA" sz="900" b="1" spc="40" baseline="0" dirty="0">
                        <a:solidFill>
                          <a:schemeClr val="accent4"/>
                        </a:solidFill>
                        <a:latin typeface="+mj-lt"/>
                      </a:endParaRPr>
                    </a:p>
                  </a:txBody>
                  <a:tcPr marT="0" marB="0" anchor="ctr">
                    <a:lnL w="1270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accent4"/>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ZA"/>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spc="40" baseline="0" dirty="0">
                          <a:solidFill>
                            <a:schemeClr val="accent1"/>
                          </a:solidFill>
                          <a:latin typeface="+mj-lt"/>
                          <a:ea typeface="+mn-ea"/>
                          <a:cs typeface="+mn-cs"/>
                        </a:rPr>
                        <a:t>OPTION 2</a:t>
                      </a:r>
                      <a:endParaRPr lang="en-ZA" sz="900" b="1" kern="1200" spc="40" baseline="0" dirty="0">
                        <a:solidFill>
                          <a:schemeClr val="accent1"/>
                        </a:solidFill>
                        <a:latin typeface="+mj-lt"/>
                        <a:ea typeface="+mn-ea"/>
                        <a:cs typeface="+mn-cs"/>
                      </a:endParaRPr>
                    </a:p>
                  </a:txBody>
                  <a:tcPr marT="0" marB="0" anchor="ctr">
                    <a:lnL w="190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28575"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hMerge="1">
                  <a:txBody>
                    <a:bodyPr/>
                    <a:lstStyle/>
                    <a:p>
                      <a:endParaRPr lang="en-ZA"/>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1200" spc="40" baseline="0" dirty="0">
                          <a:solidFill>
                            <a:schemeClr val="accent2"/>
                          </a:solidFill>
                          <a:latin typeface="+mj-lt"/>
                          <a:ea typeface="+mn-ea"/>
                          <a:cs typeface="+mn-cs"/>
                        </a:rPr>
                        <a:t>OPTION 3</a:t>
                      </a:r>
                      <a:endParaRPr lang="en-ZA" sz="900" b="1" kern="1200" spc="40" baseline="0" dirty="0">
                        <a:solidFill>
                          <a:schemeClr val="accent2"/>
                        </a:solidFill>
                        <a:latin typeface="+mj-lt"/>
                        <a:ea typeface="+mn-ea"/>
                        <a:cs typeface="+mn-cs"/>
                      </a:endParaRPr>
                    </a:p>
                  </a:txBody>
                  <a:tcPr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hMerge="1">
                  <a:txBody>
                    <a:bodyPr/>
                    <a:lstStyle/>
                    <a:p>
                      <a:endParaRPr lang="en-ZA"/>
                    </a:p>
                  </a:txBody>
                  <a:tcPr/>
                </a:tc>
                <a:extLst>
                  <a:ext uri="{0D108BD9-81ED-4DB2-BD59-A6C34878D82A}">
                    <a16:rowId xmlns:a16="http://schemas.microsoft.com/office/drawing/2014/main" val="2524495767"/>
                  </a:ext>
                </a:extLst>
              </a:tr>
              <a:tr h="370840">
                <a:tc rowSpan="2" gridSpan="2">
                  <a:txBody>
                    <a:bodyPr/>
                    <a:lstStyle/>
                    <a:p>
                      <a:r>
                        <a:rPr lang="en-US" sz="1400" b="1" dirty="0">
                          <a:solidFill>
                            <a:schemeClr val="tx2"/>
                          </a:solidFill>
                          <a:latin typeface="+mj-lt"/>
                        </a:rPr>
                        <a:t>SERVICE</a:t>
                      </a:r>
                      <a:endParaRPr lang="en-ZA" sz="1400" b="1" dirty="0">
                        <a:solidFill>
                          <a:schemeClr val="tx2"/>
                        </a:solidFill>
                        <a:latin typeface="+mj-lt"/>
                      </a:endParaRPr>
                    </a:p>
                  </a:txBody>
                  <a:tcPr marL="0" marR="0" anchor="ctr">
                    <a:lnL w="9525" cap="flat" cmpd="sng" algn="ctr">
                      <a:solidFill>
                        <a:schemeClr val="bg1"/>
                      </a:solidFill>
                      <a:prstDash val="solid"/>
                      <a:round/>
                      <a:headEnd type="none" w="med" len="med"/>
                      <a:tailEnd type="none" w="med" len="med"/>
                    </a:lnL>
                    <a:lnR w="19050" cap="flat" cmpd="sng" algn="ctr">
                      <a:solidFill>
                        <a:schemeClr val="accent5">
                          <a:lumMod val="60000"/>
                          <a:lumOff val="4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rowSpan="2" hMerge="1">
                  <a:txBody>
                    <a:bodyPr/>
                    <a:lstStyle/>
                    <a:p>
                      <a:endParaRPr lang="en-ZA"/>
                    </a:p>
                  </a:txBody>
                  <a:tcPr/>
                </a:tc>
                <a:tc>
                  <a:txBody>
                    <a:bodyPr/>
                    <a:lstStyle/>
                    <a:p>
                      <a:pPr algn="ctr"/>
                      <a:r>
                        <a:rPr lang="en-US" sz="1100" b="1" spc="40" baseline="0" dirty="0">
                          <a:solidFill>
                            <a:schemeClr val="bg1"/>
                          </a:solidFill>
                          <a:latin typeface="+mj-lt"/>
                        </a:rPr>
                        <a:t>CURRENT</a:t>
                      </a:r>
                      <a:endParaRPr lang="en-ZA" sz="1100" b="1" spc="40" baseline="0" dirty="0">
                        <a:solidFill>
                          <a:schemeClr val="bg1"/>
                        </a:solidFill>
                        <a:latin typeface="+mj-lt"/>
                      </a:endParaRPr>
                    </a:p>
                  </a:txBody>
                  <a:tcPr marT="108000" marB="108000" anchor="ctr">
                    <a:lnL w="19050" cap="flat" cmpd="sng" algn="ctr">
                      <a:solidFill>
                        <a:schemeClr val="accent5">
                          <a:lumMod val="60000"/>
                          <a:lumOff val="40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gridSpan="2">
                  <a:txBody>
                    <a:bodyPr/>
                    <a:lstStyle/>
                    <a:p>
                      <a:pPr algn="ctr"/>
                      <a:r>
                        <a:rPr lang="en-US" sz="1100" b="1" spc="40" baseline="0" dirty="0">
                          <a:solidFill>
                            <a:schemeClr val="bg1"/>
                          </a:solidFill>
                          <a:latin typeface="+mj-lt"/>
                        </a:rPr>
                        <a:t>DEDICATED STRUCTURE</a:t>
                      </a:r>
                      <a:endParaRPr lang="en-ZA" sz="1100" b="1" spc="40" baseline="0" dirty="0">
                        <a:solidFill>
                          <a:schemeClr val="bg1"/>
                        </a:solidFill>
                        <a:latin typeface="+mj-lt"/>
                      </a:endParaRPr>
                    </a:p>
                  </a:txBody>
                  <a:tcPr marT="108000" marB="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tc gridSpan="2">
                  <a:txBody>
                    <a:bodyPr/>
                    <a:lstStyle/>
                    <a:p>
                      <a:pPr algn="ctr"/>
                      <a:r>
                        <a:rPr lang="en-US" sz="1100" b="1" spc="40" baseline="0" dirty="0">
                          <a:solidFill>
                            <a:schemeClr val="bg1"/>
                          </a:solidFill>
                          <a:latin typeface="+mj-lt"/>
                        </a:rPr>
                        <a:t>CATEGORY DEDICATED STRUCTURE</a:t>
                      </a:r>
                      <a:endParaRPr lang="en-ZA" sz="1100" b="1" spc="40" baseline="0" dirty="0">
                        <a:solidFill>
                          <a:schemeClr val="bg1"/>
                        </a:solidFill>
                        <a:latin typeface="+mj-lt"/>
                      </a:endParaRPr>
                    </a:p>
                  </a:txBody>
                  <a:tcPr marT="108000" marB="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tc gridSpan="2">
                  <a:txBody>
                    <a:bodyPr/>
                    <a:lstStyle/>
                    <a:p>
                      <a:pPr algn="ctr"/>
                      <a:r>
                        <a:rPr lang="en-US" sz="1100" b="1" spc="40" baseline="0" dirty="0">
                          <a:solidFill>
                            <a:schemeClr val="bg1"/>
                          </a:solidFill>
                          <a:latin typeface="+mj-lt"/>
                        </a:rPr>
                        <a:t>PARTNERSHIP STRUCTURE</a:t>
                      </a:r>
                      <a:br>
                        <a:rPr lang="en-US" sz="1100" b="1" spc="40" baseline="0" dirty="0">
                          <a:solidFill>
                            <a:schemeClr val="bg1"/>
                          </a:solidFill>
                          <a:latin typeface="+mj-lt"/>
                        </a:rPr>
                      </a:br>
                      <a:r>
                        <a:rPr lang="en-US" sz="900" b="1" kern="1200" spc="40" baseline="0" dirty="0">
                          <a:solidFill>
                            <a:schemeClr val="bg1"/>
                          </a:solidFill>
                          <a:latin typeface="+mj-lt"/>
                          <a:ea typeface="+mn-ea"/>
                          <a:cs typeface="+mn-cs"/>
                        </a:rPr>
                        <a:t>(Optionality for 1 &amp; 2)</a:t>
                      </a:r>
                      <a:endParaRPr lang="en-ZA" sz="900" b="1" kern="1200" spc="40" baseline="0" dirty="0">
                        <a:solidFill>
                          <a:schemeClr val="bg1"/>
                        </a:solidFill>
                        <a:latin typeface="+mj-lt"/>
                        <a:ea typeface="+mn-ea"/>
                        <a:cs typeface="+mn-cs"/>
                      </a:endParaRPr>
                    </a:p>
                  </a:txBody>
                  <a:tcPr marT="108000" marB="108000" anchor="ctr">
                    <a:lnL w="19050" cap="flat" cmpd="sng" algn="ctr">
                      <a:solidFill>
                        <a:schemeClr val="bg1"/>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extLst>
                  <a:ext uri="{0D108BD9-81ED-4DB2-BD59-A6C34878D82A}">
                    <a16:rowId xmlns:a16="http://schemas.microsoft.com/office/drawing/2014/main" val="3479834965"/>
                  </a:ext>
                </a:extLst>
              </a:tr>
              <a:tr h="185420">
                <a:tc gridSpan="2" vMerge="1">
                  <a:txBody>
                    <a:bodyPr/>
                    <a:lstStyle/>
                    <a:p>
                      <a:endParaRPr lang="en-ZA"/>
                    </a:p>
                  </a:txBody>
                  <a:tcPr>
                    <a:lnT w="9525" cap="flat" cmpd="sng" algn="ctr">
                      <a:solidFill>
                        <a:schemeClr val="tx1">
                          <a:lumMod val="40000"/>
                          <a:lumOff val="60000"/>
                        </a:schemeClr>
                      </a:solidFill>
                      <a:prstDash val="solid"/>
                      <a:round/>
                      <a:headEnd type="none" w="med" len="med"/>
                      <a:tailEnd type="none" w="med" len="med"/>
                    </a:lnT>
                  </a:tcPr>
                </a:tc>
                <a:tc hMerge="1" vMerge="1">
                  <a:txBody>
                    <a:bodyPr/>
                    <a:lstStyle/>
                    <a:p>
                      <a:endParaRPr lang="en-ZA"/>
                    </a:p>
                  </a:txBody>
                  <a:tcPr/>
                </a:tc>
                <a:tc>
                  <a:txBody>
                    <a:bodyPr/>
                    <a:lstStyle/>
                    <a:p>
                      <a:pPr marL="0" marR="0" lvl="0" indent="0" algn="l" defTabSz="914400" rtl="0" eaLnBrk="1" fontAlgn="auto" latinLnBrk="0" hangingPunct="1">
                        <a:lnSpc>
                          <a:spcPts val="1300"/>
                        </a:lnSpc>
                        <a:spcBef>
                          <a:spcPts val="0"/>
                        </a:spcBef>
                        <a:spcAft>
                          <a:spcPts val="0"/>
                        </a:spcAft>
                        <a:buClrTx/>
                        <a:buSzTx/>
                        <a:buFontTx/>
                        <a:buNone/>
                        <a:tabLst/>
                        <a:defRPr/>
                      </a:pPr>
                      <a:r>
                        <a:rPr lang="en-ZA" sz="1100" b="1" i="0" u="none" strike="noStrike" dirty="0">
                          <a:solidFill>
                            <a:srgbClr val="0E1D29"/>
                          </a:solidFill>
                          <a:effectLst/>
                          <a:latin typeface="+mn-lt"/>
                        </a:rPr>
                        <a:t>Total basket coverage across all stores</a:t>
                      </a:r>
                    </a:p>
                  </a:txBody>
                  <a:tcPr>
                    <a:lnL w="12700" cap="flat" cmpd="sng" algn="ctr">
                      <a:solidFill>
                        <a:schemeClr val="accent5">
                          <a:lumMod val="75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gridSpan="2">
                  <a:txBody>
                    <a:bodyPr/>
                    <a:lstStyle/>
                    <a:p>
                      <a:pPr algn="l" rtl="0" fontAlgn="ctr">
                        <a:lnSpc>
                          <a:spcPts val="1300"/>
                        </a:lnSpc>
                      </a:pPr>
                      <a:r>
                        <a:rPr lang="en-ZA" sz="1100" b="1" i="0" u="none" strike="noStrike" dirty="0">
                          <a:solidFill>
                            <a:srgbClr val="0E1D29"/>
                          </a:solidFill>
                          <a:effectLst/>
                          <a:latin typeface="+mn-lt"/>
                        </a:rPr>
                        <a:t>Dedicated category focus determined by current sales, pack out rates &amp; role restructure to  drive cost efficiency. </a:t>
                      </a:r>
                    </a:p>
                    <a:p>
                      <a:pPr algn="l" rtl="0" fontAlgn="ctr">
                        <a:lnSpc>
                          <a:spcPts val="1300"/>
                        </a:lnSpc>
                      </a:pPr>
                      <a:r>
                        <a:rPr lang="en-ZA" sz="1100" b="1" i="0" u="none" strike="noStrike" dirty="0">
                          <a:solidFill>
                            <a:srgbClr val="0E1D29"/>
                          </a:solidFill>
                          <a:effectLst/>
                          <a:latin typeface="+mn-lt"/>
                        </a:rPr>
                        <a:t>Data optimisation tool will drive continued efficiencies.</a:t>
                      </a: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tc gridSpan="2">
                  <a:txBody>
                    <a:bodyPr/>
                    <a:lstStyle/>
                    <a:p>
                      <a:pPr algn="l" rtl="0" fontAlgn="ctr">
                        <a:lnSpc>
                          <a:spcPts val="1300"/>
                        </a:lnSpc>
                      </a:pPr>
                      <a:r>
                        <a:rPr lang="en-ZA" sz="1100" b="1" i="0" u="none" strike="noStrike" dirty="0">
                          <a:solidFill>
                            <a:srgbClr val="0E1D29"/>
                          </a:solidFill>
                          <a:effectLst/>
                          <a:latin typeface="+mn-lt"/>
                        </a:rPr>
                        <a:t>Dedicated service across bakery and snacking. </a:t>
                      </a:r>
                    </a:p>
                    <a:p>
                      <a:pPr algn="l" rtl="0" fontAlgn="ctr">
                        <a:lnSpc>
                          <a:spcPts val="1300"/>
                        </a:lnSpc>
                      </a:pPr>
                      <a:r>
                        <a:rPr lang="en-ZA" sz="1100" b="1" i="0" u="none" strike="noStrike" dirty="0">
                          <a:solidFill>
                            <a:srgbClr val="0E1D29"/>
                          </a:solidFill>
                          <a:effectLst/>
                          <a:latin typeface="+mn-lt"/>
                        </a:rPr>
                        <a:t>Synergised service across balance of portfolio i.e., Foods, Beverages and Grains; 7 days coverage</a:t>
                      </a:r>
                    </a:p>
                  </a:txBody>
                  <a:tcP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tc gridSpan="2">
                  <a:txBody>
                    <a:bodyPr/>
                    <a:lstStyle/>
                    <a:p>
                      <a:pPr algn="l" rtl="0" fontAlgn="ctr">
                        <a:lnSpc>
                          <a:spcPts val="1300"/>
                        </a:lnSpc>
                      </a:pPr>
                      <a:r>
                        <a:rPr lang="en-ZA" sz="1100" b="1" i="0" u="none" strike="noStrike" dirty="0">
                          <a:solidFill>
                            <a:srgbClr val="0E1D29"/>
                          </a:solidFill>
                          <a:effectLst/>
                          <a:latin typeface="+mn-lt"/>
                        </a:rPr>
                        <a:t>Partnership (category focus) Tier 1 (e.g., PC &amp; Pet) </a:t>
                      </a:r>
                    </a:p>
                    <a:p>
                      <a:pPr algn="l" rtl="0" fontAlgn="ctr">
                        <a:lnSpc>
                          <a:spcPts val="1300"/>
                        </a:lnSpc>
                      </a:pPr>
                      <a:r>
                        <a:rPr lang="en-ZA" sz="1100" b="1" i="0" u="none" strike="noStrike" dirty="0">
                          <a:solidFill>
                            <a:srgbClr val="0E1D29"/>
                          </a:solidFill>
                          <a:effectLst/>
                          <a:latin typeface="+mn-lt"/>
                        </a:rPr>
                        <a:t>Synergised Tier 2&amp; 3 i.e., to service balance of portfolio i.e., Foods, Beverages and Grains</a:t>
                      </a:r>
                    </a:p>
                  </a:txBody>
                  <a:tcPr>
                    <a:lnL w="9525" cap="flat" cmpd="sng" algn="ctr">
                      <a:solidFill>
                        <a:schemeClr val="tx1">
                          <a:lumMod val="40000"/>
                          <a:lumOff val="60000"/>
                        </a:schemeClr>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hMerge="1">
                  <a:txBody>
                    <a:bodyPr/>
                    <a:lstStyle/>
                    <a:p>
                      <a:endParaRPr lang="en-ZA"/>
                    </a:p>
                  </a:txBody>
                  <a:tcPr>
                    <a:lnL w="9525" cap="flat" cmpd="sng" algn="ctr">
                      <a:solidFill>
                        <a:schemeClr val="tx1">
                          <a:lumMod val="40000"/>
                          <a:lumOff val="60000"/>
                        </a:schemeClr>
                      </a:solidFill>
                      <a:prstDash val="solid"/>
                      <a:round/>
                      <a:headEnd type="none" w="med" len="med"/>
                      <a:tailEnd type="none" w="med" len="med"/>
                    </a:lnL>
                  </a:tcPr>
                </a:tc>
                <a:extLst>
                  <a:ext uri="{0D108BD9-81ED-4DB2-BD59-A6C34878D82A}">
                    <a16:rowId xmlns:a16="http://schemas.microsoft.com/office/drawing/2014/main" val="225237154"/>
                  </a:ext>
                </a:extLst>
              </a:tr>
              <a:tr h="288000">
                <a:tc rowSpan="6">
                  <a:txBody>
                    <a:bodyPr/>
                    <a:lstStyle/>
                    <a:p>
                      <a:pPr marL="0" algn="l" defTabSz="914400" rtl="0" eaLnBrk="1" latinLnBrk="0" hangingPunct="1">
                        <a:lnSpc>
                          <a:spcPts val="1200"/>
                        </a:lnSpc>
                      </a:pPr>
                      <a:r>
                        <a:rPr lang="en-US" sz="1100" b="1" kern="1200" spc="40" baseline="0" dirty="0">
                          <a:solidFill>
                            <a:schemeClr val="accent1"/>
                          </a:solidFill>
                          <a:latin typeface="+mj-lt"/>
                          <a:ea typeface="+mn-ea"/>
                          <a:cs typeface="+mn-cs"/>
                        </a:rPr>
                        <a:t>STORES</a:t>
                      </a:r>
                      <a:endParaRPr lang="en-ZA" sz="1100" b="1" kern="1200" spc="40" baseline="0" dirty="0">
                        <a:solidFill>
                          <a:schemeClr val="accent1"/>
                        </a:solidFill>
                        <a:latin typeface="+mj-lt"/>
                        <a:ea typeface="+mn-ea"/>
                        <a:cs typeface="+mn-cs"/>
                      </a:endParaRPr>
                    </a:p>
                  </a:txBody>
                  <a:tcPr marT="36000" marB="36000" anchor="ctr">
                    <a:lnL w="12700" cap="flat" cmpd="sng" algn="ctr">
                      <a:solidFill>
                        <a:schemeClr val="accent5">
                          <a:lumMod val="75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l" rtl="0" fontAlgn="ctr"/>
                      <a:r>
                        <a:rPr lang="en-ZA" sz="1100" b="0" i="0" u="none" strike="noStrike" dirty="0">
                          <a:solidFill>
                            <a:srgbClr val="0E1D29"/>
                          </a:solidFill>
                          <a:effectLst/>
                          <a:latin typeface="+mn-lt"/>
                        </a:rPr>
                        <a:t>TOTAL STORE BASE</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112346290"/>
                  </a:ext>
                </a:extLst>
              </a:tr>
              <a:tr h="288000">
                <a:tc vMerge="1">
                  <a:txBody>
                    <a:bodyPr/>
                    <a:lstStyle/>
                    <a:p>
                      <a:endParaRPr lang="en-ZA"/>
                    </a:p>
                  </a:txBody>
                  <a:tcPr/>
                </a:tc>
                <a:tc>
                  <a:txBody>
                    <a:bodyPr/>
                    <a:lstStyle/>
                    <a:p>
                      <a:pPr algn="l" rtl="0" fontAlgn="ctr"/>
                      <a:r>
                        <a:rPr lang="en-ZA" sz="1100" b="0" i="0" u="none" strike="noStrike" dirty="0">
                          <a:solidFill>
                            <a:srgbClr val="0E1D29"/>
                          </a:solidFill>
                          <a:effectLst/>
                          <a:latin typeface="+mn-lt"/>
                        </a:rPr>
                        <a:t>TIER 1 </a:t>
                      </a:r>
                      <a:r>
                        <a:rPr lang="en-ZA" sz="1100" b="0" i="0" u="none" strike="noStrike" dirty="0">
                          <a:solidFill>
                            <a:srgbClr val="FF0000"/>
                          </a:solidFill>
                          <a:effectLst/>
                          <a:latin typeface="+mn-lt"/>
                        </a:rPr>
                        <a:t> </a:t>
                      </a:r>
                      <a:r>
                        <a:rPr lang="en-ZA" sz="800" b="0" i="0" u="none" strike="noStrike" dirty="0">
                          <a:solidFill>
                            <a:srgbClr val="0070C0"/>
                          </a:solidFill>
                          <a:effectLst/>
                          <a:latin typeface="+mn-lt"/>
                        </a:rPr>
                        <a:t>(00% sales)</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rtl="0" fontAlgn="ctr"/>
                      <a:r>
                        <a:rPr lang="en-ZA" sz="1100" b="0" i="0" u="none" strike="noStrike" dirty="0">
                          <a:solidFill>
                            <a:srgbClr val="0E1D29"/>
                          </a:solidFill>
                          <a:effectLst/>
                          <a:latin typeface="+mn-lt"/>
                        </a:rPr>
                        <a:t> 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3063375376"/>
                  </a:ext>
                </a:extLst>
              </a:tr>
              <a:tr h="288000">
                <a:tc vMerge="1">
                  <a:txBody>
                    <a:bodyPr/>
                    <a:lstStyle/>
                    <a:p>
                      <a:endParaRPr lang="en-ZA"/>
                    </a:p>
                  </a:txBody>
                  <a:tcPr/>
                </a:tc>
                <a:tc>
                  <a:txBody>
                    <a:bodyPr/>
                    <a:lstStyle/>
                    <a:p>
                      <a:pPr algn="l" rtl="0" fontAlgn="ctr"/>
                      <a:r>
                        <a:rPr lang="en-ZA" sz="1100" b="0" i="0" u="none" strike="noStrike" dirty="0">
                          <a:solidFill>
                            <a:srgbClr val="0E1D29"/>
                          </a:solidFill>
                          <a:effectLst/>
                          <a:latin typeface="+mn-lt"/>
                        </a:rPr>
                        <a:t>TIER 2  </a:t>
                      </a:r>
                      <a:r>
                        <a:rPr lang="en-ZA" sz="800" b="0" i="0" u="none" strike="noStrike" dirty="0">
                          <a:solidFill>
                            <a:srgbClr val="0070C0"/>
                          </a:solidFill>
                          <a:effectLst/>
                          <a:latin typeface="+mn-lt"/>
                        </a:rPr>
                        <a:t>(+00% sales)</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rtl="0" fontAlgn="ctr"/>
                      <a:r>
                        <a:rPr lang="en-ZA" sz="1100" b="0" i="0" u="none" strike="noStrike" dirty="0">
                          <a:solidFill>
                            <a:srgbClr val="0E1D29"/>
                          </a:solidFill>
                          <a:effectLst/>
                          <a:latin typeface="+mn-lt"/>
                        </a:rPr>
                        <a:t>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360075192"/>
                  </a:ext>
                </a:extLst>
              </a:tr>
              <a:tr h="288000">
                <a:tc vMerge="1">
                  <a:txBody>
                    <a:bodyPr/>
                    <a:lstStyle/>
                    <a:p>
                      <a:endParaRPr lang="en-ZA"/>
                    </a:p>
                  </a:txBody>
                  <a:tcPr/>
                </a:tc>
                <a:tc>
                  <a:txBody>
                    <a:bodyPr/>
                    <a:lstStyle/>
                    <a:p>
                      <a:pPr algn="l" rtl="0" fontAlgn="ctr"/>
                      <a:r>
                        <a:rPr lang="en-ZA" sz="1100" b="0" i="0" u="none" strike="noStrike" dirty="0">
                          <a:solidFill>
                            <a:srgbClr val="0E1D29"/>
                          </a:solidFill>
                          <a:effectLst/>
                          <a:latin typeface="+mn-lt"/>
                        </a:rPr>
                        <a:t>TIER 3  </a:t>
                      </a:r>
                      <a:r>
                        <a:rPr lang="en-ZA" sz="800" b="0" i="0" u="none" strike="noStrike" dirty="0">
                          <a:solidFill>
                            <a:srgbClr val="0070C0"/>
                          </a:solidFill>
                          <a:effectLst/>
                          <a:latin typeface="+mn-lt"/>
                        </a:rPr>
                        <a:t>(00% sales)</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rtl="0" fontAlgn="ctr"/>
                      <a:r>
                        <a:rPr lang="en-ZA" sz="1100" b="0" i="0" u="none" strike="noStrike" dirty="0">
                          <a:solidFill>
                            <a:srgbClr val="0E1D29"/>
                          </a:solidFill>
                          <a:effectLst/>
                          <a:latin typeface="+mn-lt"/>
                        </a:rPr>
                        <a:t>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4</a:t>
                      </a:r>
                      <a:r>
                        <a:rPr lang="en-ZA" sz="1100" b="0" i="0" u="none" strike="noStrike" dirty="0">
                          <a:solidFill>
                            <a:srgbClr val="0E1D29"/>
                          </a:solidFill>
                          <a:effectLst/>
                          <a:latin typeface="+mn-lt"/>
                        </a:rPr>
                        <a:t>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kern="1200" dirty="0">
                          <a:solidFill>
                            <a:srgbClr val="ED1846"/>
                          </a:solidFill>
                          <a:latin typeface="+mn-lt"/>
                          <a:ea typeface="+mn-ea"/>
                          <a:cs typeface="+mn-cs"/>
                          <a:sym typeface="Wingdings 3" panose="05040102010807070707" pitchFamily="18" charset="2"/>
                        </a:rPr>
                        <a:t></a:t>
                      </a:r>
                      <a:endParaRPr lang="en-ZA" sz="1600" kern="1200" dirty="0">
                        <a:solidFill>
                          <a:srgbClr val="ED184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4</a:t>
                      </a:r>
                      <a:r>
                        <a:rPr lang="en-ZA" sz="1100" b="0" i="0" u="none" strike="noStrike" dirty="0">
                          <a:solidFill>
                            <a:srgbClr val="0E1D29"/>
                          </a:solidFill>
                          <a:effectLst/>
                          <a:latin typeface="+mn-lt"/>
                        </a:rPr>
                        <a:t>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4</a:t>
                      </a:r>
                      <a:r>
                        <a:rPr lang="en-ZA" sz="1100" b="0" i="0" u="none" strike="noStrike" dirty="0">
                          <a:solidFill>
                            <a:srgbClr val="0E1D29"/>
                          </a:solidFill>
                          <a:effectLst/>
                          <a:latin typeface="+mn-lt"/>
                        </a:rPr>
                        <a:t>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088732389"/>
                  </a:ext>
                </a:extLst>
              </a:tr>
              <a:tr h="288000">
                <a:tc vMerge="1">
                  <a:txBody>
                    <a:bodyPr/>
                    <a:lstStyle/>
                    <a:p>
                      <a:endParaRPr lang="en-ZA"/>
                    </a:p>
                  </a:txBody>
                  <a:tcPr/>
                </a:tc>
                <a:tc>
                  <a:txBody>
                    <a:bodyPr/>
                    <a:lstStyle/>
                    <a:p>
                      <a:pPr algn="l" rtl="0" fontAlgn="ctr"/>
                      <a:r>
                        <a:rPr lang="en-US" sz="1100" b="0" i="0" u="none" strike="noStrike" dirty="0">
                          <a:solidFill>
                            <a:srgbClr val="0E1D29"/>
                          </a:solidFill>
                          <a:effectLst/>
                          <a:latin typeface="+mn-lt"/>
                        </a:rPr>
                        <a:t>P</a:t>
                      </a:r>
                      <a:r>
                        <a:rPr lang="en-ZA" sz="1100" b="0" i="0" u="none" strike="noStrike" dirty="0">
                          <a:solidFill>
                            <a:srgbClr val="0E1D29"/>
                          </a:solidFill>
                          <a:effectLst/>
                          <a:latin typeface="+mn-lt"/>
                        </a:rPr>
                        <a:t>HARMA</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solidFill>
                      <a:srgbClr val="F5F7F9"/>
                    </a:solidFill>
                  </a:tcPr>
                </a:tc>
                <a:tc>
                  <a:txBody>
                    <a:bodyPr/>
                    <a:lstStyle/>
                    <a:p>
                      <a:pPr algn="ctr" rtl="0" fontAlgn="ctr"/>
                      <a:r>
                        <a:rPr lang="en-US" sz="1100" b="0" i="0" u="none" strike="noStrike" dirty="0">
                          <a:solidFill>
                            <a:srgbClr val="0E1D29"/>
                          </a:solidFill>
                          <a:effectLst/>
                          <a:latin typeface="+mn-lt"/>
                        </a:rPr>
                        <a:t>3</a:t>
                      </a:r>
                      <a:r>
                        <a:rPr lang="en-ZA" sz="1100" b="0" i="0" u="none" strike="noStrike" dirty="0">
                          <a:solidFill>
                            <a:srgbClr val="0E1D29"/>
                          </a:solidFill>
                          <a:effectLst/>
                          <a:latin typeface="+mn-lt"/>
                        </a:rPr>
                        <a:t>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000</a:t>
                      </a:r>
                      <a:endParaRPr lang="en-ZA" sz="1100" b="0" i="0" u="none" strike="noStrike" dirty="0">
                        <a:solidFill>
                          <a:srgbClr val="0E1D29"/>
                        </a:solidFill>
                        <a:effectLst/>
                        <a:latin typeface="+mn-lt"/>
                      </a:endParaRP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kern="1200" dirty="0">
                          <a:solidFill>
                            <a:schemeClr val="accent6"/>
                          </a:solidFill>
                          <a:latin typeface="+mn-lt"/>
                          <a:ea typeface="+mn-ea"/>
                          <a:cs typeface="+mn-cs"/>
                          <a:sym typeface="Wingdings 3" panose="05040102010807070707" pitchFamily="18" charset="2"/>
                        </a:rPr>
                        <a:t></a:t>
                      </a: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000</a:t>
                      </a:r>
                      <a:endParaRPr lang="en-ZA" sz="1100" b="0" i="0" u="none" strike="noStrike" dirty="0">
                        <a:solidFill>
                          <a:srgbClr val="0E1D29"/>
                        </a:solidFill>
                        <a:effectLst/>
                        <a:latin typeface="+mn-lt"/>
                      </a:endParaRP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kern="1200" dirty="0">
                          <a:solidFill>
                            <a:schemeClr val="accent6"/>
                          </a:solidFill>
                          <a:latin typeface="+mn-lt"/>
                          <a:ea typeface="+mn-ea"/>
                          <a:cs typeface="+mn-cs"/>
                          <a:sym typeface="Wingdings 3" panose="05040102010807070707" pitchFamily="18" charset="2"/>
                        </a:rPr>
                        <a:t></a:t>
                      </a: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4093682180"/>
                  </a:ext>
                </a:extLst>
              </a:tr>
              <a:tr h="288000">
                <a:tc vMerge="1">
                  <a:txBody>
                    <a:bodyPr/>
                    <a:lstStyle/>
                    <a:p>
                      <a:endParaRPr lang="en-ZA"/>
                    </a:p>
                  </a:txBody>
                  <a:tcPr/>
                </a:tc>
                <a:tc>
                  <a:txBody>
                    <a:bodyPr/>
                    <a:lstStyle/>
                    <a:p>
                      <a:pPr algn="l" rtl="0" fontAlgn="ctr"/>
                      <a:r>
                        <a:rPr lang="en-ZA" sz="1100" b="0" i="0" u="none" strike="noStrike" dirty="0">
                          <a:solidFill>
                            <a:srgbClr val="0E1D29"/>
                          </a:solidFill>
                          <a:effectLst/>
                          <a:latin typeface="+mn-lt"/>
                        </a:rPr>
                        <a:t>WHOLESALE/RETAILER N</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solidFill>
                      <a:srgbClr val="F5F7F9"/>
                    </a:solidFill>
                  </a:tcPr>
                </a:tc>
                <a:tc>
                  <a:txBody>
                    <a:bodyPr/>
                    <a:lstStyle/>
                    <a:p>
                      <a:pPr algn="ctr" rtl="0" fontAlgn="ctr"/>
                      <a:r>
                        <a:rPr lang="en-ZA" sz="1100" b="0" i="0" u="none" strike="noStrike" dirty="0">
                          <a:solidFill>
                            <a:srgbClr val="0E1D29"/>
                          </a:solidFill>
                          <a:effectLst/>
                          <a:latin typeface="+mn-lt"/>
                        </a:rPr>
                        <a:t> 000</a:t>
                      </a: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000</a:t>
                      </a:r>
                      <a:endParaRPr lang="en-ZA" sz="1100" b="0" i="0" u="none" strike="noStrike" dirty="0">
                        <a:solidFill>
                          <a:srgbClr val="0E1D29"/>
                        </a:solidFill>
                        <a:effectLst/>
                        <a:latin typeface="+mn-lt"/>
                      </a:endParaRP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000</a:t>
                      </a:r>
                      <a:endParaRPr lang="en-ZA" sz="1100" b="0" i="0" u="none" strike="noStrike" dirty="0">
                        <a:solidFill>
                          <a:srgbClr val="0E1D29"/>
                        </a:solidFill>
                        <a:effectLst/>
                        <a:latin typeface="+mn-lt"/>
                      </a:endParaRP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ctr" rtl="0" fontAlgn="ctr"/>
                      <a:r>
                        <a:rPr lang="en-US" sz="1100" b="0" i="0" u="none" strike="noStrike" dirty="0">
                          <a:solidFill>
                            <a:srgbClr val="0E1D29"/>
                          </a:solidFill>
                          <a:effectLst/>
                          <a:latin typeface="+mn-lt"/>
                        </a:rPr>
                        <a:t>000</a:t>
                      </a:r>
                      <a:endParaRPr lang="en-ZA" sz="1100" b="0" i="0" u="none" strike="noStrike" dirty="0">
                        <a:solidFill>
                          <a:srgbClr val="0E1D29"/>
                        </a:solidFill>
                        <a:effectLst/>
                        <a:latin typeface="+mn-lt"/>
                      </a:endParaRPr>
                    </a:p>
                  </a:txBody>
                  <a:tcPr marL="45703" marR="45703" marT="36000" marB="36000"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marT="36000" marB="36000"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extLst>
                  <a:ext uri="{0D108BD9-81ED-4DB2-BD59-A6C34878D82A}">
                    <a16:rowId xmlns:a16="http://schemas.microsoft.com/office/drawing/2014/main" val="778607651"/>
                  </a:ext>
                </a:extLst>
              </a:tr>
              <a:tr h="370840">
                <a:tc>
                  <a:txBody>
                    <a:bodyPr/>
                    <a:lstStyle/>
                    <a:p>
                      <a:pPr marL="0" algn="l" defTabSz="914400" rtl="0" eaLnBrk="1" latinLnBrk="0" hangingPunct="1">
                        <a:lnSpc>
                          <a:spcPts val="1200"/>
                        </a:lnSpc>
                      </a:pPr>
                      <a:r>
                        <a:rPr lang="en-US" sz="1100" b="1" kern="1200" spc="40" baseline="0" dirty="0">
                          <a:solidFill>
                            <a:schemeClr val="accent1"/>
                          </a:solidFill>
                          <a:latin typeface="+mj-lt"/>
                          <a:ea typeface="+mn-ea"/>
                          <a:cs typeface="+mn-cs"/>
                        </a:rPr>
                        <a:t>SYNERGISED HOURS PER MONTH</a:t>
                      </a:r>
                      <a:endParaRPr lang="en-ZA" sz="1100" b="1" kern="1200" spc="40" baseline="0" dirty="0">
                        <a:solidFill>
                          <a:schemeClr val="accent1"/>
                        </a:solidFill>
                        <a:latin typeface="+mj-lt"/>
                        <a:ea typeface="+mn-ea"/>
                        <a:cs typeface="+mn-cs"/>
                      </a:endParaRPr>
                    </a:p>
                  </a:txBody>
                  <a:tcPr anchor="ctr">
                    <a:lnL w="12700" cap="flat" cmpd="sng" algn="ctr">
                      <a:solidFill>
                        <a:schemeClr val="accent5">
                          <a:lumMod val="75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00 000</a:t>
                      </a:r>
                      <a:endParaRPr lang="en-ZA" sz="1100" b="0" i="0" u="none" strike="noStrike" dirty="0">
                        <a:solidFill>
                          <a:srgbClr val="000000"/>
                        </a:solidFill>
                        <a:effectLst/>
                        <a:latin typeface="+mn-lt"/>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00 000</a:t>
                      </a:r>
                      <a:endParaRPr lang="en-ZA" sz="1100" b="0" i="0" u="none" strike="noStrike" dirty="0">
                        <a:solidFill>
                          <a:srgbClr val="000000"/>
                        </a:solidFill>
                        <a:effectLst/>
                        <a:latin typeface="+mn-lt"/>
                      </a:endParaRPr>
                    </a:p>
                  </a:txBody>
                  <a:tcPr marL="45703" marR="45703" marT="45703" marB="45703"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kern="1200" dirty="0">
                          <a:solidFill>
                            <a:schemeClr val="accent6"/>
                          </a:solidFill>
                          <a:latin typeface="+mn-lt"/>
                          <a:ea typeface="+mn-ea"/>
                          <a:cs typeface="+mn-cs"/>
                          <a:sym typeface="Wingdings 3" panose="05040102010807070707" pitchFamily="18" charset="2"/>
                        </a:rPr>
                        <a:t></a:t>
                      </a:r>
                      <a:endParaRPr lang="en-ZA" sz="1600" kern="1200" dirty="0">
                        <a:solidFill>
                          <a:schemeClr val="accent6"/>
                        </a:solidFill>
                        <a:latin typeface="+mn-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mn-lt"/>
                        </a:rPr>
                        <a:t>00 000</a:t>
                      </a:r>
                      <a:endParaRPr lang="en-ZA" sz="1100" b="0" i="0" u="none" strike="noStrike" dirty="0">
                        <a:solidFill>
                          <a:srgbClr val="000000"/>
                        </a:solidFill>
                        <a:effectLst/>
                        <a:latin typeface="+mn-lt"/>
                      </a:endParaRPr>
                    </a:p>
                  </a:txBody>
                  <a:tcPr marL="45703" marR="45703" marT="45703" marB="45703"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dirty="0">
                          <a:solidFill>
                            <a:schemeClr val="accent6"/>
                          </a:solidFill>
                          <a:sym typeface="Wingdings 3" panose="05040102010807070707" pitchFamily="18" charset="2"/>
                        </a:rPr>
                        <a:t></a:t>
                      </a:r>
                      <a:endParaRPr lang="en-ZA" sz="1600" dirty="0">
                        <a:solidFill>
                          <a:schemeClr val="accent6"/>
                        </a:solidFill>
                      </a:endParaRPr>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algn="ctr" defTabSz="914400" rtl="0" eaLnBrk="1" fontAlgn="ctr" latinLnBrk="0" hangingPunct="1"/>
                      <a:endParaRPr lang="en-ZA" sz="1100" b="0" i="0" u="none" strike="noStrike" kern="1200" dirty="0">
                        <a:solidFill>
                          <a:srgbClr val="0E1D29"/>
                        </a:solidFill>
                        <a:effectLst/>
                        <a:latin typeface="+mn-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extLst>
                  <a:ext uri="{0D108BD9-81ED-4DB2-BD59-A6C34878D82A}">
                    <a16:rowId xmlns:a16="http://schemas.microsoft.com/office/drawing/2014/main" val="4200621697"/>
                  </a:ext>
                </a:extLst>
              </a:tr>
              <a:tr h="370840">
                <a:tc>
                  <a:txBody>
                    <a:bodyPr/>
                    <a:lstStyle/>
                    <a:p>
                      <a:pPr marL="0" algn="l" defTabSz="914400" rtl="0" eaLnBrk="1" latinLnBrk="0" hangingPunct="1">
                        <a:lnSpc>
                          <a:spcPts val="1200"/>
                        </a:lnSpc>
                      </a:pPr>
                      <a:r>
                        <a:rPr lang="en-US" sz="1100" b="1" kern="1200" spc="40" baseline="0" dirty="0">
                          <a:solidFill>
                            <a:schemeClr val="accent1"/>
                          </a:solidFill>
                          <a:latin typeface="+mj-lt"/>
                          <a:ea typeface="+mn-ea"/>
                          <a:cs typeface="+mn-cs"/>
                        </a:rPr>
                        <a:t>TOTAL HOURS PER MONTH</a:t>
                      </a:r>
                      <a:endParaRPr lang="en-ZA" sz="1100" b="1" kern="1200" spc="40" baseline="0" dirty="0">
                        <a:solidFill>
                          <a:schemeClr val="accent1"/>
                        </a:solidFill>
                        <a:latin typeface="+mj-lt"/>
                        <a:ea typeface="+mn-ea"/>
                        <a:cs typeface="+mn-cs"/>
                      </a:endParaRPr>
                    </a:p>
                  </a:txBody>
                  <a:tcPr anchor="ctr">
                    <a:lnL w="12700" cap="flat" cmpd="sng" algn="ctr">
                      <a:solidFill>
                        <a:schemeClr val="accent5">
                          <a:lumMod val="75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ZA" sz="1100" b="0" i="0" u="none" strike="noStrike" kern="1200" cap="none" spc="0" normalizeH="0" baseline="0" noProof="0" dirty="0">
                          <a:ln>
                            <a:noFill/>
                          </a:ln>
                          <a:solidFill>
                            <a:srgbClr val="0E1D29"/>
                          </a:solidFill>
                          <a:effectLst/>
                          <a:uLnTx/>
                          <a:uFillTx/>
                          <a:latin typeface="+mn-lt"/>
                          <a:ea typeface="+mn-ea"/>
                          <a:cs typeface="+mn-cs"/>
                        </a:rPr>
                        <a:t>000 000</a:t>
                      </a:r>
                      <a:r>
                        <a:rPr lang="en-ZA" sz="2000" b="0" i="0" u="none" strike="noStrike" dirty="0">
                          <a:solidFill>
                            <a:srgbClr val="000000"/>
                          </a:solidFill>
                          <a:effectLst/>
                          <a:latin typeface="+mn-lt"/>
                        </a:rPr>
                        <a:t> </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000 000</a:t>
                      </a:r>
                    </a:p>
                  </a:txBody>
                  <a:tcPr marL="45703" marR="45703" marT="45703" marB="45703"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kern="1200" dirty="0">
                          <a:solidFill>
                            <a:schemeClr val="accent6"/>
                          </a:solidFill>
                          <a:latin typeface="+mn-lt"/>
                          <a:ea typeface="+mn-ea"/>
                          <a:cs typeface="+mn-cs"/>
                          <a:sym typeface="Wingdings 3" panose="05040102010807070707" pitchFamily="18" charset="2"/>
                        </a:rPr>
                        <a:t></a:t>
                      </a:r>
                      <a:endParaRPr lang="en-ZA" sz="1600" kern="1200" dirty="0">
                        <a:solidFill>
                          <a:schemeClr val="accent6"/>
                        </a:solidFill>
                        <a:latin typeface="+mn-lt"/>
                        <a:ea typeface="+mn-ea"/>
                        <a:cs typeface="+mn-cs"/>
                      </a:endParaRPr>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algn="ctr" rtl="0" fontAlgn="ctr"/>
                      <a:r>
                        <a:rPr lang="en-ZA" sz="1100" b="0" i="0" u="none" strike="noStrike" dirty="0">
                          <a:solidFill>
                            <a:srgbClr val="0E1D29"/>
                          </a:solidFill>
                          <a:effectLst/>
                          <a:latin typeface="+mn-lt"/>
                        </a:rPr>
                        <a:t>000 000</a:t>
                      </a:r>
                    </a:p>
                  </a:txBody>
                  <a:tcPr marL="45703" marR="45703" marT="45703" marB="45703"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600" dirty="0">
                          <a:solidFill>
                            <a:schemeClr val="accent6"/>
                          </a:solidFill>
                          <a:sym typeface="Wingdings 3" panose="05040102010807070707" pitchFamily="18" charset="2"/>
                        </a:rPr>
                        <a:t></a:t>
                      </a:r>
                      <a:endParaRPr lang="en-ZA" sz="1600" dirty="0">
                        <a:solidFill>
                          <a:schemeClr val="accent6"/>
                        </a:solidFill>
                      </a:endParaRPr>
                    </a:p>
                  </a:txBody>
                  <a:tcPr anchor="ctr">
                    <a:lnL w="9525" cap="flat" cmpd="sng" algn="ctr">
                      <a:solidFill>
                        <a:schemeClr val="bg1"/>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ZA" sz="1100" b="0" i="0" u="none" strike="noStrike" dirty="0">
                          <a:solidFill>
                            <a:srgbClr val="0E1D29"/>
                          </a:solidFill>
                          <a:effectLst/>
                          <a:latin typeface="+mn-lt"/>
                        </a:rPr>
                        <a:t> +000 000</a:t>
                      </a: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anchor="ctr">
                    <a:lnL w="9525" cap="flat" cmpd="sng" algn="ctr">
                      <a:solidFill>
                        <a:schemeClr val="bg1"/>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12700" cap="flat" cmpd="sng" algn="ctr">
                      <a:solidFill>
                        <a:schemeClr val="accent5">
                          <a:lumMod val="75000"/>
                        </a:schemeClr>
                      </a:solidFill>
                      <a:prstDash val="solid"/>
                      <a:round/>
                      <a:headEnd type="none" w="med" len="med"/>
                      <a:tailEnd type="none" w="med" len="med"/>
                    </a:lnB>
                  </a:tcPr>
                </a:tc>
                <a:extLst>
                  <a:ext uri="{0D108BD9-81ED-4DB2-BD59-A6C34878D82A}">
                    <a16:rowId xmlns:a16="http://schemas.microsoft.com/office/drawing/2014/main" val="426511298"/>
                  </a:ext>
                </a:extLst>
              </a:tr>
              <a:tr h="370840">
                <a:tc gridSpan="9">
                  <a:txBody>
                    <a:bodyPr/>
                    <a:lstStyle/>
                    <a:p>
                      <a:pPr defTabSz="914126"/>
                      <a:r>
                        <a:rPr lang="en-ZA" sz="900" noProof="0" dirty="0">
                          <a:solidFill>
                            <a:srgbClr val="0E1D29"/>
                          </a:solidFill>
                          <a:latin typeface="+mn-lt"/>
                        </a:rPr>
                        <a:t>* Includes Full Store Universe for Retailer H &amp; Retailer I 	</a:t>
                      </a:r>
                    </a:p>
                    <a:p>
                      <a:pPr defTabSz="914126"/>
                      <a:r>
                        <a:rPr lang="en-ZA" sz="900" noProof="0" dirty="0">
                          <a:solidFill>
                            <a:srgbClr val="0E1D29"/>
                          </a:solidFill>
                          <a:latin typeface="+mn-lt"/>
                        </a:rPr>
                        <a:t>* 00 Retailer M stores removed</a:t>
                      </a:r>
                    </a:p>
                  </a:txBody>
                  <a:tcPr marL="0" marR="0" marT="72000" marB="0" anchor="ct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12700" cap="flat" cmpd="sng" algn="ctr">
                      <a:solidFill>
                        <a:schemeClr val="accent5">
                          <a:lumMod val="75000"/>
                        </a:schemeClr>
                      </a:solidFill>
                      <a:prstDash val="solid"/>
                      <a:round/>
                      <a:headEnd type="none" w="med" len="med"/>
                      <a:tailEnd type="none" w="med" len="med"/>
                    </a:lnT>
                    <a:lnB w="9525" cap="flat" cmpd="sng" algn="ctr">
                      <a:noFill/>
                      <a:prstDash val="solid"/>
                      <a:round/>
                      <a:headEnd type="none" w="med" len="med"/>
                      <a:tailEnd type="none" w="med" len="med"/>
                    </a:lnB>
                  </a:tcPr>
                </a:tc>
                <a:tc hMerge="1">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algn="l" defTabSz="914400" rtl="0" eaLnBrk="1" latinLnBrk="0" hangingPunct="1"/>
                      <a:endParaRPr lang="en-ZA" sz="1100" b="1" kern="120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dirty="0">
                        <a:solidFill>
                          <a:schemeClr val="accent6"/>
                        </a:solidFill>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algn="l" defTabSz="914400" rtl="0" eaLnBrk="1" latinLnBrk="0" hangingPunct="1"/>
                      <a:endParaRPr lang="en-ZA" sz="1100" b="1" kern="1200" dirty="0">
                        <a:solidFill>
                          <a:schemeClr val="tx1"/>
                        </a:solidFill>
                        <a:latin typeface="+mj-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ZA" sz="1600" kern="1200" dirty="0">
                        <a:solidFill>
                          <a:schemeClr val="accent6"/>
                        </a:solidFill>
                        <a:latin typeface="+mn-lt"/>
                        <a:ea typeface="+mn-ea"/>
                        <a:cs typeface="+mn-cs"/>
                      </a:endParaRPr>
                    </a:p>
                  </a:txBody>
                  <a:tcPr anchor="ctr">
                    <a:lnL w="9525" cap="flat" cmpd="sng" algn="ctr">
                      <a:solidFill>
                        <a:schemeClr val="tx1">
                          <a:lumMod val="40000"/>
                          <a:lumOff val="60000"/>
                        </a:schemeClr>
                      </a:solidFill>
                      <a:prstDash val="solid"/>
                      <a:round/>
                      <a:headEnd type="none" w="med" len="med"/>
                      <a:tailEnd type="none" w="med" len="med"/>
                    </a:lnL>
                    <a:lnR w="9525" cap="flat" cmpd="sng" algn="ctr">
                      <a:solidFill>
                        <a:schemeClr val="tx1">
                          <a:lumMod val="40000"/>
                          <a:lumOff val="60000"/>
                        </a:schemeClr>
                      </a:solidFill>
                      <a:prstDash val="solid"/>
                      <a:round/>
                      <a:headEnd type="none" w="med" len="med"/>
                      <a:tailEnd type="none" w="med" len="med"/>
                    </a:lnR>
                    <a:lnT w="9525" cap="flat" cmpd="sng" algn="ctr">
                      <a:solidFill>
                        <a:schemeClr val="tx1">
                          <a:lumMod val="40000"/>
                          <a:lumOff val="60000"/>
                        </a:schemeClr>
                      </a:solidFill>
                      <a:prstDash val="solid"/>
                      <a:round/>
                      <a:headEnd type="none" w="med" len="med"/>
                      <a:tailEnd type="none" w="med" len="med"/>
                    </a:lnT>
                    <a:lnB w="9525" cap="flat" cmpd="sng" algn="ctr">
                      <a:solidFill>
                        <a:schemeClr val="tx1">
                          <a:lumMod val="40000"/>
                          <a:lumOff val="60000"/>
                        </a:schemeClr>
                      </a:solidFill>
                      <a:prstDash val="solid"/>
                      <a:round/>
                      <a:headEnd type="none" w="med" len="med"/>
                      <a:tailEnd type="none" w="med" len="med"/>
                    </a:lnB>
                  </a:tcPr>
                </a:tc>
                <a:extLst>
                  <a:ext uri="{0D108BD9-81ED-4DB2-BD59-A6C34878D82A}">
                    <a16:rowId xmlns:a16="http://schemas.microsoft.com/office/drawing/2014/main" val="1760966976"/>
                  </a:ext>
                </a:extLst>
              </a:tr>
            </a:tbl>
          </a:graphicData>
        </a:graphic>
      </p:graphicFrame>
      <p:sp>
        <p:nvSpPr>
          <p:cNvPr id="3" name="Title 2">
            <a:extLst>
              <a:ext uri="{FF2B5EF4-FFF2-40B4-BE49-F238E27FC236}">
                <a16:creationId xmlns:a16="http://schemas.microsoft.com/office/drawing/2014/main" id="{B712014A-7DBE-B3F2-F124-07C18345AFB5}"/>
              </a:ext>
            </a:extLst>
          </p:cNvPr>
          <p:cNvSpPr>
            <a:spLocks noGrp="1"/>
          </p:cNvSpPr>
          <p:nvPr>
            <p:ph type="ctrTitle"/>
          </p:nvPr>
        </p:nvSpPr>
        <p:spPr/>
        <p:txBody>
          <a:bodyPr/>
          <a:lstStyle/>
          <a:p>
            <a:r>
              <a:rPr lang="en-US" dirty="0"/>
              <a:t>SUMMARY OF THE STRUCTURE OPTIONS</a:t>
            </a:r>
            <a:endParaRPr lang="en-ZA" dirty="0"/>
          </a:p>
        </p:txBody>
      </p:sp>
      <p:pic>
        <p:nvPicPr>
          <p:cNvPr id="11" name="Graphic 10">
            <a:extLst>
              <a:ext uri="{FF2B5EF4-FFF2-40B4-BE49-F238E27FC236}">
                <a16:creationId xmlns:a16="http://schemas.microsoft.com/office/drawing/2014/main" id="{B4279BF5-D28E-8ECB-5BEC-CA01745D3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7375" y="1556158"/>
            <a:ext cx="909709" cy="414121"/>
          </a:xfrm>
          <a:prstGeom prst="rect">
            <a:avLst/>
          </a:prstGeom>
        </p:spPr>
      </p:pic>
    </p:spTree>
    <p:extLst>
      <p:ext uri="{BB962C8B-B14F-4D97-AF65-F5344CB8AC3E}">
        <p14:creationId xmlns:p14="http://schemas.microsoft.com/office/powerpoint/2010/main" val="40159940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p04gt.s14">
    <p:spTree>
      <p:nvGrpSpPr>
        <p:cNvPr id="1" name=""/>
        <p:cNvGrpSpPr/>
        <p:nvPr/>
      </p:nvGrpSpPr>
      <p:grpSpPr>
        <a:xfrm>
          <a:off x="0" y="0"/>
          <a:ext cx="0" cy="0"/>
          <a:chOff x="0" y="0"/>
          <a:chExt cx="0" cy="0"/>
        </a:xfrm>
      </p:grpSpPr>
      <p:graphicFrame>
        <p:nvGraphicFramePr>
          <p:cNvPr id="4" name="Table Placeholder 3">
            <a:extLst>
              <a:ext uri="{FF2B5EF4-FFF2-40B4-BE49-F238E27FC236}">
                <a16:creationId xmlns:a16="http://schemas.microsoft.com/office/drawing/2014/main" id="{26F674B5-A712-F055-EE57-C231795A981F}"/>
              </a:ext>
            </a:extLst>
          </p:cNvPr>
          <p:cNvGraphicFramePr>
            <a:graphicFrameLocks/>
          </p:cNvGraphicFramePr>
          <p:nvPr>
            <p:extLst>
              <p:ext uri="{D42A27DB-BD31-4B8C-83A1-F6EECF244321}">
                <p14:modId xmlns:p14="http://schemas.microsoft.com/office/powerpoint/2010/main" val="1109588362"/>
              </p:ext>
            </p:extLst>
          </p:nvPr>
        </p:nvGraphicFramePr>
        <p:xfrm>
          <a:off x="587374" y="1408113"/>
          <a:ext cx="11051375" cy="4714600"/>
        </p:xfrm>
        <a:graphic>
          <a:graphicData uri="http://schemas.openxmlformats.org/drawingml/2006/table">
            <a:tbl>
              <a:tblPr firstRow="1" bandRow="1">
                <a:tableStyleId>{5940675A-B579-460E-94D1-54222C63F5DA}</a:tableStyleId>
              </a:tblPr>
              <a:tblGrid>
                <a:gridCol w="496601">
                  <a:extLst>
                    <a:ext uri="{9D8B030D-6E8A-4147-A177-3AD203B41FA5}">
                      <a16:colId xmlns:a16="http://schemas.microsoft.com/office/drawing/2014/main" val="504549336"/>
                    </a:ext>
                  </a:extLst>
                </a:gridCol>
                <a:gridCol w="3009054">
                  <a:extLst>
                    <a:ext uri="{9D8B030D-6E8A-4147-A177-3AD203B41FA5}">
                      <a16:colId xmlns:a16="http://schemas.microsoft.com/office/drawing/2014/main" val="1435510736"/>
                    </a:ext>
                  </a:extLst>
                </a:gridCol>
                <a:gridCol w="5617028">
                  <a:extLst>
                    <a:ext uri="{9D8B030D-6E8A-4147-A177-3AD203B41FA5}">
                      <a16:colId xmlns:a16="http://schemas.microsoft.com/office/drawing/2014/main" val="1294006760"/>
                    </a:ext>
                  </a:extLst>
                </a:gridCol>
                <a:gridCol w="964346">
                  <a:extLst>
                    <a:ext uri="{9D8B030D-6E8A-4147-A177-3AD203B41FA5}">
                      <a16:colId xmlns:a16="http://schemas.microsoft.com/office/drawing/2014/main" val="414752599"/>
                    </a:ext>
                  </a:extLst>
                </a:gridCol>
                <a:gridCol w="964346">
                  <a:extLst>
                    <a:ext uri="{9D8B030D-6E8A-4147-A177-3AD203B41FA5}">
                      <a16:colId xmlns:a16="http://schemas.microsoft.com/office/drawing/2014/main" val="1015604812"/>
                    </a:ext>
                  </a:extLst>
                </a:gridCol>
              </a:tblGrid>
              <a:tr h="370840">
                <a:tc>
                  <a:txBody>
                    <a:bodyPr/>
                    <a:lstStyle/>
                    <a:p>
                      <a:pPr algn="ctr"/>
                      <a:endParaRPr lang="en-ZA" sz="1600" b="1" dirty="0">
                        <a:solidFill>
                          <a:schemeClr val="bg1"/>
                        </a:solidFill>
                        <a:latin typeface="+mj-lt"/>
                      </a:endParaRPr>
                    </a:p>
                  </a:txBody>
                  <a:tcPr marL="36000" marR="36000"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endParaRPr lang="en-ZA" sz="1050" dirty="0">
                        <a:solidFill>
                          <a:schemeClr val="accent5">
                            <a:lumMod val="60000"/>
                            <a:lumOff val="40000"/>
                          </a:schemeClr>
                        </a:solidFill>
                      </a:endParaRPr>
                    </a:p>
                  </a:txBody>
                  <a:tcPr marL="180000" marR="108000" marT="90000" marB="90000">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noFill/>
                  </a:tcPr>
                </a:tc>
                <a:tc>
                  <a:txBody>
                    <a:bodyPr/>
                    <a:lstStyle/>
                    <a:p>
                      <a:pPr algn="l"/>
                      <a:r>
                        <a:rPr lang="en-US" sz="1100" b="1" kern="1200" spc="40" baseline="0" dirty="0">
                          <a:solidFill>
                            <a:schemeClr val="bg1"/>
                          </a:solidFill>
                          <a:latin typeface="+mj-lt"/>
                          <a:ea typeface="+mn-ea"/>
                          <a:cs typeface="+mn-cs"/>
                        </a:rPr>
                        <a:t>IMPROVEMENTS / ENHANCEMENTS TO CURRENT STRUCTURE</a:t>
                      </a:r>
                      <a:endParaRPr lang="en-ZA" sz="1100" b="1" kern="1200" spc="40" baseline="0" dirty="0">
                        <a:solidFill>
                          <a:schemeClr val="bg1"/>
                        </a:solidFill>
                        <a:latin typeface="+mj-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algn="ctr"/>
                      <a:r>
                        <a:rPr lang="en-US" sz="1100" b="1" spc="40" baseline="0" dirty="0">
                          <a:solidFill>
                            <a:schemeClr val="bg1"/>
                          </a:solidFill>
                          <a:latin typeface="+mj-lt"/>
                        </a:rPr>
                        <a:t>(Current)</a:t>
                      </a:r>
                      <a:endParaRPr lang="en-ZA" sz="1100" b="1" spc="40" baseline="0" dirty="0">
                        <a:solidFill>
                          <a:schemeClr val="bg1"/>
                        </a:solidFill>
                        <a:latin typeface="+mj-lt"/>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solidFill>
                  </a:tcPr>
                </a:tc>
                <a:tc>
                  <a:txBody>
                    <a:bodyPr/>
                    <a:lstStyle/>
                    <a:p>
                      <a:pPr algn="ctr"/>
                      <a:r>
                        <a:rPr lang="en-US" sz="1100" b="1" spc="40" baseline="0" dirty="0">
                          <a:solidFill>
                            <a:schemeClr val="bg1"/>
                          </a:solidFill>
                          <a:latin typeface="+mj-lt"/>
                        </a:rPr>
                        <a:t>NEW</a:t>
                      </a:r>
                      <a:endParaRPr lang="en-ZA" sz="1100" b="1" spc="40" baseline="0" dirty="0">
                        <a:solidFill>
                          <a:schemeClr val="bg1"/>
                        </a:solidFill>
                        <a:latin typeface="+mj-lt"/>
                      </a:endParaRPr>
                    </a:p>
                  </a:txBody>
                  <a:tcPr marT="90000" marB="90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428724814"/>
                  </a:ext>
                </a:extLst>
              </a:tr>
              <a:tr h="370840">
                <a:tc>
                  <a:txBody>
                    <a:bodyPr/>
                    <a:lstStyle/>
                    <a:p>
                      <a:pPr algn="ctr"/>
                      <a:r>
                        <a:rPr lang="en-US" sz="1600" b="1" dirty="0">
                          <a:solidFill>
                            <a:schemeClr val="bg1"/>
                          </a:solidFill>
                          <a:latin typeface="+mj-lt"/>
                        </a:rPr>
                        <a:t>1</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TOTAL STRUCTURE</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US" sz="1200" b="0" u="none" strike="noStrike" kern="1200" dirty="0">
                          <a:solidFill>
                            <a:schemeClr val="tx2">
                              <a:lumMod val="100000"/>
                            </a:schemeClr>
                          </a:solidFill>
                          <a:effectLst/>
                          <a:latin typeface="+mn-lt"/>
                          <a:ea typeface="+mn-ea"/>
                          <a:cs typeface="+mn-cs"/>
                        </a:rPr>
                        <a:t>0% increase in Headcount</a:t>
                      </a:r>
                      <a:endParaRPr lang="en-ZA" sz="1200" b="0" u="none" strike="noStrike" kern="1200" dirty="0">
                        <a:solidFill>
                          <a:schemeClr val="tx2">
                            <a:lumMod val="100000"/>
                          </a:schemeClr>
                        </a:solidFill>
                        <a:effectLst/>
                        <a:latin typeface="+mn-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dirty="0">
                          <a:solidFill>
                            <a:schemeClr val="accent6"/>
                          </a:solidFill>
                          <a:latin typeface="+mj-lt"/>
                        </a:rPr>
                        <a:t>0000</a:t>
                      </a:r>
                      <a:endParaRPr lang="en-ZA" sz="1000" dirty="0">
                        <a:solidFill>
                          <a:schemeClr val="accent6"/>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b="1" dirty="0">
                          <a:solidFill>
                            <a:schemeClr val="accent6"/>
                          </a:solidFill>
                          <a:latin typeface="+mj-lt"/>
                        </a:rPr>
                        <a:t>0000</a:t>
                      </a:r>
                      <a:endParaRPr lang="en-ZA" sz="1000" b="1" dirty="0">
                        <a:solidFill>
                          <a:schemeClr val="accent6"/>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1412188175"/>
                  </a:ext>
                </a:extLst>
              </a:tr>
              <a:tr h="370840">
                <a:tc>
                  <a:txBody>
                    <a:bodyPr/>
                    <a:lstStyle/>
                    <a:p>
                      <a:pPr algn="ctr"/>
                      <a:r>
                        <a:rPr lang="en-US" sz="1600" b="1" dirty="0">
                          <a:solidFill>
                            <a:schemeClr val="bg1"/>
                          </a:solidFill>
                          <a:latin typeface="+mj-lt"/>
                        </a:rPr>
                        <a:t>2</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NUMBER OF MERCHANDISERS</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US" sz="1200" b="0" u="none" strike="noStrike" kern="1200" dirty="0">
                          <a:solidFill>
                            <a:schemeClr val="tx2">
                              <a:lumMod val="100000"/>
                            </a:schemeClr>
                          </a:solidFill>
                          <a:effectLst/>
                          <a:latin typeface="+mn-lt"/>
                          <a:ea typeface="+mn-ea"/>
                          <a:cs typeface="+mn-cs"/>
                        </a:rPr>
                        <a:t>0% increase. Deployment of learners</a:t>
                      </a:r>
                      <a:endParaRPr lang="en-ZA" sz="1200" b="0" u="none" strike="noStrike" kern="1200" dirty="0">
                        <a:solidFill>
                          <a:schemeClr val="tx2">
                            <a:lumMod val="100000"/>
                          </a:schemeClr>
                        </a:solidFill>
                        <a:effectLst/>
                        <a:latin typeface="+mn-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dirty="0">
                          <a:solidFill>
                            <a:schemeClr val="accent4"/>
                          </a:solidFill>
                          <a:latin typeface="+mj-lt"/>
                        </a:rPr>
                        <a:t>0000</a:t>
                      </a:r>
                      <a:endParaRPr lang="en-ZA" sz="1000" dirty="0">
                        <a:solidFill>
                          <a:schemeClr val="accent4"/>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b="1" dirty="0">
                          <a:solidFill>
                            <a:schemeClr val="accent4"/>
                          </a:solidFill>
                          <a:latin typeface="+mj-lt"/>
                        </a:rPr>
                        <a:t>0000</a:t>
                      </a:r>
                      <a:endParaRPr lang="en-ZA" sz="1000" b="1" dirty="0">
                        <a:solidFill>
                          <a:schemeClr val="accent4"/>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189769996"/>
                  </a:ext>
                </a:extLst>
              </a:tr>
              <a:tr h="370840">
                <a:tc>
                  <a:txBody>
                    <a:bodyPr/>
                    <a:lstStyle/>
                    <a:p>
                      <a:pPr algn="ctr"/>
                      <a:r>
                        <a:rPr lang="en-US" sz="1600" b="1" dirty="0">
                          <a:solidFill>
                            <a:schemeClr val="bg1"/>
                          </a:solidFill>
                          <a:latin typeface="+mj-lt"/>
                        </a:rPr>
                        <a:t>3</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NUMBER OF FIELD MANAGERS</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US" sz="1200" b="0" u="none" strike="noStrike" kern="1200" noProof="0" dirty="0">
                          <a:solidFill>
                            <a:schemeClr val="tx2">
                              <a:lumMod val="100000"/>
                            </a:schemeClr>
                          </a:solidFill>
                          <a:effectLst/>
                          <a:latin typeface="+mn-lt"/>
                          <a:ea typeface="+mn-ea"/>
                          <a:cs typeface="+mn-cs"/>
                        </a:rPr>
                        <a:t>Digital Supervision introduced to centralize and automate the non sales focused actions of a field managers role to drive instore compliance, improved KPI delivery and resulting in increased line-manager coaching time</a:t>
                      </a:r>
                      <a:endParaRPr lang="en-US" sz="1200" b="0" u="none" strike="noStrike" kern="1200" dirty="0">
                        <a:solidFill>
                          <a:schemeClr val="tx2">
                            <a:lumMod val="100000"/>
                          </a:schemeClr>
                        </a:solidFill>
                        <a:effectLst/>
                        <a:latin typeface="+mn-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dirty="0">
                          <a:solidFill>
                            <a:schemeClr val="accent3"/>
                          </a:solidFill>
                          <a:latin typeface="+mj-lt"/>
                        </a:rPr>
                        <a:t>00</a:t>
                      </a:r>
                      <a:endParaRPr lang="en-ZA" sz="1000" dirty="0">
                        <a:solidFill>
                          <a:schemeClr val="accent3"/>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b="1" dirty="0">
                          <a:solidFill>
                            <a:schemeClr val="accent3"/>
                          </a:solidFill>
                          <a:latin typeface="+mj-lt"/>
                        </a:rPr>
                        <a:t>00</a:t>
                      </a:r>
                      <a:endParaRPr lang="en-ZA" sz="1000" b="1" dirty="0">
                        <a:solidFill>
                          <a:schemeClr val="accent3"/>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639489866"/>
                  </a:ext>
                </a:extLst>
              </a:tr>
              <a:tr h="370840">
                <a:tc>
                  <a:txBody>
                    <a:bodyPr/>
                    <a:lstStyle/>
                    <a:p>
                      <a:pPr algn="ctr"/>
                      <a:r>
                        <a:rPr lang="en-US" sz="1600" b="1" dirty="0">
                          <a:solidFill>
                            <a:schemeClr val="bg1"/>
                          </a:solidFill>
                          <a:latin typeface="+mj-lt"/>
                        </a:rPr>
                        <a:t>4</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NUMBER OF AREA MARKETERS</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US" sz="1200" b="0" u="none" strike="noStrike" kern="1200" dirty="0">
                          <a:solidFill>
                            <a:schemeClr val="tx2">
                              <a:lumMod val="100000"/>
                            </a:schemeClr>
                          </a:solidFill>
                          <a:effectLst/>
                          <a:latin typeface="+mn-lt"/>
                          <a:ea typeface="+mn-ea"/>
                          <a:cs typeface="+mn-cs"/>
                        </a:rPr>
                        <a:t>Reduction due to employment of Route Sales Reps </a:t>
                      </a: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dirty="0">
                          <a:solidFill>
                            <a:schemeClr val="accent1"/>
                          </a:solidFill>
                          <a:latin typeface="+mj-lt"/>
                        </a:rPr>
                        <a:t>00</a:t>
                      </a:r>
                      <a:endParaRPr lang="en-ZA" sz="1000" dirty="0">
                        <a:solidFill>
                          <a:schemeClr val="accent1"/>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b="1" dirty="0">
                          <a:solidFill>
                            <a:schemeClr val="accent1"/>
                          </a:solidFill>
                          <a:latin typeface="+mj-lt"/>
                        </a:rPr>
                        <a:t>6</a:t>
                      </a:r>
                      <a:endParaRPr lang="en-ZA" sz="1000" b="1" dirty="0">
                        <a:solidFill>
                          <a:schemeClr val="accent1"/>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808782670"/>
                  </a:ext>
                </a:extLst>
              </a:tr>
              <a:tr h="370840">
                <a:tc>
                  <a:txBody>
                    <a:bodyPr/>
                    <a:lstStyle/>
                    <a:p>
                      <a:pPr algn="ctr"/>
                      <a:r>
                        <a:rPr lang="en-US" sz="1600" b="1" dirty="0">
                          <a:solidFill>
                            <a:schemeClr val="bg1"/>
                          </a:solidFill>
                          <a:latin typeface="+mj-lt"/>
                        </a:rPr>
                        <a:t>5</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ROUTE SALES REPS</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marR="0" lvl="0" indent="-171450" algn="l" defTabSz="914400" rtl="0" eaLnBrk="1" fontAlgn="auto" latinLnBrk="0" hangingPunct="1">
                        <a:lnSpc>
                          <a:spcPct val="100000"/>
                        </a:lnSpc>
                        <a:spcBef>
                          <a:spcPts val="600"/>
                        </a:spcBef>
                        <a:spcAft>
                          <a:spcPts val="0"/>
                        </a:spcAft>
                        <a:buClrTx/>
                        <a:buSzTx/>
                        <a:buFont typeface="Calibri" panose="020F0502020204030204" pitchFamily="34" charset="0"/>
                        <a:buChar char="+"/>
                        <a:tabLst/>
                        <a:defRPr/>
                      </a:pPr>
                      <a:r>
                        <a:rPr lang="en-US" sz="1200" b="0" u="none" strike="noStrike" kern="1200" dirty="0">
                          <a:solidFill>
                            <a:schemeClr val="tx2">
                              <a:lumMod val="100000"/>
                            </a:schemeClr>
                          </a:solidFill>
                          <a:effectLst/>
                          <a:latin typeface="+mn-lt"/>
                          <a:ea typeface="+mn-ea"/>
                          <a:cs typeface="+mn-cs"/>
                        </a:rPr>
                        <a:t>Take orders, merchandise, write up returns – 1 hour </a:t>
                      </a: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accent2"/>
                          </a:solidFill>
                          <a:latin typeface="+mj-lt"/>
                        </a:rPr>
                        <a:t>-</a:t>
                      </a:r>
                      <a:endParaRPr lang="en-ZA" sz="1000" dirty="0">
                        <a:solidFill>
                          <a:schemeClr val="accent2"/>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chemeClr val="accent2"/>
                          </a:solidFill>
                          <a:latin typeface="+mj-lt"/>
                        </a:rPr>
                        <a:t>6</a:t>
                      </a:r>
                      <a:endParaRPr lang="en-ZA" sz="1000" b="1" dirty="0">
                        <a:solidFill>
                          <a:schemeClr val="accent2"/>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3991527443"/>
                  </a:ext>
                </a:extLst>
              </a:tr>
              <a:tr h="370840">
                <a:tc>
                  <a:txBody>
                    <a:bodyPr/>
                    <a:lstStyle/>
                    <a:p>
                      <a:pPr algn="ctr"/>
                      <a:r>
                        <a:rPr lang="en-US" sz="1600" b="1" dirty="0">
                          <a:solidFill>
                            <a:schemeClr val="bg1"/>
                          </a:solidFill>
                          <a:latin typeface="+mj-lt"/>
                        </a:rPr>
                        <a:t>6</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RATIO – Merchandiser : Field Manager</a:t>
                      </a:r>
                      <a:endParaRPr lang="en-ZA" sz="1100" noProof="0" dirty="0">
                        <a:solidFill>
                          <a:schemeClr val="accent5">
                            <a:lumMod val="60000"/>
                            <a:lumOff val="40000"/>
                          </a:schemeClr>
                        </a:solidFill>
                      </a:endParaRP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marL="171450" lvl="0" indent="-171450" algn="l" rtl="0">
                        <a:spcBef>
                          <a:spcPts val="600"/>
                        </a:spcBef>
                        <a:buFont typeface="Calibri" panose="020F0502020204030204" pitchFamily="34" charset="0"/>
                        <a:buChar char="+"/>
                      </a:pPr>
                      <a:r>
                        <a:rPr lang="en-US" sz="1200" b="0" u="none" strike="noStrike" kern="1200" dirty="0">
                          <a:solidFill>
                            <a:schemeClr val="tx2">
                              <a:lumMod val="100000"/>
                            </a:schemeClr>
                          </a:solidFill>
                          <a:effectLst/>
                          <a:latin typeface="+mn-lt"/>
                          <a:ea typeface="+mn-ea"/>
                          <a:cs typeface="+mn-cs"/>
                        </a:rPr>
                        <a:t>No Increase in Field manager.</a:t>
                      </a:r>
                      <a:endParaRPr lang="en-ZA" sz="1200" kern="1200" dirty="0">
                        <a:solidFill>
                          <a:schemeClr val="tx2">
                            <a:lumMod val="100000"/>
                          </a:schemeClr>
                        </a:solidFill>
                        <a:latin typeface="+mn-lt"/>
                        <a:ea typeface="+mn-ea"/>
                        <a:cs typeface="+mn-cs"/>
                      </a:endParaRPr>
                    </a:p>
                    <a:p>
                      <a:pPr marL="171450" lvl="0" indent="-171450" algn="l" rtl="0">
                        <a:spcBef>
                          <a:spcPts val="600"/>
                        </a:spcBef>
                        <a:buFont typeface="Calibri" panose="020F0502020204030204" pitchFamily="34" charset="0"/>
                        <a:buChar char="+"/>
                      </a:pPr>
                      <a:r>
                        <a:rPr lang="en-US" sz="1200" b="0" u="none" strike="noStrike" kern="1200" dirty="0">
                          <a:solidFill>
                            <a:schemeClr val="tx2">
                              <a:lumMod val="100000"/>
                            </a:schemeClr>
                          </a:solidFill>
                          <a:effectLst/>
                          <a:latin typeface="+mn-lt"/>
                          <a:ea typeface="+mn-ea"/>
                          <a:cs typeface="+mn-cs"/>
                        </a:rPr>
                        <a:t>Efficiencies to be created through Digital supervision**</a:t>
                      </a:r>
                      <a:endParaRPr lang="en-ZA" sz="1200" kern="1200" dirty="0">
                        <a:solidFill>
                          <a:schemeClr val="tx2">
                            <a:lumMod val="100000"/>
                          </a:schemeClr>
                        </a:solidFill>
                        <a:latin typeface="+mn-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dirty="0">
                          <a:solidFill>
                            <a:schemeClr val="accent6"/>
                          </a:solidFill>
                          <a:latin typeface="+mj-lt"/>
                        </a:rPr>
                        <a:t>00 : 0</a:t>
                      </a:r>
                      <a:endParaRPr lang="en-ZA" sz="1000" dirty="0">
                        <a:solidFill>
                          <a:schemeClr val="accent6"/>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tc>
                  <a:txBody>
                    <a:bodyPr/>
                    <a:lstStyle/>
                    <a:p>
                      <a:pPr algn="ctr"/>
                      <a:r>
                        <a:rPr lang="en-US" sz="1000" b="1" dirty="0">
                          <a:solidFill>
                            <a:schemeClr val="accent6"/>
                          </a:solidFill>
                          <a:latin typeface="+mj-lt"/>
                        </a:rPr>
                        <a:t>00 : 0</a:t>
                      </a:r>
                      <a:endParaRPr lang="en-ZA" sz="1000" b="1" dirty="0">
                        <a:solidFill>
                          <a:schemeClr val="accent6"/>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F5F7F9"/>
                    </a:solidFill>
                  </a:tcPr>
                </a:tc>
                <a:extLst>
                  <a:ext uri="{0D108BD9-81ED-4DB2-BD59-A6C34878D82A}">
                    <a16:rowId xmlns:a16="http://schemas.microsoft.com/office/drawing/2014/main" val="2808270722"/>
                  </a:ext>
                </a:extLst>
              </a:tr>
              <a:tr h="370840">
                <a:tc>
                  <a:txBody>
                    <a:bodyPr/>
                    <a:lstStyle/>
                    <a:p>
                      <a:pPr algn="ctr"/>
                      <a:r>
                        <a:rPr lang="en-US" sz="1600" b="1" dirty="0">
                          <a:solidFill>
                            <a:schemeClr val="bg1"/>
                          </a:solidFill>
                          <a:latin typeface="+mj-lt"/>
                        </a:rPr>
                        <a:t>7</a:t>
                      </a:r>
                      <a:endParaRPr lang="en-ZA" sz="1600" b="1" dirty="0">
                        <a:solidFill>
                          <a:schemeClr val="bg1"/>
                        </a:solidFill>
                        <a:latin typeface="+mj-lt"/>
                      </a:endParaRPr>
                    </a:p>
                  </a:txBody>
                  <a:tcPr marL="36000" marR="36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00" b="1" kern="1200" spc="40" baseline="0" noProof="0" dirty="0">
                          <a:solidFill>
                            <a:schemeClr val="accent5">
                              <a:lumMod val="50000"/>
                            </a:schemeClr>
                          </a:solidFill>
                          <a:latin typeface="+mj-lt"/>
                          <a:ea typeface="+mn-ea"/>
                          <a:cs typeface="+mn-cs"/>
                        </a:rPr>
                        <a:t>RATIO – Stores : C Band (FMan +AM)</a:t>
                      </a:r>
                    </a:p>
                  </a:txBody>
                  <a:tcPr marL="144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noFill/>
                      <a:prstDash val="solid"/>
                      <a:round/>
                      <a:headEnd type="none" w="med" len="med"/>
                      <a:tailEnd type="none" w="med" len="med"/>
                    </a:lnB>
                    <a:solidFill>
                      <a:srgbClr val="F5F7F9"/>
                    </a:solidFill>
                  </a:tcPr>
                </a:tc>
                <a:tc>
                  <a:txBody>
                    <a:bodyPr/>
                    <a:lstStyle/>
                    <a:p>
                      <a:pPr marL="171450" lvl="0" indent="-171450" algn="l" rtl="0">
                        <a:spcBef>
                          <a:spcPts val="600"/>
                        </a:spcBef>
                        <a:buFont typeface="Calibri" panose="020F0502020204030204" pitchFamily="34" charset="0"/>
                        <a:buChar char="+"/>
                      </a:pPr>
                      <a:r>
                        <a:rPr lang="en-US" sz="1200" b="0" u="none" strike="noStrike" kern="1200" dirty="0">
                          <a:solidFill>
                            <a:schemeClr val="tx2">
                              <a:lumMod val="100000"/>
                            </a:schemeClr>
                          </a:solidFill>
                          <a:effectLst/>
                          <a:latin typeface="+mn-lt"/>
                          <a:ea typeface="+mn-ea"/>
                          <a:cs typeface="+mn-cs"/>
                        </a:rPr>
                        <a:t>Addition of Retailer J</a:t>
                      </a:r>
                      <a:endParaRPr lang="en-ZA" sz="1200" b="0" u="none" strike="noStrike" kern="1200" dirty="0">
                        <a:solidFill>
                          <a:schemeClr val="tx2">
                            <a:lumMod val="100000"/>
                          </a:schemeClr>
                        </a:solidFill>
                        <a:effectLst/>
                        <a:latin typeface="+mn-lt"/>
                        <a:ea typeface="+mn-ea"/>
                        <a:cs typeface="+mn-cs"/>
                      </a:endParaRPr>
                    </a:p>
                    <a:p>
                      <a:pPr marL="171450" marR="0" lvl="0" indent="-171450" algn="l" rtl="0">
                        <a:lnSpc>
                          <a:spcPct val="100000"/>
                        </a:lnSpc>
                        <a:spcBef>
                          <a:spcPts val="600"/>
                        </a:spcBef>
                        <a:spcAft>
                          <a:spcPts val="0"/>
                        </a:spcAft>
                        <a:buClrTx/>
                        <a:buSzTx/>
                        <a:buFont typeface="Calibri" panose="020F0502020204030204" pitchFamily="34" charset="0"/>
                        <a:buChar char="+"/>
                      </a:pPr>
                      <a:r>
                        <a:rPr lang="en-US" sz="1200" b="0" u="none" strike="noStrike" kern="1200" dirty="0">
                          <a:solidFill>
                            <a:schemeClr val="tx2">
                              <a:lumMod val="100000"/>
                            </a:schemeClr>
                          </a:solidFill>
                          <a:effectLst/>
                          <a:latin typeface="+mn-lt"/>
                          <a:ea typeface="+mn-ea"/>
                          <a:cs typeface="+mn-cs"/>
                        </a:rPr>
                        <a:t>Efficiencies to be created through Digital supervision**</a:t>
                      </a:r>
                      <a:endParaRPr lang="en-ZA" sz="1200" kern="1200" dirty="0">
                        <a:solidFill>
                          <a:schemeClr val="tx2">
                            <a:lumMod val="100000"/>
                          </a:schemeClr>
                        </a:solidFill>
                        <a:latin typeface="+mn-lt"/>
                        <a:ea typeface="+mn-ea"/>
                        <a:cs typeface="+mn-cs"/>
                      </a:endParaRPr>
                    </a:p>
                  </a:txBody>
                  <a:tcPr marL="108000" marR="108000"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noFill/>
                      <a:prstDash val="solid"/>
                      <a:round/>
                      <a:headEnd type="none" w="med" len="med"/>
                      <a:tailEnd type="none" w="med" len="med"/>
                    </a:lnB>
                    <a:solidFill>
                      <a:srgbClr val="F5F7F9"/>
                    </a:solidFill>
                  </a:tcPr>
                </a:tc>
                <a:tc>
                  <a:txBody>
                    <a:bodyPr/>
                    <a:lstStyle/>
                    <a:p>
                      <a:pPr algn="ctr"/>
                      <a:r>
                        <a:rPr lang="en-US" sz="1000" dirty="0">
                          <a:solidFill>
                            <a:schemeClr val="accent4"/>
                          </a:solidFill>
                          <a:latin typeface="+mj-lt"/>
                        </a:rPr>
                        <a:t>00 : 0</a:t>
                      </a:r>
                      <a:endParaRPr lang="en-ZA" sz="1000" dirty="0">
                        <a:solidFill>
                          <a:schemeClr val="accent4"/>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noFill/>
                      <a:prstDash val="solid"/>
                      <a:round/>
                      <a:headEnd type="none" w="med" len="med"/>
                      <a:tailEnd type="none" w="med" len="med"/>
                    </a:lnB>
                    <a:solidFill>
                      <a:srgbClr val="F5F7F9"/>
                    </a:solidFill>
                  </a:tcPr>
                </a:tc>
                <a:tc>
                  <a:txBody>
                    <a:bodyPr/>
                    <a:lstStyle/>
                    <a:p>
                      <a:pPr algn="ctr"/>
                      <a:r>
                        <a:rPr lang="en-US" sz="1000" b="1" dirty="0">
                          <a:solidFill>
                            <a:schemeClr val="accent4"/>
                          </a:solidFill>
                          <a:latin typeface="+mj-lt"/>
                        </a:rPr>
                        <a:t>00 : 0</a:t>
                      </a:r>
                      <a:endParaRPr lang="en-ZA" sz="1000" b="1" dirty="0">
                        <a:solidFill>
                          <a:schemeClr val="accent4"/>
                        </a:solidFill>
                        <a:latin typeface="+mj-lt"/>
                      </a:endParaRPr>
                    </a:p>
                  </a:txBody>
                  <a:tcPr marT="108000" marB="108000"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noFill/>
                      <a:prstDash val="solid"/>
                      <a:round/>
                      <a:headEnd type="none" w="med" len="med"/>
                      <a:tailEnd type="none" w="med" len="med"/>
                    </a:lnB>
                    <a:solidFill>
                      <a:srgbClr val="F5F7F9"/>
                    </a:solidFill>
                  </a:tcPr>
                </a:tc>
                <a:extLst>
                  <a:ext uri="{0D108BD9-81ED-4DB2-BD59-A6C34878D82A}">
                    <a16:rowId xmlns:a16="http://schemas.microsoft.com/office/drawing/2014/main" val="3909448593"/>
                  </a:ext>
                </a:extLst>
              </a:tr>
              <a:tr h="370840">
                <a:tc gridSpan="5">
                  <a:txBody>
                    <a:bodyPr/>
                    <a:lstStyle/>
                    <a:p>
                      <a:pPr algn="l"/>
                      <a:r>
                        <a:rPr lang="en-US" sz="900" b="0" u="none" strike="noStrike" kern="1200" dirty="0">
                          <a:solidFill>
                            <a:srgbClr val="FF0000"/>
                          </a:solidFill>
                          <a:effectLst/>
                          <a:latin typeface="+mn-lt"/>
                          <a:ea typeface="+mn-ea"/>
                          <a:cs typeface="+mn-cs"/>
                        </a:rPr>
                        <a:t>** Add your note here</a:t>
                      </a:r>
                      <a:endParaRPr lang="en-ZA" sz="900" b="1" dirty="0">
                        <a:solidFill>
                          <a:srgbClr val="FF0000"/>
                        </a:solidFill>
                        <a:latin typeface="+mj-lt"/>
                      </a:endParaRPr>
                    </a:p>
                  </a:txBody>
                  <a:tcPr marL="36000" marR="36000" marT="108000" marB="10800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ZA" sz="1000" b="1" kern="1200" spc="40" baseline="0" noProof="0" dirty="0">
                        <a:solidFill>
                          <a:schemeClr val="accent5">
                            <a:lumMod val="50000"/>
                          </a:schemeClr>
                        </a:solidFill>
                        <a:latin typeface="+mj-lt"/>
                        <a:ea typeface="+mn-ea"/>
                        <a:cs typeface="+mn-cs"/>
                      </a:endParaRPr>
                    </a:p>
                  </a:txBody>
                  <a:tcPr marL="180000" marR="108000" marT="108000" marB="10800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171450" marR="0" lvl="0" indent="-171450" algn="l" rtl="0">
                        <a:lnSpc>
                          <a:spcPct val="100000"/>
                        </a:lnSpc>
                        <a:spcBef>
                          <a:spcPts val="600"/>
                        </a:spcBef>
                        <a:spcAft>
                          <a:spcPts val="0"/>
                        </a:spcAft>
                        <a:buClrTx/>
                        <a:buSzTx/>
                        <a:buFont typeface="Calibri" panose="020F0502020204030204" pitchFamily="34" charset="0"/>
                        <a:buChar char="+"/>
                      </a:pPr>
                      <a:endParaRPr lang="en-ZA" sz="1200" kern="1200" dirty="0">
                        <a:solidFill>
                          <a:schemeClr val="tx2">
                            <a:lumMod val="100000"/>
                          </a:schemeClr>
                        </a:solidFill>
                        <a:latin typeface="+mn-lt"/>
                        <a:ea typeface="+mn-ea"/>
                        <a:cs typeface="+mn-cs"/>
                      </a:endParaRPr>
                    </a:p>
                  </a:txBody>
                  <a:tcPr marL="108000" marR="108000" marT="108000" marB="10800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ZA" sz="1000" dirty="0">
                        <a:solidFill>
                          <a:schemeClr val="accent4"/>
                        </a:solidFill>
                        <a:latin typeface="+mj-lt"/>
                      </a:endParaRPr>
                    </a:p>
                  </a:txBody>
                  <a:tcPr marT="108000" marB="10800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endParaRPr lang="en-ZA" sz="1000" dirty="0">
                        <a:solidFill>
                          <a:schemeClr val="accent4"/>
                        </a:solidFill>
                        <a:latin typeface="+mj-lt"/>
                      </a:endParaRPr>
                    </a:p>
                  </a:txBody>
                  <a:tcPr marT="108000" marB="10800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97640482"/>
                  </a:ext>
                </a:extLst>
              </a:tr>
            </a:tbl>
          </a:graphicData>
        </a:graphic>
      </p:graphicFrame>
      <p:sp>
        <p:nvSpPr>
          <p:cNvPr id="3" name="Title 2">
            <a:extLst>
              <a:ext uri="{FF2B5EF4-FFF2-40B4-BE49-F238E27FC236}">
                <a16:creationId xmlns:a16="http://schemas.microsoft.com/office/drawing/2014/main" id="{7B625873-D62A-2D14-4A3C-297EE4BE2FFA}"/>
              </a:ext>
            </a:extLst>
          </p:cNvPr>
          <p:cNvSpPr>
            <a:spLocks noGrp="1"/>
          </p:cNvSpPr>
          <p:nvPr>
            <p:ph type="ctrTitle"/>
          </p:nvPr>
        </p:nvSpPr>
        <p:spPr/>
        <p:txBody>
          <a:bodyPr/>
          <a:lstStyle/>
          <a:p>
            <a:r>
              <a:rPr lang="en-US" dirty="0"/>
              <a:t>STRUCTURE &amp; RATIOS</a:t>
            </a:r>
            <a:endParaRPr lang="en-ZA" dirty="0"/>
          </a:p>
        </p:txBody>
      </p:sp>
    </p:spTree>
    <p:extLst>
      <p:ext uri="{BB962C8B-B14F-4D97-AF65-F5344CB8AC3E}">
        <p14:creationId xmlns:p14="http://schemas.microsoft.com/office/powerpoint/2010/main" val="35105184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p04gt.s15">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2DB55DA-1AE0-65AF-89F0-F7653FC81908}"/>
              </a:ext>
            </a:extLst>
          </p:cNvPr>
          <p:cNvGraphicFramePr>
            <a:graphicFrameLocks noGrp="1"/>
          </p:cNvGraphicFramePr>
          <p:nvPr>
            <p:extLst>
              <p:ext uri="{D42A27DB-BD31-4B8C-83A1-F6EECF244321}">
                <p14:modId xmlns:p14="http://schemas.microsoft.com/office/powerpoint/2010/main" val="994849746"/>
              </p:ext>
            </p:extLst>
          </p:nvPr>
        </p:nvGraphicFramePr>
        <p:xfrm>
          <a:off x="587375" y="1408113"/>
          <a:ext cx="11047276" cy="5188660"/>
        </p:xfrm>
        <a:graphic>
          <a:graphicData uri="http://schemas.openxmlformats.org/drawingml/2006/table">
            <a:tbl>
              <a:tblPr firstRow="1" bandRow="1">
                <a:tableStyleId>{5C22544A-7EE6-4342-B048-85BDC9FD1C3A}</a:tableStyleId>
              </a:tblPr>
              <a:tblGrid>
                <a:gridCol w="2449513">
                  <a:extLst>
                    <a:ext uri="{9D8B030D-6E8A-4147-A177-3AD203B41FA5}">
                      <a16:colId xmlns:a16="http://schemas.microsoft.com/office/drawing/2014/main" val="1228518081"/>
                    </a:ext>
                  </a:extLst>
                </a:gridCol>
                <a:gridCol w="2449513">
                  <a:extLst>
                    <a:ext uri="{9D8B030D-6E8A-4147-A177-3AD203B41FA5}">
                      <a16:colId xmlns:a16="http://schemas.microsoft.com/office/drawing/2014/main" val="3325387432"/>
                    </a:ext>
                  </a:extLst>
                </a:gridCol>
                <a:gridCol w="3074125">
                  <a:extLst>
                    <a:ext uri="{9D8B030D-6E8A-4147-A177-3AD203B41FA5}">
                      <a16:colId xmlns:a16="http://schemas.microsoft.com/office/drawing/2014/main" val="1581048657"/>
                    </a:ext>
                  </a:extLst>
                </a:gridCol>
                <a:gridCol w="3074125">
                  <a:extLst>
                    <a:ext uri="{9D8B030D-6E8A-4147-A177-3AD203B41FA5}">
                      <a16:colId xmlns:a16="http://schemas.microsoft.com/office/drawing/2014/main" val="12779670"/>
                    </a:ext>
                  </a:extLst>
                </a:gridCol>
              </a:tblGrid>
              <a:tr h="560238">
                <a:tc gridSpan="2">
                  <a:txBody>
                    <a:bodyPr/>
                    <a:lstStyle/>
                    <a:p>
                      <a:r>
                        <a:rPr lang="en-ZA" sz="1100" spc="40" baseline="0" dirty="0">
                          <a:latin typeface="+mj-lt"/>
                        </a:rPr>
                        <a:t>ESTIMATED COST</a:t>
                      </a:r>
                    </a:p>
                  </a:txBody>
                  <a:tcPr marL="144000" anchor="ctr">
                    <a:lnR w="3175" cap="flat" cmpd="sng" algn="ctr">
                      <a:solidFill>
                        <a:schemeClr val="tx1"/>
                      </a:solidFill>
                      <a:prstDash val="solid"/>
                      <a:round/>
                      <a:headEnd type="none" w="med" len="med"/>
                      <a:tailEnd type="none" w="med" len="med"/>
                    </a:lnR>
                    <a:lnT w="3175" cap="flat" cmpd="sng" algn="ctr">
                      <a:solidFill>
                        <a:schemeClr val="accent2"/>
                      </a:solidFill>
                      <a:prstDash val="solid"/>
                      <a:round/>
                      <a:headEnd type="none" w="med" len="med"/>
                      <a:tailEnd type="none" w="med" len="med"/>
                    </a:lnT>
                    <a:solidFill>
                      <a:schemeClr val="accent2"/>
                    </a:solidFill>
                  </a:tcPr>
                </a:tc>
                <a:tc hMerge="1">
                  <a:txBody>
                    <a:bodyPr/>
                    <a:lstStyle/>
                    <a:p>
                      <a:endParaRPr lang="en-ZA"/>
                    </a:p>
                  </a:txBody>
                  <a:tcPr/>
                </a:tc>
                <a:tc rowSpan="6">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ZA" sz="1100" b="1" kern="1200" spc="30" baseline="0" dirty="0">
                          <a:solidFill>
                            <a:schemeClr val="accent2"/>
                          </a:solidFill>
                          <a:latin typeface="+mj-lt"/>
                          <a:ea typeface="+mn-ea"/>
                          <a:cs typeface="+mn-cs"/>
                        </a:rPr>
                        <a:t>WHAT IS INCLUDED</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Comprehensive resourcing for </a:t>
                      </a:r>
                      <a:br>
                        <a:rPr kumimoji="1" lang="en-US" altLang="ja-JP" sz="1000" b="0" kern="1200" dirty="0">
                          <a:solidFill>
                            <a:schemeClr val="accent5"/>
                          </a:solidFill>
                          <a:latin typeface="Montserrat"/>
                          <a:ea typeface="+mn-ea"/>
                          <a:cs typeface="+mn-cs"/>
                        </a:rPr>
                      </a:br>
                      <a:r>
                        <a:rPr kumimoji="1" lang="en-US" altLang="ja-JP" sz="1000" b="0" kern="1200" dirty="0">
                          <a:solidFill>
                            <a:schemeClr val="accent5"/>
                          </a:solidFill>
                          <a:latin typeface="Montserrat"/>
                          <a:ea typeface="+mn-ea"/>
                          <a:cs typeface="+mn-cs"/>
                        </a:rPr>
                        <a:t>0 000 stores.</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Full time and attendance </a:t>
                      </a:r>
                      <a:br>
                        <a:rPr kumimoji="1" lang="en-US" altLang="ja-JP" sz="1000" b="0" kern="1200" dirty="0">
                          <a:solidFill>
                            <a:schemeClr val="accent5"/>
                          </a:solidFill>
                          <a:latin typeface="Montserrat"/>
                          <a:ea typeface="+mn-ea"/>
                          <a:cs typeface="+mn-cs"/>
                        </a:rPr>
                      </a:br>
                      <a:r>
                        <a:rPr kumimoji="1" lang="en-US" altLang="ja-JP" sz="1000" b="0" kern="1200" dirty="0">
                          <a:solidFill>
                            <a:schemeClr val="accent5"/>
                          </a:solidFill>
                          <a:latin typeface="Montserrat"/>
                          <a:ea typeface="+mn-ea"/>
                          <a:cs typeface="+mn-cs"/>
                        </a:rPr>
                        <a:t>for all teams.</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All gold stores with </a:t>
                      </a:r>
                      <a:br>
                        <a:rPr kumimoji="1" lang="en-US" altLang="ja-JP" sz="1000" b="0" kern="1200" dirty="0">
                          <a:solidFill>
                            <a:schemeClr val="accent5"/>
                          </a:solidFill>
                          <a:latin typeface="Montserrat"/>
                          <a:ea typeface="+mn-ea"/>
                          <a:cs typeface="+mn-cs"/>
                        </a:rPr>
                      </a:br>
                      <a:r>
                        <a:rPr kumimoji="1" lang="en-US" altLang="ja-JP" sz="1000" b="0" kern="1200" dirty="0">
                          <a:solidFill>
                            <a:schemeClr val="accent5"/>
                          </a:solidFill>
                          <a:latin typeface="Montserrat"/>
                          <a:ea typeface="+mn-ea"/>
                          <a:cs typeface="+mn-cs"/>
                        </a:rPr>
                        <a:t>SMART Professional.</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Centralized control tower driving performance and </a:t>
                      </a:r>
                      <a:br>
                        <a:rPr kumimoji="1" lang="en-US" altLang="ja-JP" sz="1000" b="0" kern="1200" dirty="0">
                          <a:solidFill>
                            <a:schemeClr val="accent5"/>
                          </a:solidFill>
                          <a:latin typeface="Montserrat"/>
                          <a:ea typeface="+mn-ea"/>
                          <a:cs typeface="+mn-cs"/>
                        </a:rPr>
                      </a:br>
                      <a:r>
                        <a:rPr kumimoji="1" lang="en-US" altLang="ja-JP" sz="1000" b="0" kern="1200" dirty="0">
                          <a:solidFill>
                            <a:schemeClr val="accent5"/>
                          </a:solidFill>
                          <a:latin typeface="Montserrat"/>
                          <a:ea typeface="+mn-ea"/>
                          <a:cs typeface="+mn-cs"/>
                        </a:rPr>
                        <a:t>returns focus.</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Learnership Supervision.</a:t>
                      </a:r>
                    </a:p>
                    <a:p>
                      <a:pPr marL="285664" indent="-285664" algn="l" defTabSz="914126" rtl="0" eaLnBrk="1" latinLnBrk="0" hangingPunct="1">
                        <a:lnSpc>
                          <a:spcPts val="1300"/>
                        </a:lnSpc>
                        <a:spcBef>
                          <a:spcPts val="600"/>
                        </a:spcBef>
                        <a:buFont typeface="Arial" panose="020B0604020202020204" pitchFamily="34" charset="0"/>
                        <a:buChar char="•"/>
                        <a:defRPr/>
                      </a:pPr>
                      <a:r>
                        <a:rPr kumimoji="1" lang="en-US" altLang="ja-JP" sz="1000" b="0" kern="1200" dirty="0">
                          <a:solidFill>
                            <a:schemeClr val="accent5"/>
                          </a:solidFill>
                          <a:latin typeface="Montserrat"/>
                          <a:ea typeface="+mn-ea"/>
                          <a:cs typeface="+mn-cs"/>
                        </a:rPr>
                        <a:t>Dashboarding.</a:t>
                      </a:r>
                    </a:p>
                  </a:txBody>
                  <a:tcPr marL="288000" marR="180000" marT="252000" marB="180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6">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ZA" sz="1100" b="1" kern="1200" spc="30" baseline="0" dirty="0">
                          <a:solidFill>
                            <a:schemeClr val="accent2"/>
                          </a:solidFill>
                          <a:latin typeface="+mj-lt"/>
                          <a:ea typeface="+mn-ea"/>
                          <a:cs typeface="+mn-cs"/>
                        </a:rPr>
                        <a:t>KEY BENEFITS</a:t>
                      </a:r>
                    </a:p>
                    <a:p>
                      <a:pPr marL="285664" indent="-285664" defTabSz="914126">
                        <a:lnSpc>
                          <a:spcPts val="1300"/>
                        </a:lnSpc>
                        <a:spcBef>
                          <a:spcPts val="600"/>
                        </a:spcBef>
                        <a:buFont typeface="Arial" panose="020B0604020202020204" pitchFamily="34" charset="0"/>
                        <a:buChar char="•"/>
                        <a:defRPr/>
                      </a:pPr>
                      <a:r>
                        <a:rPr kumimoji="1" lang="en-US" altLang="ja-JP" sz="1000" b="0" dirty="0">
                          <a:solidFill>
                            <a:schemeClr val="accent5"/>
                          </a:solidFill>
                          <a:latin typeface="Montserrat"/>
                        </a:rPr>
                        <a:t>Increased service to Retailer D </a:t>
                      </a:r>
                      <a:br>
                        <a:rPr kumimoji="1" lang="en-US" altLang="ja-JP" sz="1000" b="0" dirty="0">
                          <a:solidFill>
                            <a:schemeClr val="accent5"/>
                          </a:solidFill>
                          <a:latin typeface="Montserrat"/>
                        </a:rPr>
                      </a:br>
                      <a:r>
                        <a:rPr kumimoji="1" lang="en-US" altLang="ja-JP" sz="1000" b="0" dirty="0">
                          <a:solidFill>
                            <a:schemeClr val="accent5"/>
                          </a:solidFill>
                          <a:latin typeface="Montserrat"/>
                        </a:rPr>
                        <a:t>with 00% increase in </a:t>
                      </a:r>
                      <a:br>
                        <a:rPr kumimoji="1" lang="en-US" altLang="ja-JP" sz="1000" b="0" dirty="0">
                          <a:solidFill>
                            <a:schemeClr val="accent5"/>
                          </a:solidFill>
                          <a:latin typeface="Montserrat"/>
                        </a:rPr>
                      </a:br>
                      <a:r>
                        <a:rPr kumimoji="1" lang="en-US" altLang="ja-JP" sz="1000" b="0" dirty="0">
                          <a:solidFill>
                            <a:schemeClr val="accent5"/>
                          </a:solidFill>
                          <a:latin typeface="Montserrat"/>
                        </a:rPr>
                        <a:t>hours serviced.</a:t>
                      </a:r>
                      <a:endParaRPr lang="en-US" altLang="ja-JP" sz="1000" b="0" dirty="0">
                        <a:solidFill>
                          <a:schemeClr val="accent5"/>
                        </a:solidFill>
                        <a:latin typeface="Montserrat"/>
                      </a:endParaRPr>
                    </a:p>
                    <a:p>
                      <a:pPr marL="285664" indent="-285664" defTabSz="914126">
                        <a:lnSpc>
                          <a:spcPts val="1300"/>
                        </a:lnSpc>
                        <a:spcBef>
                          <a:spcPts val="600"/>
                        </a:spcBef>
                        <a:buFont typeface="Arial" panose="020B0604020202020204" pitchFamily="34" charset="0"/>
                        <a:buChar char="•"/>
                        <a:defRPr/>
                      </a:pPr>
                      <a:r>
                        <a:rPr kumimoji="1" lang="en-US" altLang="ja-JP" sz="1000" b="0" dirty="0">
                          <a:solidFill>
                            <a:schemeClr val="accent5"/>
                          </a:solidFill>
                          <a:latin typeface="Montserrat"/>
                        </a:rPr>
                        <a:t>Full weekend service for Retailer A Retailer B Gold </a:t>
                      </a:r>
                      <a:br>
                        <a:rPr kumimoji="1" lang="en-US" altLang="ja-JP" sz="1000" b="0" dirty="0">
                          <a:solidFill>
                            <a:schemeClr val="accent5"/>
                          </a:solidFill>
                          <a:latin typeface="Montserrat"/>
                        </a:rPr>
                      </a:br>
                      <a:r>
                        <a:rPr kumimoji="1" lang="en-US" altLang="ja-JP" sz="1000" b="0" dirty="0">
                          <a:solidFill>
                            <a:schemeClr val="accent5"/>
                          </a:solidFill>
                          <a:latin typeface="Montserrat"/>
                        </a:rPr>
                        <a:t>and Silver stores.</a:t>
                      </a:r>
                      <a:endParaRPr lang="en-US" altLang="ja-JP" sz="1000" b="0" dirty="0">
                        <a:solidFill>
                          <a:schemeClr val="accent5"/>
                        </a:solidFill>
                        <a:latin typeface="Montserrat"/>
                      </a:endParaRPr>
                    </a:p>
                    <a:p>
                      <a:pPr marL="285664" indent="-285664" defTabSz="914126">
                        <a:lnSpc>
                          <a:spcPts val="1300"/>
                        </a:lnSpc>
                        <a:spcBef>
                          <a:spcPts val="600"/>
                        </a:spcBef>
                        <a:buFont typeface="Arial" panose="020B0604020202020204" pitchFamily="34" charset="0"/>
                        <a:buChar char="•"/>
                        <a:defRPr/>
                      </a:pPr>
                      <a:r>
                        <a:rPr kumimoji="1" lang="en-US" altLang="ja-JP" sz="1000" b="0" dirty="0">
                          <a:solidFill>
                            <a:schemeClr val="accent5"/>
                          </a:solidFill>
                          <a:latin typeface="Montserrat"/>
                        </a:rPr>
                        <a:t>A flexible model that allows </a:t>
                      </a:r>
                      <a:br>
                        <a:rPr kumimoji="1" lang="en-US" altLang="ja-JP" sz="1000" b="0" dirty="0">
                          <a:solidFill>
                            <a:schemeClr val="accent5"/>
                          </a:solidFill>
                          <a:latin typeface="Montserrat"/>
                        </a:rPr>
                      </a:br>
                      <a:r>
                        <a:rPr kumimoji="1" lang="en-US" altLang="ja-JP" sz="1000" b="0" dirty="0">
                          <a:solidFill>
                            <a:schemeClr val="accent5"/>
                          </a:solidFill>
                          <a:latin typeface="Montserrat"/>
                        </a:rPr>
                        <a:t>for cost effective expansion </a:t>
                      </a:r>
                      <a:br>
                        <a:rPr kumimoji="1" lang="en-US" altLang="ja-JP" sz="1000" b="0" dirty="0">
                          <a:solidFill>
                            <a:schemeClr val="accent5"/>
                          </a:solidFill>
                          <a:latin typeface="Montserrat"/>
                        </a:rPr>
                      </a:br>
                      <a:r>
                        <a:rPr kumimoji="1" lang="en-US" altLang="ja-JP" sz="1000" b="0" dirty="0">
                          <a:solidFill>
                            <a:schemeClr val="accent5"/>
                          </a:solidFill>
                          <a:latin typeface="Montserrat"/>
                        </a:rPr>
                        <a:t>on the base.</a:t>
                      </a:r>
                      <a:endParaRPr lang="en-US" altLang="ja-JP" sz="1000" b="0" dirty="0">
                        <a:solidFill>
                          <a:schemeClr val="accent5"/>
                        </a:solidFill>
                        <a:latin typeface="Montserrat"/>
                      </a:endParaRPr>
                    </a:p>
                    <a:p>
                      <a:pPr marL="285664" indent="-285664" defTabSz="914126">
                        <a:lnSpc>
                          <a:spcPts val="1300"/>
                        </a:lnSpc>
                        <a:spcBef>
                          <a:spcPts val="600"/>
                        </a:spcBef>
                        <a:buFont typeface="Arial" panose="020B0604020202020204" pitchFamily="34" charset="0"/>
                        <a:buChar char="•"/>
                        <a:defRPr/>
                      </a:pPr>
                      <a:r>
                        <a:rPr kumimoji="1" lang="en-US" altLang="ja-JP" sz="1000" b="0" dirty="0">
                          <a:solidFill>
                            <a:schemeClr val="accent5"/>
                          </a:solidFill>
                          <a:latin typeface="Montserrat"/>
                        </a:rPr>
                        <a:t>Focus on reduction of returns utilizing technology and centralized control.</a:t>
                      </a:r>
                      <a:endParaRPr lang="en-US" altLang="ja-JP" sz="1000" b="0" dirty="0">
                        <a:solidFill>
                          <a:schemeClr val="accent5"/>
                        </a:solidFill>
                        <a:latin typeface="Montserrat"/>
                      </a:endParaRPr>
                    </a:p>
                  </a:txBody>
                  <a:tcPr marL="288000" marR="180000" marT="252000" marB="180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5646292"/>
                  </a:ext>
                </a:extLst>
              </a:tr>
              <a:tr h="560238">
                <a:tc gridSpan="2">
                  <a:txBody>
                    <a:bodyPr/>
                    <a:lstStyle/>
                    <a:p>
                      <a:r>
                        <a:rPr lang="en-ZA" sz="1000" b="1" spc="40" baseline="0" dirty="0">
                          <a:solidFill>
                            <a:schemeClr val="accent2">
                              <a:lumMod val="20000"/>
                              <a:lumOff val="80000"/>
                            </a:schemeClr>
                          </a:solidFill>
                          <a:latin typeface="+mj-lt"/>
                        </a:rPr>
                        <a:t>R % Stretch Performance Incentive</a:t>
                      </a:r>
                    </a:p>
                  </a:txBody>
                  <a:tcPr marL="144000" anchor="ctr">
                    <a:lnR w="3175" cap="flat" cmpd="sng" algn="ctr">
                      <a:solidFill>
                        <a:schemeClr val="tx1"/>
                      </a:solidFill>
                      <a:prstDash val="solid"/>
                      <a:round/>
                      <a:headEnd type="none" w="med" len="med"/>
                      <a:tailEnd type="none" w="med" len="med"/>
                    </a:lnR>
                    <a:solidFill>
                      <a:schemeClr val="accent1"/>
                    </a:solidFill>
                  </a:tcPr>
                </a:tc>
                <a:tc hMerge="1">
                  <a:txBody>
                    <a:bodyPr/>
                    <a:lstStyle/>
                    <a:p>
                      <a:endParaRPr lang="en-ZA"/>
                    </a:p>
                  </a:txBody>
                  <a:tcPr/>
                </a:tc>
                <a:tc vMerge="1">
                  <a:txBody>
                    <a:bodyPr/>
                    <a:lstStyle/>
                    <a:p>
                      <a:endParaRPr/>
                    </a:p>
                  </a:txBody>
                  <a:tcPr anchor="ctr">
                    <a:solidFill>
                      <a:schemeClr val="accent1"/>
                    </a:solidFill>
                  </a:tcPr>
                </a:tc>
                <a:tc vMerge="1">
                  <a:txBody>
                    <a:bodyPr/>
                    <a:lstStyle/>
                    <a:p>
                      <a:endParaRPr/>
                    </a:p>
                  </a:txBody>
                  <a:tcPr anchor="ctr">
                    <a:solidFill>
                      <a:schemeClr val="accent1"/>
                    </a:solidFill>
                  </a:tcPr>
                </a:tc>
                <a:extLst>
                  <a:ext uri="{0D108BD9-81ED-4DB2-BD59-A6C34878D82A}">
                    <a16:rowId xmlns:a16="http://schemas.microsoft.com/office/drawing/2014/main" val="1171867688"/>
                  </a:ext>
                </a:extLst>
              </a:tr>
              <a:tr h="782996">
                <a:tc>
                  <a:txBody>
                    <a:bodyPr/>
                    <a:lstStyle/>
                    <a:p>
                      <a:r>
                        <a:rPr lang="en-ZA" sz="1050" b="1" spc="40" baseline="0" dirty="0">
                          <a:solidFill>
                            <a:schemeClr val="accent5">
                              <a:lumMod val="50000"/>
                            </a:schemeClr>
                          </a:solidFill>
                          <a:latin typeface="+mj-lt"/>
                        </a:rPr>
                        <a:t>TOTAL EXPENSE</a:t>
                      </a:r>
                    </a:p>
                  </a:txBody>
                  <a:tcPr marL="144000" anchor="ctr">
                    <a:lnB w="3175" cap="flat" cmpd="sng" algn="ctr">
                      <a:solidFill>
                        <a:srgbClr val="F0F3F5"/>
                      </a:solidFill>
                      <a:prstDash val="solid"/>
                      <a:round/>
                      <a:headEnd type="none" w="med" len="med"/>
                      <a:tailEnd type="none" w="med" len="med"/>
                    </a:lnB>
                    <a:solidFill>
                      <a:schemeClr val="tx1">
                        <a:lumMod val="20000"/>
                        <a:lumOff val="80000"/>
                      </a:schemeClr>
                    </a:solidFill>
                  </a:tcPr>
                </a:tc>
                <a:tc>
                  <a:txBody>
                    <a:bodyPr/>
                    <a:lstStyle/>
                    <a:p>
                      <a:endParaRPr lang="en-ZA" sz="1100" b="1" dirty="0">
                        <a:solidFill>
                          <a:schemeClr val="accent5">
                            <a:lumMod val="50000"/>
                          </a:schemeClr>
                        </a:solidFill>
                      </a:endParaRPr>
                    </a:p>
                  </a:txBody>
                  <a:tcPr marL="144000" anchor="ctr">
                    <a:lnR w="3175" cap="flat" cmpd="sng" algn="ctr">
                      <a:solidFill>
                        <a:schemeClr val="tx1"/>
                      </a:solidFill>
                      <a:prstDash val="solid"/>
                      <a:round/>
                      <a:headEnd type="none" w="med" len="med"/>
                      <a:tailEnd type="none" w="med" len="med"/>
                    </a:lnR>
                    <a:lnB w="3175" cap="flat" cmpd="sng" algn="ctr">
                      <a:solidFill>
                        <a:srgbClr val="EDFDFA"/>
                      </a:solidFill>
                      <a:prstDash val="solid"/>
                      <a:round/>
                      <a:headEnd type="none" w="med" len="med"/>
                      <a:tailEnd type="none" w="med" len="med"/>
                    </a:lnB>
                    <a:solidFill>
                      <a:srgbClr val="EDFDFA"/>
                    </a:solidFill>
                  </a:tcPr>
                </a:tc>
                <a:tc vMerge="1">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B w="9525" cap="flat" cmpd="sng" algn="ctr">
                      <a:solidFill>
                        <a:schemeClr val="bg2"/>
                      </a:solidFill>
                      <a:prstDash val="solid"/>
                      <a:round/>
                      <a:headEnd type="none" w="med" len="med"/>
                      <a:tailEnd type="none" w="med" len="med"/>
                    </a:lnB>
                    <a:solidFill>
                      <a:schemeClr val="bg1"/>
                    </a:solidFill>
                  </a:tcPr>
                </a:tc>
                <a:tc vMerge="1">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4023749047"/>
                  </a:ext>
                </a:extLst>
              </a:tr>
              <a:tr h="782996">
                <a:tc>
                  <a:txBody>
                    <a:bodyPr/>
                    <a:lstStyle/>
                    <a:p>
                      <a:r>
                        <a:rPr lang="en-ZA" sz="1050" b="1" spc="40" baseline="0" dirty="0">
                          <a:solidFill>
                            <a:schemeClr val="accent5">
                              <a:lumMod val="50000"/>
                            </a:schemeClr>
                          </a:solidFill>
                          <a:latin typeface="+mj-lt"/>
                        </a:rPr>
                        <a:t>0% FIXED MARKUP</a:t>
                      </a:r>
                    </a:p>
                  </a:txBody>
                  <a:tcPr marL="144000" anchor="ctr">
                    <a:lnT w="3175" cap="flat" cmpd="sng" algn="ctr">
                      <a:solidFill>
                        <a:srgbClr val="F0F3F5"/>
                      </a:solidFill>
                      <a:prstDash val="solid"/>
                      <a:round/>
                      <a:headEnd type="none" w="med" len="med"/>
                      <a:tailEnd type="none" w="med" len="med"/>
                    </a:lnT>
                    <a:lnB w="3175" cap="flat" cmpd="sng" algn="ctr">
                      <a:solidFill>
                        <a:srgbClr val="F0F3F5"/>
                      </a:solidFill>
                      <a:prstDash val="solid"/>
                      <a:round/>
                      <a:headEnd type="none" w="med" len="med"/>
                      <a:tailEnd type="none" w="med" len="med"/>
                    </a:lnB>
                    <a:solidFill>
                      <a:schemeClr val="tx1">
                        <a:lumMod val="20000"/>
                        <a:lumOff val="80000"/>
                      </a:schemeClr>
                    </a:solidFill>
                  </a:tcPr>
                </a:tc>
                <a:tc>
                  <a:txBody>
                    <a:bodyPr/>
                    <a:lstStyle/>
                    <a:p>
                      <a:endParaRPr lang="en-ZA" sz="1100" b="1" dirty="0">
                        <a:solidFill>
                          <a:schemeClr val="accent5">
                            <a:lumMod val="50000"/>
                          </a:schemeClr>
                        </a:solidFill>
                      </a:endParaRPr>
                    </a:p>
                  </a:txBody>
                  <a:tcPr marL="144000" anchor="ctr">
                    <a:lnR w="3175" cap="flat" cmpd="sng" algn="ctr">
                      <a:solidFill>
                        <a:schemeClr val="tx1"/>
                      </a:solidFill>
                      <a:prstDash val="solid"/>
                      <a:round/>
                      <a:headEnd type="none" w="med" len="med"/>
                      <a:tailEnd type="none" w="med" len="med"/>
                    </a:lnR>
                    <a:lnT w="3175" cap="flat" cmpd="sng" algn="ctr">
                      <a:solidFill>
                        <a:srgbClr val="EDFDFA"/>
                      </a:solidFill>
                      <a:prstDash val="solid"/>
                      <a:round/>
                      <a:headEnd type="none" w="med" len="med"/>
                      <a:tailEnd type="none" w="med" len="med"/>
                    </a:lnT>
                    <a:lnB w="3175" cap="flat" cmpd="sng" algn="ctr">
                      <a:solidFill>
                        <a:srgbClr val="EDFDFA"/>
                      </a:solidFill>
                      <a:prstDash val="solid"/>
                      <a:round/>
                      <a:headEnd type="none" w="med" len="med"/>
                      <a:tailEnd type="none" w="med" len="med"/>
                    </a:lnB>
                    <a:solidFill>
                      <a:srgbClr val="EDFDFA"/>
                    </a:solidFill>
                  </a:tcPr>
                </a:tc>
                <a:tc vMerge="1">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vMerge="1">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13700534"/>
                  </a:ext>
                </a:extLst>
              </a:tr>
              <a:tr h="7829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50" b="1" spc="40" baseline="0" dirty="0">
                          <a:solidFill>
                            <a:schemeClr val="accent5">
                              <a:lumMod val="50000"/>
                            </a:schemeClr>
                          </a:solidFill>
                          <a:latin typeface="+mj-lt"/>
                        </a:rPr>
                        <a:t>0% VARIABLE MARKUP</a:t>
                      </a:r>
                    </a:p>
                  </a:txBody>
                  <a:tcPr marL="144000" anchor="ctr">
                    <a:lnT w="3175" cap="flat" cmpd="sng" algn="ctr">
                      <a:solidFill>
                        <a:srgbClr val="F0F3F5"/>
                      </a:solidFill>
                      <a:prstDash val="solid"/>
                      <a:round/>
                      <a:headEnd type="none" w="med" len="med"/>
                      <a:tailEnd type="none" w="med" len="med"/>
                    </a:lnT>
                    <a:lnB w="3175" cap="flat" cmpd="sng" algn="ctr">
                      <a:solidFill>
                        <a:srgbClr val="F0F3F5"/>
                      </a:solidFill>
                      <a:prstDash val="solid"/>
                      <a:round/>
                      <a:headEnd type="none" w="med" len="med"/>
                      <a:tailEnd type="none" w="med" len="med"/>
                    </a:lnB>
                    <a:solidFill>
                      <a:schemeClr val="tx1">
                        <a:lumMod val="20000"/>
                        <a:lumOff val="80000"/>
                      </a:schemeClr>
                    </a:solidFill>
                  </a:tcPr>
                </a:tc>
                <a:tc>
                  <a:txBody>
                    <a:bodyPr/>
                    <a:lstStyle/>
                    <a:p>
                      <a:endParaRPr lang="en-ZA" sz="1100" b="1" dirty="0">
                        <a:solidFill>
                          <a:schemeClr val="accent5">
                            <a:lumMod val="50000"/>
                          </a:schemeClr>
                        </a:solidFill>
                      </a:endParaRPr>
                    </a:p>
                  </a:txBody>
                  <a:tcPr marL="144000" anchor="ctr">
                    <a:lnR w="3175" cap="flat" cmpd="sng" algn="ctr">
                      <a:solidFill>
                        <a:schemeClr val="tx1"/>
                      </a:solidFill>
                      <a:prstDash val="solid"/>
                      <a:round/>
                      <a:headEnd type="none" w="med" len="med"/>
                      <a:tailEnd type="none" w="med" len="med"/>
                    </a:lnR>
                    <a:lnT w="3175" cap="flat" cmpd="sng" algn="ctr">
                      <a:solidFill>
                        <a:srgbClr val="EDFDFA"/>
                      </a:solidFill>
                      <a:prstDash val="solid"/>
                      <a:round/>
                      <a:headEnd type="none" w="med" len="med"/>
                      <a:tailEnd type="none" w="med" len="med"/>
                    </a:lnT>
                    <a:lnB w="3175" cap="flat" cmpd="sng" algn="ctr">
                      <a:solidFill>
                        <a:srgbClr val="EDFDFA"/>
                      </a:solidFill>
                      <a:prstDash val="solid"/>
                      <a:round/>
                      <a:headEnd type="none" w="med" len="med"/>
                      <a:tailEnd type="none" w="med" len="med"/>
                    </a:lnB>
                    <a:solidFill>
                      <a:srgbClr val="EDFDFA"/>
                    </a:solidFill>
                  </a:tcPr>
                </a:tc>
                <a:tc vMerge="1">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vMerge="1">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948045121"/>
                  </a:ext>
                </a:extLst>
              </a:tr>
              <a:tr h="7829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050" b="1" spc="40" baseline="0" dirty="0">
                          <a:solidFill>
                            <a:schemeClr val="accent5">
                              <a:lumMod val="50000"/>
                            </a:schemeClr>
                          </a:solidFill>
                          <a:latin typeface="+mj-lt"/>
                        </a:rPr>
                        <a:t>0% STRETCH</a:t>
                      </a:r>
                      <a:br>
                        <a:rPr lang="en-ZA" sz="1050" b="1" spc="40" baseline="0" dirty="0">
                          <a:solidFill>
                            <a:schemeClr val="accent5">
                              <a:lumMod val="50000"/>
                            </a:schemeClr>
                          </a:solidFill>
                          <a:latin typeface="+mj-lt"/>
                        </a:rPr>
                      </a:br>
                      <a:r>
                        <a:rPr lang="en-ZA" sz="1050" b="1" spc="40" baseline="0" dirty="0">
                          <a:solidFill>
                            <a:schemeClr val="accent5">
                              <a:lumMod val="50000"/>
                            </a:schemeClr>
                          </a:solidFill>
                          <a:latin typeface="+mj-lt"/>
                        </a:rPr>
                        <a:t>PERFORMANCE INCENTIVE</a:t>
                      </a:r>
                    </a:p>
                  </a:txBody>
                  <a:tcPr marL="144000" anchor="ctr">
                    <a:lnT w="3175" cap="flat" cmpd="sng" algn="ctr">
                      <a:solidFill>
                        <a:srgbClr val="F0F3F5"/>
                      </a:solidFill>
                      <a:prstDash val="solid"/>
                      <a:round/>
                      <a:headEnd type="none" w="med" len="med"/>
                      <a:tailEnd type="none" w="med" len="med"/>
                    </a:lnT>
                    <a:lnB w="3175" cap="flat" cmpd="sng" algn="ctr">
                      <a:solidFill>
                        <a:srgbClr val="F0F3F5"/>
                      </a:solidFill>
                      <a:prstDash val="solid"/>
                      <a:round/>
                      <a:headEnd type="none" w="med" len="med"/>
                      <a:tailEnd type="none" w="med" len="med"/>
                    </a:lnB>
                    <a:solidFill>
                      <a:schemeClr val="tx1">
                        <a:lumMod val="20000"/>
                        <a:lumOff val="80000"/>
                      </a:schemeClr>
                    </a:solidFill>
                  </a:tcPr>
                </a:tc>
                <a:tc>
                  <a:txBody>
                    <a:bodyPr/>
                    <a:lstStyle/>
                    <a:p>
                      <a:endParaRPr lang="en-ZA" sz="1100" b="1" dirty="0">
                        <a:solidFill>
                          <a:schemeClr val="accent5">
                            <a:lumMod val="50000"/>
                          </a:schemeClr>
                        </a:solidFill>
                      </a:endParaRPr>
                    </a:p>
                  </a:txBody>
                  <a:tcPr marL="144000" anchor="ctr">
                    <a:lnR w="3175" cap="flat" cmpd="sng" algn="ctr">
                      <a:solidFill>
                        <a:schemeClr val="tx1"/>
                      </a:solidFill>
                      <a:prstDash val="solid"/>
                      <a:round/>
                      <a:headEnd type="none" w="med" len="med"/>
                      <a:tailEnd type="none" w="med" len="med"/>
                    </a:lnR>
                    <a:lnT w="3175" cap="flat" cmpd="sng" algn="ctr">
                      <a:solidFill>
                        <a:srgbClr val="EDFDFA"/>
                      </a:solidFill>
                      <a:prstDash val="solid"/>
                      <a:round/>
                      <a:headEnd type="none" w="med" len="med"/>
                      <a:tailEnd type="none" w="med" len="med"/>
                    </a:lnT>
                    <a:lnB w="3175" cap="flat" cmpd="sng" algn="ctr">
                      <a:solidFill>
                        <a:srgbClr val="F0F3F5"/>
                      </a:solidFill>
                      <a:prstDash val="solid"/>
                      <a:round/>
                      <a:headEnd type="none" w="med" len="med"/>
                      <a:tailEnd type="none" w="med" len="med"/>
                    </a:lnB>
                    <a:solidFill>
                      <a:srgbClr val="EDFDFA"/>
                    </a:solidFill>
                  </a:tcPr>
                </a:tc>
                <a:tc vMerge="1">
                  <a:txBody>
                    <a:bodyPr/>
                    <a:lstStyle/>
                    <a:p>
                      <a:endParaRPr lang="en-ZA" sz="1100" dirty="0">
                        <a:solidFill>
                          <a:schemeClr val="accent5">
                            <a:lumMod val="50000"/>
                          </a:schemeClr>
                        </a:solidFill>
                      </a:endParaRPr>
                    </a:p>
                  </a:txBody>
                  <a:tcPr anchor="ctr">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tx1">
                          <a:lumMod val="20000"/>
                          <a:lumOff val="80000"/>
                        </a:schemeClr>
                      </a:solidFill>
                      <a:prstDash val="solid"/>
                      <a:round/>
                      <a:headEnd type="none" w="med" len="med"/>
                      <a:tailEnd type="none" w="med" len="med"/>
                    </a:lnB>
                    <a:solidFill>
                      <a:schemeClr val="bg1"/>
                    </a:solidFill>
                  </a:tcPr>
                </a:tc>
                <a:tc vMerge="1">
                  <a:txBody>
                    <a:bodyPr/>
                    <a:lstStyle/>
                    <a:p>
                      <a:endParaRPr lang="en-ZA" sz="1100" dirty="0">
                        <a:solidFill>
                          <a:schemeClr val="accent5">
                            <a:lumMod val="50000"/>
                          </a:schemeClr>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tx1">
                          <a:lumMod val="20000"/>
                          <a:lumOff val="8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0759299"/>
                  </a:ext>
                </a:extLst>
              </a:tr>
              <a:tr h="936200">
                <a:tc>
                  <a:txBody>
                    <a:bodyPr/>
                    <a:lstStyle/>
                    <a:p>
                      <a:pPr marL="0" algn="l" defTabSz="914400" rtl="0" eaLnBrk="1" latinLnBrk="0" hangingPunct="1"/>
                      <a:endParaRPr lang="en-ZA" sz="1000" b="1" kern="1200" dirty="0">
                        <a:solidFill>
                          <a:schemeClr val="accent5">
                            <a:lumMod val="50000"/>
                          </a:schemeClr>
                        </a:solidFill>
                        <a:latin typeface="+mn-lt"/>
                        <a:ea typeface="+mn-ea"/>
                        <a:cs typeface="+mn-cs"/>
                      </a:endParaRPr>
                    </a:p>
                  </a:txBody>
                  <a:tcPr marL="0" marR="0" marT="108000">
                    <a:lnL w="12700" cmpd="sng">
                      <a:noFill/>
                    </a:lnL>
                    <a:lnR w="12700" cmpd="sng">
                      <a:noFill/>
                    </a:lnR>
                    <a:lnT w="3175" cap="flat" cmpd="sng" algn="ctr">
                      <a:solidFill>
                        <a:srgbClr val="F0F3F5"/>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ZA" sz="1000" b="1" dirty="0">
                        <a:solidFill>
                          <a:schemeClr val="accent5">
                            <a:lumMod val="50000"/>
                          </a:schemeClr>
                        </a:solidFill>
                      </a:endParaRPr>
                    </a:p>
                  </a:txBody>
                  <a:tcPr marL="0" marR="0" marT="108000">
                    <a:lnL w="12700" cmpd="sng">
                      <a:noFill/>
                    </a:lnL>
                    <a:lnR w="12700" cmpd="sng">
                      <a:noFill/>
                    </a:lnR>
                    <a:lnT w="3175" cap="flat" cmpd="sng" algn="ctr">
                      <a:solidFill>
                        <a:srgbClr val="F0F3F5"/>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ZA" sz="1000" dirty="0">
                        <a:solidFill>
                          <a:schemeClr val="accent5">
                            <a:lumMod val="50000"/>
                          </a:schemeClr>
                        </a:solidFill>
                      </a:endParaRPr>
                    </a:p>
                  </a:txBody>
                  <a:tcPr marL="0" marR="0" marT="108000">
                    <a:lnL w="12700" cmpd="sng">
                      <a:noFill/>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800" b="1" spc="40" baseline="0" dirty="0">
                          <a:solidFill>
                            <a:schemeClr val="accent5">
                              <a:lumMod val="50000"/>
                            </a:schemeClr>
                          </a:solidFill>
                          <a:latin typeface="+mj-lt"/>
                        </a:rPr>
                        <a:t>ALL COMMERCIALS ARE:</a:t>
                      </a:r>
                    </a:p>
                    <a:p>
                      <a:pPr marL="171450" indent="-171450">
                        <a:buFont typeface="Arial" panose="020B0604020202020204" pitchFamily="34" charset="0"/>
                        <a:buChar char="•"/>
                      </a:pPr>
                      <a:r>
                        <a:rPr lang="en-US" sz="900" dirty="0">
                          <a:solidFill>
                            <a:schemeClr val="accent5">
                              <a:lumMod val="50000"/>
                            </a:schemeClr>
                          </a:solidFill>
                        </a:rPr>
                        <a:t>Excl. VAT</a:t>
                      </a:r>
                    </a:p>
                    <a:p>
                      <a:pPr marL="171450" indent="-171450">
                        <a:buFont typeface="Arial" panose="020B0604020202020204" pitchFamily="34" charset="0"/>
                        <a:buChar char="•"/>
                      </a:pPr>
                      <a:r>
                        <a:rPr lang="en-US" sz="900" dirty="0">
                          <a:solidFill>
                            <a:schemeClr val="accent5">
                              <a:lumMod val="50000"/>
                            </a:schemeClr>
                          </a:solidFill>
                        </a:rPr>
                        <a:t>Subject to change should scope/requirements vary</a:t>
                      </a:r>
                    </a:p>
                    <a:p>
                      <a:pPr marL="171450" indent="-171450">
                        <a:buFont typeface="Arial" panose="020B0604020202020204" pitchFamily="34" charset="0"/>
                        <a:buChar char="•"/>
                      </a:pPr>
                      <a:r>
                        <a:rPr lang="en-US" sz="900" dirty="0">
                          <a:solidFill>
                            <a:schemeClr val="accent5">
                              <a:lumMod val="50000"/>
                            </a:schemeClr>
                          </a:solidFill>
                        </a:rPr>
                        <a:t>Based on 0000 Rates</a:t>
                      </a:r>
                      <a:endParaRPr lang="en-ZA" sz="900" dirty="0">
                        <a:solidFill>
                          <a:schemeClr val="accent5">
                            <a:lumMod val="50000"/>
                          </a:schemeClr>
                        </a:solidFill>
                      </a:endParaRPr>
                    </a:p>
                  </a:txBody>
                  <a:tcPr marL="0" marR="0" marT="108000">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7987466"/>
                  </a:ext>
                </a:extLst>
              </a:tr>
            </a:tbl>
          </a:graphicData>
        </a:graphic>
      </p:graphicFrame>
      <p:sp>
        <p:nvSpPr>
          <p:cNvPr id="3" name="Title 2">
            <a:extLst>
              <a:ext uri="{FF2B5EF4-FFF2-40B4-BE49-F238E27FC236}">
                <a16:creationId xmlns:a16="http://schemas.microsoft.com/office/drawing/2014/main" id="{7D434F96-AFC9-225A-FCA8-A67E1709ADE7}"/>
              </a:ext>
            </a:extLst>
          </p:cNvPr>
          <p:cNvSpPr>
            <a:spLocks noGrp="1"/>
          </p:cNvSpPr>
          <p:nvPr>
            <p:ph type="ctrTitle"/>
          </p:nvPr>
        </p:nvSpPr>
        <p:spPr/>
        <p:txBody>
          <a:bodyPr/>
          <a:lstStyle/>
          <a:p>
            <a:r>
              <a:rPr lang="en-US" dirty="0"/>
              <a:t>COMMERCIAL CONSIDERATIONS FOR </a:t>
            </a:r>
            <a:r>
              <a:rPr lang="en-US" dirty="0">
                <a:solidFill>
                  <a:schemeClr val="accent2"/>
                </a:solidFill>
              </a:rPr>
              <a:t>SOLUTION 1</a:t>
            </a:r>
            <a:endParaRPr lang="en-ZA" dirty="0">
              <a:solidFill>
                <a:schemeClr val="accent2"/>
              </a:solidFill>
            </a:endParaRPr>
          </a:p>
        </p:txBody>
      </p:sp>
    </p:spTree>
    <p:extLst>
      <p:ext uri="{BB962C8B-B14F-4D97-AF65-F5344CB8AC3E}">
        <p14:creationId xmlns:p14="http://schemas.microsoft.com/office/powerpoint/2010/main" val="14460403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p05.s03">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13" name="Chart Placeholder 12">
                <a:extLst>
                  <a:ext uri="{FF2B5EF4-FFF2-40B4-BE49-F238E27FC236}">
                    <a16:creationId xmlns:a16="http://schemas.microsoft.com/office/drawing/2014/main" id="{C8E76210-7A3F-15F8-3595-CB7FCD089ABB}"/>
                  </a:ext>
                </a:extLst>
              </p:cNvPr>
              <p:cNvGraphicFramePr>
                <a:graphicFrameLocks noGrp="1"/>
              </p:cNvGraphicFramePr>
              <p:nvPr>
                <p:ph type="chart" sz="quarter" idx="40"/>
                <p:extLst>
                  <p:ext uri="{D42A27DB-BD31-4B8C-83A1-F6EECF244321}">
                    <p14:modId xmlns:p14="http://schemas.microsoft.com/office/powerpoint/2010/main" val="3789786890"/>
                  </p:ext>
                </p:extLst>
              </p:nvPr>
            </p:nvGraphicFramePr>
            <p:xfrm>
              <a:off x="585788" y="1111250"/>
              <a:ext cx="11050587" cy="5335588"/>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14" name="Chart Placeholder 12">
                <a:extLst>
                  <a:ext uri="{FF2B5EF4-FFF2-40B4-BE49-F238E27FC236}">
                    <a16:creationId xmlns:a16="http://schemas.microsoft.com/office/drawing/2014/main" id="{C8E76210-7A3F-15F8-3595-CB7FCD089ABB}"/>
                  </a:ext>
                </a:extLst>
              </p:cNvPr>
              <p:cNvPicPr>
                <a:picLocks noGrp="1" noRot="1" noChangeAspect="1" noMove="1" noResize="1" noEditPoints="1" noAdjustHandles="1" noChangeArrowheads="1" noChangeShapeType="1"/>
              </p:cNvPicPr>
              <p:nvPr/>
            </p:nvPicPr>
            <p:blipFill>
              <a:blip r:embed="rId3"/>
              <a:stretch>
                <a:fillRect/>
              </a:stretch>
            </p:blipFill>
            <p:spPr>
              <a:xfrm>
                <a:off x="585788" y="1111250"/>
                <a:ext cx="11050587" cy="5335588"/>
              </a:xfrm>
              <a:prstGeom prst="rect">
                <a:avLst/>
              </a:prstGeom>
            </p:spPr>
          </p:pic>
        </mc:Fallback>
      </mc:AlternateContent>
      <p:sp>
        <p:nvSpPr>
          <p:cNvPr id="3" name="Title 2">
            <a:extLst>
              <a:ext uri="{FF2B5EF4-FFF2-40B4-BE49-F238E27FC236}">
                <a16:creationId xmlns:a16="http://schemas.microsoft.com/office/drawing/2014/main" id="{2D042B7A-F6F8-FEC5-ACC9-00627C39E53A}"/>
              </a:ext>
            </a:extLst>
          </p:cNvPr>
          <p:cNvSpPr>
            <a:spLocks noGrp="1"/>
          </p:cNvSpPr>
          <p:nvPr>
            <p:ph type="ctrTitle"/>
          </p:nvPr>
        </p:nvSpPr>
        <p:spPr/>
        <p:txBody>
          <a:bodyPr/>
          <a:lstStyle/>
          <a:p>
            <a:r>
              <a:rPr lang="en-ZA" dirty="0"/>
              <a:t>CLICK HERE TO INSERT ONE LINE HEADING</a:t>
            </a:r>
          </a:p>
        </p:txBody>
      </p:sp>
    </p:spTree>
    <p:extLst>
      <p:ext uri="{BB962C8B-B14F-4D97-AF65-F5344CB8AC3E}">
        <p14:creationId xmlns:p14="http://schemas.microsoft.com/office/powerpoint/2010/main" val="28370921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p05.s04">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7" name="Chart Placeholder 6">
                <a:extLst>
                  <a:ext uri="{FF2B5EF4-FFF2-40B4-BE49-F238E27FC236}">
                    <a16:creationId xmlns:a16="http://schemas.microsoft.com/office/drawing/2014/main" id="{B53F66A3-9F2F-4BB7-A2F3-0A08A2EDFEF6}"/>
                  </a:ext>
                </a:extLst>
              </p:cNvPr>
              <p:cNvGraphicFramePr>
                <a:graphicFrameLocks noGrp="1"/>
              </p:cNvGraphicFramePr>
              <p:nvPr>
                <p:ph type="chart" sz="quarter" idx="46"/>
                <p:extLst>
                  <p:ext uri="{D42A27DB-BD31-4B8C-83A1-F6EECF244321}">
                    <p14:modId xmlns:p14="http://schemas.microsoft.com/office/powerpoint/2010/main" val="3041130922"/>
                  </p:ext>
                </p:extLst>
              </p:nvPr>
            </p:nvGraphicFramePr>
            <p:xfrm>
              <a:off x="585788" y="1528763"/>
              <a:ext cx="11050587" cy="4918075"/>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8" name="Chart Placeholder 6">
                <a:extLst>
                  <a:ext uri="{FF2B5EF4-FFF2-40B4-BE49-F238E27FC236}">
                    <a16:creationId xmlns:a16="http://schemas.microsoft.com/office/drawing/2014/main" id="{B53F66A3-9F2F-4BB7-A2F3-0A08A2EDFEF6}"/>
                  </a:ext>
                </a:extLst>
              </p:cNvPr>
              <p:cNvPicPr>
                <a:picLocks noGrp="1" noRot="1" noChangeAspect="1" noMove="1" noResize="1" noEditPoints="1" noAdjustHandles="1" noChangeArrowheads="1" noChangeShapeType="1"/>
              </p:cNvPicPr>
              <p:nvPr/>
            </p:nvPicPr>
            <p:blipFill>
              <a:blip r:embed="rId3"/>
              <a:stretch>
                <a:fillRect/>
              </a:stretch>
            </p:blipFill>
            <p:spPr>
              <a:xfrm>
                <a:off x="585788" y="1528763"/>
                <a:ext cx="11050587" cy="4918075"/>
              </a:xfrm>
              <a:prstGeom prst="rect">
                <a:avLst/>
              </a:prstGeom>
            </p:spPr>
          </p:pic>
        </mc:Fallback>
      </mc:AlternateContent>
      <p:sp>
        <p:nvSpPr>
          <p:cNvPr id="3" name="Title 2">
            <a:extLst>
              <a:ext uri="{FF2B5EF4-FFF2-40B4-BE49-F238E27FC236}">
                <a16:creationId xmlns:a16="http://schemas.microsoft.com/office/drawing/2014/main" id="{280708A2-2E93-4D48-E8DE-DF223BF23934}"/>
              </a:ext>
            </a:extLst>
          </p:cNvPr>
          <p:cNvSpPr>
            <a:spLocks noGrp="1"/>
          </p:cNvSpPr>
          <p:nvPr>
            <p:ph type="ctrTitle"/>
          </p:nvPr>
        </p:nvSpPr>
        <p:spPr/>
        <p:txBody>
          <a:bodyPr/>
          <a:lstStyle/>
          <a:p>
            <a:r>
              <a:rPr lang="en-ZA" dirty="0"/>
              <a:t>CLICK HERE TO INSERT ONE LINE HEADING</a:t>
            </a:r>
          </a:p>
        </p:txBody>
      </p:sp>
      <p:sp>
        <p:nvSpPr>
          <p:cNvPr id="4" name="Text Placeholder 3">
            <a:extLst>
              <a:ext uri="{FF2B5EF4-FFF2-40B4-BE49-F238E27FC236}">
                <a16:creationId xmlns:a16="http://schemas.microsoft.com/office/drawing/2014/main" id="{A43E3266-D6CF-4B38-51D2-4613AE8B6E00}"/>
              </a:ext>
            </a:extLst>
          </p:cNvPr>
          <p:cNvSpPr>
            <a:spLocks noGrp="1"/>
          </p:cNvSpPr>
          <p:nvPr>
            <p:ph type="body" sz="quarter" idx="44"/>
          </p:nvPr>
        </p:nvSpPr>
        <p:spPr>
          <a:xfrm>
            <a:off x="587375" y="1003472"/>
            <a:ext cx="11052175" cy="185500"/>
          </a:xfrm>
        </p:spPr>
        <p:txBody>
          <a:bodyPr/>
          <a:lstStyle/>
          <a:p>
            <a:r>
              <a:rPr lang="en-US" dirty="0"/>
              <a:t>Insert introductory text here. No longer than 1 line maximum. Insert introductory text here. </a:t>
            </a:r>
            <a:endParaRPr lang="en-ZA" dirty="0"/>
          </a:p>
        </p:txBody>
      </p:sp>
    </p:spTree>
    <p:extLst>
      <p:ext uri="{BB962C8B-B14F-4D97-AF65-F5344CB8AC3E}">
        <p14:creationId xmlns:p14="http://schemas.microsoft.com/office/powerpoint/2010/main" val="12648421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p05.s05">
    <p:spTree>
      <p:nvGrpSpPr>
        <p:cNvPr id="1" name=""/>
        <p:cNvGrpSpPr/>
        <p:nvPr/>
      </p:nvGrpSpPr>
      <p:grpSpPr>
        <a:xfrm>
          <a:off x="0" y="0"/>
          <a:ext cx="0" cy="0"/>
          <a:chOff x="0" y="0"/>
          <a:chExt cx="0" cy="0"/>
        </a:xfrm>
      </p:grpSpPr>
      <p:graphicFrame>
        <p:nvGraphicFramePr>
          <p:cNvPr id="7" name="Chart Placeholder 6">
            <a:extLst>
              <a:ext uri="{FF2B5EF4-FFF2-40B4-BE49-F238E27FC236}">
                <a16:creationId xmlns:a16="http://schemas.microsoft.com/office/drawing/2014/main" id="{14E1F929-6AC5-657B-0096-92C6333A53B2}"/>
              </a:ext>
            </a:extLst>
          </p:cNvPr>
          <p:cNvGraphicFramePr>
            <a:graphicFrameLocks noGrp="1"/>
          </p:cNvGraphicFramePr>
          <p:nvPr>
            <p:ph type="chart" sz="quarter" idx="42"/>
            <p:extLst>
              <p:ext uri="{D42A27DB-BD31-4B8C-83A1-F6EECF244321}">
                <p14:modId xmlns:p14="http://schemas.microsoft.com/office/powerpoint/2010/main" val="3818532842"/>
              </p:ext>
            </p:extLst>
          </p:nvPr>
        </p:nvGraphicFramePr>
        <p:xfrm>
          <a:off x="585788" y="1716088"/>
          <a:ext cx="11050587" cy="4730750"/>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2">
            <a:extLst>
              <a:ext uri="{FF2B5EF4-FFF2-40B4-BE49-F238E27FC236}">
                <a16:creationId xmlns:a16="http://schemas.microsoft.com/office/drawing/2014/main" id="{90E88B69-1E16-D09A-54BC-F70B8191937D}"/>
              </a:ext>
            </a:extLst>
          </p:cNvPr>
          <p:cNvSpPr>
            <a:spLocks noGrp="1"/>
          </p:cNvSpPr>
          <p:nvPr>
            <p:ph type="ctrTitle"/>
          </p:nvPr>
        </p:nvSpPr>
        <p:spPr/>
        <p:txBody>
          <a:bodyPr/>
          <a:lstStyle/>
          <a:p>
            <a:r>
              <a:rPr lang="en-ZA" dirty="0"/>
              <a:t>CLICK HERE TO INSERT ONE LINE HEADING</a:t>
            </a:r>
          </a:p>
        </p:txBody>
      </p:sp>
      <p:sp>
        <p:nvSpPr>
          <p:cNvPr id="4" name="Text Placeholder 3">
            <a:extLst>
              <a:ext uri="{FF2B5EF4-FFF2-40B4-BE49-F238E27FC236}">
                <a16:creationId xmlns:a16="http://schemas.microsoft.com/office/drawing/2014/main" id="{4EDEE04E-F4AF-4602-3D9E-B878C7B689A5}"/>
              </a:ext>
            </a:extLst>
          </p:cNvPr>
          <p:cNvSpPr>
            <a:spLocks noGrp="1"/>
          </p:cNvSpPr>
          <p:nvPr>
            <p:ph type="body" sz="quarter" idx="40"/>
          </p:nvPr>
        </p:nvSpPr>
        <p:spPr/>
        <p:txBody>
          <a:bodyPr/>
          <a:lstStyle/>
          <a:p>
            <a:r>
              <a:rPr lang="en-ZA" dirty="0"/>
              <a:t>CLICK TO ADD SUB-HEADING</a:t>
            </a:r>
          </a:p>
        </p:txBody>
      </p:sp>
    </p:spTree>
    <p:extLst>
      <p:ext uri="{BB962C8B-B14F-4D97-AF65-F5344CB8AC3E}">
        <p14:creationId xmlns:p14="http://schemas.microsoft.com/office/powerpoint/2010/main" val="38395896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p05.s0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E06A-F732-AB77-A3BC-A4F38377DEA0}"/>
              </a:ext>
            </a:extLst>
          </p:cNvPr>
          <p:cNvSpPr>
            <a:spLocks noGrp="1"/>
          </p:cNvSpPr>
          <p:nvPr>
            <p:ph type="ctrTitle"/>
          </p:nvPr>
        </p:nvSpPr>
        <p:spPr/>
        <p:txBody>
          <a:bodyPr/>
          <a:lstStyle/>
          <a:p>
            <a:r>
              <a:rPr lang="en-ZA" dirty="0"/>
              <a:t>CLICK HERE TO INSERT ONE LINE HEADING</a:t>
            </a:r>
          </a:p>
        </p:txBody>
      </p:sp>
      <p:sp>
        <p:nvSpPr>
          <p:cNvPr id="3" name="Text Placeholder 2">
            <a:extLst>
              <a:ext uri="{FF2B5EF4-FFF2-40B4-BE49-F238E27FC236}">
                <a16:creationId xmlns:a16="http://schemas.microsoft.com/office/drawing/2014/main" id="{FAB9D03E-EA9A-80B6-CB6B-25A10D73D2F7}"/>
              </a:ext>
            </a:extLst>
          </p:cNvPr>
          <p:cNvSpPr>
            <a:spLocks noGrp="1"/>
          </p:cNvSpPr>
          <p:nvPr>
            <p:ph type="body" sz="quarter" idx="40"/>
          </p:nvPr>
        </p:nvSpPr>
        <p:spPr>
          <a:xfrm>
            <a:off x="588166" y="972641"/>
            <a:ext cx="11051375" cy="214161"/>
          </a:xfrm>
        </p:spPr>
        <p:txBody>
          <a:bodyPr/>
          <a:lstStyle/>
          <a:p>
            <a:r>
              <a:rPr lang="en-ZA" dirty="0"/>
              <a:t>CLICK TO ADD SUB-HEADING</a:t>
            </a:r>
          </a:p>
        </p:txBody>
      </p:sp>
      <p:graphicFrame>
        <p:nvGraphicFramePr>
          <p:cNvPr id="14" name="Chart Placeholder 13">
            <a:extLst>
              <a:ext uri="{FF2B5EF4-FFF2-40B4-BE49-F238E27FC236}">
                <a16:creationId xmlns:a16="http://schemas.microsoft.com/office/drawing/2014/main" id="{81AAA69A-7370-3716-36BE-2BFB0C1C9524}"/>
              </a:ext>
            </a:extLst>
          </p:cNvPr>
          <p:cNvGraphicFramePr>
            <a:graphicFrameLocks noGrp="1"/>
          </p:cNvGraphicFramePr>
          <p:nvPr>
            <p:ph type="chart" sz="quarter" idx="47"/>
            <p:extLst>
              <p:ext uri="{D42A27DB-BD31-4B8C-83A1-F6EECF244321}">
                <p14:modId xmlns:p14="http://schemas.microsoft.com/office/powerpoint/2010/main" val="2295991344"/>
              </p:ext>
            </p:extLst>
          </p:nvPr>
        </p:nvGraphicFramePr>
        <p:xfrm>
          <a:off x="6297613" y="1716088"/>
          <a:ext cx="5341937" cy="47307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Placeholder 7">
            <a:extLst>
              <a:ext uri="{FF2B5EF4-FFF2-40B4-BE49-F238E27FC236}">
                <a16:creationId xmlns:a16="http://schemas.microsoft.com/office/drawing/2014/main" id="{9B4119EA-DE04-B70C-CEB5-53C47ACAD3D7}"/>
              </a:ext>
            </a:extLst>
          </p:cNvPr>
          <p:cNvGraphicFramePr>
            <a:graphicFrameLocks noGrp="1"/>
          </p:cNvGraphicFramePr>
          <p:nvPr>
            <p:ph type="chart" sz="quarter" idx="46"/>
            <p:extLst>
              <p:ext uri="{D42A27DB-BD31-4B8C-83A1-F6EECF244321}">
                <p14:modId xmlns:p14="http://schemas.microsoft.com/office/powerpoint/2010/main" val="4218441429"/>
              </p:ext>
            </p:extLst>
          </p:nvPr>
        </p:nvGraphicFramePr>
        <p:xfrm>
          <a:off x="585788" y="1716088"/>
          <a:ext cx="5341937" cy="47307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044191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p05.s07">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B25F6D-5C8C-8985-98F6-3F7E46FA845D}"/>
              </a:ext>
            </a:extLst>
          </p:cNvPr>
          <p:cNvSpPr>
            <a:spLocks noGrp="1"/>
          </p:cNvSpPr>
          <p:nvPr>
            <p:ph type="body" sz="quarter" idx="48"/>
          </p:nvPr>
        </p:nvSpPr>
        <p:spPr>
          <a:xfrm>
            <a:off x="6453166" y="5710078"/>
            <a:ext cx="5024103" cy="184025"/>
          </a:xfrm>
        </p:spPr>
        <p:txBody>
          <a:bodyPr/>
          <a:lstStyle/>
          <a:p>
            <a:r>
              <a:rPr lang="en-US" dirty="0"/>
              <a:t>Insert one line of copy as heading here</a:t>
            </a:r>
            <a:endParaRPr lang="en-ZA" dirty="0"/>
          </a:p>
        </p:txBody>
      </p:sp>
      <p:sp>
        <p:nvSpPr>
          <p:cNvPr id="3" name="Text Placeholder 2">
            <a:extLst>
              <a:ext uri="{FF2B5EF4-FFF2-40B4-BE49-F238E27FC236}">
                <a16:creationId xmlns:a16="http://schemas.microsoft.com/office/drawing/2014/main" id="{875E9E0C-79FC-F4A9-0F60-D855F6A52821}"/>
              </a:ext>
            </a:extLst>
          </p:cNvPr>
          <p:cNvSpPr>
            <a:spLocks noGrp="1"/>
          </p:cNvSpPr>
          <p:nvPr>
            <p:ph type="body" sz="quarter" idx="49"/>
          </p:nvPr>
        </p:nvSpPr>
        <p:spPr/>
        <p:txBody>
          <a:bodyPr/>
          <a:lstStyle/>
          <a:p>
            <a:r>
              <a:rPr lang="en-US" dirty="0"/>
              <a:t>Descriptive text or insights can go here, no more than two lines of text for optimal impact… Descriptive text or insights can go here, no more than two lines</a:t>
            </a:r>
            <a:endParaRPr lang="en-ZA" dirty="0"/>
          </a:p>
        </p:txBody>
      </p:sp>
      <p:graphicFrame>
        <p:nvGraphicFramePr>
          <p:cNvPr id="15" name="Chart Placeholder 14">
            <a:extLst>
              <a:ext uri="{FF2B5EF4-FFF2-40B4-BE49-F238E27FC236}">
                <a16:creationId xmlns:a16="http://schemas.microsoft.com/office/drawing/2014/main" id="{53D28E82-9A5D-3BC1-07B6-95A4008FEEC7}"/>
              </a:ext>
            </a:extLst>
          </p:cNvPr>
          <p:cNvGraphicFramePr>
            <a:graphicFrameLocks noGrp="1"/>
          </p:cNvGraphicFramePr>
          <p:nvPr>
            <p:ph type="chart" sz="quarter" idx="47"/>
            <p:extLst>
              <p:ext uri="{D42A27DB-BD31-4B8C-83A1-F6EECF244321}">
                <p14:modId xmlns:p14="http://schemas.microsoft.com/office/powerpoint/2010/main" val="2572891355"/>
              </p:ext>
            </p:extLst>
          </p:nvPr>
        </p:nvGraphicFramePr>
        <p:xfrm>
          <a:off x="6297613" y="1349375"/>
          <a:ext cx="5341937" cy="41116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Placeholder 11">
            <a:extLst>
              <a:ext uri="{FF2B5EF4-FFF2-40B4-BE49-F238E27FC236}">
                <a16:creationId xmlns:a16="http://schemas.microsoft.com/office/drawing/2014/main" id="{0625B766-9817-B6B5-4E09-3963E851BD02}"/>
              </a:ext>
            </a:extLst>
          </p:cNvPr>
          <p:cNvGraphicFramePr>
            <a:graphicFrameLocks noGrp="1"/>
          </p:cNvGraphicFramePr>
          <p:nvPr>
            <p:ph type="chart" sz="quarter" idx="46"/>
            <p:extLst>
              <p:ext uri="{D42A27DB-BD31-4B8C-83A1-F6EECF244321}">
                <p14:modId xmlns:p14="http://schemas.microsoft.com/office/powerpoint/2010/main" val="684279673"/>
              </p:ext>
            </p:extLst>
          </p:nvPr>
        </p:nvGraphicFramePr>
        <p:xfrm>
          <a:off x="585788" y="1349375"/>
          <a:ext cx="5341937" cy="41116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Placeholder 5">
            <a:extLst>
              <a:ext uri="{FF2B5EF4-FFF2-40B4-BE49-F238E27FC236}">
                <a16:creationId xmlns:a16="http://schemas.microsoft.com/office/drawing/2014/main" id="{A1B2FCAD-BD31-BCA7-5933-321AF90F71A9}"/>
              </a:ext>
            </a:extLst>
          </p:cNvPr>
          <p:cNvSpPr>
            <a:spLocks noGrp="1"/>
          </p:cNvSpPr>
          <p:nvPr>
            <p:ph type="body" sz="quarter" idx="39"/>
          </p:nvPr>
        </p:nvSpPr>
        <p:spPr/>
        <p:txBody>
          <a:bodyPr/>
          <a:lstStyle/>
          <a:p>
            <a:r>
              <a:rPr lang="en-US" dirty="0"/>
              <a:t>Insert one line of copy as heading here</a:t>
            </a:r>
            <a:endParaRPr lang="en-ZA" dirty="0"/>
          </a:p>
        </p:txBody>
      </p:sp>
      <p:sp>
        <p:nvSpPr>
          <p:cNvPr id="7" name="Title 6">
            <a:extLst>
              <a:ext uri="{FF2B5EF4-FFF2-40B4-BE49-F238E27FC236}">
                <a16:creationId xmlns:a16="http://schemas.microsoft.com/office/drawing/2014/main" id="{BE491F66-6A73-F6E3-86DA-F1F0444AF5AD}"/>
              </a:ext>
            </a:extLst>
          </p:cNvPr>
          <p:cNvSpPr>
            <a:spLocks noGrp="1"/>
          </p:cNvSpPr>
          <p:nvPr>
            <p:ph type="ctrTitle"/>
          </p:nvPr>
        </p:nvSpPr>
        <p:spPr/>
        <p:txBody>
          <a:bodyPr/>
          <a:lstStyle/>
          <a:p>
            <a:r>
              <a:rPr lang="en-ZA" dirty="0"/>
              <a:t>CLICK HERE TO INSERT ONE LINE HEADING</a:t>
            </a:r>
          </a:p>
        </p:txBody>
      </p:sp>
      <p:sp>
        <p:nvSpPr>
          <p:cNvPr id="8" name="Text Placeholder 7">
            <a:extLst>
              <a:ext uri="{FF2B5EF4-FFF2-40B4-BE49-F238E27FC236}">
                <a16:creationId xmlns:a16="http://schemas.microsoft.com/office/drawing/2014/main" id="{4C1CD7D5-FAC8-6C44-642B-F7F98C544E93}"/>
              </a:ext>
            </a:extLst>
          </p:cNvPr>
          <p:cNvSpPr>
            <a:spLocks noGrp="1"/>
          </p:cNvSpPr>
          <p:nvPr>
            <p:ph type="body" sz="quarter" idx="43"/>
          </p:nvPr>
        </p:nvSpPr>
        <p:spPr>
          <a:xfrm>
            <a:off x="740229" y="5989077"/>
            <a:ext cx="5024846" cy="307777"/>
          </a:xfrm>
        </p:spPr>
        <p:txBody>
          <a:bodyPr/>
          <a:lstStyle/>
          <a:p>
            <a:r>
              <a:rPr lang="en-US" dirty="0"/>
              <a:t>Descriptive text or insights can go here, no more than two lines of text for optimal impact… Descriptive text or insights can go here, no more than two lines</a:t>
            </a:r>
            <a:endParaRPr lang="en-ZA" dirty="0"/>
          </a:p>
        </p:txBody>
      </p:sp>
    </p:spTree>
    <p:extLst>
      <p:ext uri="{BB962C8B-B14F-4D97-AF65-F5344CB8AC3E}">
        <p14:creationId xmlns:p14="http://schemas.microsoft.com/office/powerpoint/2010/main" val="4428715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p05.s08">
    <p:spTree>
      <p:nvGrpSpPr>
        <p:cNvPr id="1" name=""/>
        <p:cNvGrpSpPr/>
        <p:nvPr/>
      </p:nvGrpSpPr>
      <p:grpSpPr>
        <a:xfrm>
          <a:off x="0" y="0"/>
          <a:ext cx="0" cy="0"/>
          <a:chOff x="0" y="0"/>
          <a:chExt cx="0" cy="0"/>
        </a:xfrm>
      </p:grpSpPr>
      <p:graphicFrame>
        <p:nvGraphicFramePr>
          <p:cNvPr id="15" name="Chart Placeholder 14">
            <a:extLst>
              <a:ext uri="{FF2B5EF4-FFF2-40B4-BE49-F238E27FC236}">
                <a16:creationId xmlns:a16="http://schemas.microsoft.com/office/drawing/2014/main" id="{A2F131B3-1384-2C31-B62A-C46803265E79}"/>
              </a:ext>
            </a:extLst>
          </p:cNvPr>
          <p:cNvGraphicFramePr>
            <a:graphicFrameLocks noGrp="1"/>
          </p:cNvGraphicFramePr>
          <p:nvPr>
            <p:ph type="chart" sz="quarter" idx="47"/>
            <p:extLst>
              <p:ext uri="{D42A27DB-BD31-4B8C-83A1-F6EECF244321}">
                <p14:modId xmlns:p14="http://schemas.microsoft.com/office/powerpoint/2010/main" val="2865292611"/>
              </p:ext>
            </p:extLst>
          </p:nvPr>
        </p:nvGraphicFramePr>
        <p:xfrm>
          <a:off x="6297613" y="1349375"/>
          <a:ext cx="5341937" cy="418306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Placeholder 11">
            <a:extLst>
              <a:ext uri="{FF2B5EF4-FFF2-40B4-BE49-F238E27FC236}">
                <a16:creationId xmlns:a16="http://schemas.microsoft.com/office/drawing/2014/main" id="{99E81B0E-9213-69CE-D1DB-3243AB369FFA}"/>
              </a:ext>
            </a:extLst>
          </p:cNvPr>
          <p:cNvGraphicFramePr>
            <a:graphicFrameLocks noGrp="1"/>
          </p:cNvGraphicFramePr>
          <p:nvPr>
            <p:ph type="chart" sz="quarter" idx="46"/>
            <p:extLst>
              <p:ext uri="{D42A27DB-BD31-4B8C-83A1-F6EECF244321}">
                <p14:modId xmlns:p14="http://schemas.microsoft.com/office/powerpoint/2010/main" val="3713434237"/>
              </p:ext>
            </p:extLst>
          </p:nvPr>
        </p:nvGraphicFramePr>
        <p:xfrm>
          <a:off x="585788" y="1349375"/>
          <a:ext cx="5341937" cy="4183063"/>
        </p:xfrm>
        <a:graphic>
          <a:graphicData uri="http://schemas.openxmlformats.org/drawingml/2006/chart">
            <c:chart xmlns:c="http://schemas.openxmlformats.org/drawingml/2006/chart" xmlns:r="http://schemas.openxmlformats.org/officeDocument/2006/relationships" r:id="rId3"/>
          </a:graphicData>
        </a:graphic>
      </p:graphicFrame>
      <p:sp>
        <p:nvSpPr>
          <p:cNvPr id="4" name="Title 3">
            <a:extLst>
              <a:ext uri="{FF2B5EF4-FFF2-40B4-BE49-F238E27FC236}">
                <a16:creationId xmlns:a16="http://schemas.microsoft.com/office/drawing/2014/main" id="{036CCE17-AAFE-AA60-4A52-6A3034DA905E}"/>
              </a:ext>
            </a:extLst>
          </p:cNvPr>
          <p:cNvSpPr>
            <a:spLocks noGrp="1"/>
          </p:cNvSpPr>
          <p:nvPr>
            <p:ph type="ctrTitle"/>
          </p:nvPr>
        </p:nvSpPr>
        <p:spPr/>
        <p:txBody>
          <a:bodyPr/>
          <a:lstStyle/>
          <a:p>
            <a:r>
              <a:rPr lang="en-ZA" dirty="0"/>
              <a:t>CLICK HERE TO INSERT ONE LINE HEADING</a:t>
            </a:r>
          </a:p>
        </p:txBody>
      </p:sp>
      <p:sp>
        <p:nvSpPr>
          <p:cNvPr id="5" name="Text Placeholder 4">
            <a:extLst>
              <a:ext uri="{FF2B5EF4-FFF2-40B4-BE49-F238E27FC236}">
                <a16:creationId xmlns:a16="http://schemas.microsoft.com/office/drawing/2014/main" id="{7579B971-5701-DB93-F7D3-4776B0F302EF}"/>
              </a:ext>
            </a:extLst>
          </p:cNvPr>
          <p:cNvSpPr>
            <a:spLocks noGrp="1"/>
          </p:cNvSpPr>
          <p:nvPr>
            <p:ph type="body" sz="quarter" idx="44"/>
          </p:nvPr>
        </p:nvSpPr>
        <p:spPr/>
        <p:txBody>
          <a:bodyPr/>
          <a:lstStyle/>
          <a:p>
            <a:r>
              <a:rPr lang="en-US" dirty="0"/>
              <a:t>Insert descriptor text here. No longer than 1 line maximum. Insert descriptor text here.</a:t>
            </a:r>
            <a:endParaRPr lang="en-ZA" dirty="0"/>
          </a:p>
        </p:txBody>
      </p:sp>
      <p:sp>
        <p:nvSpPr>
          <p:cNvPr id="6" name="Text Placeholder 5">
            <a:extLst>
              <a:ext uri="{FF2B5EF4-FFF2-40B4-BE49-F238E27FC236}">
                <a16:creationId xmlns:a16="http://schemas.microsoft.com/office/drawing/2014/main" id="{7379EE49-256C-14D2-B118-600516EE81BD}"/>
              </a:ext>
            </a:extLst>
          </p:cNvPr>
          <p:cNvSpPr>
            <a:spLocks noGrp="1"/>
          </p:cNvSpPr>
          <p:nvPr>
            <p:ph type="body" sz="quarter" idx="48"/>
          </p:nvPr>
        </p:nvSpPr>
        <p:spPr>
          <a:xfrm>
            <a:off x="587374" y="6285725"/>
            <a:ext cx="11052175" cy="184346"/>
          </a:xfrm>
        </p:spPr>
        <p:txBody>
          <a:bodyPr/>
          <a:lstStyle/>
          <a:p>
            <a:r>
              <a:rPr lang="en-US" dirty="0"/>
              <a:t>* Any notes go here</a:t>
            </a:r>
            <a:endParaRPr lang="en-ZA" dirty="0"/>
          </a:p>
        </p:txBody>
      </p:sp>
      <p:pic>
        <p:nvPicPr>
          <p:cNvPr id="7" name="Graphic 6">
            <a:extLst>
              <a:ext uri="{FF2B5EF4-FFF2-40B4-BE49-F238E27FC236}">
                <a16:creationId xmlns:a16="http://schemas.microsoft.com/office/drawing/2014/main" id="{BBA52173-D13E-7945-ECB0-1BE2C8CD0CC5}"/>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t="32892"/>
          <a:stretch/>
        </p:blipFill>
        <p:spPr>
          <a:xfrm>
            <a:off x="585789" y="6480900"/>
            <a:ext cx="884194" cy="270113"/>
          </a:xfrm>
          <a:prstGeom prst="rect">
            <a:avLst/>
          </a:prstGeom>
        </p:spPr>
      </p:pic>
    </p:spTree>
    <p:extLst>
      <p:ext uri="{BB962C8B-B14F-4D97-AF65-F5344CB8AC3E}">
        <p14:creationId xmlns:p14="http://schemas.microsoft.com/office/powerpoint/2010/main" val="25392126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p05.s09">
    <p:spTree>
      <p:nvGrpSpPr>
        <p:cNvPr id="1" name=""/>
        <p:cNvGrpSpPr/>
        <p:nvPr/>
      </p:nvGrpSpPr>
      <p:grpSpPr>
        <a:xfrm>
          <a:off x="0" y="0"/>
          <a:ext cx="0" cy="0"/>
          <a:chOff x="0" y="0"/>
          <a:chExt cx="0" cy="0"/>
        </a:xfrm>
      </p:grpSpPr>
      <p:graphicFrame>
        <p:nvGraphicFramePr>
          <p:cNvPr id="9" name="Chart Placeholder 8">
            <a:extLst>
              <a:ext uri="{FF2B5EF4-FFF2-40B4-BE49-F238E27FC236}">
                <a16:creationId xmlns:a16="http://schemas.microsoft.com/office/drawing/2014/main" id="{2EF38A32-A6EA-629A-0871-024F5AD62788}"/>
              </a:ext>
            </a:extLst>
          </p:cNvPr>
          <p:cNvGraphicFramePr>
            <a:graphicFrameLocks noGrp="1"/>
          </p:cNvGraphicFramePr>
          <p:nvPr>
            <p:ph type="chart" sz="quarter" idx="47"/>
            <p:extLst>
              <p:ext uri="{D42A27DB-BD31-4B8C-83A1-F6EECF244321}">
                <p14:modId xmlns:p14="http://schemas.microsoft.com/office/powerpoint/2010/main" val="3560377662"/>
              </p:ext>
            </p:extLst>
          </p:nvPr>
        </p:nvGraphicFramePr>
        <p:xfrm>
          <a:off x="4022725" y="2146130"/>
          <a:ext cx="7616825" cy="429912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8AAAB2D0-F179-9FD4-941C-D0E52FCD2194}"/>
              </a:ext>
            </a:extLst>
          </p:cNvPr>
          <p:cNvSpPr>
            <a:spLocks noGrp="1"/>
          </p:cNvSpPr>
          <p:nvPr>
            <p:ph type="body" sz="quarter" idx="39"/>
          </p:nvPr>
        </p:nvSpPr>
        <p:spPr>
          <a:xfrm>
            <a:off x="588165" y="1411009"/>
            <a:ext cx="11051372" cy="390684"/>
          </a:xfrm>
        </p:spPr>
        <p:txBody>
          <a:bodyPr/>
          <a:lstStyle/>
          <a:p>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4" name="Title 3">
            <a:extLst>
              <a:ext uri="{FF2B5EF4-FFF2-40B4-BE49-F238E27FC236}">
                <a16:creationId xmlns:a16="http://schemas.microsoft.com/office/drawing/2014/main" id="{A93882C5-E52E-EEC1-C0EA-3D30B6B8D26E}"/>
              </a:ext>
            </a:extLst>
          </p:cNvPr>
          <p:cNvSpPr>
            <a:spLocks noGrp="1"/>
          </p:cNvSpPr>
          <p:nvPr>
            <p:ph type="ctrTitle"/>
          </p:nvPr>
        </p:nvSpPr>
        <p:spPr/>
        <p:txBody>
          <a:bodyPr/>
          <a:lstStyle/>
          <a:p>
            <a:r>
              <a:rPr lang="en-ZA" dirty="0"/>
              <a:t>CLICK HERE TO INSERT ONE LINE HEADING</a:t>
            </a:r>
          </a:p>
        </p:txBody>
      </p:sp>
      <p:sp>
        <p:nvSpPr>
          <p:cNvPr id="5" name="Text Placeholder 4">
            <a:extLst>
              <a:ext uri="{FF2B5EF4-FFF2-40B4-BE49-F238E27FC236}">
                <a16:creationId xmlns:a16="http://schemas.microsoft.com/office/drawing/2014/main" id="{432A4471-F7E0-B0EC-0AA2-002FC20B7D69}"/>
              </a:ext>
            </a:extLst>
          </p:cNvPr>
          <p:cNvSpPr>
            <a:spLocks noGrp="1"/>
          </p:cNvSpPr>
          <p:nvPr>
            <p:ph type="body" sz="quarter" idx="38"/>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pPr marL="0" indent="0">
              <a:buNone/>
            </a:pPr>
            <a:endParaRPr lang="en-US" dirty="0">
              <a:solidFill>
                <a:schemeClr val="accent5">
                  <a:lumMod val="50000"/>
                </a:schemeClr>
              </a:solidFill>
            </a:endParaRPr>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p:txBody>
      </p:sp>
      <p:sp>
        <p:nvSpPr>
          <p:cNvPr id="6" name="Text Placeholder 5">
            <a:extLst>
              <a:ext uri="{FF2B5EF4-FFF2-40B4-BE49-F238E27FC236}">
                <a16:creationId xmlns:a16="http://schemas.microsoft.com/office/drawing/2014/main" id="{1ED1F253-87C9-3735-8BB3-98C6CAF82BDE}"/>
              </a:ext>
            </a:extLst>
          </p:cNvPr>
          <p:cNvSpPr>
            <a:spLocks noGrp="1"/>
          </p:cNvSpPr>
          <p:nvPr>
            <p:ph type="body" sz="quarter" idx="40"/>
          </p:nvPr>
        </p:nvSpPr>
        <p:spPr/>
        <p:txBody>
          <a:bodyPr/>
          <a:lstStyle/>
          <a:p>
            <a:r>
              <a:rPr lang="en-US" dirty="0"/>
              <a:t>Click to edit short sub-heading</a:t>
            </a:r>
            <a:endParaRPr lang="en-ZA" dirty="0"/>
          </a:p>
        </p:txBody>
      </p:sp>
    </p:spTree>
    <p:extLst>
      <p:ext uri="{BB962C8B-B14F-4D97-AF65-F5344CB8AC3E}">
        <p14:creationId xmlns:p14="http://schemas.microsoft.com/office/powerpoint/2010/main" val="275010456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p05.s10">
    <p:spTree>
      <p:nvGrpSpPr>
        <p:cNvPr id="1" name=""/>
        <p:cNvGrpSpPr/>
        <p:nvPr/>
      </p:nvGrpSpPr>
      <p:grpSpPr>
        <a:xfrm>
          <a:off x="0" y="0"/>
          <a:ext cx="0" cy="0"/>
          <a:chOff x="0" y="0"/>
          <a:chExt cx="0" cy="0"/>
        </a:xfrm>
      </p:grpSpPr>
      <p:graphicFrame>
        <p:nvGraphicFramePr>
          <p:cNvPr id="8" name="Chart Placeholder 7">
            <a:extLst>
              <a:ext uri="{FF2B5EF4-FFF2-40B4-BE49-F238E27FC236}">
                <a16:creationId xmlns:a16="http://schemas.microsoft.com/office/drawing/2014/main" id="{F47A6372-3AFD-0523-246B-B3B01B03C902}"/>
              </a:ext>
            </a:extLst>
          </p:cNvPr>
          <p:cNvGraphicFramePr>
            <a:graphicFrameLocks noGrp="1"/>
          </p:cNvGraphicFramePr>
          <p:nvPr>
            <p:ph type="chart" sz="quarter" idx="47"/>
            <p:extLst>
              <p:ext uri="{D42A27DB-BD31-4B8C-83A1-F6EECF244321}">
                <p14:modId xmlns:p14="http://schemas.microsoft.com/office/powerpoint/2010/main" val="3313754746"/>
              </p:ext>
            </p:extLst>
          </p:nvPr>
        </p:nvGraphicFramePr>
        <p:xfrm>
          <a:off x="4022725" y="1449388"/>
          <a:ext cx="7616825" cy="4995862"/>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B6276506-B32B-9CB1-D248-F44132644CE2}"/>
              </a:ext>
            </a:extLst>
          </p:cNvPr>
          <p:cNvSpPr>
            <a:spLocks noGrp="1"/>
          </p:cNvSpPr>
          <p:nvPr>
            <p:ph type="body" sz="quarter" idx="38"/>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pPr marL="0" indent="0">
              <a:buNone/>
            </a:pPr>
            <a:endParaRPr lang="en-US" dirty="0">
              <a:solidFill>
                <a:schemeClr val="accent5">
                  <a:lumMod val="50000"/>
                </a:schemeClr>
              </a:solidFill>
            </a:endParaRPr>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p:txBody>
      </p:sp>
      <p:sp>
        <p:nvSpPr>
          <p:cNvPr id="4" name="Text Placeholder 3">
            <a:extLst>
              <a:ext uri="{FF2B5EF4-FFF2-40B4-BE49-F238E27FC236}">
                <a16:creationId xmlns:a16="http://schemas.microsoft.com/office/drawing/2014/main" id="{41C2E1B1-2D5B-E350-8A7C-1770E25DD0D4}"/>
              </a:ext>
            </a:extLst>
          </p:cNvPr>
          <p:cNvSpPr>
            <a:spLocks noGrp="1"/>
          </p:cNvSpPr>
          <p:nvPr>
            <p:ph type="body" sz="quarter" idx="40"/>
          </p:nvPr>
        </p:nvSpPr>
        <p:spPr>
          <a:xfrm>
            <a:off x="588167" y="1411009"/>
            <a:ext cx="3086849" cy="185500"/>
          </a:xfrm>
        </p:spPr>
        <p:txBody>
          <a:bodyPr/>
          <a:lstStyle/>
          <a:p>
            <a:r>
              <a:rPr lang="en-US" dirty="0"/>
              <a:t>Click to edit short sub-heading</a:t>
            </a:r>
            <a:endParaRPr lang="en-ZA" dirty="0"/>
          </a:p>
        </p:txBody>
      </p:sp>
      <p:sp>
        <p:nvSpPr>
          <p:cNvPr id="5" name="Title 4">
            <a:extLst>
              <a:ext uri="{FF2B5EF4-FFF2-40B4-BE49-F238E27FC236}">
                <a16:creationId xmlns:a16="http://schemas.microsoft.com/office/drawing/2014/main" id="{4F2BD58B-69BD-9ED8-1168-07985AD19942}"/>
              </a:ext>
            </a:extLst>
          </p:cNvPr>
          <p:cNvSpPr>
            <a:spLocks noGrp="1"/>
          </p:cNvSpPr>
          <p:nvPr>
            <p:ph type="ctrTitle"/>
          </p:nvPr>
        </p:nvSpPr>
        <p:spPr/>
        <p:txBody>
          <a:bodyPr/>
          <a:lstStyle/>
          <a:p>
            <a:r>
              <a:rPr lang="en-ZA" dirty="0"/>
              <a:t>CLICK HERE TO INSERT ONE LINE HEADING</a:t>
            </a:r>
          </a:p>
        </p:txBody>
      </p:sp>
    </p:spTree>
    <p:extLst>
      <p:ext uri="{BB962C8B-B14F-4D97-AF65-F5344CB8AC3E}">
        <p14:creationId xmlns:p14="http://schemas.microsoft.com/office/powerpoint/2010/main" val="11128757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p05.s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3EB5-1CE3-60DF-9397-4B1904884633}"/>
              </a:ext>
            </a:extLst>
          </p:cNvPr>
          <p:cNvSpPr>
            <a:spLocks noGrp="1"/>
          </p:cNvSpPr>
          <p:nvPr>
            <p:ph type="ctrTitle"/>
          </p:nvPr>
        </p:nvSpPr>
        <p:spPr/>
        <p:txBody>
          <a:bodyPr/>
          <a:lstStyle/>
          <a:p>
            <a:r>
              <a:rPr lang="en-ZA" dirty="0"/>
              <a:t>CLICK HERE TO INSERT ONE LINE HEADING</a:t>
            </a:r>
          </a:p>
        </p:txBody>
      </p:sp>
      <p:sp>
        <p:nvSpPr>
          <p:cNvPr id="3" name="Text Placeholder 2">
            <a:extLst>
              <a:ext uri="{FF2B5EF4-FFF2-40B4-BE49-F238E27FC236}">
                <a16:creationId xmlns:a16="http://schemas.microsoft.com/office/drawing/2014/main" id="{45D993A1-6766-D618-6027-B2D3257D40AA}"/>
              </a:ext>
            </a:extLst>
          </p:cNvPr>
          <p:cNvSpPr>
            <a:spLocks noGrp="1"/>
          </p:cNvSpPr>
          <p:nvPr>
            <p:ph type="body" sz="quarter" idx="48"/>
          </p:nvPr>
        </p:nvSpPr>
        <p:spPr>
          <a:xfrm>
            <a:off x="588166" y="972641"/>
            <a:ext cx="11051375" cy="214161"/>
          </a:xfrm>
        </p:spPr>
        <p:txBody>
          <a:bodyPr/>
          <a:lstStyle/>
          <a:p>
            <a:r>
              <a:rPr lang="en-ZA" dirty="0"/>
              <a:t>CLICK TO ADD SUB-HEADING</a:t>
            </a:r>
          </a:p>
        </p:txBody>
      </p:sp>
      <p:graphicFrame>
        <p:nvGraphicFramePr>
          <p:cNvPr id="8" name="Chart Placeholder 7">
            <a:extLst>
              <a:ext uri="{FF2B5EF4-FFF2-40B4-BE49-F238E27FC236}">
                <a16:creationId xmlns:a16="http://schemas.microsoft.com/office/drawing/2014/main" id="{3CB75844-6862-B558-276E-0F02CB57645E}"/>
              </a:ext>
            </a:extLst>
          </p:cNvPr>
          <p:cNvGraphicFramePr>
            <a:graphicFrameLocks noGrp="1"/>
          </p:cNvGraphicFramePr>
          <p:nvPr>
            <p:ph type="chart" sz="quarter" idx="47"/>
            <p:extLst>
              <p:ext uri="{D42A27DB-BD31-4B8C-83A1-F6EECF244321}">
                <p14:modId xmlns:p14="http://schemas.microsoft.com/office/powerpoint/2010/main" val="1506662119"/>
              </p:ext>
            </p:extLst>
          </p:nvPr>
        </p:nvGraphicFramePr>
        <p:xfrm>
          <a:off x="4022725" y="1712913"/>
          <a:ext cx="7616825" cy="473233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14EA202E-22D4-75A8-625D-2DAD214E3A9F}"/>
              </a:ext>
            </a:extLst>
          </p:cNvPr>
          <p:cNvSpPr>
            <a:spLocks noGrp="1"/>
          </p:cNvSpPr>
          <p:nvPr>
            <p:ph type="body" sz="quarter" idx="38"/>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pPr marL="0" indent="0">
              <a:buNone/>
            </a:pPr>
            <a:endParaRPr lang="en-ZA" dirty="0"/>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a:p>
            <a:pPr marL="0" indent="0">
              <a:buNone/>
            </a:pPr>
            <a:r>
              <a:rPr lang="en-US" dirty="0">
                <a:solidFill>
                  <a:schemeClr val="accent5">
                    <a:lumMod val="50000"/>
                  </a:schemeClr>
                </a:solidFill>
              </a:rPr>
              <a:t>Click to add your text here. Add your text here. Click to add your text here. Click to add your text here. Add your text here. Click to add your text here. </a:t>
            </a:r>
          </a:p>
          <a:p>
            <a:pPr marL="0" indent="0">
              <a:buNone/>
            </a:pPr>
            <a:endParaRPr lang="en-ZA" dirty="0"/>
          </a:p>
          <a:p>
            <a:pPr marL="357188" indent="0">
              <a:buNone/>
            </a:pPr>
            <a:r>
              <a:rPr lang="en-ZA" b="1" dirty="0">
                <a:solidFill>
                  <a:schemeClr val="accent4"/>
                </a:solidFill>
              </a:rPr>
              <a:t>Heading can go here</a:t>
            </a:r>
          </a:p>
          <a:p>
            <a:pPr marL="357188" indent="0">
              <a:buNone/>
            </a:pPr>
            <a:r>
              <a:rPr lang="en-US" sz="900" dirty="0">
                <a:solidFill>
                  <a:schemeClr val="accent5">
                    <a:lumMod val="50000"/>
                  </a:schemeClr>
                </a:solidFill>
              </a:rPr>
              <a:t>Click to add your text here. Click to add your text here. Click to add your text here. Add your text here. Click to add your text here. </a:t>
            </a:r>
          </a:p>
          <a:p>
            <a:pPr marL="357188" indent="0">
              <a:buNone/>
            </a:pPr>
            <a:r>
              <a:rPr lang="en-US" sz="900" dirty="0">
                <a:solidFill>
                  <a:schemeClr val="accent5">
                    <a:lumMod val="50000"/>
                  </a:schemeClr>
                </a:solidFill>
              </a:rPr>
              <a:t>Click to add your text here. Add your text here. Click to add your text here. Click to add your text here. </a:t>
            </a:r>
          </a:p>
        </p:txBody>
      </p:sp>
    </p:spTree>
    <p:extLst>
      <p:ext uri="{BB962C8B-B14F-4D97-AF65-F5344CB8AC3E}">
        <p14:creationId xmlns:p14="http://schemas.microsoft.com/office/powerpoint/2010/main" val="6854802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p05.s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E4FC4-C065-6C3F-10EB-982753940133}"/>
              </a:ext>
            </a:extLst>
          </p:cNvPr>
          <p:cNvSpPr>
            <a:spLocks noGrp="1"/>
          </p:cNvSpPr>
          <p:nvPr>
            <p:ph type="ctrTitle"/>
          </p:nvPr>
        </p:nvSpPr>
        <p:spPr/>
        <p:txBody>
          <a:bodyPr/>
          <a:lstStyle/>
          <a:p>
            <a:r>
              <a:rPr lang="en-ZA" dirty="0"/>
              <a:t>CLICK HERE TO INSERT ONE LINE HEADING</a:t>
            </a:r>
          </a:p>
        </p:txBody>
      </p:sp>
      <p:sp>
        <p:nvSpPr>
          <p:cNvPr id="3" name="Text Placeholder 2">
            <a:extLst>
              <a:ext uri="{FF2B5EF4-FFF2-40B4-BE49-F238E27FC236}">
                <a16:creationId xmlns:a16="http://schemas.microsoft.com/office/drawing/2014/main" id="{CBA7C4A3-49E2-39F0-5BAE-D4E4E6D2EBCC}"/>
              </a:ext>
            </a:extLst>
          </p:cNvPr>
          <p:cNvSpPr>
            <a:spLocks noGrp="1"/>
          </p:cNvSpPr>
          <p:nvPr>
            <p:ph type="body" sz="quarter" idx="48"/>
          </p:nvPr>
        </p:nvSpPr>
        <p:spPr>
          <a:xfrm>
            <a:off x="588166" y="972641"/>
            <a:ext cx="11051375" cy="214161"/>
          </a:xfrm>
        </p:spPr>
        <p:txBody>
          <a:bodyPr/>
          <a:lstStyle/>
          <a:p>
            <a:r>
              <a:rPr lang="en-ZA" dirty="0"/>
              <a:t>CLICK TO ADD SUB-HEADING</a:t>
            </a:r>
          </a:p>
        </p:txBody>
      </p:sp>
      <p:graphicFrame>
        <p:nvGraphicFramePr>
          <p:cNvPr id="11" name="Chart Placeholder 10">
            <a:extLst>
              <a:ext uri="{FF2B5EF4-FFF2-40B4-BE49-F238E27FC236}">
                <a16:creationId xmlns:a16="http://schemas.microsoft.com/office/drawing/2014/main" id="{683128A6-8645-C38F-441A-C48A3B6E11B1}"/>
              </a:ext>
            </a:extLst>
          </p:cNvPr>
          <p:cNvGraphicFramePr>
            <a:graphicFrameLocks noGrp="1"/>
          </p:cNvGraphicFramePr>
          <p:nvPr>
            <p:ph type="chart" sz="quarter" idx="47"/>
            <p:extLst>
              <p:ext uri="{D42A27DB-BD31-4B8C-83A1-F6EECF244321}">
                <p14:modId xmlns:p14="http://schemas.microsoft.com/office/powerpoint/2010/main" val="575077573"/>
              </p:ext>
            </p:extLst>
          </p:nvPr>
        </p:nvGraphicFramePr>
        <p:xfrm>
          <a:off x="587375" y="1712913"/>
          <a:ext cx="7616825" cy="473233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03F79B74-AD0B-247B-5C5F-72BA7C1D4F8A}"/>
              </a:ext>
            </a:extLst>
          </p:cNvPr>
          <p:cNvSpPr>
            <a:spLocks noGrp="1"/>
          </p:cNvSpPr>
          <p:nvPr>
            <p:ph type="body" sz="quarter" idx="38"/>
          </p:nvPr>
        </p:nvSpPr>
        <p:spPr>
          <a:xfrm>
            <a:off x="8930355" y="2418459"/>
            <a:ext cx="2427006" cy="1548116"/>
          </a:xfrm>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endParaRPr lang="en-ZA" dirty="0">
              <a:solidFill>
                <a:schemeClr val="accent5">
                  <a:lumMod val="50000"/>
                </a:schemeClr>
              </a:solidFill>
            </a:endParaRPr>
          </a:p>
          <a:p>
            <a:r>
              <a:rPr lang="en-US" dirty="0">
                <a:solidFill>
                  <a:schemeClr val="accent5">
                    <a:lumMod val="50000"/>
                  </a:schemeClr>
                </a:solidFill>
              </a:rPr>
              <a:t>Click to add your text here. Add your text here. Click to add your text here</a:t>
            </a:r>
          </a:p>
        </p:txBody>
      </p:sp>
      <p:sp>
        <p:nvSpPr>
          <p:cNvPr id="6" name="Text Placeholder 5">
            <a:extLst>
              <a:ext uri="{FF2B5EF4-FFF2-40B4-BE49-F238E27FC236}">
                <a16:creationId xmlns:a16="http://schemas.microsoft.com/office/drawing/2014/main" id="{DEA8702C-5D7F-E004-A4BA-11515490D814}"/>
              </a:ext>
            </a:extLst>
          </p:cNvPr>
          <p:cNvSpPr>
            <a:spLocks noGrp="1"/>
          </p:cNvSpPr>
          <p:nvPr>
            <p:ph type="body" sz="quarter" idx="40"/>
          </p:nvPr>
        </p:nvSpPr>
        <p:spPr/>
        <p:txBody>
          <a:bodyPr/>
          <a:lstStyle/>
          <a:p>
            <a:r>
              <a:rPr lang="en-US" dirty="0"/>
              <a:t>KEY TAKEAWAYS</a:t>
            </a:r>
            <a:endParaRPr lang="en-ZA" dirty="0"/>
          </a:p>
        </p:txBody>
      </p:sp>
      <p:sp>
        <p:nvSpPr>
          <p:cNvPr id="7" name="Text Placeholder 6">
            <a:extLst>
              <a:ext uri="{FF2B5EF4-FFF2-40B4-BE49-F238E27FC236}">
                <a16:creationId xmlns:a16="http://schemas.microsoft.com/office/drawing/2014/main" id="{5C891654-3449-CE9B-7E92-C236E48F6DC4}"/>
              </a:ext>
            </a:extLst>
          </p:cNvPr>
          <p:cNvSpPr>
            <a:spLocks noGrp="1"/>
          </p:cNvSpPr>
          <p:nvPr>
            <p:ph type="body" sz="quarter" idx="49"/>
          </p:nvPr>
        </p:nvSpPr>
        <p:spPr>
          <a:xfrm>
            <a:off x="9290615" y="4705648"/>
            <a:ext cx="2348921" cy="461665"/>
          </a:xfrm>
        </p:spPr>
        <p:txBody>
          <a:bodyPr/>
          <a:lstStyle/>
          <a:p>
            <a:r>
              <a:rPr lang="en-US" dirty="0"/>
              <a:t>Short Graph descriptor goes here… Short Graph descriptor goes here… Short Graph descriptor goes here… </a:t>
            </a:r>
            <a:endParaRPr lang="en-ZA" dirty="0"/>
          </a:p>
        </p:txBody>
      </p:sp>
      <p:sp>
        <p:nvSpPr>
          <p:cNvPr id="8" name="Text Placeholder 7">
            <a:extLst>
              <a:ext uri="{FF2B5EF4-FFF2-40B4-BE49-F238E27FC236}">
                <a16:creationId xmlns:a16="http://schemas.microsoft.com/office/drawing/2014/main" id="{0EE01059-2969-AE7C-D2ED-B9F9A678587C}"/>
              </a:ext>
            </a:extLst>
          </p:cNvPr>
          <p:cNvSpPr>
            <a:spLocks noGrp="1"/>
          </p:cNvSpPr>
          <p:nvPr>
            <p:ph type="body" sz="quarter" idx="50"/>
          </p:nvPr>
        </p:nvSpPr>
        <p:spPr>
          <a:xfrm>
            <a:off x="9290145" y="5625818"/>
            <a:ext cx="2348921" cy="461665"/>
          </a:xfrm>
        </p:spPr>
        <p:txBody>
          <a:bodyPr/>
          <a:lstStyle/>
          <a:p>
            <a:r>
              <a:rPr lang="en-US" dirty="0"/>
              <a:t>Short Graph descriptor goes here… Short Graph descriptor goes here… Short Graph descriptor goes here… </a:t>
            </a:r>
            <a:endParaRPr lang="en-ZA" dirty="0"/>
          </a:p>
        </p:txBody>
      </p:sp>
    </p:spTree>
    <p:extLst>
      <p:ext uri="{BB962C8B-B14F-4D97-AF65-F5344CB8AC3E}">
        <p14:creationId xmlns:p14="http://schemas.microsoft.com/office/powerpoint/2010/main" val="19106591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p05.s13">
    <p:spTree>
      <p:nvGrpSpPr>
        <p:cNvPr id="1" name=""/>
        <p:cNvGrpSpPr/>
        <p:nvPr/>
      </p:nvGrpSpPr>
      <p:grpSpPr>
        <a:xfrm>
          <a:off x="0" y="0"/>
          <a:ext cx="0" cy="0"/>
          <a:chOff x="0" y="0"/>
          <a:chExt cx="0" cy="0"/>
        </a:xfrm>
      </p:grpSpPr>
      <p:graphicFrame>
        <p:nvGraphicFramePr>
          <p:cNvPr id="11" name="Chart Placeholder 10">
            <a:extLst>
              <a:ext uri="{FF2B5EF4-FFF2-40B4-BE49-F238E27FC236}">
                <a16:creationId xmlns:a16="http://schemas.microsoft.com/office/drawing/2014/main" id="{6DD45C75-B9BB-D545-9C98-2AFF7A527C11}"/>
              </a:ext>
            </a:extLst>
          </p:cNvPr>
          <p:cNvGraphicFramePr>
            <a:graphicFrameLocks noGrp="1"/>
          </p:cNvGraphicFramePr>
          <p:nvPr>
            <p:ph type="chart" sz="quarter" idx="47"/>
            <p:extLst>
              <p:ext uri="{D42A27DB-BD31-4B8C-83A1-F6EECF244321}">
                <p14:modId xmlns:p14="http://schemas.microsoft.com/office/powerpoint/2010/main" val="4191877151"/>
              </p:ext>
            </p:extLst>
          </p:nvPr>
        </p:nvGraphicFramePr>
        <p:xfrm>
          <a:off x="587375" y="2125663"/>
          <a:ext cx="11052175" cy="4319587"/>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3D6C2A81-FE13-378D-31E1-6179214E3D28}"/>
              </a:ext>
            </a:extLst>
          </p:cNvPr>
          <p:cNvSpPr>
            <a:spLocks noGrp="1"/>
          </p:cNvSpPr>
          <p:nvPr>
            <p:ph type="body" sz="quarter" idx="39"/>
          </p:nvPr>
        </p:nvSpPr>
        <p:spPr>
          <a:xfrm>
            <a:off x="588165" y="1411009"/>
            <a:ext cx="11051372" cy="390684"/>
          </a:xfrm>
        </p:spPr>
        <p:txBody>
          <a:bodyPr/>
          <a:lstStyle/>
          <a:p>
            <a:r>
              <a:rPr lang="en-GB" noProof="0" dirty="0"/>
              <a:t>Introductory text goes here. No longer than 2 lines maximum. Introductory text goes here. No longer than 2 lines maximum. Introductory text goes here. No longer than 2 lines maximum. Introductory text goes here. No longer than 2 lines maximum.</a:t>
            </a:r>
          </a:p>
        </p:txBody>
      </p:sp>
      <p:sp>
        <p:nvSpPr>
          <p:cNvPr id="4" name="Title 3">
            <a:extLst>
              <a:ext uri="{FF2B5EF4-FFF2-40B4-BE49-F238E27FC236}">
                <a16:creationId xmlns:a16="http://schemas.microsoft.com/office/drawing/2014/main" id="{F271433B-C515-7A36-FDB6-DD8BE6AE493E}"/>
              </a:ext>
            </a:extLst>
          </p:cNvPr>
          <p:cNvSpPr>
            <a:spLocks noGrp="1"/>
          </p:cNvSpPr>
          <p:nvPr>
            <p:ph type="ctrTitle"/>
          </p:nvPr>
        </p:nvSpPr>
        <p:spPr/>
        <p:txBody>
          <a:bodyPr/>
          <a:lstStyle/>
          <a:p>
            <a:r>
              <a:rPr lang="en-ZA" dirty="0"/>
              <a:t>CLICK HERE TO INSERT ONE LINE HEADING</a:t>
            </a:r>
          </a:p>
        </p:txBody>
      </p:sp>
    </p:spTree>
    <p:extLst>
      <p:ext uri="{BB962C8B-B14F-4D97-AF65-F5344CB8AC3E}">
        <p14:creationId xmlns:p14="http://schemas.microsoft.com/office/powerpoint/2010/main" val="8029682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p05.s14">
    <p:spTree>
      <p:nvGrpSpPr>
        <p:cNvPr id="1" name=""/>
        <p:cNvGrpSpPr/>
        <p:nvPr/>
      </p:nvGrpSpPr>
      <p:grpSpPr>
        <a:xfrm>
          <a:off x="0" y="0"/>
          <a:ext cx="0" cy="0"/>
          <a:chOff x="0" y="0"/>
          <a:chExt cx="0" cy="0"/>
        </a:xfrm>
      </p:grpSpPr>
      <p:graphicFrame>
        <p:nvGraphicFramePr>
          <p:cNvPr id="7" name="Chart Placeholder 6">
            <a:extLst>
              <a:ext uri="{FF2B5EF4-FFF2-40B4-BE49-F238E27FC236}">
                <a16:creationId xmlns:a16="http://schemas.microsoft.com/office/drawing/2014/main" id="{2198A3E0-E03C-19D1-BA97-ED006D655A65}"/>
              </a:ext>
            </a:extLst>
          </p:cNvPr>
          <p:cNvGraphicFramePr>
            <a:graphicFrameLocks noGrp="1"/>
          </p:cNvGraphicFramePr>
          <p:nvPr>
            <p:ph type="chart" sz="quarter" idx="47"/>
            <p:extLst>
              <p:ext uri="{D42A27DB-BD31-4B8C-83A1-F6EECF244321}">
                <p14:modId xmlns:p14="http://schemas.microsoft.com/office/powerpoint/2010/main" val="1710158043"/>
              </p:ext>
            </p:extLst>
          </p:nvPr>
        </p:nvGraphicFramePr>
        <p:xfrm>
          <a:off x="552450" y="1654175"/>
          <a:ext cx="11087100" cy="4791075"/>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2">
            <a:extLst>
              <a:ext uri="{FF2B5EF4-FFF2-40B4-BE49-F238E27FC236}">
                <a16:creationId xmlns:a16="http://schemas.microsoft.com/office/drawing/2014/main" id="{DCEB09BA-C0DD-1990-E134-38EF2D75CB60}"/>
              </a:ext>
            </a:extLst>
          </p:cNvPr>
          <p:cNvSpPr>
            <a:spLocks noGrp="1"/>
          </p:cNvSpPr>
          <p:nvPr>
            <p:ph type="ctrTitle"/>
          </p:nvPr>
        </p:nvSpPr>
        <p:spPr/>
        <p:txBody>
          <a:bodyPr/>
          <a:lstStyle/>
          <a:p>
            <a:r>
              <a:rPr lang="en-ZA" dirty="0"/>
              <a:t>CLICK HERE TO INSERT ONE LINE HEADING</a:t>
            </a:r>
          </a:p>
        </p:txBody>
      </p:sp>
      <p:sp>
        <p:nvSpPr>
          <p:cNvPr id="4" name="Text Placeholder 3">
            <a:extLst>
              <a:ext uri="{FF2B5EF4-FFF2-40B4-BE49-F238E27FC236}">
                <a16:creationId xmlns:a16="http://schemas.microsoft.com/office/drawing/2014/main" id="{6D2277D4-5295-39E9-F43E-AF5423A34CE8}"/>
              </a:ext>
            </a:extLst>
          </p:cNvPr>
          <p:cNvSpPr>
            <a:spLocks noGrp="1"/>
          </p:cNvSpPr>
          <p:nvPr>
            <p:ph type="body" sz="quarter" idx="40"/>
          </p:nvPr>
        </p:nvSpPr>
        <p:spPr>
          <a:xfrm>
            <a:off x="588166" y="972641"/>
            <a:ext cx="11051375" cy="214161"/>
          </a:xfrm>
        </p:spPr>
        <p:txBody>
          <a:bodyPr/>
          <a:lstStyle/>
          <a:p>
            <a:r>
              <a:rPr lang="en-ZA" dirty="0"/>
              <a:t>CLICK TO ADD SUB-HEADING</a:t>
            </a:r>
          </a:p>
        </p:txBody>
      </p:sp>
    </p:spTree>
    <p:extLst>
      <p:ext uri="{BB962C8B-B14F-4D97-AF65-F5344CB8AC3E}">
        <p14:creationId xmlns:p14="http://schemas.microsoft.com/office/powerpoint/2010/main" val="21275627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p05.s15">
    <p:spTree>
      <p:nvGrpSpPr>
        <p:cNvPr id="1" name=""/>
        <p:cNvGrpSpPr/>
        <p:nvPr/>
      </p:nvGrpSpPr>
      <p:grpSpPr>
        <a:xfrm>
          <a:off x="0" y="0"/>
          <a:ext cx="0" cy="0"/>
          <a:chOff x="0" y="0"/>
          <a:chExt cx="0" cy="0"/>
        </a:xfrm>
      </p:grpSpPr>
      <p:graphicFrame>
        <p:nvGraphicFramePr>
          <p:cNvPr id="17" name="Chart Placeholder 16">
            <a:extLst>
              <a:ext uri="{FF2B5EF4-FFF2-40B4-BE49-F238E27FC236}">
                <a16:creationId xmlns:a16="http://schemas.microsoft.com/office/drawing/2014/main" id="{6EFCC568-69DF-CD5D-4C48-A937B38EEAE8}"/>
              </a:ext>
            </a:extLst>
          </p:cNvPr>
          <p:cNvGraphicFramePr>
            <a:graphicFrameLocks noGrp="1"/>
          </p:cNvGraphicFramePr>
          <p:nvPr>
            <p:ph type="chart" sz="quarter" idx="47"/>
            <p:extLst>
              <p:ext uri="{D42A27DB-BD31-4B8C-83A1-F6EECF244321}">
                <p14:modId xmlns:p14="http://schemas.microsoft.com/office/powerpoint/2010/main" val="2697372095"/>
              </p:ext>
            </p:extLst>
          </p:nvPr>
        </p:nvGraphicFramePr>
        <p:xfrm>
          <a:off x="587375" y="2271713"/>
          <a:ext cx="5341938" cy="41735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Placeholder 19">
            <a:extLst>
              <a:ext uri="{FF2B5EF4-FFF2-40B4-BE49-F238E27FC236}">
                <a16:creationId xmlns:a16="http://schemas.microsoft.com/office/drawing/2014/main" id="{5BDC3318-1668-B906-6D95-18D11E5A1420}"/>
              </a:ext>
            </a:extLst>
          </p:cNvPr>
          <p:cNvGraphicFramePr>
            <a:graphicFrameLocks noGrp="1"/>
          </p:cNvGraphicFramePr>
          <p:nvPr>
            <p:ph type="chart" sz="quarter" idx="48"/>
            <p:extLst>
              <p:ext uri="{D42A27DB-BD31-4B8C-83A1-F6EECF244321}">
                <p14:modId xmlns:p14="http://schemas.microsoft.com/office/powerpoint/2010/main" val="1607799772"/>
              </p:ext>
            </p:extLst>
          </p:nvPr>
        </p:nvGraphicFramePr>
        <p:xfrm>
          <a:off x="6297613" y="2271713"/>
          <a:ext cx="5341937" cy="4173537"/>
        </p:xfrm>
        <a:graphic>
          <a:graphicData uri="http://schemas.openxmlformats.org/drawingml/2006/chart">
            <c:chart xmlns:c="http://schemas.openxmlformats.org/drawingml/2006/chart" xmlns:r="http://schemas.openxmlformats.org/officeDocument/2006/relationships" r:id="rId3"/>
          </a:graphicData>
        </a:graphic>
      </p:graphicFrame>
      <p:sp>
        <p:nvSpPr>
          <p:cNvPr id="4" name="Title 3">
            <a:extLst>
              <a:ext uri="{FF2B5EF4-FFF2-40B4-BE49-F238E27FC236}">
                <a16:creationId xmlns:a16="http://schemas.microsoft.com/office/drawing/2014/main" id="{1BD28066-45BD-6729-08A0-CE50E8ECFB46}"/>
              </a:ext>
            </a:extLst>
          </p:cNvPr>
          <p:cNvSpPr>
            <a:spLocks noGrp="1"/>
          </p:cNvSpPr>
          <p:nvPr>
            <p:ph type="ctrTitle"/>
          </p:nvPr>
        </p:nvSpPr>
        <p:spPr/>
        <p:txBody>
          <a:bodyPr/>
          <a:lstStyle/>
          <a:p>
            <a:r>
              <a:rPr lang="en-ZA" dirty="0"/>
              <a:t>CLICK HERE TO INSERT ONE LINE HEADING</a:t>
            </a:r>
          </a:p>
        </p:txBody>
      </p:sp>
      <p:sp>
        <p:nvSpPr>
          <p:cNvPr id="5" name="Text Placeholder 4">
            <a:extLst>
              <a:ext uri="{FF2B5EF4-FFF2-40B4-BE49-F238E27FC236}">
                <a16:creationId xmlns:a16="http://schemas.microsoft.com/office/drawing/2014/main" id="{F1C6E849-9490-A8AD-629C-8FD8704AD3C1}"/>
              </a:ext>
            </a:extLst>
          </p:cNvPr>
          <p:cNvSpPr>
            <a:spLocks noGrp="1"/>
          </p:cNvSpPr>
          <p:nvPr>
            <p:ph type="body" sz="quarter" idx="44"/>
          </p:nvPr>
        </p:nvSpPr>
        <p:spPr/>
        <p:txBody>
          <a:bodyPr/>
          <a:lstStyle/>
          <a:p>
            <a:r>
              <a:rPr lang="en-GB" noProof="0" dirty="0"/>
              <a:t>Introductory text goes here. No longer than 2 lines maximum. Text goes here. No longer than 2 lines maximum. Text goes here. No longer than 2 lines maximum. Introductory text goes here. No longer than 2 lines maximum.</a:t>
            </a:r>
          </a:p>
        </p:txBody>
      </p:sp>
    </p:spTree>
    <p:extLst>
      <p:ext uri="{BB962C8B-B14F-4D97-AF65-F5344CB8AC3E}">
        <p14:creationId xmlns:p14="http://schemas.microsoft.com/office/powerpoint/2010/main" val="112417749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p06.s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8A6F-F5DB-B688-4480-09173C8C3CB3}"/>
              </a:ext>
            </a:extLst>
          </p:cNvPr>
          <p:cNvSpPr>
            <a:spLocks noGrp="1"/>
          </p:cNvSpPr>
          <p:nvPr>
            <p:ph type="ctrTitle"/>
          </p:nvPr>
        </p:nvSpPr>
        <p:spPr/>
        <p:txBody>
          <a:bodyPr/>
          <a:lstStyle/>
          <a:p>
            <a:r>
              <a:rPr lang="en-US" dirty="0"/>
              <a:t>HEADING GOES HERE</a:t>
            </a:r>
            <a:endParaRPr lang="en-ZA" dirty="0"/>
          </a:p>
        </p:txBody>
      </p:sp>
      <p:sp>
        <p:nvSpPr>
          <p:cNvPr id="3" name="Text Placeholder 2">
            <a:extLst>
              <a:ext uri="{FF2B5EF4-FFF2-40B4-BE49-F238E27FC236}">
                <a16:creationId xmlns:a16="http://schemas.microsoft.com/office/drawing/2014/main" id="{2D300497-5944-C259-0135-7F98EA7C56C6}"/>
              </a:ext>
            </a:extLst>
          </p:cNvPr>
          <p:cNvSpPr>
            <a:spLocks noGrp="1"/>
          </p:cNvSpPr>
          <p:nvPr>
            <p:ph type="body" sz="quarter" idx="40"/>
          </p:nvPr>
        </p:nvSpPr>
        <p:spPr/>
        <p:txBody>
          <a:bodyPr/>
          <a:lstStyle/>
          <a:p>
            <a:r>
              <a:rPr lang="en-US" dirty="0"/>
              <a:t>SUB-HEADING GOES HERE</a:t>
            </a:r>
            <a:endParaRPr lang="en-ZA" dirty="0"/>
          </a:p>
        </p:txBody>
      </p:sp>
      <p:sp>
        <p:nvSpPr>
          <p:cNvPr id="4" name="Text Placeholder 3">
            <a:extLst>
              <a:ext uri="{FF2B5EF4-FFF2-40B4-BE49-F238E27FC236}">
                <a16:creationId xmlns:a16="http://schemas.microsoft.com/office/drawing/2014/main" id="{C290E9E9-31D8-61BB-A603-593604D0CA67}"/>
              </a:ext>
            </a:extLst>
          </p:cNvPr>
          <p:cNvSpPr>
            <a:spLocks noGrp="1"/>
          </p:cNvSpPr>
          <p:nvPr>
            <p:ph type="body" sz="quarter" idx="59"/>
          </p:nvPr>
        </p:nvSpPr>
        <p:spPr>
          <a:xfrm>
            <a:off x="775056" y="4031562"/>
            <a:ext cx="2307365" cy="457048"/>
          </a:xfrm>
        </p:spPr>
        <p:txBody>
          <a:bodyPr/>
          <a:lstStyle/>
          <a:p>
            <a:r>
              <a:rPr lang="en-US" dirty="0"/>
              <a:t>Add introductory text here under the heading of this info bucket… This can be more than two lines.</a:t>
            </a:r>
            <a:endParaRPr lang="en-ZA" dirty="0"/>
          </a:p>
        </p:txBody>
      </p:sp>
      <p:sp>
        <p:nvSpPr>
          <p:cNvPr id="5" name="Text Placeholder 4">
            <a:extLst>
              <a:ext uri="{FF2B5EF4-FFF2-40B4-BE49-F238E27FC236}">
                <a16:creationId xmlns:a16="http://schemas.microsoft.com/office/drawing/2014/main" id="{D1DCEDB4-DE7D-683E-1CFA-DE80A542C79A}"/>
              </a:ext>
            </a:extLst>
          </p:cNvPr>
          <p:cNvSpPr>
            <a:spLocks noGrp="1"/>
          </p:cNvSpPr>
          <p:nvPr>
            <p:ph type="body" sz="quarter" idx="49"/>
          </p:nvPr>
        </p:nvSpPr>
        <p:spPr>
          <a:xfrm>
            <a:off x="775056" y="3261024"/>
            <a:ext cx="2307365" cy="359073"/>
          </a:xfrm>
        </p:spPr>
        <p:txBody>
          <a:bodyPr/>
          <a:lstStyle/>
          <a:p>
            <a:r>
              <a:rPr lang="en-US" dirty="0"/>
              <a:t>ADD AND EDIT HEADING HERE OVER TWO LINES</a:t>
            </a:r>
            <a:endParaRPr lang="en-ZA" dirty="0"/>
          </a:p>
        </p:txBody>
      </p:sp>
      <p:sp>
        <p:nvSpPr>
          <p:cNvPr id="6" name="Text Placeholder 5">
            <a:extLst>
              <a:ext uri="{FF2B5EF4-FFF2-40B4-BE49-F238E27FC236}">
                <a16:creationId xmlns:a16="http://schemas.microsoft.com/office/drawing/2014/main" id="{3382D7B2-0A68-2355-C388-F55F15554256}"/>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7" name="Text Placeholder 6">
            <a:extLst>
              <a:ext uri="{FF2B5EF4-FFF2-40B4-BE49-F238E27FC236}">
                <a16:creationId xmlns:a16="http://schemas.microsoft.com/office/drawing/2014/main" id="{534DD249-200D-2F15-6312-98FE72063821}"/>
              </a:ext>
            </a:extLst>
          </p:cNvPr>
          <p:cNvSpPr>
            <a:spLocks noGrp="1"/>
          </p:cNvSpPr>
          <p:nvPr>
            <p:ph type="body" sz="quarter" idx="3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a:p>
            <a:r>
              <a:rPr lang="en-ZA" dirty="0"/>
              <a:t>Click to edit your bullet point here</a:t>
            </a:r>
          </a:p>
        </p:txBody>
      </p:sp>
      <p:sp>
        <p:nvSpPr>
          <p:cNvPr id="8" name="Text Placeholder 7">
            <a:extLst>
              <a:ext uri="{FF2B5EF4-FFF2-40B4-BE49-F238E27FC236}">
                <a16:creationId xmlns:a16="http://schemas.microsoft.com/office/drawing/2014/main" id="{E80D103F-B101-49F0-CE49-EDA94ADEFB27}"/>
              </a:ext>
            </a:extLst>
          </p:cNvPr>
          <p:cNvSpPr>
            <a:spLocks noGrp="1"/>
          </p:cNvSpPr>
          <p:nvPr>
            <p:ph type="body" sz="quarter" idx="60"/>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a:p>
            <a:r>
              <a:rPr lang="en-ZA" dirty="0"/>
              <a:t>Click to edit your bullet point here</a:t>
            </a:r>
          </a:p>
        </p:txBody>
      </p:sp>
      <p:sp>
        <p:nvSpPr>
          <p:cNvPr id="9" name="Text Placeholder 8">
            <a:extLst>
              <a:ext uri="{FF2B5EF4-FFF2-40B4-BE49-F238E27FC236}">
                <a16:creationId xmlns:a16="http://schemas.microsoft.com/office/drawing/2014/main" id="{681C318A-E1CC-61B1-3BCE-85C47A8DAC78}"/>
              </a:ext>
            </a:extLst>
          </p:cNvPr>
          <p:cNvSpPr>
            <a:spLocks noGrp="1"/>
          </p:cNvSpPr>
          <p:nvPr>
            <p:ph type="body" sz="quarter" idx="61"/>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a:p>
            <a:r>
              <a:rPr lang="en-ZA" dirty="0"/>
              <a:t>Click to edit your bullet point here</a:t>
            </a:r>
          </a:p>
        </p:txBody>
      </p:sp>
      <p:sp>
        <p:nvSpPr>
          <p:cNvPr id="10" name="Text Placeholder 9">
            <a:extLst>
              <a:ext uri="{FF2B5EF4-FFF2-40B4-BE49-F238E27FC236}">
                <a16:creationId xmlns:a16="http://schemas.microsoft.com/office/drawing/2014/main" id="{165BD6DA-EFB0-3EFD-9185-E40130F293D1}"/>
              </a:ext>
            </a:extLst>
          </p:cNvPr>
          <p:cNvSpPr>
            <a:spLocks noGrp="1"/>
          </p:cNvSpPr>
          <p:nvPr>
            <p:ph type="body" sz="quarter" idx="62"/>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a:p>
            <a:r>
              <a:rPr lang="en-ZA" dirty="0"/>
              <a:t>Click to edit your bullet point here</a:t>
            </a:r>
          </a:p>
        </p:txBody>
      </p:sp>
      <p:sp>
        <p:nvSpPr>
          <p:cNvPr id="11" name="Text Placeholder 10">
            <a:extLst>
              <a:ext uri="{FF2B5EF4-FFF2-40B4-BE49-F238E27FC236}">
                <a16:creationId xmlns:a16="http://schemas.microsoft.com/office/drawing/2014/main" id="{35FB7E66-8CAA-C6F0-5519-062ABC9C3F7E}"/>
              </a:ext>
            </a:extLst>
          </p:cNvPr>
          <p:cNvSpPr>
            <a:spLocks noGrp="1"/>
          </p:cNvSpPr>
          <p:nvPr>
            <p:ph type="body" sz="quarter" idx="63"/>
          </p:nvPr>
        </p:nvSpPr>
        <p:spPr>
          <a:xfrm>
            <a:off x="3565132" y="4031562"/>
            <a:ext cx="2307365" cy="457048"/>
          </a:xfrm>
        </p:spPr>
        <p:txBody>
          <a:bodyPr/>
          <a:lstStyle/>
          <a:p>
            <a:r>
              <a:rPr lang="en-US" dirty="0"/>
              <a:t>Add introductory text here under the heading of this info bucket… This can be more than two lines.</a:t>
            </a:r>
            <a:endParaRPr lang="en-ZA" dirty="0"/>
          </a:p>
        </p:txBody>
      </p:sp>
      <p:sp>
        <p:nvSpPr>
          <p:cNvPr id="12" name="Text Placeholder 11">
            <a:extLst>
              <a:ext uri="{FF2B5EF4-FFF2-40B4-BE49-F238E27FC236}">
                <a16:creationId xmlns:a16="http://schemas.microsoft.com/office/drawing/2014/main" id="{EA1E0E01-D68F-D6A5-00A9-13E390A4A029}"/>
              </a:ext>
            </a:extLst>
          </p:cNvPr>
          <p:cNvSpPr>
            <a:spLocks noGrp="1"/>
          </p:cNvSpPr>
          <p:nvPr>
            <p:ph type="body" sz="quarter" idx="64"/>
          </p:nvPr>
        </p:nvSpPr>
        <p:spPr>
          <a:xfrm>
            <a:off x="3565132" y="3261024"/>
            <a:ext cx="2307365" cy="359073"/>
          </a:xfrm>
        </p:spPr>
        <p:txBody>
          <a:bodyPr/>
          <a:lstStyle/>
          <a:p>
            <a:r>
              <a:rPr lang="en-US" dirty="0"/>
              <a:t>ADD AND EDIT HEADING HERE OVER TWO LINES</a:t>
            </a:r>
            <a:endParaRPr lang="en-ZA" dirty="0"/>
          </a:p>
        </p:txBody>
      </p:sp>
      <p:sp>
        <p:nvSpPr>
          <p:cNvPr id="13" name="Text Placeholder 12">
            <a:extLst>
              <a:ext uri="{FF2B5EF4-FFF2-40B4-BE49-F238E27FC236}">
                <a16:creationId xmlns:a16="http://schemas.microsoft.com/office/drawing/2014/main" id="{944717DA-47F5-423B-5E53-F2E17ABE92E4}"/>
              </a:ext>
            </a:extLst>
          </p:cNvPr>
          <p:cNvSpPr>
            <a:spLocks noGrp="1"/>
          </p:cNvSpPr>
          <p:nvPr>
            <p:ph type="body" sz="quarter" idx="65"/>
          </p:nvPr>
        </p:nvSpPr>
        <p:spPr>
          <a:xfrm>
            <a:off x="6356554" y="4031562"/>
            <a:ext cx="2307365" cy="457048"/>
          </a:xfrm>
        </p:spPr>
        <p:txBody>
          <a:bodyPr/>
          <a:lstStyle/>
          <a:p>
            <a:r>
              <a:rPr lang="en-US" dirty="0"/>
              <a:t>Add introductory text here under the heading of this info bucket… This can be more than two lines.</a:t>
            </a:r>
            <a:endParaRPr lang="en-ZA" dirty="0"/>
          </a:p>
        </p:txBody>
      </p:sp>
      <p:sp>
        <p:nvSpPr>
          <p:cNvPr id="14" name="Text Placeholder 13">
            <a:extLst>
              <a:ext uri="{FF2B5EF4-FFF2-40B4-BE49-F238E27FC236}">
                <a16:creationId xmlns:a16="http://schemas.microsoft.com/office/drawing/2014/main" id="{9F1828EF-59AF-2442-DAAD-19E2D44D45F3}"/>
              </a:ext>
            </a:extLst>
          </p:cNvPr>
          <p:cNvSpPr>
            <a:spLocks noGrp="1"/>
          </p:cNvSpPr>
          <p:nvPr>
            <p:ph type="body" sz="quarter" idx="66"/>
          </p:nvPr>
        </p:nvSpPr>
        <p:spPr>
          <a:xfrm>
            <a:off x="6356554" y="3261024"/>
            <a:ext cx="2307365" cy="359073"/>
          </a:xfrm>
        </p:spPr>
        <p:txBody>
          <a:bodyPr/>
          <a:lstStyle/>
          <a:p>
            <a:r>
              <a:rPr lang="en-US" dirty="0"/>
              <a:t>ADD AND EDIT HEADING HERE OVER TWO LINES</a:t>
            </a:r>
            <a:endParaRPr lang="en-ZA" dirty="0"/>
          </a:p>
        </p:txBody>
      </p:sp>
      <p:sp>
        <p:nvSpPr>
          <p:cNvPr id="15" name="Text Placeholder 14">
            <a:extLst>
              <a:ext uri="{FF2B5EF4-FFF2-40B4-BE49-F238E27FC236}">
                <a16:creationId xmlns:a16="http://schemas.microsoft.com/office/drawing/2014/main" id="{886BEA57-27C4-E3F2-542D-6B8E3F8A046C}"/>
              </a:ext>
            </a:extLst>
          </p:cNvPr>
          <p:cNvSpPr>
            <a:spLocks noGrp="1"/>
          </p:cNvSpPr>
          <p:nvPr>
            <p:ph type="body" sz="quarter" idx="67"/>
          </p:nvPr>
        </p:nvSpPr>
        <p:spPr>
          <a:xfrm>
            <a:off x="9145285" y="4031562"/>
            <a:ext cx="2307365" cy="457048"/>
          </a:xfrm>
        </p:spPr>
        <p:txBody>
          <a:bodyPr/>
          <a:lstStyle/>
          <a:p>
            <a:r>
              <a:rPr lang="en-US" dirty="0"/>
              <a:t>Add introductory text here under the heading of this info bucket… This can be more than two lines.</a:t>
            </a:r>
            <a:endParaRPr lang="en-ZA" dirty="0"/>
          </a:p>
        </p:txBody>
      </p:sp>
      <p:sp>
        <p:nvSpPr>
          <p:cNvPr id="16" name="Text Placeholder 15">
            <a:extLst>
              <a:ext uri="{FF2B5EF4-FFF2-40B4-BE49-F238E27FC236}">
                <a16:creationId xmlns:a16="http://schemas.microsoft.com/office/drawing/2014/main" id="{E37BA3AA-E123-0368-E78A-BA8693809D3C}"/>
              </a:ext>
            </a:extLst>
          </p:cNvPr>
          <p:cNvSpPr>
            <a:spLocks noGrp="1"/>
          </p:cNvSpPr>
          <p:nvPr>
            <p:ph type="body" sz="quarter" idx="68"/>
          </p:nvPr>
        </p:nvSpPr>
        <p:spPr>
          <a:xfrm>
            <a:off x="9145285" y="3261024"/>
            <a:ext cx="2307365" cy="359073"/>
          </a:xfrm>
        </p:spPr>
        <p:txBody>
          <a:bodyPr/>
          <a:lstStyle/>
          <a:p>
            <a:r>
              <a:rPr lang="en-US" dirty="0"/>
              <a:t>ADD AND EDIT HEADING HERE OVER TWO LINES</a:t>
            </a:r>
            <a:endParaRPr lang="en-ZA" dirty="0"/>
          </a:p>
        </p:txBody>
      </p:sp>
    </p:spTree>
    <p:extLst>
      <p:ext uri="{BB962C8B-B14F-4D97-AF65-F5344CB8AC3E}">
        <p14:creationId xmlns:p14="http://schemas.microsoft.com/office/powerpoint/2010/main" val="355861462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p06.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AC0CC-3E5B-0851-921A-0187ABE14ECC}"/>
              </a:ext>
            </a:extLst>
          </p:cNvPr>
          <p:cNvSpPr>
            <a:spLocks noGrp="1"/>
          </p:cNvSpPr>
          <p:nvPr>
            <p:ph type="ctrTitle"/>
          </p:nvPr>
        </p:nvSpPr>
        <p:spPr/>
        <p:txBody>
          <a:bodyPr/>
          <a:lstStyle/>
          <a:p>
            <a:r>
              <a:rPr lang="en-US" dirty="0"/>
              <a:t>HEADING GOES HERE</a:t>
            </a:r>
            <a:endParaRPr lang="en-ZA" dirty="0"/>
          </a:p>
        </p:txBody>
      </p:sp>
      <p:sp>
        <p:nvSpPr>
          <p:cNvPr id="3" name="Text Placeholder 2">
            <a:extLst>
              <a:ext uri="{FF2B5EF4-FFF2-40B4-BE49-F238E27FC236}">
                <a16:creationId xmlns:a16="http://schemas.microsoft.com/office/drawing/2014/main" id="{726D9DF2-1E08-00FA-8066-05078B7A82E4}"/>
              </a:ext>
            </a:extLst>
          </p:cNvPr>
          <p:cNvSpPr>
            <a:spLocks noGrp="1"/>
          </p:cNvSpPr>
          <p:nvPr>
            <p:ph type="body" sz="quarter" idx="40"/>
          </p:nvPr>
        </p:nvSpPr>
        <p:spPr/>
        <p:txBody>
          <a:bodyPr/>
          <a:lstStyle/>
          <a:p>
            <a:r>
              <a:rPr lang="en-US" dirty="0"/>
              <a:t>SUB-HEADING GOES HERE</a:t>
            </a:r>
            <a:endParaRPr lang="en-ZA" dirty="0"/>
          </a:p>
        </p:txBody>
      </p:sp>
      <p:sp>
        <p:nvSpPr>
          <p:cNvPr id="4" name="Text Placeholder 3">
            <a:extLst>
              <a:ext uri="{FF2B5EF4-FFF2-40B4-BE49-F238E27FC236}">
                <a16:creationId xmlns:a16="http://schemas.microsoft.com/office/drawing/2014/main" id="{D846BF76-BF0F-423D-F8CF-B2684D59B5AF}"/>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5" name="Text Placeholder 4">
            <a:extLst>
              <a:ext uri="{FF2B5EF4-FFF2-40B4-BE49-F238E27FC236}">
                <a16:creationId xmlns:a16="http://schemas.microsoft.com/office/drawing/2014/main" id="{61E6D42D-2FA4-B9B5-188D-0948B3E4457F}"/>
              </a:ext>
            </a:extLst>
          </p:cNvPr>
          <p:cNvSpPr>
            <a:spLocks noGrp="1"/>
          </p:cNvSpPr>
          <p:nvPr>
            <p:ph type="body" sz="quarter" idx="49"/>
          </p:nvPr>
        </p:nvSpPr>
        <p:spPr>
          <a:xfrm>
            <a:off x="587374" y="2946460"/>
            <a:ext cx="2160000" cy="304699"/>
          </a:xfrm>
        </p:spPr>
        <p:txBody>
          <a:bodyPr/>
          <a:lstStyle/>
          <a:p>
            <a:r>
              <a:rPr lang="en-US" dirty="0"/>
              <a:t>Add your heading over two lines only</a:t>
            </a:r>
            <a:endParaRPr lang="en-ZA" dirty="0"/>
          </a:p>
        </p:txBody>
      </p:sp>
      <p:sp>
        <p:nvSpPr>
          <p:cNvPr id="6" name="Text Placeholder 5">
            <a:extLst>
              <a:ext uri="{FF2B5EF4-FFF2-40B4-BE49-F238E27FC236}">
                <a16:creationId xmlns:a16="http://schemas.microsoft.com/office/drawing/2014/main" id="{E30754AD-27A7-E939-BE1A-66F5897A52AA}"/>
              </a:ext>
            </a:extLst>
          </p:cNvPr>
          <p:cNvSpPr>
            <a:spLocks noGrp="1"/>
          </p:cNvSpPr>
          <p:nvPr>
            <p:ph type="body" sz="quarter" idx="76"/>
          </p:nvPr>
        </p:nvSpPr>
        <p:spPr>
          <a:xfrm>
            <a:off x="2810615" y="2946460"/>
            <a:ext cx="2159999" cy="304699"/>
          </a:xfrm>
        </p:spPr>
        <p:txBody>
          <a:bodyPr/>
          <a:lstStyle/>
          <a:p>
            <a:r>
              <a:rPr lang="en-US" dirty="0"/>
              <a:t>Add your heading over two lines only</a:t>
            </a:r>
            <a:endParaRPr lang="en-ZA" dirty="0"/>
          </a:p>
        </p:txBody>
      </p:sp>
      <p:sp>
        <p:nvSpPr>
          <p:cNvPr id="7" name="Text Placeholder 6">
            <a:extLst>
              <a:ext uri="{FF2B5EF4-FFF2-40B4-BE49-F238E27FC236}">
                <a16:creationId xmlns:a16="http://schemas.microsoft.com/office/drawing/2014/main" id="{BD6499C8-AF32-8ED0-F61D-1BF0AB92865E}"/>
              </a:ext>
            </a:extLst>
          </p:cNvPr>
          <p:cNvSpPr>
            <a:spLocks noGrp="1"/>
          </p:cNvSpPr>
          <p:nvPr>
            <p:ph type="body" sz="quarter" idx="77"/>
          </p:nvPr>
        </p:nvSpPr>
        <p:spPr>
          <a:xfrm>
            <a:off x="5033854" y="2946460"/>
            <a:ext cx="2159999" cy="304699"/>
          </a:xfrm>
        </p:spPr>
        <p:txBody>
          <a:bodyPr/>
          <a:lstStyle/>
          <a:p>
            <a:r>
              <a:rPr lang="en-US" dirty="0"/>
              <a:t>Add your heading over two lines only</a:t>
            </a:r>
            <a:endParaRPr lang="en-ZA" dirty="0"/>
          </a:p>
        </p:txBody>
      </p:sp>
      <p:sp>
        <p:nvSpPr>
          <p:cNvPr id="8" name="Text Placeholder 7">
            <a:extLst>
              <a:ext uri="{FF2B5EF4-FFF2-40B4-BE49-F238E27FC236}">
                <a16:creationId xmlns:a16="http://schemas.microsoft.com/office/drawing/2014/main" id="{2CA50B75-0546-5780-D473-A54FA6EFD001}"/>
              </a:ext>
            </a:extLst>
          </p:cNvPr>
          <p:cNvSpPr>
            <a:spLocks noGrp="1"/>
          </p:cNvSpPr>
          <p:nvPr>
            <p:ph type="body" sz="quarter" idx="78"/>
          </p:nvPr>
        </p:nvSpPr>
        <p:spPr>
          <a:xfrm>
            <a:off x="7257094" y="2946460"/>
            <a:ext cx="2159998" cy="304699"/>
          </a:xfrm>
        </p:spPr>
        <p:txBody>
          <a:bodyPr/>
          <a:lstStyle/>
          <a:p>
            <a:r>
              <a:rPr lang="en-US" dirty="0"/>
              <a:t>Add your heading over two lines only</a:t>
            </a:r>
            <a:endParaRPr lang="en-ZA" dirty="0"/>
          </a:p>
        </p:txBody>
      </p:sp>
      <p:sp>
        <p:nvSpPr>
          <p:cNvPr id="9" name="Text Placeholder 8">
            <a:extLst>
              <a:ext uri="{FF2B5EF4-FFF2-40B4-BE49-F238E27FC236}">
                <a16:creationId xmlns:a16="http://schemas.microsoft.com/office/drawing/2014/main" id="{B419CC8B-134F-E698-2D93-5AE83F580884}"/>
              </a:ext>
            </a:extLst>
          </p:cNvPr>
          <p:cNvSpPr>
            <a:spLocks noGrp="1"/>
          </p:cNvSpPr>
          <p:nvPr>
            <p:ph type="body" sz="quarter" idx="59"/>
          </p:nvPr>
        </p:nvSpPr>
        <p:spPr>
          <a:xfrm>
            <a:off x="587375" y="5345531"/>
            <a:ext cx="2159999" cy="778418"/>
          </a:xfrm>
        </p:spPr>
        <p:txBody>
          <a:bodyPr/>
          <a:lstStyle/>
          <a:p>
            <a:r>
              <a:rPr lang="en-US" dirty="0"/>
              <a:t>Click to edit your paragraph description here… edit paragraph description here… </a:t>
            </a:r>
          </a:p>
          <a:p>
            <a:r>
              <a:rPr lang="en-US" dirty="0"/>
              <a:t>Click to edit your paragraph description here…</a:t>
            </a:r>
            <a:endParaRPr lang="en-ZA" dirty="0"/>
          </a:p>
        </p:txBody>
      </p:sp>
      <p:sp>
        <p:nvSpPr>
          <p:cNvPr id="10" name="Text Placeholder 9">
            <a:extLst>
              <a:ext uri="{FF2B5EF4-FFF2-40B4-BE49-F238E27FC236}">
                <a16:creationId xmlns:a16="http://schemas.microsoft.com/office/drawing/2014/main" id="{687498B1-2386-60CB-2BBB-F44AF93D6C03}"/>
              </a:ext>
            </a:extLst>
          </p:cNvPr>
          <p:cNvSpPr>
            <a:spLocks noGrp="1"/>
          </p:cNvSpPr>
          <p:nvPr>
            <p:ph type="body" sz="quarter" idx="60"/>
          </p:nvPr>
        </p:nvSpPr>
        <p:spPr>
          <a:xfrm>
            <a:off x="2810683" y="5345531"/>
            <a:ext cx="2153245" cy="778418"/>
          </a:xfrm>
        </p:spPr>
        <p:txBody>
          <a:bodyPr/>
          <a:lstStyle/>
          <a:p>
            <a:r>
              <a:rPr lang="en-US" dirty="0"/>
              <a:t>Click to edit your paragraph description here… edit paragraph description here… </a:t>
            </a:r>
          </a:p>
          <a:p>
            <a:r>
              <a:rPr lang="en-US" dirty="0"/>
              <a:t>Click to edit your paragraph description here…</a:t>
            </a:r>
            <a:endParaRPr lang="en-ZA" dirty="0"/>
          </a:p>
        </p:txBody>
      </p:sp>
      <p:sp>
        <p:nvSpPr>
          <p:cNvPr id="11" name="Text Placeholder 10">
            <a:extLst>
              <a:ext uri="{FF2B5EF4-FFF2-40B4-BE49-F238E27FC236}">
                <a16:creationId xmlns:a16="http://schemas.microsoft.com/office/drawing/2014/main" id="{71F053D0-1199-60C5-A434-E8C3AFED1D97}"/>
              </a:ext>
            </a:extLst>
          </p:cNvPr>
          <p:cNvSpPr>
            <a:spLocks noGrp="1"/>
          </p:cNvSpPr>
          <p:nvPr>
            <p:ph type="body" sz="quarter" idx="62"/>
          </p:nvPr>
        </p:nvSpPr>
        <p:spPr>
          <a:xfrm>
            <a:off x="5033854" y="5345531"/>
            <a:ext cx="2159999" cy="778418"/>
          </a:xfrm>
        </p:spPr>
        <p:txBody>
          <a:bodyPr/>
          <a:lstStyle/>
          <a:p>
            <a:r>
              <a:rPr lang="en-US" dirty="0"/>
              <a:t>Click to edit your paragraph description here… edit paragraph description here… </a:t>
            </a:r>
          </a:p>
          <a:p>
            <a:r>
              <a:rPr lang="en-US" dirty="0"/>
              <a:t>Click to edit your paragraph description here…</a:t>
            </a:r>
            <a:endParaRPr lang="en-ZA" dirty="0"/>
          </a:p>
        </p:txBody>
      </p:sp>
      <p:sp>
        <p:nvSpPr>
          <p:cNvPr id="12" name="Text Placeholder 11">
            <a:extLst>
              <a:ext uri="{FF2B5EF4-FFF2-40B4-BE49-F238E27FC236}">
                <a16:creationId xmlns:a16="http://schemas.microsoft.com/office/drawing/2014/main" id="{C9105841-C0F3-741F-A5A3-D282593FFA26}"/>
              </a:ext>
            </a:extLst>
          </p:cNvPr>
          <p:cNvSpPr>
            <a:spLocks noGrp="1"/>
          </p:cNvSpPr>
          <p:nvPr>
            <p:ph type="body" sz="quarter" idx="64"/>
          </p:nvPr>
        </p:nvSpPr>
        <p:spPr>
          <a:xfrm>
            <a:off x="7257094" y="5345531"/>
            <a:ext cx="2159998" cy="778418"/>
          </a:xfrm>
        </p:spPr>
        <p:txBody>
          <a:bodyPr/>
          <a:lstStyle/>
          <a:p>
            <a:r>
              <a:rPr lang="en-US" dirty="0"/>
              <a:t>Click to edit your paragraph description here… edit paragraph description here… </a:t>
            </a:r>
          </a:p>
          <a:p>
            <a:r>
              <a:rPr lang="en-US" dirty="0"/>
              <a:t>Click to edit your paragraph description here…</a:t>
            </a:r>
            <a:endParaRPr lang="en-ZA" dirty="0"/>
          </a:p>
        </p:txBody>
      </p:sp>
      <p:sp>
        <p:nvSpPr>
          <p:cNvPr id="13" name="Text Placeholder 12">
            <a:extLst>
              <a:ext uri="{FF2B5EF4-FFF2-40B4-BE49-F238E27FC236}">
                <a16:creationId xmlns:a16="http://schemas.microsoft.com/office/drawing/2014/main" id="{CE46C2FB-00BD-49E8-1DD9-01103BD79633}"/>
              </a:ext>
            </a:extLst>
          </p:cNvPr>
          <p:cNvSpPr>
            <a:spLocks noGrp="1"/>
          </p:cNvSpPr>
          <p:nvPr>
            <p:ph type="body" sz="quarter" idx="80"/>
          </p:nvPr>
        </p:nvSpPr>
        <p:spPr>
          <a:xfrm>
            <a:off x="9476040" y="2946460"/>
            <a:ext cx="2159999" cy="304699"/>
          </a:xfrm>
        </p:spPr>
        <p:txBody>
          <a:bodyPr/>
          <a:lstStyle/>
          <a:p>
            <a:r>
              <a:rPr lang="en-US" dirty="0"/>
              <a:t>Add your heading over two lines only</a:t>
            </a:r>
            <a:endParaRPr lang="en-ZA" dirty="0"/>
          </a:p>
        </p:txBody>
      </p:sp>
      <p:sp>
        <p:nvSpPr>
          <p:cNvPr id="14" name="Text Placeholder 13">
            <a:extLst>
              <a:ext uri="{FF2B5EF4-FFF2-40B4-BE49-F238E27FC236}">
                <a16:creationId xmlns:a16="http://schemas.microsoft.com/office/drawing/2014/main" id="{17DB9D3C-4B44-8630-A21A-C4B721358EEB}"/>
              </a:ext>
            </a:extLst>
          </p:cNvPr>
          <p:cNvSpPr>
            <a:spLocks noGrp="1"/>
          </p:cNvSpPr>
          <p:nvPr>
            <p:ph type="body" sz="quarter" idx="81"/>
          </p:nvPr>
        </p:nvSpPr>
        <p:spPr>
          <a:xfrm>
            <a:off x="9476040" y="5345531"/>
            <a:ext cx="2159999" cy="778418"/>
          </a:xfrm>
        </p:spPr>
        <p:txBody>
          <a:bodyPr/>
          <a:lstStyle/>
          <a:p>
            <a:r>
              <a:rPr lang="en-US" dirty="0"/>
              <a:t>Click to edit your paragraph description here… edit paragraph description here… </a:t>
            </a:r>
          </a:p>
          <a:p>
            <a:r>
              <a:rPr lang="en-US" dirty="0"/>
              <a:t>Click to edit your paragraph description here…</a:t>
            </a:r>
            <a:endParaRPr lang="en-ZA" dirty="0"/>
          </a:p>
        </p:txBody>
      </p:sp>
      <p:sp>
        <p:nvSpPr>
          <p:cNvPr id="15" name="Text Placeholder 14">
            <a:extLst>
              <a:ext uri="{FF2B5EF4-FFF2-40B4-BE49-F238E27FC236}">
                <a16:creationId xmlns:a16="http://schemas.microsoft.com/office/drawing/2014/main" id="{9102C39E-3E11-8344-E8EB-C6AFC6D743C3}"/>
              </a:ext>
            </a:extLst>
          </p:cNvPr>
          <p:cNvSpPr>
            <a:spLocks noGrp="1"/>
          </p:cNvSpPr>
          <p:nvPr>
            <p:ph type="body" sz="quarter" idx="3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p:txBody>
      </p:sp>
      <p:sp>
        <p:nvSpPr>
          <p:cNvPr id="16" name="Text Placeholder 15">
            <a:extLst>
              <a:ext uri="{FF2B5EF4-FFF2-40B4-BE49-F238E27FC236}">
                <a16:creationId xmlns:a16="http://schemas.microsoft.com/office/drawing/2014/main" id="{11B98734-A03E-C5C7-2B5C-FFF6820065C2}"/>
              </a:ext>
            </a:extLst>
          </p:cNvPr>
          <p:cNvSpPr>
            <a:spLocks noGrp="1"/>
          </p:cNvSpPr>
          <p:nvPr>
            <p:ph type="body" sz="quarter" idx="82"/>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p:txBody>
      </p:sp>
      <p:sp>
        <p:nvSpPr>
          <p:cNvPr id="17" name="Text Placeholder 16">
            <a:extLst>
              <a:ext uri="{FF2B5EF4-FFF2-40B4-BE49-F238E27FC236}">
                <a16:creationId xmlns:a16="http://schemas.microsoft.com/office/drawing/2014/main" id="{EFE9B421-7C84-F984-4899-3D4DFC103369}"/>
              </a:ext>
            </a:extLst>
          </p:cNvPr>
          <p:cNvSpPr>
            <a:spLocks noGrp="1"/>
          </p:cNvSpPr>
          <p:nvPr>
            <p:ph type="body" sz="quarter" idx="83"/>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p:txBody>
      </p:sp>
      <p:sp>
        <p:nvSpPr>
          <p:cNvPr id="18" name="Text Placeholder 17">
            <a:extLst>
              <a:ext uri="{FF2B5EF4-FFF2-40B4-BE49-F238E27FC236}">
                <a16:creationId xmlns:a16="http://schemas.microsoft.com/office/drawing/2014/main" id="{E73846E2-8403-5331-D95F-8481F466D8BC}"/>
              </a:ext>
            </a:extLst>
          </p:cNvPr>
          <p:cNvSpPr>
            <a:spLocks noGrp="1"/>
          </p:cNvSpPr>
          <p:nvPr>
            <p:ph type="body" sz="quarter" idx="84"/>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p:txBody>
      </p:sp>
      <p:sp>
        <p:nvSpPr>
          <p:cNvPr id="19" name="Text Placeholder 18">
            <a:extLst>
              <a:ext uri="{FF2B5EF4-FFF2-40B4-BE49-F238E27FC236}">
                <a16:creationId xmlns:a16="http://schemas.microsoft.com/office/drawing/2014/main" id="{918A1FA3-ECD0-7BCB-F349-A7B5DCAAC7FA}"/>
              </a:ext>
            </a:extLst>
          </p:cNvPr>
          <p:cNvSpPr>
            <a:spLocks noGrp="1"/>
          </p:cNvSpPr>
          <p:nvPr>
            <p:ph type="body" sz="quarter" idx="85"/>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p:txBody>
      </p:sp>
    </p:spTree>
    <p:extLst>
      <p:ext uri="{BB962C8B-B14F-4D97-AF65-F5344CB8AC3E}">
        <p14:creationId xmlns:p14="http://schemas.microsoft.com/office/powerpoint/2010/main" val="13346200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p06.s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B6005-1DDC-B20E-2534-D7E5B4A857D0}"/>
              </a:ext>
            </a:extLst>
          </p:cNvPr>
          <p:cNvSpPr>
            <a:spLocks noGrp="1"/>
          </p:cNvSpPr>
          <p:nvPr>
            <p:ph type="ctrTitle"/>
          </p:nvPr>
        </p:nvSpPr>
        <p:spPr/>
        <p:txBody>
          <a:bodyPr/>
          <a:lstStyle/>
          <a:p>
            <a:r>
              <a:rPr lang="en-US" dirty="0"/>
              <a:t>ONE LINE HEADING GOES HERE</a:t>
            </a:r>
            <a:endParaRPr lang="en-ZA" dirty="0"/>
          </a:p>
        </p:txBody>
      </p:sp>
      <p:sp>
        <p:nvSpPr>
          <p:cNvPr id="3" name="Text Placeholder 2">
            <a:extLst>
              <a:ext uri="{FF2B5EF4-FFF2-40B4-BE49-F238E27FC236}">
                <a16:creationId xmlns:a16="http://schemas.microsoft.com/office/drawing/2014/main" id="{993175C3-A84B-30EE-A5A9-2210BEED6094}"/>
              </a:ext>
            </a:extLst>
          </p:cNvPr>
          <p:cNvSpPr>
            <a:spLocks noGrp="1"/>
          </p:cNvSpPr>
          <p:nvPr>
            <p:ph type="body" sz="quarter" idx="57"/>
          </p:nvPr>
        </p:nvSpPr>
        <p:spPr/>
        <p:txBody>
          <a:bodyPr/>
          <a:lstStyle/>
          <a:p>
            <a:r>
              <a:rPr lang="en-US" dirty="0"/>
              <a:t>Transferred since 2006</a:t>
            </a:r>
            <a:endParaRPr lang="en-ZA" dirty="0"/>
          </a:p>
        </p:txBody>
      </p:sp>
      <p:sp>
        <p:nvSpPr>
          <p:cNvPr id="4" name="Text Placeholder 3">
            <a:extLst>
              <a:ext uri="{FF2B5EF4-FFF2-40B4-BE49-F238E27FC236}">
                <a16:creationId xmlns:a16="http://schemas.microsoft.com/office/drawing/2014/main" id="{C014157D-B8BB-4984-4641-E445BADC473E}"/>
              </a:ext>
            </a:extLst>
          </p:cNvPr>
          <p:cNvSpPr>
            <a:spLocks noGrp="1"/>
          </p:cNvSpPr>
          <p:nvPr>
            <p:ph type="body" sz="quarter" idx="3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5" name="Text Placeholder 4">
            <a:extLst>
              <a:ext uri="{FF2B5EF4-FFF2-40B4-BE49-F238E27FC236}">
                <a16:creationId xmlns:a16="http://schemas.microsoft.com/office/drawing/2014/main" id="{FDFBADEE-8E9D-B67A-633F-0E029C1F1B42}"/>
              </a:ext>
            </a:extLst>
          </p:cNvPr>
          <p:cNvSpPr>
            <a:spLocks noGrp="1"/>
          </p:cNvSpPr>
          <p:nvPr>
            <p:ph type="body" sz="quarter" idx="58"/>
          </p:nvPr>
        </p:nvSpPr>
        <p:spPr>
          <a:xfrm>
            <a:off x="862637" y="2935848"/>
            <a:ext cx="1440000" cy="256480"/>
          </a:xfrm>
        </p:spPr>
        <p:txBody>
          <a:bodyPr/>
          <a:lstStyle/>
          <a:p>
            <a:r>
              <a:rPr lang="en-US" dirty="0"/>
              <a:t>INSERT YOUR HEADING HERE</a:t>
            </a:r>
            <a:endParaRPr lang="en-ZA" dirty="0"/>
          </a:p>
        </p:txBody>
      </p:sp>
      <p:sp>
        <p:nvSpPr>
          <p:cNvPr id="6" name="Text Placeholder 5">
            <a:extLst>
              <a:ext uri="{FF2B5EF4-FFF2-40B4-BE49-F238E27FC236}">
                <a16:creationId xmlns:a16="http://schemas.microsoft.com/office/drawing/2014/main" id="{A7468E5A-36D0-5A83-0992-05D4B14EE276}"/>
              </a:ext>
            </a:extLst>
          </p:cNvPr>
          <p:cNvSpPr>
            <a:spLocks noGrp="1"/>
          </p:cNvSpPr>
          <p:nvPr>
            <p:ph type="body" sz="quarter" idx="40"/>
          </p:nvPr>
        </p:nvSpPr>
        <p:spPr/>
        <p:txBody>
          <a:bodyPr/>
          <a:lstStyle/>
          <a:p>
            <a:r>
              <a:rPr lang="en-US" dirty="0"/>
              <a:t>5 388 PEOPLE</a:t>
            </a:r>
            <a:endParaRPr lang="en-ZA" dirty="0"/>
          </a:p>
        </p:txBody>
      </p:sp>
      <p:sp>
        <p:nvSpPr>
          <p:cNvPr id="7" name="Text Placeholder 6">
            <a:extLst>
              <a:ext uri="{FF2B5EF4-FFF2-40B4-BE49-F238E27FC236}">
                <a16:creationId xmlns:a16="http://schemas.microsoft.com/office/drawing/2014/main" id="{1A1A3F29-6E96-DED0-7FFB-EC1DF132C508}"/>
              </a:ext>
            </a:extLst>
          </p:cNvPr>
          <p:cNvSpPr>
            <a:spLocks noGrp="1"/>
          </p:cNvSpPr>
          <p:nvPr>
            <p:ph type="body" sz="quarter" idx="70"/>
          </p:nvPr>
        </p:nvSpPr>
        <p:spPr>
          <a:xfrm>
            <a:off x="2713072" y="2935848"/>
            <a:ext cx="1440000" cy="256480"/>
          </a:xfrm>
        </p:spPr>
        <p:txBody>
          <a:bodyPr/>
          <a:lstStyle/>
          <a:p>
            <a:r>
              <a:rPr lang="en-US" dirty="0"/>
              <a:t>INSERT YOUR HEADING HERE</a:t>
            </a:r>
            <a:endParaRPr lang="en-ZA" dirty="0"/>
          </a:p>
        </p:txBody>
      </p:sp>
      <p:sp>
        <p:nvSpPr>
          <p:cNvPr id="8" name="Text Placeholder 7">
            <a:extLst>
              <a:ext uri="{FF2B5EF4-FFF2-40B4-BE49-F238E27FC236}">
                <a16:creationId xmlns:a16="http://schemas.microsoft.com/office/drawing/2014/main" id="{14A7FBEF-4BFF-82B6-5710-8CBA1F965305}"/>
              </a:ext>
            </a:extLst>
          </p:cNvPr>
          <p:cNvSpPr>
            <a:spLocks noGrp="1"/>
          </p:cNvSpPr>
          <p:nvPr>
            <p:ph type="body" sz="quarter" idx="71"/>
          </p:nvPr>
        </p:nvSpPr>
        <p:spPr>
          <a:xfrm>
            <a:off x="4563507" y="2935848"/>
            <a:ext cx="1440000" cy="256480"/>
          </a:xfrm>
        </p:spPr>
        <p:txBody>
          <a:bodyPr/>
          <a:lstStyle/>
          <a:p>
            <a:r>
              <a:rPr lang="en-US" dirty="0"/>
              <a:t>INSERT YOUR HEADING HERE</a:t>
            </a:r>
            <a:endParaRPr lang="en-ZA" dirty="0"/>
          </a:p>
        </p:txBody>
      </p:sp>
      <p:sp>
        <p:nvSpPr>
          <p:cNvPr id="9" name="Text Placeholder 8">
            <a:extLst>
              <a:ext uri="{FF2B5EF4-FFF2-40B4-BE49-F238E27FC236}">
                <a16:creationId xmlns:a16="http://schemas.microsoft.com/office/drawing/2014/main" id="{C9F6A9FF-40C1-C446-4407-5851D4076ADC}"/>
              </a:ext>
            </a:extLst>
          </p:cNvPr>
          <p:cNvSpPr>
            <a:spLocks noGrp="1"/>
          </p:cNvSpPr>
          <p:nvPr>
            <p:ph type="body" sz="quarter" idx="72"/>
          </p:nvPr>
        </p:nvSpPr>
        <p:spPr>
          <a:xfrm>
            <a:off x="6413942" y="2935848"/>
            <a:ext cx="1440000" cy="256480"/>
          </a:xfrm>
        </p:spPr>
        <p:txBody>
          <a:bodyPr/>
          <a:lstStyle/>
          <a:p>
            <a:r>
              <a:rPr lang="en-US" dirty="0"/>
              <a:t>INSERT YOUR HEADING HERE</a:t>
            </a:r>
            <a:endParaRPr lang="en-ZA" dirty="0"/>
          </a:p>
        </p:txBody>
      </p:sp>
      <p:sp>
        <p:nvSpPr>
          <p:cNvPr id="10" name="Text Placeholder 9">
            <a:extLst>
              <a:ext uri="{FF2B5EF4-FFF2-40B4-BE49-F238E27FC236}">
                <a16:creationId xmlns:a16="http://schemas.microsoft.com/office/drawing/2014/main" id="{A83B1E40-B50F-2DE1-E304-E8F38AA7950A}"/>
              </a:ext>
            </a:extLst>
          </p:cNvPr>
          <p:cNvSpPr>
            <a:spLocks noGrp="1"/>
          </p:cNvSpPr>
          <p:nvPr>
            <p:ph type="body" sz="quarter" idx="73"/>
          </p:nvPr>
        </p:nvSpPr>
        <p:spPr>
          <a:xfrm>
            <a:off x="8264377" y="2935848"/>
            <a:ext cx="1440000" cy="256480"/>
          </a:xfrm>
        </p:spPr>
        <p:txBody>
          <a:bodyPr/>
          <a:lstStyle/>
          <a:p>
            <a:r>
              <a:rPr lang="en-US" dirty="0"/>
              <a:t>INSERT YOUR HEADING HERE</a:t>
            </a:r>
            <a:endParaRPr lang="en-ZA" dirty="0"/>
          </a:p>
        </p:txBody>
      </p:sp>
      <p:sp>
        <p:nvSpPr>
          <p:cNvPr id="11" name="Text Placeholder 10">
            <a:extLst>
              <a:ext uri="{FF2B5EF4-FFF2-40B4-BE49-F238E27FC236}">
                <a16:creationId xmlns:a16="http://schemas.microsoft.com/office/drawing/2014/main" id="{1F1767EE-E831-028E-BAC9-298070B08C3A}"/>
              </a:ext>
            </a:extLst>
          </p:cNvPr>
          <p:cNvSpPr>
            <a:spLocks noGrp="1"/>
          </p:cNvSpPr>
          <p:nvPr>
            <p:ph type="body" sz="quarter" idx="74"/>
          </p:nvPr>
        </p:nvSpPr>
        <p:spPr>
          <a:xfrm>
            <a:off x="10114812" y="2935848"/>
            <a:ext cx="1440000" cy="256480"/>
          </a:xfrm>
        </p:spPr>
        <p:txBody>
          <a:bodyPr/>
          <a:lstStyle/>
          <a:p>
            <a:r>
              <a:rPr lang="en-US" dirty="0"/>
              <a:t>INSERT YOUR HEADING HERE</a:t>
            </a:r>
            <a:endParaRPr lang="en-ZA" dirty="0"/>
          </a:p>
        </p:txBody>
      </p:sp>
      <p:sp>
        <p:nvSpPr>
          <p:cNvPr id="12" name="Text Placeholder 11">
            <a:extLst>
              <a:ext uri="{FF2B5EF4-FFF2-40B4-BE49-F238E27FC236}">
                <a16:creationId xmlns:a16="http://schemas.microsoft.com/office/drawing/2014/main" id="{D5555785-38DF-CCA2-8B6C-7CC6E8F85DE8}"/>
              </a:ext>
            </a:extLst>
          </p:cNvPr>
          <p:cNvSpPr>
            <a:spLocks noGrp="1"/>
          </p:cNvSpPr>
          <p:nvPr>
            <p:ph type="body" sz="quarter" idx="75"/>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3" name="Text Placeholder 12">
            <a:extLst>
              <a:ext uri="{FF2B5EF4-FFF2-40B4-BE49-F238E27FC236}">
                <a16:creationId xmlns:a16="http://schemas.microsoft.com/office/drawing/2014/main" id="{0CE8C206-4BC9-D972-C5CA-EBDB96D59C02}"/>
              </a:ext>
            </a:extLst>
          </p:cNvPr>
          <p:cNvSpPr>
            <a:spLocks noGrp="1"/>
          </p:cNvSpPr>
          <p:nvPr>
            <p:ph type="body" sz="quarter" idx="76"/>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4" name="Text Placeholder 13">
            <a:extLst>
              <a:ext uri="{FF2B5EF4-FFF2-40B4-BE49-F238E27FC236}">
                <a16:creationId xmlns:a16="http://schemas.microsoft.com/office/drawing/2014/main" id="{0A585541-40E7-05BF-1510-03D00A65A55C}"/>
              </a:ext>
            </a:extLst>
          </p:cNvPr>
          <p:cNvSpPr>
            <a:spLocks noGrp="1"/>
          </p:cNvSpPr>
          <p:nvPr>
            <p:ph type="body" sz="quarter" idx="77"/>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5" name="Text Placeholder 14">
            <a:extLst>
              <a:ext uri="{FF2B5EF4-FFF2-40B4-BE49-F238E27FC236}">
                <a16:creationId xmlns:a16="http://schemas.microsoft.com/office/drawing/2014/main" id="{3A97556C-16D3-4219-70EE-31E78BE60E70}"/>
              </a:ext>
            </a:extLst>
          </p:cNvPr>
          <p:cNvSpPr>
            <a:spLocks noGrp="1"/>
          </p:cNvSpPr>
          <p:nvPr>
            <p:ph type="body" sz="quarter" idx="78"/>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6" name="Text Placeholder 15">
            <a:extLst>
              <a:ext uri="{FF2B5EF4-FFF2-40B4-BE49-F238E27FC236}">
                <a16:creationId xmlns:a16="http://schemas.microsoft.com/office/drawing/2014/main" id="{E941FA92-7209-6A5E-3166-5277A00BFE2D}"/>
              </a:ext>
            </a:extLst>
          </p:cNvPr>
          <p:cNvSpPr>
            <a:spLocks noGrp="1"/>
          </p:cNvSpPr>
          <p:nvPr>
            <p:ph type="body" sz="quarter" idx="7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7" name="Text Placeholder 16">
            <a:extLst>
              <a:ext uri="{FF2B5EF4-FFF2-40B4-BE49-F238E27FC236}">
                <a16:creationId xmlns:a16="http://schemas.microsoft.com/office/drawing/2014/main" id="{1D44A367-BD90-072C-8DA4-C282D0DB5007}"/>
              </a:ext>
            </a:extLst>
          </p:cNvPr>
          <p:cNvSpPr>
            <a:spLocks noGrp="1"/>
          </p:cNvSpPr>
          <p:nvPr>
            <p:ph type="body" sz="quarter" idx="81"/>
          </p:nvPr>
        </p:nvSpPr>
        <p:spPr>
          <a:xfrm>
            <a:off x="587375" y="1408039"/>
            <a:ext cx="11052175" cy="185500"/>
          </a:xfrm>
        </p:spPr>
        <p:txBody>
          <a:bodyPr/>
          <a:lstStyle/>
          <a:p>
            <a:r>
              <a:rPr lang="en-US" dirty="0"/>
              <a:t>Insert introductory text here. No longer than 1 line maximum. Insert introductory text here. No longer than 1 line of copy maximum. </a:t>
            </a:r>
            <a:endParaRPr lang="en-ZA" dirty="0"/>
          </a:p>
        </p:txBody>
      </p:sp>
      <p:sp>
        <p:nvSpPr>
          <p:cNvPr id="18" name="Text Placeholder 17">
            <a:extLst>
              <a:ext uri="{FF2B5EF4-FFF2-40B4-BE49-F238E27FC236}">
                <a16:creationId xmlns:a16="http://schemas.microsoft.com/office/drawing/2014/main" id="{D17CA0A6-B262-5C19-97F9-6D05F154A400}"/>
              </a:ext>
            </a:extLst>
          </p:cNvPr>
          <p:cNvSpPr>
            <a:spLocks noGrp="1"/>
          </p:cNvSpPr>
          <p:nvPr>
            <p:ph type="body" sz="quarter" idx="82"/>
          </p:nvPr>
        </p:nvSpPr>
        <p:spPr/>
        <p:txBody>
          <a:bodyPr/>
          <a:lstStyle/>
          <a:p>
            <a:r>
              <a:rPr lang="en-US" dirty="0"/>
              <a:t>For 5-month period</a:t>
            </a:r>
            <a:endParaRPr lang="en-ZA" dirty="0"/>
          </a:p>
        </p:txBody>
      </p:sp>
      <p:sp>
        <p:nvSpPr>
          <p:cNvPr id="19" name="Text Placeholder 18">
            <a:extLst>
              <a:ext uri="{FF2B5EF4-FFF2-40B4-BE49-F238E27FC236}">
                <a16:creationId xmlns:a16="http://schemas.microsoft.com/office/drawing/2014/main" id="{D899F1CC-208B-99B9-2179-07C1CFC14EED}"/>
              </a:ext>
            </a:extLst>
          </p:cNvPr>
          <p:cNvSpPr>
            <a:spLocks noGrp="1"/>
          </p:cNvSpPr>
          <p:nvPr>
            <p:ph type="body" sz="quarter" idx="83"/>
          </p:nvPr>
        </p:nvSpPr>
        <p:spPr/>
        <p:txBody>
          <a:bodyPr>
            <a:normAutofit/>
          </a:bodyPr>
          <a:lstStyle/>
          <a:p>
            <a:r>
              <a:rPr lang="en-US" dirty="0"/>
              <a:t>TRAINING</a:t>
            </a:r>
            <a:endParaRPr lang="en-ZA" dirty="0"/>
          </a:p>
        </p:txBody>
      </p:sp>
      <p:sp>
        <p:nvSpPr>
          <p:cNvPr id="20" name="Text Placeholder 19">
            <a:extLst>
              <a:ext uri="{FF2B5EF4-FFF2-40B4-BE49-F238E27FC236}">
                <a16:creationId xmlns:a16="http://schemas.microsoft.com/office/drawing/2014/main" id="{9318207D-C216-EE1C-86B8-B56893C85E3E}"/>
              </a:ext>
            </a:extLst>
          </p:cNvPr>
          <p:cNvSpPr>
            <a:spLocks noGrp="1"/>
          </p:cNvSpPr>
          <p:nvPr>
            <p:ph type="body" sz="quarter" idx="84"/>
          </p:nvPr>
        </p:nvSpPr>
        <p:spPr/>
        <p:txBody>
          <a:bodyPr/>
          <a:lstStyle/>
          <a:p>
            <a:r>
              <a:rPr lang="en-US" dirty="0"/>
              <a:t>Description here</a:t>
            </a:r>
            <a:endParaRPr lang="en-ZA" dirty="0"/>
          </a:p>
        </p:txBody>
      </p:sp>
      <p:sp>
        <p:nvSpPr>
          <p:cNvPr id="21" name="Text Placeholder 20">
            <a:extLst>
              <a:ext uri="{FF2B5EF4-FFF2-40B4-BE49-F238E27FC236}">
                <a16:creationId xmlns:a16="http://schemas.microsoft.com/office/drawing/2014/main" id="{D0818D2E-94DE-20FD-B59B-E0C4E7E22CA7}"/>
              </a:ext>
            </a:extLst>
          </p:cNvPr>
          <p:cNvSpPr>
            <a:spLocks noGrp="1"/>
          </p:cNvSpPr>
          <p:nvPr>
            <p:ph type="body" sz="quarter" idx="85"/>
          </p:nvPr>
        </p:nvSpPr>
        <p:spPr/>
        <p:txBody>
          <a:bodyPr/>
          <a:lstStyle/>
          <a:p>
            <a:r>
              <a:rPr lang="en-US" dirty="0"/>
              <a:t>HEADING OR STAT</a:t>
            </a:r>
            <a:endParaRPr lang="en-ZA" dirty="0"/>
          </a:p>
        </p:txBody>
      </p:sp>
    </p:spTree>
    <p:extLst>
      <p:ext uri="{BB962C8B-B14F-4D97-AF65-F5344CB8AC3E}">
        <p14:creationId xmlns:p14="http://schemas.microsoft.com/office/powerpoint/2010/main" val="4426001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p06.s0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F661-1726-DFAE-14A0-A901ACB33DE6}"/>
              </a:ext>
            </a:extLst>
          </p:cNvPr>
          <p:cNvSpPr>
            <a:spLocks noGrp="1"/>
          </p:cNvSpPr>
          <p:nvPr>
            <p:ph type="ctrTitle"/>
          </p:nvPr>
        </p:nvSpPr>
        <p:spPr/>
        <p:txBody>
          <a:bodyPr/>
          <a:lstStyle/>
          <a:p>
            <a:r>
              <a:rPr lang="en-US" dirty="0"/>
              <a:t>HEADING GOES HERE</a:t>
            </a:r>
            <a:endParaRPr lang="en-ZA" dirty="0"/>
          </a:p>
        </p:txBody>
      </p:sp>
      <p:sp>
        <p:nvSpPr>
          <p:cNvPr id="3" name="Text Placeholder 2">
            <a:extLst>
              <a:ext uri="{FF2B5EF4-FFF2-40B4-BE49-F238E27FC236}">
                <a16:creationId xmlns:a16="http://schemas.microsoft.com/office/drawing/2014/main" id="{C7634ED8-2468-BD0E-EF11-A5DD49819927}"/>
              </a:ext>
            </a:extLst>
          </p:cNvPr>
          <p:cNvSpPr>
            <a:spLocks noGrp="1"/>
          </p:cNvSpPr>
          <p:nvPr>
            <p:ph type="body" sz="quarter" idx="57"/>
          </p:nvPr>
        </p:nvSpPr>
        <p:spPr/>
        <p:txBody>
          <a:bodyPr/>
          <a:lstStyle/>
          <a:p>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4" name="Text Placeholder 3">
            <a:extLst>
              <a:ext uri="{FF2B5EF4-FFF2-40B4-BE49-F238E27FC236}">
                <a16:creationId xmlns:a16="http://schemas.microsoft.com/office/drawing/2014/main" id="{CDDE5076-28E9-94C4-FA1D-72815B42EA19}"/>
              </a:ext>
            </a:extLst>
          </p:cNvPr>
          <p:cNvSpPr>
            <a:spLocks noGrp="1"/>
          </p:cNvSpPr>
          <p:nvPr>
            <p:ph type="body" sz="quarter" idx="3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5" name="Text Placeholder 4">
            <a:extLst>
              <a:ext uri="{FF2B5EF4-FFF2-40B4-BE49-F238E27FC236}">
                <a16:creationId xmlns:a16="http://schemas.microsoft.com/office/drawing/2014/main" id="{B57C4F46-BF2C-20BA-7CFB-3AA432ED5F55}"/>
              </a:ext>
            </a:extLst>
          </p:cNvPr>
          <p:cNvSpPr>
            <a:spLocks noGrp="1"/>
          </p:cNvSpPr>
          <p:nvPr>
            <p:ph type="body" sz="quarter" idx="58"/>
          </p:nvPr>
        </p:nvSpPr>
        <p:spPr>
          <a:xfrm>
            <a:off x="783771" y="2926216"/>
            <a:ext cx="1331913" cy="307777"/>
          </a:xfrm>
        </p:spPr>
        <p:txBody>
          <a:bodyPr/>
          <a:lstStyle/>
          <a:p>
            <a:r>
              <a:rPr lang="en-US" dirty="0"/>
              <a:t>CLICK TO EDIT 2 LINE HEADING</a:t>
            </a:r>
            <a:endParaRPr lang="en-ZA" dirty="0"/>
          </a:p>
        </p:txBody>
      </p:sp>
      <p:sp>
        <p:nvSpPr>
          <p:cNvPr id="6" name="Text Placeholder 5">
            <a:extLst>
              <a:ext uri="{FF2B5EF4-FFF2-40B4-BE49-F238E27FC236}">
                <a16:creationId xmlns:a16="http://schemas.microsoft.com/office/drawing/2014/main" id="{A4223173-4AE6-9476-8134-24421BBA80EA}"/>
              </a:ext>
            </a:extLst>
          </p:cNvPr>
          <p:cNvSpPr>
            <a:spLocks noGrp="1"/>
          </p:cNvSpPr>
          <p:nvPr>
            <p:ph type="body" sz="quarter" idx="59"/>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7" name="Text Placeholder 6">
            <a:extLst>
              <a:ext uri="{FF2B5EF4-FFF2-40B4-BE49-F238E27FC236}">
                <a16:creationId xmlns:a16="http://schemas.microsoft.com/office/drawing/2014/main" id="{A77F3A67-E615-2AEF-650B-5666473DCFF4}"/>
              </a:ext>
            </a:extLst>
          </p:cNvPr>
          <p:cNvSpPr>
            <a:spLocks noGrp="1"/>
          </p:cNvSpPr>
          <p:nvPr>
            <p:ph type="body" sz="quarter" idx="60"/>
          </p:nvPr>
        </p:nvSpPr>
        <p:spPr>
          <a:xfrm>
            <a:off x="2650511" y="2926216"/>
            <a:ext cx="1331913" cy="307777"/>
          </a:xfrm>
        </p:spPr>
        <p:txBody>
          <a:bodyPr/>
          <a:lstStyle/>
          <a:p>
            <a:r>
              <a:rPr lang="en-US" dirty="0"/>
              <a:t>CLICK TO EDIT 2 LINE HEADING</a:t>
            </a:r>
            <a:endParaRPr lang="en-ZA" dirty="0"/>
          </a:p>
        </p:txBody>
      </p:sp>
      <p:sp>
        <p:nvSpPr>
          <p:cNvPr id="8" name="Text Placeholder 7">
            <a:extLst>
              <a:ext uri="{FF2B5EF4-FFF2-40B4-BE49-F238E27FC236}">
                <a16:creationId xmlns:a16="http://schemas.microsoft.com/office/drawing/2014/main" id="{16671FFD-13DD-80A3-1881-F57EBE0A6669}"/>
              </a:ext>
            </a:extLst>
          </p:cNvPr>
          <p:cNvSpPr>
            <a:spLocks noGrp="1"/>
          </p:cNvSpPr>
          <p:nvPr>
            <p:ph type="body" sz="quarter" idx="61"/>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9" name="Text Placeholder 8">
            <a:extLst>
              <a:ext uri="{FF2B5EF4-FFF2-40B4-BE49-F238E27FC236}">
                <a16:creationId xmlns:a16="http://schemas.microsoft.com/office/drawing/2014/main" id="{E6152203-D163-C7DD-29C2-1CBF5AE03B7A}"/>
              </a:ext>
            </a:extLst>
          </p:cNvPr>
          <p:cNvSpPr>
            <a:spLocks noGrp="1"/>
          </p:cNvSpPr>
          <p:nvPr>
            <p:ph type="body" sz="quarter" idx="62"/>
          </p:nvPr>
        </p:nvSpPr>
        <p:spPr>
          <a:xfrm>
            <a:off x="4513179" y="2926216"/>
            <a:ext cx="1331913" cy="307777"/>
          </a:xfrm>
        </p:spPr>
        <p:txBody>
          <a:bodyPr/>
          <a:lstStyle/>
          <a:p>
            <a:r>
              <a:rPr lang="en-US" dirty="0"/>
              <a:t>CLICK TO EDIT 2 LINE HEADING</a:t>
            </a:r>
            <a:endParaRPr lang="en-ZA" dirty="0"/>
          </a:p>
        </p:txBody>
      </p:sp>
      <p:sp>
        <p:nvSpPr>
          <p:cNvPr id="10" name="Text Placeholder 9">
            <a:extLst>
              <a:ext uri="{FF2B5EF4-FFF2-40B4-BE49-F238E27FC236}">
                <a16:creationId xmlns:a16="http://schemas.microsoft.com/office/drawing/2014/main" id="{59B3D7F4-E3F1-F7F4-04F5-8C810553190A}"/>
              </a:ext>
            </a:extLst>
          </p:cNvPr>
          <p:cNvSpPr>
            <a:spLocks noGrp="1"/>
          </p:cNvSpPr>
          <p:nvPr>
            <p:ph type="body" sz="quarter" idx="63"/>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1" name="Text Placeholder 10">
            <a:extLst>
              <a:ext uri="{FF2B5EF4-FFF2-40B4-BE49-F238E27FC236}">
                <a16:creationId xmlns:a16="http://schemas.microsoft.com/office/drawing/2014/main" id="{4A42D2A7-DFC4-F60C-8C77-D0A88238410E}"/>
              </a:ext>
            </a:extLst>
          </p:cNvPr>
          <p:cNvSpPr>
            <a:spLocks noGrp="1"/>
          </p:cNvSpPr>
          <p:nvPr>
            <p:ph type="body" sz="quarter" idx="64"/>
          </p:nvPr>
        </p:nvSpPr>
        <p:spPr>
          <a:xfrm>
            <a:off x="6375847" y="2926216"/>
            <a:ext cx="1331913" cy="307777"/>
          </a:xfrm>
        </p:spPr>
        <p:txBody>
          <a:bodyPr/>
          <a:lstStyle/>
          <a:p>
            <a:r>
              <a:rPr lang="en-US" dirty="0"/>
              <a:t>CLICK TO EDIT 2 LINE HEADING</a:t>
            </a:r>
            <a:endParaRPr lang="en-ZA" dirty="0"/>
          </a:p>
        </p:txBody>
      </p:sp>
      <p:sp>
        <p:nvSpPr>
          <p:cNvPr id="12" name="Text Placeholder 11">
            <a:extLst>
              <a:ext uri="{FF2B5EF4-FFF2-40B4-BE49-F238E27FC236}">
                <a16:creationId xmlns:a16="http://schemas.microsoft.com/office/drawing/2014/main" id="{55AFFC27-16E4-0BF6-2BAD-D3FE76BC1787}"/>
              </a:ext>
            </a:extLst>
          </p:cNvPr>
          <p:cNvSpPr>
            <a:spLocks noGrp="1"/>
          </p:cNvSpPr>
          <p:nvPr>
            <p:ph type="body" sz="quarter" idx="65"/>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3" name="Text Placeholder 12">
            <a:extLst>
              <a:ext uri="{FF2B5EF4-FFF2-40B4-BE49-F238E27FC236}">
                <a16:creationId xmlns:a16="http://schemas.microsoft.com/office/drawing/2014/main" id="{06080D55-88F0-CCD4-8183-FE745655BBED}"/>
              </a:ext>
            </a:extLst>
          </p:cNvPr>
          <p:cNvSpPr>
            <a:spLocks noGrp="1"/>
          </p:cNvSpPr>
          <p:nvPr>
            <p:ph type="body" sz="quarter" idx="66"/>
          </p:nvPr>
        </p:nvSpPr>
        <p:spPr>
          <a:xfrm>
            <a:off x="8238512" y="2926216"/>
            <a:ext cx="1331913" cy="307777"/>
          </a:xfrm>
        </p:spPr>
        <p:txBody>
          <a:bodyPr/>
          <a:lstStyle/>
          <a:p>
            <a:r>
              <a:rPr lang="en-US" dirty="0"/>
              <a:t>CLICK TO EDIT 2 LINE HEADING</a:t>
            </a:r>
            <a:endParaRPr lang="en-ZA" dirty="0"/>
          </a:p>
        </p:txBody>
      </p:sp>
      <p:sp>
        <p:nvSpPr>
          <p:cNvPr id="14" name="Text Placeholder 13">
            <a:extLst>
              <a:ext uri="{FF2B5EF4-FFF2-40B4-BE49-F238E27FC236}">
                <a16:creationId xmlns:a16="http://schemas.microsoft.com/office/drawing/2014/main" id="{E13C236A-3242-784D-95FD-97A8F908D81F}"/>
              </a:ext>
            </a:extLst>
          </p:cNvPr>
          <p:cNvSpPr>
            <a:spLocks noGrp="1"/>
          </p:cNvSpPr>
          <p:nvPr>
            <p:ph type="body" sz="quarter" idx="67"/>
          </p:nvPr>
        </p:nvSpPr>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lvl="0"/>
            <a:r>
              <a:rPr lang="en-US" dirty="0"/>
              <a:t>Click to edit your bullet point here</a:t>
            </a:r>
            <a:endParaRPr lang="en-ZA" dirty="0"/>
          </a:p>
        </p:txBody>
      </p:sp>
      <p:sp>
        <p:nvSpPr>
          <p:cNvPr id="15" name="Text Placeholder 14">
            <a:extLst>
              <a:ext uri="{FF2B5EF4-FFF2-40B4-BE49-F238E27FC236}">
                <a16:creationId xmlns:a16="http://schemas.microsoft.com/office/drawing/2014/main" id="{22E9235D-A234-4A03-0AB8-9577A568EF5D}"/>
              </a:ext>
            </a:extLst>
          </p:cNvPr>
          <p:cNvSpPr>
            <a:spLocks noGrp="1"/>
          </p:cNvSpPr>
          <p:nvPr>
            <p:ph type="body" sz="quarter" idx="68"/>
          </p:nvPr>
        </p:nvSpPr>
        <p:spPr>
          <a:xfrm>
            <a:off x="10101176" y="2933131"/>
            <a:ext cx="1331913" cy="307777"/>
          </a:xfrm>
        </p:spPr>
        <p:txBody>
          <a:bodyPr/>
          <a:lstStyle/>
          <a:p>
            <a:r>
              <a:rPr lang="en-US" dirty="0"/>
              <a:t>CLICK TO EDIT 2 LINE HEADING</a:t>
            </a:r>
            <a:endParaRPr lang="en-ZA" dirty="0"/>
          </a:p>
        </p:txBody>
      </p:sp>
      <p:sp>
        <p:nvSpPr>
          <p:cNvPr id="16" name="Text Placeholder 15">
            <a:extLst>
              <a:ext uri="{FF2B5EF4-FFF2-40B4-BE49-F238E27FC236}">
                <a16:creationId xmlns:a16="http://schemas.microsoft.com/office/drawing/2014/main" id="{E1941DD3-A2C1-CF99-CF28-4C86145DFD81}"/>
              </a:ext>
            </a:extLst>
          </p:cNvPr>
          <p:cNvSpPr>
            <a:spLocks noGrp="1"/>
          </p:cNvSpPr>
          <p:nvPr>
            <p:ph type="body" sz="quarter" idx="40"/>
          </p:nvPr>
        </p:nvSpPr>
        <p:spPr/>
        <p:txBody>
          <a:bodyPr/>
          <a:lstStyle/>
          <a:p>
            <a:r>
              <a:rPr lang="en-US" dirty="0"/>
              <a:t>SUB-HEADING GOES HERE</a:t>
            </a:r>
            <a:endParaRPr lang="en-ZA" dirty="0"/>
          </a:p>
        </p:txBody>
      </p:sp>
    </p:spTree>
    <p:extLst>
      <p:ext uri="{BB962C8B-B14F-4D97-AF65-F5344CB8AC3E}">
        <p14:creationId xmlns:p14="http://schemas.microsoft.com/office/powerpoint/2010/main" val="27271989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p06.s0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0F4B-EA1C-F467-D77B-2491A9DAF00B}"/>
              </a:ext>
            </a:extLst>
          </p:cNvPr>
          <p:cNvSpPr>
            <a:spLocks noGrp="1"/>
          </p:cNvSpPr>
          <p:nvPr>
            <p:ph type="ctrTitle"/>
          </p:nvPr>
        </p:nvSpPr>
        <p:spPr/>
        <p:txBody>
          <a:bodyPr/>
          <a:lstStyle/>
          <a:p>
            <a:r>
              <a:rPr lang="en-US" dirty="0"/>
              <a:t>HEADING</a:t>
            </a:r>
            <a:endParaRPr lang="en-ZA" dirty="0"/>
          </a:p>
        </p:txBody>
      </p:sp>
      <p:sp>
        <p:nvSpPr>
          <p:cNvPr id="3" name="Text Placeholder 2">
            <a:extLst>
              <a:ext uri="{FF2B5EF4-FFF2-40B4-BE49-F238E27FC236}">
                <a16:creationId xmlns:a16="http://schemas.microsoft.com/office/drawing/2014/main" id="{E96CD100-B9D2-D3C3-1D7D-B576D89EE4AC}"/>
              </a:ext>
            </a:extLst>
          </p:cNvPr>
          <p:cNvSpPr>
            <a:spLocks noGrp="1"/>
          </p:cNvSpPr>
          <p:nvPr>
            <p:ph type="body" sz="quarter" idx="40"/>
          </p:nvPr>
        </p:nvSpPr>
        <p:spPr/>
        <p:txBody>
          <a:bodyPr/>
          <a:lstStyle/>
          <a:p>
            <a:r>
              <a:rPr lang="en-US" dirty="0"/>
              <a:t>SUB-HEADING</a:t>
            </a:r>
            <a:endParaRPr lang="en-ZA" dirty="0"/>
          </a:p>
        </p:txBody>
      </p:sp>
      <p:sp>
        <p:nvSpPr>
          <p:cNvPr id="4" name="Text Placeholder 3">
            <a:extLst>
              <a:ext uri="{FF2B5EF4-FFF2-40B4-BE49-F238E27FC236}">
                <a16:creationId xmlns:a16="http://schemas.microsoft.com/office/drawing/2014/main" id="{A3C232F3-5796-AAAF-0C73-022FBA0ED397}"/>
              </a:ext>
            </a:extLst>
          </p:cNvPr>
          <p:cNvSpPr>
            <a:spLocks noGrp="1"/>
          </p:cNvSpPr>
          <p:nvPr>
            <p:ph type="body" sz="quarter" idx="41"/>
          </p:nvPr>
        </p:nvSpPr>
        <p:spPr>
          <a:xfrm>
            <a:off x="866701" y="2077811"/>
            <a:ext cx="2124075" cy="304699"/>
          </a:xfrm>
        </p:spPr>
        <p:txBody>
          <a:bodyPr/>
          <a:lstStyle/>
          <a:p>
            <a:r>
              <a:rPr lang="en-US" dirty="0"/>
              <a:t>CLICK HERE TO ADD A HEADING OVER 2 LINES</a:t>
            </a:r>
            <a:endParaRPr lang="en-ZA" dirty="0"/>
          </a:p>
        </p:txBody>
      </p:sp>
      <p:sp>
        <p:nvSpPr>
          <p:cNvPr id="5" name="Text Placeholder 4">
            <a:extLst>
              <a:ext uri="{FF2B5EF4-FFF2-40B4-BE49-F238E27FC236}">
                <a16:creationId xmlns:a16="http://schemas.microsoft.com/office/drawing/2014/main" id="{5BAC6FB2-D1C4-97B6-E27A-DE768A12C07E}"/>
              </a:ext>
            </a:extLst>
          </p:cNvPr>
          <p:cNvSpPr>
            <a:spLocks noGrp="1"/>
          </p:cNvSpPr>
          <p:nvPr>
            <p:ph type="body" sz="quarter" idx="42"/>
          </p:nvPr>
        </p:nvSpPr>
        <p:spPr/>
        <p:txBody>
          <a:bodyPr/>
          <a:lstStyle/>
          <a:p>
            <a:r>
              <a:rPr lang="en-US" dirty="0"/>
              <a:t>Click to edit your paragraph description here… edit paragraph description here… </a:t>
            </a:r>
          </a:p>
          <a:p>
            <a:r>
              <a:rPr lang="en-US" dirty="0"/>
              <a:t>Click to edit your paragraph description here… edit paragraph description here… Click to edit your paragraph description here…</a:t>
            </a:r>
            <a:endParaRPr lang="en-ZA" dirty="0"/>
          </a:p>
        </p:txBody>
      </p:sp>
      <p:sp>
        <p:nvSpPr>
          <p:cNvPr id="6" name="Text Placeholder 5">
            <a:extLst>
              <a:ext uri="{FF2B5EF4-FFF2-40B4-BE49-F238E27FC236}">
                <a16:creationId xmlns:a16="http://schemas.microsoft.com/office/drawing/2014/main" id="{81E23561-1B70-E738-1FC3-DA79149E7DA9}"/>
              </a:ext>
            </a:extLst>
          </p:cNvPr>
          <p:cNvSpPr>
            <a:spLocks noGrp="1"/>
          </p:cNvSpPr>
          <p:nvPr>
            <p:ph type="body" sz="quarter" idx="43"/>
          </p:nvPr>
        </p:nvSpPr>
        <p:spPr>
          <a:xfrm>
            <a:off x="3650960" y="2077811"/>
            <a:ext cx="2124075" cy="304699"/>
          </a:xfrm>
        </p:spPr>
        <p:txBody>
          <a:bodyPr lIns="0" tIns="0" rIns="0" bIns="0">
            <a:spAutoFit/>
          </a:bodyPr>
          <a:lstStyle/>
          <a:p>
            <a:r>
              <a:rPr lang="en-US" dirty="0"/>
              <a:t>CLICK HERE TO ADD A HEADING OVER 2 LINES</a:t>
            </a:r>
            <a:endParaRPr lang="en-ZA" dirty="0"/>
          </a:p>
        </p:txBody>
      </p:sp>
      <p:sp>
        <p:nvSpPr>
          <p:cNvPr id="7" name="Text Placeholder 6">
            <a:extLst>
              <a:ext uri="{FF2B5EF4-FFF2-40B4-BE49-F238E27FC236}">
                <a16:creationId xmlns:a16="http://schemas.microsoft.com/office/drawing/2014/main" id="{F3ECDD21-0587-0255-0F5B-3B843E79C684}"/>
              </a:ext>
            </a:extLst>
          </p:cNvPr>
          <p:cNvSpPr>
            <a:spLocks noGrp="1"/>
          </p:cNvSpPr>
          <p:nvPr>
            <p:ph type="body" sz="quarter" idx="44"/>
          </p:nvPr>
        </p:nvSpPr>
        <p:spPr/>
        <p:txBody>
          <a:bodyPr/>
          <a:lstStyle/>
          <a:p>
            <a:r>
              <a:rPr lang="en-US" dirty="0"/>
              <a:t>Click to edit your paragraph description here… edit paragraph description here… </a:t>
            </a:r>
          </a:p>
          <a:p>
            <a:r>
              <a:rPr lang="en-US" dirty="0"/>
              <a:t>Click to edit your paragraph description here… edit paragraph description here… Click to edit your paragraph description here…</a:t>
            </a:r>
            <a:endParaRPr lang="en-ZA" dirty="0"/>
          </a:p>
        </p:txBody>
      </p:sp>
      <p:sp>
        <p:nvSpPr>
          <p:cNvPr id="8" name="Text Placeholder 7">
            <a:extLst>
              <a:ext uri="{FF2B5EF4-FFF2-40B4-BE49-F238E27FC236}">
                <a16:creationId xmlns:a16="http://schemas.microsoft.com/office/drawing/2014/main" id="{A37A2F20-51C6-796C-A320-5EC55505C452}"/>
              </a:ext>
            </a:extLst>
          </p:cNvPr>
          <p:cNvSpPr>
            <a:spLocks noGrp="1"/>
          </p:cNvSpPr>
          <p:nvPr>
            <p:ph type="body" sz="quarter" idx="45"/>
          </p:nvPr>
        </p:nvSpPr>
        <p:spPr>
          <a:xfrm>
            <a:off x="6444141" y="2077811"/>
            <a:ext cx="2124075" cy="304699"/>
          </a:xfrm>
        </p:spPr>
        <p:txBody>
          <a:bodyPr/>
          <a:lstStyle/>
          <a:p>
            <a:r>
              <a:rPr lang="en-US" dirty="0"/>
              <a:t>CLICK HERE TO ADD A HEADING OVER 2 LINES</a:t>
            </a:r>
            <a:endParaRPr lang="en-ZA" dirty="0"/>
          </a:p>
        </p:txBody>
      </p:sp>
      <p:sp>
        <p:nvSpPr>
          <p:cNvPr id="9" name="Text Placeholder 8">
            <a:extLst>
              <a:ext uri="{FF2B5EF4-FFF2-40B4-BE49-F238E27FC236}">
                <a16:creationId xmlns:a16="http://schemas.microsoft.com/office/drawing/2014/main" id="{9F59480A-24FB-8B91-B1A2-4AC2008954F3}"/>
              </a:ext>
            </a:extLst>
          </p:cNvPr>
          <p:cNvSpPr>
            <a:spLocks noGrp="1"/>
          </p:cNvSpPr>
          <p:nvPr>
            <p:ph type="body" sz="quarter" idx="46"/>
          </p:nvPr>
        </p:nvSpPr>
        <p:spPr/>
        <p:txBody>
          <a:bodyPr/>
          <a:lstStyle/>
          <a:p>
            <a:r>
              <a:rPr lang="en-US" dirty="0"/>
              <a:t>Click to edit your paragraph description here… edit paragraph description here… </a:t>
            </a:r>
          </a:p>
          <a:p>
            <a:r>
              <a:rPr lang="en-US" dirty="0"/>
              <a:t>Click to edit your paragraph description here… edit paragraph description here… Click to edit your paragraph description here…</a:t>
            </a:r>
            <a:endParaRPr lang="en-ZA" dirty="0"/>
          </a:p>
        </p:txBody>
      </p:sp>
      <p:sp>
        <p:nvSpPr>
          <p:cNvPr id="10" name="Text Placeholder 9">
            <a:extLst>
              <a:ext uri="{FF2B5EF4-FFF2-40B4-BE49-F238E27FC236}">
                <a16:creationId xmlns:a16="http://schemas.microsoft.com/office/drawing/2014/main" id="{42B7704B-6EEA-C559-ABDE-5FDBFF0E5689}"/>
              </a:ext>
            </a:extLst>
          </p:cNvPr>
          <p:cNvSpPr>
            <a:spLocks noGrp="1"/>
          </p:cNvSpPr>
          <p:nvPr>
            <p:ph type="body" sz="quarter" idx="47"/>
          </p:nvPr>
        </p:nvSpPr>
        <p:spPr>
          <a:xfrm>
            <a:off x="9227319" y="2077811"/>
            <a:ext cx="2124075" cy="304699"/>
          </a:xfrm>
        </p:spPr>
        <p:txBody>
          <a:bodyPr/>
          <a:lstStyle/>
          <a:p>
            <a:r>
              <a:rPr lang="en-US" dirty="0"/>
              <a:t>CLICK HERE TO ADD A HEADING OVER 2 LINES</a:t>
            </a:r>
            <a:endParaRPr lang="en-ZA" dirty="0"/>
          </a:p>
        </p:txBody>
      </p:sp>
      <p:sp>
        <p:nvSpPr>
          <p:cNvPr id="11" name="Text Placeholder 10">
            <a:extLst>
              <a:ext uri="{FF2B5EF4-FFF2-40B4-BE49-F238E27FC236}">
                <a16:creationId xmlns:a16="http://schemas.microsoft.com/office/drawing/2014/main" id="{10445E2E-509E-B3BB-494F-A771C6D76FF9}"/>
              </a:ext>
            </a:extLst>
          </p:cNvPr>
          <p:cNvSpPr>
            <a:spLocks noGrp="1"/>
          </p:cNvSpPr>
          <p:nvPr>
            <p:ph type="body" sz="quarter" idx="48"/>
          </p:nvPr>
        </p:nvSpPr>
        <p:spPr/>
        <p:txBody>
          <a:bodyPr/>
          <a:lstStyle/>
          <a:p>
            <a:r>
              <a:rPr lang="en-US" dirty="0"/>
              <a:t>Click to edit your paragraph description here… edit paragraph description here… </a:t>
            </a:r>
          </a:p>
          <a:p>
            <a:r>
              <a:rPr lang="en-US" dirty="0"/>
              <a:t>Click to edit your paragraph description here… edit paragraph description here… Click to edit your paragraph description here…</a:t>
            </a:r>
            <a:endParaRPr lang="en-ZA" dirty="0"/>
          </a:p>
        </p:txBody>
      </p:sp>
      <p:sp>
        <p:nvSpPr>
          <p:cNvPr id="12" name="Text Placeholder 11">
            <a:extLst>
              <a:ext uri="{FF2B5EF4-FFF2-40B4-BE49-F238E27FC236}">
                <a16:creationId xmlns:a16="http://schemas.microsoft.com/office/drawing/2014/main" id="{F9CA35DC-5404-D7F1-41EB-1B91E448BCB5}"/>
              </a:ext>
            </a:extLst>
          </p:cNvPr>
          <p:cNvSpPr>
            <a:spLocks noGrp="1"/>
          </p:cNvSpPr>
          <p:nvPr>
            <p:ph type="body" sz="quarter" idx="49"/>
          </p:nvPr>
        </p:nvSpPr>
        <p:spPr>
          <a:xfrm>
            <a:off x="870109" y="4598814"/>
            <a:ext cx="2124075" cy="304699"/>
          </a:xfrm>
        </p:spPr>
        <p:txBody>
          <a:bodyPr/>
          <a:lstStyle/>
          <a:p>
            <a:r>
              <a:rPr lang="en-US" dirty="0"/>
              <a:t>CLICK HERE TO ADD A HEADING OVER 2 LINES</a:t>
            </a:r>
            <a:endParaRPr lang="en-ZA" dirty="0"/>
          </a:p>
        </p:txBody>
      </p:sp>
      <p:sp>
        <p:nvSpPr>
          <p:cNvPr id="13" name="Text Placeholder 12">
            <a:extLst>
              <a:ext uri="{FF2B5EF4-FFF2-40B4-BE49-F238E27FC236}">
                <a16:creationId xmlns:a16="http://schemas.microsoft.com/office/drawing/2014/main" id="{CBC70A48-55C9-B5F0-4FED-8D67C367F9A4}"/>
              </a:ext>
            </a:extLst>
          </p:cNvPr>
          <p:cNvSpPr>
            <a:spLocks noGrp="1"/>
          </p:cNvSpPr>
          <p:nvPr>
            <p:ph type="body" sz="quarter" idx="50"/>
          </p:nvPr>
        </p:nvSpPr>
        <p:spPr/>
        <p:txBody>
          <a:bodyPr/>
          <a:lstStyle/>
          <a:p>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14" name="Text Placeholder 13">
            <a:extLst>
              <a:ext uri="{FF2B5EF4-FFF2-40B4-BE49-F238E27FC236}">
                <a16:creationId xmlns:a16="http://schemas.microsoft.com/office/drawing/2014/main" id="{F829AB05-C25C-0655-E8CF-39AF3C79AC1A}"/>
              </a:ext>
            </a:extLst>
          </p:cNvPr>
          <p:cNvSpPr>
            <a:spLocks noGrp="1"/>
          </p:cNvSpPr>
          <p:nvPr>
            <p:ph type="body" sz="quarter" idx="51"/>
          </p:nvPr>
        </p:nvSpPr>
        <p:spPr>
          <a:xfrm>
            <a:off x="3654368" y="4598814"/>
            <a:ext cx="2124075" cy="304699"/>
          </a:xfrm>
        </p:spPr>
        <p:txBody>
          <a:bodyPr/>
          <a:lstStyle/>
          <a:p>
            <a:r>
              <a:rPr lang="en-US" dirty="0"/>
              <a:t>CLICK HERE TO ADD A HEADING OVER 2 LINES</a:t>
            </a:r>
            <a:endParaRPr lang="en-ZA" dirty="0"/>
          </a:p>
        </p:txBody>
      </p:sp>
      <p:sp>
        <p:nvSpPr>
          <p:cNvPr id="15" name="Text Placeholder 14">
            <a:extLst>
              <a:ext uri="{FF2B5EF4-FFF2-40B4-BE49-F238E27FC236}">
                <a16:creationId xmlns:a16="http://schemas.microsoft.com/office/drawing/2014/main" id="{809E6310-CFCC-E836-866A-DD78E9DC2109}"/>
              </a:ext>
            </a:extLst>
          </p:cNvPr>
          <p:cNvSpPr>
            <a:spLocks noGrp="1"/>
          </p:cNvSpPr>
          <p:nvPr>
            <p:ph type="body" sz="quarter" idx="52"/>
          </p:nvPr>
        </p:nvSpPr>
        <p:spPr/>
        <p:txBody>
          <a:bodyPr/>
          <a:lstStyle/>
          <a:p>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16" name="Text Placeholder 15">
            <a:extLst>
              <a:ext uri="{FF2B5EF4-FFF2-40B4-BE49-F238E27FC236}">
                <a16:creationId xmlns:a16="http://schemas.microsoft.com/office/drawing/2014/main" id="{EF1A15DC-122B-2A86-B2AB-F9B5054B14C8}"/>
              </a:ext>
            </a:extLst>
          </p:cNvPr>
          <p:cNvSpPr>
            <a:spLocks noGrp="1"/>
          </p:cNvSpPr>
          <p:nvPr>
            <p:ph type="body" sz="quarter" idx="53"/>
          </p:nvPr>
        </p:nvSpPr>
        <p:spPr>
          <a:xfrm>
            <a:off x="6447549" y="4598814"/>
            <a:ext cx="2124075" cy="304699"/>
          </a:xfrm>
        </p:spPr>
        <p:txBody>
          <a:bodyPr/>
          <a:lstStyle/>
          <a:p>
            <a:r>
              <a:rPr lang="en-US" dirty="0"/>
              <a:t>CLICK HERE TO ADD A HEADING OVER 2 LINES</a:t>
            </a:r>
            <a:endParaRPr lang="en-ZA" dirty="0"/>
          </a:p>
        </p:txBody>
      </p:sp>
      <p:sp>
        <p:nvSpPr>
          <p:cNvPr id="17" name="Text Placeholder 16">
            <a:extLst>
              <a:ext uri="{FF2B5EF4-FFF2-40B4-BE49-F238E27FC236}">
                <a16:creationId xmlns:a16="http://schemas.microsoft.com/office/drawing/2014/main" id="{3F1205DD-EB9F-CD34-F446-6C62D5C30DB0}"/>
              </a:ext>
            </a:extLst>
          </p:cNvPr>
          <p:cNvSpPr>
            <a:spLocks noGrp="1"/>
          </p:cNvSpPr>
          <p:nvPr>
            <p:ph type="body" sz="quarter" idx="54"/>
          </p:nvPr>
        </p:nvSpPr>
        <p:spPr/>
        <p:txBody>
          <a:bodyPr/>
          <a:lstStyle/>
          <a:p>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
        <p:nvSpPr>
          <p:cNvPr id="18" name="Text Placeholder 17">
            <a:extLst>
              <a:ext uri="{FF2B5EF4-FFF2-40B4-BE49-F238E27FC236}">
                <a16:creationId xmlns:a16="http://schemas.microsoft.com/office/drawing/2014/main" id="{3BE93DB2-5C16-81E8-B89D-A80EBAAD8521}"/>
              </a:ext>
            </a:extLst>
          </p:cNvPr>
          <p:cNvSpPr>
            <a:spLocks noGrp="1"/>
          </p:cNvSpPr>
          <p:nvPr>
            <p:ph type="body" sz="quarter" idx="55"/>
          </p:nvPr>
        </p:nvSpPr>
        <p:spPr>
          <a:xfrm>
            <a:off x="9230727" y="4598814"/>
            <a:ext cx="2124075" cy="304699"/>
          </a:xfrm>
        </p:spPr>
        <p:txBody>
          <a:bodyPr/>
          <a:lstStyle/>
          <a:p>
            <a:r>
              <a:rPr lang="en-US" dirty="0"/>
              <a:t>CLICK HERE TO ADD A HEADING OVER 2 LINES</a:t>
            </a:r>
            <a:endParaRPr lang="en-ZA" dirty="0"/>
          </a:p>
        </p:txBody>
      </p:sp>
      <p:sp>
        <p:nvSpPr>
          <p:cNvPr id="19" name="Text Placeholder 18">
            <a:extLst>
              <a:ext uri="{FF2B5EF4-FFF2-40B4-BE49-F238E27FC236}">
                <a16:creationId xmlns:a16="http://schemas.microsoft.com/office/drawing/2014/main" id="{9E7922D9-752A-8682-A2CE-7BCA561B2DAE}"/>
              </a:ext>
            </a:extLst>
          </p:cNvPr>
          <p:cNvSpPr>
            <a:spLocks noGrp="1"/>
          </p:cNvSpPr>
          <p:nvPr>
            <p:ph type="body" sz="quarter" idx="56"/>
          </p:nvPr>
        </p:nvSpPr>
        <p:spPr/>
        <p:txBody>
          <a:bodyPr/>
          <a:lstStyle/>
          <a:p>
            <a:r>
              <a:rPr lang="en-US" dirty="0"/>
              <a:t>Click to edit your paragraph description here… edit paragraph description here… Click to edit your paragraph description here… edit paragraph description here… Click to edit your paragraph description here… Click to edit</a:t>
            </a:r>
            <a:endParaRPr lang="en-ZA" dirty="0"/>
          </a:p>
        </p:txBody>
      </p:sp>
    </p:spTree>
    <p:extLst>
      <p:ext uri="{BB962C8B-B14F-4D97-AF65-F5344CB8AC3E}">
        <p14:creationId xmlns:p14="http://schemas.microsoft.com/office/powerpoint/2010/main" val="2569783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p06.s07">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2B7C00-EE3F-78F9-ED81-8588BA4EFAD5}"/>
              </a:ext>
            </a:extLst>
          </p:cNvPr>
          <p:cNvSpPr>
            <a:spLocks noGrp="1"/>
          </p:cNvSpPr>
          <p:nvPr>
            <p:ph type="body" sz="quarter" idx="64"/>
          </p:nvPr>
        </p:nvSpPr>
        <p:spPr>
          <a:xfrm>
            <a:off x="9230404" y="5056581"/>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3" name="Text Placeholder 2">
            <a:extLst>
              <a:ext uri="{FF2B5EF4-FFF2-40B4-BE49-F238E27FC236}">
                <a16:creationId xmlns:a16="http://schemas.microsoft.com/office/drawing/2014/main" id="{75889FCE-3E83-F319-6A21-A22C83BED321}"/>
              </a:ext>
            </a:extLst>
          </p:cNvPr>
          <p:cNvSpPr>
            <a:spLocks noGrp="1"/>
          </p:cNvSpPr>
          <p:nvPr>
            <p:ph type="body" sz="quarter" idx="65"/>
          </p:nvPr>
        </p:nvSpPr>
        <p:spPr>
          <a:xfrm>
            <a:off x="9230330" y="4598814"/>
            <a:ext cx="2124075" cy="304699"/>
          </a:xfrm>
        </p:spPr>
        <p:txBody>
          <a:bodyPr/>
          <a:lstStyle/>
          <a:p>
            <a:r>
              <a:rPr lang="en-US" dirty="0"/>
              <a:t>Click here to edit your heading over two lines</a:t>
            </a:r>
            <a:endParaRPr lang="en-ZA" dirty="0"/>
          </a:p>
        </p:txBody>
      </p:sp>
      <p:sp>
        <p:nvSpPr>
          <p:cNvPr id="4" name="Text Placeholder 3">
            <a:extLst>
              <a:ext uri="{FF2B5EF4-FFF2-40B4-BE49-F238E27FC236}">
                <a16:creationId xmlns:a16="http://schemas.microsoft.com/office/drawing/2014/main" id="{1CA4F7E5-56F1-3083-9D4F-D250889F2D42}"/>
              </a:ext>
            </a:extLst>
          </p:cNvPr>
          <p:cNvSpPr>
            <a:spLocks noGrp="1"/>
          </p:cNvSpPr>
          <p:nvPr>
            <p:ph type="body" sz="quarter" idx="57"/>
          </p:nvPr>
        </p:nvSpPr>
        <p:spPr>
          <a:xfrm>
            <a:off x="866775" y="2552018"/>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5" name="Title 4">
            <a:extLst>
              <a:ext uri="{FF2B5EF4-FFF2-40B4-BE49-F238E27FC236}">
                <a16:creationId xmlns:a16="http://schemas.microsoft.com/office/drawing/2014/main" id="{13A617D1-B2EB-6F82-95B6-B52C937DA0A4}"/>
              </a:ext>
            </a:extLst>
          </p:cNvPr>
          <p:cNvSpPr>
            <a:spLocks noGrp="1"/>
          </p:cNvSpPr>
          <p:nvPr>
            <p:ph type="ctrTitle"/>
          </p:nvPr>
        </p:nvSpPr>
        <p:spPr/>
        <p:txBody>
          <a:bodyPr/>
          <a:lstStyle/>
          <a:p>
            <a:r>
              <a:rPr lang="en-US" dirty="0"/>
              <a:t>ONE LINE HEADING HERE</a:t>
            </a:r>
            <a:endParaRPr lang="en-ZA" dirty="0"/>
          </a:p>
        </p:txBody>
      </p:sp>
      <p:sp>
        <p:nvSpPr>
          <p:cNvPr id="6" name="Text Placeholder 5">
            <a:extLst>
              <a:ext uri="{FF2B5EF4-FFF2-40B4-BE49-F238E27FC236}">
                <a16:creationId xmlns:a16="http://schemas.microsoft.com/office/drawing/2014/main" id="{27029309-5B44-F4CF-A83F-865B80364269}"/>
              </a:ext>
            </a:extLst>
          </p:cNvPr>
          <p:cNvSpPr>
            <a:spLocks noGrp="1"/>
          </p:cNvSpPr>
          <p:nvPr>
            <p:ph type="body" sz="quarter" idx="40"/>
          </p:nvPr>
        </p:nvSpPr>
        <p:spPr/>
        <p:txBody>
          <a:bodyPr/>
          <a:lstStyle/>
          <a:p>
            <a:r>
              <a:rPr lang="en-US" dirty="0"/>
              <a:t>SUB-HEADING HERE</a:t>
            </a:r>
            <a:endParaRPr lang="en-ZA" dirty="0"/>
          </a:p>
        </p:txBody>
      </p:sp>
      <p:sp>
        <p:nvSpPr>
          <p:cNvPr id="7" name="Text Placeholder 6">
            <a:extLst>
              <a:ext uri="{FF2B5EF4-FFF2-40B4-BE49-F238E27FC236}">
                <a16:creationId xmlns:a16="http://schemas.microsoft.com/office/drawing/2014/main" id="{BE8E24C2-3810-EAAD-9C9B-1A12745234C6}"/>
              </a:ext>
            </a:extLst>
          </p:cNvPr>
          <p:cNvSpPr>
            <a:spLocks noGrp="1"/>
          </p:cNvSpPr>
          <p:nvPr>
            <p:ph type="body" sz="quarter" idx="41"/>
          </p:nvPr>
        </p:nvSpPr>
        <p:spPr>
          <a:xfrm>
            <a:off x="866701" y="2042975"/>
            <a:ext cx="2124075" cy="304699"/>
          </a:xfrm>
        </p:spPr>
        <p:txBody>
          <a:bodyPr/>
          <a:lstStyle/>
          <a:p>
            <a:r>
              <a:rPr lang="en-US" dirty="0"/>
              <a:t>Click here to edit your heading over two lines</a:t>
            </a:r>
            <a:endParaRPr lang="en-ZA" dirty="0"/>
          </a:p>
        </p:txBody>
      </p:sp>
      <p:sp>
        <p:nvSpPr>
          <p:cNvPr id="8" name="Text Placeholder 7">
            <a:extLst>
              <a:ext uri="{FF2B5EF4-FFF2-40B4-BE49-F238E27FC236}">
                <a16:creationId xmlns:a16="http://schemas.microsoft.com/office/drawing/2014/main" id="{E9C83804-9ACE-221A-9354-B44D37C5AEF5}"/>
              </a:ext>
            </a:extLst>
          </p:cNvPr>
          <p:cNvSpPr>
            <a:spLocks noGrp="1"/>
          </p:cNvSpPr>
          <p:nvPr>
            <p:ph type="body" sz="quarter" idx="58"/>
          </p:nvPr>
        </p:nvSpPr>
        <p:spPr>
          <a:xfrm>
            <a:off x="3654045" y="2504702"/>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9" name="Text Placeholder 8">
            <a:extLst>
              <a:ext uri="{FF2B5EF4-FFF2-40B4-BE49-F238E27FC236}">
                <a16:creationId xmlns:a16="http://schemas.microsoft.com/office/drawing/2014/main" id="{BCA7911C-B770-F73D-6687-D66857C0C42F}"/>
              </a:ext>
            </a:extLst>
          </p:cNvPr>
          <p:cNvSpPr>
            <a:spLocks noGrp="1"/>
          </p:cNvSpPr>
          <p:nvPr>
            <p:ph type="body" sz="quarter" idx="59"/>
          </p:nvPr>
        </p:nvSpPr>
        <p:spPr>
          <a:xfrm>
            <a:off x="3653971" y="2046935"/>
            <a:ext cx="2124075" cy="304699"/>
          </a:xfrm>
        </p:spPr>
        <p:txBody>
          <a:bodyPr/>
          <a:lstStyle/>
          <a:p>
            <a:r>
              <a:rPr lang="en-US" dirty="0"/>
              <a:t>Click here to edit your heading over two lines</a:t>
            </a:r>
            <a:endParaRPr lang="en-ZA" dirty="0"/>
          </a:p>
        </p:txBody>
      </p:sp>
      <p:sp>
        <p:nvSpPr>
          <p:cNvPr id="10" name="Text Placeholder 9">
            <a:extLst>
              <a:ext uri="{FF2B5EF4-FFF2-40B4-BE49-F238E27FC236}">
                <a16:creationId xmlns:a16="http://schemas.microsoft.com/office/drawing/2014/main" id="{83B64292-B866-4F4C-7C51-C6093DAB81C1}"/>
              </a:ext>
            </a:extLst>
          </p:cNvPr>
          <p:cNvSpPr>
            <a:spLocks noGrp="1"/>
          </p:cNvSpPr>
          <p:nvPr>
            <p:ph type="body" sz="quarter" idx="60"/>
          </p:nvPr>
        </p:nvSpPr>
        <p:spPr>
          <a:xfrm>
            <a:off x="6447623" y="2504702"/>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1" name="Text Placeholder 10">
            <a:extLst>
              <a:ext uri="{FF2B5EF4-FFF2-40B4-BE49-F238E27FC236}">
                <a16:creationId xmlns:a16="http://schemas.microsoft.com/office/drawing/2014/main" id="{DB296B1B-9202-0FBA-C096-6744CDE97066}"/>
              </a:ext>
            </a:extLst>
          </p:cNvPr>
          <p:cNvSpPr>
            <a:spLocks noGrp="1"/>
          </p:cNvSpPr>
          <p:nvPr>
            <p:ph type="body" sz="quarter" idx="61"/>
          </p:nvPr>
        </p:nvSpPr>
        <p:spPr>
          <a:xfrm>
            <a:off x="6447549" y="2046935"/>
            <a:ext cx="2124075" cy="304699"/>
          </a:xfrm>
        </p:spPr>
        <p:txBody>
          <a:bodyPr/>
          <a:lstStyle/>
          <a:p>
            <a:r>
              <a:rPr lang="en-US" dirty="0"/>
              <a:t>Click here to edit your heading over two lines</a:t>
            </a:r>
            <a:endParaRPr lang="en-ZA" dirty="0"/>
          </a:p>
        </p:txBody>
      </p:sp>
      <p:sp>
        <p:nvSpPr>
          <p:cNvPr id="12" name="Text Placeholder 11">
            <a:extLst>
              <a:ext uri="{FF2B5EF4-FFF2-40B4-BE49-F238E27FC236}">
                <a16:creationId xmlns:a16="http://schemas.microsoft.com/office/drawing/2014/main" id="{21F00243-9B95-5D25-6E81-EBE48F7D97CA}"/>
              </a:ext>
            </a:extLst>
          </p:cNvPr>
          <p:cNvSpPr>
            <a:spLocks noGrp="1"/>
          </p:cNvSpPr>
          <p:nvPr>
            <p:ph type="body" sz="quarter" idx="62"/>
          </p:nvPr>
        </p:nvSpPr>
        <p:spPr>
          <a:xfrm>
            <a:off x="9230404" y="2504702"/>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3" name="Text Placeholder 12">
            <a:extLst>
              <a:ext uri="{FF2B5EF4-FFF2-40B4-BE49-F238E27FC236}">
                <a16:creationId xmlns:a16="http://schemas.microsoft.com/office/drawing/2014/main" id="{7261456D-7B6E-A30B-CFF2-9633D4546E18}"/>
              </a:ext>
            </a:extLst>
          </p:cNvPr>
          <p:cNvSpPr>
            <a:spLocks noGrp="1"/>
          </p:cNvSpPr>
          <p:nvPr>
            <p:ph type="body" sz="quarter" idx="63"/>
          </p:nvPr>
        </p:nvSpPr>
        <p:spPr>
          <a:xfrm>
            <a:off x="9230330" y="2046935"/>
            <a:ext cx="2124075" cy="304699"/>
          </a:xfrm>
        </p:spPr>
        <p:txBody>
          <a:bodyPr/>
          <a:lstStyle/>
          <a:p>
            <a:r>
              <a:rPr lang="en-US" dirty="0"/>
              <a:t>Click here to edit your heading over two lines</a:t>
            </a:r>
            <a:endParaRPr lang="en-ZA" dirty="0"/>
          </a:p>
        </p:txBody>
      </p:sp>
      <p:sp>
        <p:nvSpPr>
          <p:cNvPr id="14" name="Text Placeholder 13">
            <a:extLst>
              <a:ext uri="{FF2B5EF4-FFF2-40B4-BE49-F238E27FC236}">
                <a16:creationId xmlns:a16="http://schemas.microsoft.com/office/drawing/2014/main" id="{E54C2304-0FAB-5C4D-4872-D0B9CB7A901C}"/>
              </a:ext>
            </a:extLst>
          </p:cNvPr>
          <p:cNvSpPr>
            <a:spLocks noGrp="1"/>
          </p:cNvSpPr>
          <p:nvPr>
            <p:ph type="body" sz="quarter" idx="66"/>
          </p:nvPr>
        </p:nvSpPr>
        <p:spPr>
          <a:xfrm>
            <a:off x="6447623" y="5056581"/>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5" name="Text Placeholder 14">
            <a:extLst>
              <a:ext uri="{FF2B5EF4-FFF2-40B4-BE49-F238E27FC236}">
                <a16:creationId xmlns:a16="http://schemas.microsoft.com/office/drawing/2014/main" id="{36976E1D-2A7E-4F2D-E74C-34605C950F63}"/>
              </a:ext>
            </a:extLst>
          </p:cNvPr>
          <p:cNvSpPr>
            <a:spLocks noGrp="1"/>
          </p:cNvSpPr>
          <p:nvPr>
            <p:ph type="body" sz="quarter" idx="67"/>
          </p:nvPr>
        </p:nvSpPr>
        <p:spPr>
          <a:xfrm>
            <a:off x="6447549" y="4598814"/>
            <a:ext cx="2124075" cy="304699"/>
          </a:xfrm>
        </p:spPr>
        <p:txBody>
          <a:bodyPr/>
          <a:lstStyle/>
          <a:p>
            <a:r>
              <a:rPr lang="en-US" dirty="0"/>
              <a:t>Click here to edit your heading over two lines</a:t>
            </a:r>
            <a:endParaRPr lang="en-ZA" dirty="0"/>
          </a:p>
        </p:txBody>
      </p:sp>
      <p:sp>
        <p:nvSpPr>
          <p:cNvPr id="16" name="Text Placeholder 15">
            <a:extLst>
              <a:ext uri="{FF2B5EF4-FFF2-40B4-BE49-F238E27FC236}">
                <a16:creationId xmlns:a16="http://schemas.microsoft.com/office/drawing/2014/main" id="{F08DB3B1-7B10-CE69-62CA-A26FB08FB0A9}"/>
              </a:ext>
            </a:extLst>
          </p:cNvPr>
          <p:cNvSpPr>
            <a:spLocks noGrp="1"/>
          </p:cNvSpPr>
          <p:nvPr>
            <p:ph type="body" sz="quarter" idx="68"/>
          </p:nvPr>
        </p:nvSpPr>
        <p:spPr>
          <a:xfrm>
            <a:off x="3648212" y="5056581"/>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7" name="Text Placeholder 16">
            <a:extLst>
              <a:ext uri="{FF2B5EF4-FFF2-40B4-BE49-F238E27FC236}">
                <a16:creationId xmlns:a16="http://schemas.microsoft.com/office/drawing/2014/main" id="{DAC6F653-B2B4-A7E7-C6F6-15BAB85633D2}"/>
              </a:ext>
            </a:extLst>
          </p:cNvPr>
          <p:cNvSpPr>
            <a:spLocks noGrp="1"/>
          </p:cNvSpPr>
          <p:nvPr>
            <p:ph type="body" sz="quarter" idx="69"/>
          </p:nvPr>
        </p:nvSpPr>
        <p:spPr>
          <a:xfrm>
            <a:off x="3648138" y="4598814"/>
            <a:ext cx="2124075" cy="304699"/>
          </a:xfrm>
        </p:spPr>
        <p:txBody>
          <a:bodyPr/>
          <a:lstStyle/>
          <a:p>
            <a:r>
              <a:rPr lang="en-US" dirty="0"/>
              <a:t>Click here to edit your heading over two lines</a:t>
            </a:r>
            <a:endParaRPr lang="en-ZA" dirty="0"/>
          </a:p>
        </p:txBody>
      </p:sp>
      <p:sp>
        <p:nvSpPr>
          <p:cNvPr id="18" name="Text Placeholder 17">
            <a:extLst>
              <a:ext uri="{FF2B5EF4-FFF2-40B4-BE49-F238E27FC236}">
                <a16:creationId xmlns:a16="http://schemas.microsoft.com/office/drawing/2014/main" id="{A54D03E9-0A22-7ADE-61DC-5EBCBDCF4510}"/>
              </a:ext>
            </a:extLst>
          </p:cNvPr>
          <p:cNvSpPr>
            <a:spLocks noGrp="1"/>
          </p:cNvSpPr>
          <p:nvPr>
            <p:ph type="body" sz="quarter" idx="70"/>
          </p:nvPr>
        </p:nvSpPr>
        <p:spPr>
          <a:xfrm>
            <a:off x="866775" y="5056581"/>
            <a:ext cx="2124075" cy="1205715"/>
          </a:xfrm>
        </p:spPr>
        <p:txBody>
          <a:bodyPr/>
          <a:lstStyle/>
          <a:p>
            <a:pPr lvl="0"/>
            <a:r>
              <a:rPr lang="en-US" dirty="0"/>
              <a:t>Click to edit your bullet point here</a:t>
            </a:r>
          </a:p>
          <a:p>
            <a:pPr lvl="0"/>
            <a:r>
              <a:rPr lang="en-US" dirty="0"/>
              <a:t>Click to edit your bullet point here over two lines</a:t>
            </a:r>
          </a:p>
          <a:p>
            <a:pPr lvl="0"/>
            <a:r>
              <a:rPr lang="en-US" dirty="0"/>
              <a:t>Click to edit your bullet point here</a:t>
            </a:r>
          </a:p>
          <a:p>
            <a:pPr lvl="0"/>
            <a:r>
              <a:rPr lang="en-US" dirty="0"/>
              <a:t>Click to edit your bullet point here over two lines</a:t>
            </a:r>
          </a:p>
          <a:p>
            <a:pPr marL="182563" marR="0" lvl="0" indent="-182563" algn="l" defTabSz="914400" rtl="0" eaLnBrk="1" fontAlgn="auto" latinLnBrk="0" hangingPunct="1">
              <a:lnSpc>
                <a:spcPts val="1100"/>
              </a:lnSpc>
              <a:spcBef>
                <a:spcPts val="500"/>
              </a:spcBef>
              <a:spcAft>
                <a:spcPts val="0"/>
              </a:spcAft>
              <a:buClrTx/>
              <a:buSzTx/>
              <a:buFont typeface="Arial" panose="020B0604020202020204" pitchFamily="34" charset="0"/>
              <a:buChar char="•"/>
              <a:tabLst/>
              <a:defRPr/>
            </a:pPr>
            <a:r>
              <a:rPr lang="en-US" dirty="0"/>
              <a:t>Click to edit your bullet point here</a:t>
            </a:r>
            <a:endParaRPr lang="en-ZA" dirty="0"/>
          </a:p>
        </p:txBody>
      </p:sp>
      <p:sp>
        <p:nvSpPr>
          <p:cNvPr id="19" name="Text Placeholder 18">
            <a:extLst>
              <a:ext uri="{FF2B5EF4-FFF2-40B4-BE49-F238E27FC236}">
                <a16:creationId xmlns:a16="http://schemas.microsoft.com/office/drawing/2014/main" id="{E0916423-C084-82C1-542C-FA70745C2E61}"/>
              </a:ext>
            </a:extLst>
          </p:cNvPr>
          <p:cNvSpPr>
            <a:spLocks noGrp="1"/>
          </p:cNvSpPr>
          <p:nvPr>
            <p:ph type="body" sz="quarter" idx="71"/>
          </p:nvPr>
        </p:nvSpPr>
        <p:spPr>
          <a:xfrm>
            <a:off x="866701" y="4598814"/>
            <a:ext cx="2124075" cy="304699"/>
          </a:xfrm>
        </p:spPr>
        <p:txBody>
          <a:bodyPr/>
          <a:lstStyle/>
          <a:p>
            <a:r>
              <a:rPr lang="en-US" dirty="0"/>
              <a:t>Click here to edit your heading over two lines</a:t>
            </a:r>
            <a:endParaRPr lang="en-ZA" dirty="0"/>
          </a:p>
        </p:txBody>
      </p:sp>
    </p:spTree>
    <p:extLst>
      <p:ext uri="{BB962C8B-B14F-4D97-AF65-F5344CB8AC3E}">
        <p14:creationId xmlns:p14="http://schemas.microsoft.com/office/powerpoint/2010/main" val="728739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p06.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1B91E3-70D5-6967-456D-3812CE73BF75}"/>
              </a:ext>
            </a:extLst>
          </p:cNvPr>
          <p:cNvSpPr>
            <a:spLocks noGrp="1"/>
          </p:cNvSpPr>
          <p:nvPr>
            <p:ph type="body" sz="quarter" idx="57"/>
          </p:nvPr>
        </p:nvSpPr>
        <p:spPr/>
        <p:txBody>
          <a:bodyPr/>
          <a:lstStyle/>
          <a:p>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3" name="Title 2">
            <a:extLst>
              <a:ext uri="{FF2B5EF4-FFF2-40B4-BE49-F238E27FC236}">
                <a16:creationId xmlns:a16="http://schemas.microsoft.com/office/drawing/2014/main" id="{AAAB4317-3DAB-32A5-09AD-660CE1FA3D5E}"/>
              </a:ext>
            </a:extLst>
          </p:cNvPr>
          <p:cNvSpPr>
            <a:spLocks noGrp="1"/>
          </p:cNvSpPr>
          <p:nvPr>
            <p:ph type="ctrTitle"/>
          </p:nvPr>
        </p:nvSpPr>
        <p:spPr/>
        <p:txBody>
          <a:bodyPr/>
          <a:lstStyle/>
          <a:p>
            <a:r>
              <a:rPr lang="en-US" dirty="0"/>
              <a:t>HEADING GOES HERE</a:t>
            </a:r>
            <a:endParaRPr lang="en-ZA" dirty="0"/>
          </a:p>
        </p:txBody>
      </p:sp>
      <p:sp>
        <p:nvSpPr>
          <p:cNvPr id="4" name="Text Placeholder 3">
            <a:extLst>
              <a:ext uri="{FF2B5EF4-FFF2-40B4-BE49-F238E27FC236}">
                <a16:creationId xmlns:a16="http://schemas.microsoft.com/office/drawing/2014/main" id="{A6D3307D-796F-E53F-00FA-BF5283237A2D}"/>
              </a:ext>
            </a:extLst>
          </p:cNvPr>
          <p:cNvSpPr>
            <a:spLocks noGrp="1"/>
          </p:cNvSpPr>
          <p:nvPr>
            <p:ph type="body" sz="quarter" idx="40"/>
          </p:nvPr>
        </p:nvSpPr>
        <p:spPr/>
        <p:txBody>
          <a:bodyPr/>
          <a:lstStyle/>
          <a:p>
            <a:r>
              <a:rPr lang="en-US" dirty="0"/>
              <a:t>SUB-HEADING GOES HERE</a:t>
            </a:r>
            <a:endParaRPr lang="en-ZA" dirty="0"/>
          </a:p>
        </p:txBody>
      </p:sp>
      <p:sp>
        <p:nvSpPr>
          <p:cNvPr id="5" name="Text Placeholder 4">
            <a:extLst>
              <a:ext uri="{FF2B5EF4-FFF2-40B4-BE49-F238E27FC236}">
                <a16:creationId xmlns:a16="http://schemas.microsoft.com/office/drawing/2014/main" id="{F705CB49-9FD9-043B-9418-991CEA4BF103}"/>
              </a:ext>
            </a:extLst>
          </p:cNvPr>
          <p:cNvSpPr>
            <a:spLocks noGrp="1"/>
          </p:cNvSpPr>
          <p:nvPr>
            <p:ph type="body" sz="quarter" idx="41"/>
          </p:nvPr>
        </p:nvSpPr>
        <p:spPr>
          <a:xfrm>
            <a:off x="866701" y="2761122"/>
            <a:ext cx="2124075" cy="304699"/>
          </a:xfrm>
        </p:spPr>
        <p:txBody>
          <a:bodyPr/>
          <a:lstStyle/>
          <a:p>
            <a:r>
              <a:rPr lang="en-US" dirty="0"/>
              <a:t>Click here to edit your heading over two lines</a:t>
            </a:r>
            <a:endParaRPr lang="en-ZA" dirty="0"/>
          </a:p>
        </p:txBody>
      </p:sp>
      <p:sp>
        <p:nvSpPr>
          <p:cNvPr id="6" name="Text Placeholder 5">
            <a:extLst>
              <a:ext uri="{FF2B5EF4-FFF2-40B4-BE49-F238E27FC236}">
                <a16:creationId xmlns:a16="http://schemas.microsoft.com/office/drawing/2014/main" id="{0D8A1AF7-7817-2089-CD93-8DC58FAF9649}"/>
              </a:ext>
            </a:extLst>
          </p:cNvPr>
          <p:cNvSpPr>
            <a:spLocks noGrp="1"/>
          </p:cNvSpPr>
          <p:nvPr>
            <p:ph type="body" sz="quarter" idx="42"/>
          </p:nvPr>
        </p:nvSpPr>
        <p:spPr>
          <a:xfrm>
            <a:off x="874850" y="3253776"/>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7" name="Text Placeholder 6">
            <a:extLst>
              <a:ext uri="{FF2B5EF4-FFF2-40B4-BE49-F238E27FC236}">
                <a16:creationId xmlns:a16="http://schemas.microsoft.com/office/drawing/2014/main" id="{56479D39-71F7-DA5B-CE48-033A93CFCFA0}"/>
              </a:ext>
            </a:extLst>
          </p:cNvPr>
          <p:cNvSpPr>
            <a:spLocks noGrp="1"/>
          </p:cNvSpPr>
          <p:nvPr>
            <p:ph type="body" sz="quarter" idx="43"/>
          </p:nvPr>
        </p:nvSpPr>
        <p:spPr>
          <a:xfrm>
            <a:off x="3650960" y="2761122"/>
            <a:ext cx="2124075" cy="304699"/>
          </a:xfrm>
        </p:spPr>
        <p:txBody>
          <a:bodyPr/>
          <a:lstStyle/>
          <a:p>
            <a:r>
              <a:rPr lang="en-US" dirty="0"/>
              <a:t>Click here to edit your heading over two lines</a:t>
            </a:r>
            <a:endParaRPr lang="en-ZA" dirty="0"/>
          </a:p>
        </p:txBody>
      </p:sp>
      <p:sp>
        <p:nvSpPr>
          <p:cNvPr id="8" name="Text Placeholder 7">
            <a:extLst>
              <a:ext uri="{FF2B5EF4-FFF2-40B4-BE49-F238E27FC236}">
                <a16:creationId xmlns:a16="http://schemas.microsoft.com/office/drawing/2014/main" id="{BC3911D0-3F7D-ABD2-C5C6-71C3DBC048FB}"/>
              </a:ext>
            </a:extLst>
          </p:cNvPr>
          <p:cNvSpPr>
            <a:spLocks noGrp="1"/>
          </p:cNvSpPr>
          <p:nvPr>
            <p:ph type="body" sz="quarter" idx="44"/>
          </p:nvPr>
        </p:nvSpPr>
        <p:spPr>
          <a:xfrm>
            <a:off x="3659109" y="3253776"/>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9" name="Text Placeholder 8">
            <a:extLst>
              <a:ext uri="{FF2B5EF4-FFF2-40B4-BE49-F238E27FC236}">
                <a16:creationId xmlns:a16="http://schemas.microsoft.com/office/drawing/2014/main" id="{EF88CC7B-F00A-2412-C0A8-BC32D508D881}"/>
              </a:ext>
            </a:extLst>
          </p:cNvPr>
          <p:cNvSpPr>
            <a:spLocks noGrp="1"/>
          </p:cNvSpPr>
          <p:nvPr>
            <p:ph type="body" sz="quarter" idx="45"/>
          </p:nvPr>
        </p:nvSpPr>
        <p:spPr>
          <a:xfrm>
            <a:off x="6444141" y="2761122"/>
            <a:ext cx="2124075" cy="304699"/>
          </a:xfrm>
        </p:spPr>
        <p:txBody>
          <a:bodyPr/>
          <a:lstStyle/>
          <a:p>
            <a:r>
              <a:rPr lang="en-US" dirty="0"/>
              <a:t>Click here to edit your heading over two lines</a:t>
            </a:r>
            <a:endParaRPr lang="en-ZA" dirty="0"/>
          </a:p>
        </p:txBody>
      </p:sp>
      <p:sp>
        <p:nvSpPr>
          <p:cNvPr id="10" name="Text Placeholder 9">
            <a:extLst>
              <a:ext uri="{FF2B5EF4-FFF2-40B4-BE49-F238E27FC236}">
                <a16:creationId xmlns:a16="http://schemas.microsoft.com/office/drawing/2014/main" id="{0D562FDA-C393-C2A9-22B4-0C767A869026}"/>
              </a:ext>
            </a:extLst>
          </p:cNvPr>
          <p:cNvSpPr>
            <a:spLocks noGrp="1"/>
          </p:cNvSpPr>
          <p:nvPr>
            <p:ph type="body" sz="quarter" idx="46"/>
          </p:nvPr>
        </p:nvSpPr>
        <p:spPr>
          <a:xfrm>
            <a:off x="6452290" y="3253776"/>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11" name="Text Placeholder 10">
            <a:extLst>
              <a:ext uri="{FF2B5EF4-FFF2-40B4-BE49-F238E27FC236}">
                <a16:creationId xmlns:a16="http://schemas.microsoft.com/office/drawing/2014/main" id="{B1384CFF-E611-2BC3-67EF-5E0D19F21C04}"/>
              </a:ext>
            </a:extLst>
          </p:cNvPr>
          <p:cNvSpPr>
            <a:spLocks noGrp="1"/>
          </p:cNvSpPr>
          <p:nvPr>
            <p:ph type="body" sz="quarter" idx="47"/>
          </p:nvPr>
        </p:nvSpPr>
        <p:spPr>
          <a:xfrm>
            <a:off x="9227319" y="2761122"/>
            <a:ext cx="2124075" cy="304699"/>
          </a:xfrm>
        </p:spPr>
        <p:txBody>
          <a:bodyPr/>
          <a:lstStyle/>
          <a:p>
            <a:r>
              <a:rPr lang="en-US" dirty="0"/>
              <a:t>Click here to edit your heading over two lines</a:t>
            </a:r>
            <a:endParaRPr lang="en-ZA" dirty="0"/>
          </a:p>
        </p:txBody>
      </p:sp>
      <p:sp>
        <p:nvSpPr>
          <p:cNvPr id="12" name="Text Placeholder 11">
            <a:extLst>
              <a:ext uri="{FF2B5EF4-FFF2-40B4-BE49-F238E27FC236}">
                <a16:creationId xmlns:a16="http://schemas.microsoft.com/office/drawing/2014/main" id="{1D92F4EB-4521-F533-B353-E4C43BC4EB53}"/>
              </a:ext>
            </a:extLst>
          </p:cNvPr>
          <p:cNvSpPr>
            <a:spLocks noGrp="1"/>
          </p:cNvSpPr>
          <p:nvPr>
            <p:ph type="body" sz="quarter" idx="48"/>
          </p:nvPr>
        </p:nvSpPr>
        <p:spPr>
          <a:xfrm>
            <a:off x="9235468" y="3253776"/>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13" name="Text Placeholder 12">
            <a:extLst>
              <a:ext uri="{FF2B5EF4-FFF2-40B4-BE49-F238E27FC236}">
                <a16:creationId xmlns:a16="http://schemas.microsoft.com/office/drawing/2014/main" id="{57F72017-8FC5-D6C7-4169-6571E71F193C}"/>
              </a:ext>
            </a:extLst>
          </p:cNvPr>
          <p:cNvSpPr>
            <a:spLocks noGrp="1"/>
          </p:cNvSpPr>
          <p:nvPr>
            <p:ph type="body" sz="quarter" idx="49"/>
          </p:nvPr>
        </p:nvSpPr>
        <p:spPr>
          <a:xfrm>
            <a:off x="870109" y="4940551"/>
            <a:ext cx="2124075" cy="304699"/>
          </a:xfrm>
        </p:spPr>
        <p:txBody>
          <a:bodyPr/>
          <a:lstStyle/>
          <a:p>
            <a:r>
              <a:rPr lang="en-US" dirty="0"/>
              <a:t>Click here to edit your heading over two lines</a:t>
            </a:r>
            <a:endParaRPr lang="en-ZA" dirty="0"/>
          </a:p>
        </p:txBody>
      </p:sp>
      <p:sp>
        <p:nvSpPr>
          <p:cNvPr id="14" name="Text Placeholder 13">
            <a:extLst>
              <a:ext uri="{FF2B5EF4-FFF2-40B4-BE49-F238E27FC236}">
                <a16:creationId xmlns:a16="http://schemas.microsoft.com/office/drawing/2014/main" id="{C82BAD95-8FE3-F33E-3C15-29CCFBCB9D97}"/>
              </a:ext>
            </a:extLst>
          </p:cNvPr>
          <p:cNvSpPr>
            <a:spLocks noGrp="1"/>
          </p:cNvSpPr>
          <p:nvPr>
            <p:ph type="body" sz="quarter" idx="50"/>
          </p:nvPr>
        </p:nvSpPr>
        <p:spPr>
          <a:xfrm>
            <a:off x="878258" y="5433205"/>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15" name="Text Placeholder 14">
            <a:extLst>
              <a:ext uri="{FF2B5EF4-FFF2-40B4-BE49-F238E27FC236}">
                <a16:creationId xmlns:a16="http://schemas.microsoft.com/office/drawing/2014/main" id="{436FB40D-3FB0-E201-636B-7E83D0A7A7AC}"/>
              </a:ext>
            </a:extLst>
          </p:cNvPr>
          <p:cNvSpPr>
            <a:spLocks noGrp="1"/>
          </p:cNvSpPr>
          <p:nvPr>
            <p:ph type="body" sz="quarter" idx="51"/>
          </p:nvPr>
        </p:nvSpPr>
        <p:spPr>
          <a:xfrm>
            <a:off x="3654368" y="4940551"/>
            <a:ext cx="2124075" cy="304699"/>
          </a:xfrm>
        </p:spPr>
        <p:txBody>
          <a:bodyPr/>
          <a:lstStyle/>
          <a:p>
            <a:r>
              <a:rPr lang="en-US" dirty="0"/>
              <a:t>Click here to edit your heading over two lines</a:t>
            </a:r>
            <a:endParaRPr lang="en-ZA" dirty="0"/>
          </a:p>
        </p:txBody>
      </p:sp>
      <p:sp>
        <p:nvSpPr>
          <p:cNvPr id="16" name="Text Placeholder 15">
            <a:extLst>
              <a:ext uri="{FF2B5EF4-FFF2-40B4-BE49-F238E27FC236}">
                <a16:creationId xmlns:a16="http://schemas.microsoft.com/office/drawing/2014/main" id="{AC9679BE-97E8-889E-0338-11A6E9C18FF0}"/>
              </a:ext>
            </a:extLst>
          </p:cNvPr>
          <p:cNvSpPr>
            <a:spLocks noGrp="1"/>
          </p:cNvSpPr>
          <p:nvPr>
            <p:ph type="body" sz="quarter" idx="52"/>
          </p:nvPr>
        </p:nvSpPr>
        <p:spPr>
          <a:xfrm>
            <a:off x="3662517" y="5433205"/>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17" name="Text Placeholder 16">
            <a:extLst>
              <a:ext uri="{FF2B5EF4-FFF2-40B4-BE49-F238E27FC236}">
                <a16:creationId xmlns:a16="http://schemas.microsoft.com/office/drawing/2014/main" id="{C1D63EFF-67E5-EF80-9FE8-866B72418969}"/>
              </a:ext>
            </a:extLst>
          </p:cNvPr>
          <p:cNvSpPr>
            <a:spLocks noGrp="1"/>
          </p:cNvSpPr>
          <p:nvPr>
            <p:ph type="body" sz="quarter" idx="53"/>
          </p:nvPr>
        </p:nvSpPr>
        <p:spPr>
          <a:xfrm>
            <a:off x="6447549" y="4940551"/>
            <a:ext cx="2124075" cy="304699"/>
          </a:xfrm>
        </p:spPr>
        <p:txBody>
          <a:bodyPr/>
          <a:lstStyle/>
          <a:p>
            <a:r>
              <a:rPr lang="en-US" dirty="0"/>
              <a:t>Click here to edit your heading over two lines</a:t>
            </a:r>
            <a:endParaRPr lang="en-ZA" dirty="0"/>
          </a:p>
        </p:txBody>
      </p:sp>
      <p:sp>
        <p:nvSpPr>
          <p:cNvPr id="18" name="Text Placeholder 17">
            <a:extLst>
              <a:ext uri="{FF2B5EF4-FFF2-40B4-BE49-F238E27FC236}">
                <a16:creationId xmlns:a16="http://schemas.microsoft.com/office/drawing/2014/main" id="{33F2A646-F3D2-F3C6-6C25-A25C8E20B7B9}"/>
              </a:ext>
            </a:extLst>
          </p:cNvPr>
          <p:cNvSpPr>
            <a:spLocks noGrp="1"/>
          </p:cNvSpPr>
          <p:nvPr>
            <p:ph type="body" sz="quarter" idx="54"/>
          </p:nvPr>
        </p:nvSpPr>
        <p:spPr>
          <a:xfrm>
            <a:off x="6455698" y="5433205"/>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
        <p:nvSpPr>
          <p:cNvPr id="19" name="Text Placeholder 18">
            <a:extLst>
              <a:ext uri="{FF2B5EF4-FFF2-40B4-BE49-F238E27FC236}">
                <a16:creationId xmlns:a16="http://schemas.microsoft.com/office/drawing/2014/main" id="{119EAF9D-50D0-F629-CA9B-2A1115CCD179}"/>
              </a:ext>
            </a:extLst>
          </p:cNvPr>
          <p:cNvSpPr>
            <a:spLocks noGrp="1"/>
          </p:cNvSpPr>
          <p:nvPr>
            <p:ph type="body" sz="quarter" idx="55"/>
          </p:nvPr>
        </p:nvSpPr>
        <p:spPr>
          <a:xfrm>
            <a:off x="9230727" y="4940551"/>
            <a:ext cx="2124075" cy="304699"/>
          </a:xfrm>
        </p:spPr>
        <p:txBody>
          <a:bodyPr/>
          <a:lstStyle/>
          <a:p>
            <a:r>
              <a:rPr lang="en-US" dirty="0"/>
              <a:t>Click here to edit your heading over two lines</a:t>
            </a:r>
            <a:endParaRPr lang="en-ZA" dirty="0"/>
          </a:p>
        </p:txBody>
      </p:sp>
      <p:sp>
        <p:nvSpPr>
          <p:cNvPr id="20" name="Text Placeholder 19">
            <a:extLst>
              <a:ext uri="{FF2B5EF4-FFF2-40B4-BE49-F238E27FC236}">
                <a16:creationId xmlns:a16="http://schemas.microsoft.com/office/drawing/2014/main" id="{B49ABA6C-EEFA-CA97-F1CA-88352FCB3C52}"/>
              </a:ext>
            </a:extLst>
          </p:cNvPr>
          <p:cNvSpPr>
            <a:spLocks noGrp="1"/>
          </p:cNvSpPr>
          <p:nvPr>
            <p:ph type="body" sz="quarter" idx="56"/>
          </p:nvPr>
        </p:nvSpPr>
        <p:spPr>
          <a:xfrm>
            <a:off x="9238876" y="5433205"/>
            <a:ext cx="2124868" cy="761747"/>
          </a:xfrm>
        </p:spPr>
        <p:txBody>
          <a:bodyPr/>
          <a:lstStyle/>
          <a:p>
            <a:r>
              <a:rPr lang="en-US" dirty="0"/>
              <a:t>Click to edit your paragraph description here… edit paragraph description here… Click to edit your paragraph description here… edit paragraph description here…</a:t>
            </a:r>
            <a:endParaRPr lang="en-ZA" dirty="0"/>
          </a:p>
        </p:txBody>
      </p:sp>
    </p:spTree>
    <p:extLst>
      <p:ext uri="{BB962C8B-B14F-4D97-AF65-F5344CB8AC3E}">
        <p14:creationId xmlns:p14="http://schemas.microsoft.com/office/powerpoint/2010/main" val="28111524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p06.s09">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DAA12B7-8FD4-9E1B-EA99-4E85C9F3DC44}"/>
              </a:ext>
            </a:extLst>
          </p:cNvPr>
          <p:cNvSpPr>
            <a:spLocks noGrp="1"/>
          </p:cNvSpPr>
          <p:nvPr>
            <p:ph type="pic" sz="quarter" idx="69"/>
          </p:nvPr>
        </p:nvSpPr>
        <p:spPr/>
        <p:txBody>
          <a:bodyPr/>
          <a:lstStyle/>
          <a:p>
            <a:endParaRPr lang="en-ZA"/>
          </a:p>
        </p:txBody>
      </p:sp>
      <p:sp>
        <p:nvSpPr>
          <p:cNvPr id="3" name="Text Placeholder 2">
            <a:extLst>
              <a:ext uri="{FF2B5EF4-FFF2-40B4-BE49-F238E27FC236}">
                <a16:creationId xmlns:a16="http://schemas.microsoft.com/office/drawing/2014/main" id="{1F840313-5912-3820-025F-E19713B896F6}"/>
              </a:ext>
            </a:extLst>
          </p:cNvPr>
          <p:cNvSpPr>
            <a:spLocks noGrp="1"/>
          </p:cNvSpPr>
          <p:nvPr>
            <p:ph type="body" sz="quarter" idx="57"/>
          </p:nvPr>
        </p:nvSpPr>
        <p:spPr/>
        <p:txBody>
          <a:bodyPr/>
          <a:lstStyle/>
          <a:p>
            <a:r>
              <a:rPr lang="en-US" dirty="0"/>
              <a:t>Insert introductory text here. No longer than 2 lines maximum. Insert introductory text here. No longer than 2 lines of copy maximum. Insert introductory text here. No longer than 2 lines of copy maximum. Insert introductory text here. No longer than 2 lines please.</a:t>
            </a:r>
            <a:endParaRPr lang="en-ZA" dirty="0"/>
          </a:p>
        </p:txBody>
      </p:sp>
      <p:sp>
        <p:nvSpPr>
          <p:cNvPr id="4" name="Title 3">
            <a:extLst>
              <a:ext uri="{FF2B5EF4-FFF2-40B4-BE49-F238E27FC236}">
                <a16:creationId xmlns:a16="http://schemas.microsoft.com/office/drawing/2014/main" id="{6927409D-9BA7-7219-121E-6130AC5145BF}"/>
              </a:ext>
            </a:extLst>
          </p:cNvPr>
          <p:cNvSpPr>
            <a:spLocks noGrp="1"/>
          </p:cNvSpPr>
          <p:nvPr>
            <p:ph type="ctrTitle"/>
          </p:nvPr>
        </p:nvSpPr>
        <p:spPr/>
        <p:txBody>
          <a:bodyPr/>
          <a:lstStyle/>
          <a:p>
            <a:r>
              <a:rPr lang="en-US" dirty="0"/>
              <a:t>HEADING GOES HERE</a:t>
            </a:r>
            <a:endParaRPr lang="en-ZA" dirty="0"/>
          </a:p>
        </p:txBody>
      </p:sp>
      <p:sp>
        <p:nvSpPr>
          <p:cNvPr id="5" name="Text Placeholder 4">
            <a:extLst>
              <a:ext uri="{FF2B5EF4-FFF2-40B4-BE49-F238E27FC236}">
                <a16:creationId xmlns:a16="http://schemas.microsoft.com/office/drawing/2014/main" id="{F8F44D7E-F02E-B676-797D-FD405C64D0CE}"/>
              </a:ext>
            </a:extLst>
          </p:cNvPr>
          <p:cNvSpPr>
            <a:spLocks noGrp="1"/>
          </p:cNvSpPr>
          <p:nvPr>
            <p:ph type="body" sz="quarter" idx="40"/>
          </p:nvPr>
        </p:nvSpPr>
        <p:spPr>
          <a:xfrm>
            <a:off x="588166" y="972641"/>
            <a:ext cx="11051375" cy="214161"/>
          </a:xfrm>
        </p:spPr>
        <p:txBody>
          <a:bodyPr/>
          <a:lstStyle/>
          <a:p>
            <a:r>
              <a:rPr lang="en-US" dirty="0"/>
              <a:t>SUB-HEADING GOES HERE</a:t>
            </a:r>
            <a:endParaRPr lang="en-ZA" dirty="0"/>
          </a:p>
        </p:txBody>
      </p:sp>
      <p:sp>
        <p:nvSpPr>
          <p:cNvPr id="6" name="Text Placeholder 5">
            <a:extLst>
              <a:ext uri="{FF2B5EF4-FFF2-40B4-BE49-F238E27FC236}">
                <a16:creationId xmlns:a16="http://schemas.microsoft.com/office/drawing/2014/main" id="{FF15C59B-9A30-31B9-28BE-2ED39E5A3A8E}"/>
              </a:ext>
            </a:extLst>
          </p:cNvPr>
          <p:cNvSpPr>
            <a:spLocks noGrp="1"/>
          </p:cNvSpPr>
          <p:nvPr>
            <p:ph type="body" sz="quarter" idx="59"/>
          </p:nvPr>
        </p:nvSpPr>
        <p:spPr>
          <a:xfrm>
            <a:off x="870670" y="5607672"/>
            <a:ext cx="2116137" cy="660694"/>
          </a:xfrm>
        </p:spPr>
        <p:txBody>
          <a:bodyPr/>
          <a:lstStyle/>
          <a:p>
            <a:r>
              <a:rPr lang="en-US" dirty="0"/>
              <a:t>Add your descriptive text here… Add your descriptive text here… Add your descriptive text here… </a:t>
            </a:r>
          </a:p>
          <a:p>
            <a:r>
              <a:rPr lang="en-US" dirty="0"/>
              <a:t>Add your descriptive text here</a:t>
            </a:r>
            <a:endParaRPr lang="en-ZA" dirty="0"/>
          </a:p>
        </p:txBody>
      </p:sp>
      <p:sp>
        <p:nvSpPr>
          <p:cNvPr id="7" name="Text Placeholder 6">
            <a:extLst>
              <a:ext uri="{FF2B5EF4-FFF2-40B4-BE49-F238E27FC236}">
                <a16:creationId xmlns:a16="http://schemas.microsoft.com/office/drawing/2014/main" id="{1BC882EE-A70A-ACBC-740C-1636E3388A73}"/>
              </a:ext>
            </a:extLst>
          </p:cNvPr>
          <p:cNvSpPr>
            <a:spLocks noGrp="1"/>
          </p:cNvSpPr>
          <p:nvPr>
            <p:ph type="body" sz="quarter" idx="49"/>
          </p:nvPr>
        </p:nvSpPr>
        <p:spPr>
          <a:xfrm>
            <a:off x="866701" y="5140006"/>
            <a:ext cx="2124075" cy="304699"/>
          </a:xfrm>
        </p:spPr>
        <p:txBody>
          <a:bodyPr/>
          <a:lstStyle/>
          <a:p>
            <a:r>
              <a:rPr lang="en-US" dirty="0"/>
              <a:t>Click here to edit your heading over two lines</a:t>
            </a:r>
            <a:endParaRPr lang="en-ZA" dirty="0"/>
          </a:p>
        </p:txBody>
      </p:sp>
      <p:sp>
        <p:nvSpPr>
          <p:cNvPr id="8" name="Text Placeholder 7">
            <a:extLst>
              <a:ext uri="{FF2B5EF4-FFF2-40B4-BE49-F238E27FC236}">
                <a16:creationId xmlns:a16="http://schemas.microsoft.com/office/drawing/2014/main" id="{02142940-3396-2F81-CFD7-B388A4B125F9}"/>
              </a:ext>
            </a:extLst>
          </p:cNvPr>
          <p:cNvSpPr>
            <a:spLocks noGrp="1"/>
          </p:cNvSpPr>
          <p:nvPr>
            <p:ph type="body" sz="quarter" idx="60"/>
          </p:nvPr>
        </p:nvSpPr>
        <p:spPr>
          <a:xfrm>
            <a:off x="3660747" y="5607672"/>
            <a:ext cx="2116137" cy="660694"/>
          </a:xfrm>
        </p:spPr>
        <p:txBody>
          <a:bodyPr/>
          <a:lstStyle/>
          <a:p>
            <a:r>
              <a:rPr lang="en-US" dirty="0"/>
              <a:t>Add your descriptive text here… Add your descriptive text here… Add your descriptive text here… </a:t>
            </a:r>
          </a:p>
          <a:p>
            <a:r>
              <a:rPr lang="en-US" dirty="0"/>
              <a:t>Add your descriptive text here</a:t>
            </a:r>
            <a:endParaRPr lang="en-ZA" dirty="0"/>
          </a:p>
        </p:txBody>
      </p:sp>
      <p:sp>
        <p:nvSpPr>
          <p:cNvPr id="9" name="Text Placeholder 8">
            <a:extLst>
              <a:ext uri="{FF2B5EF4-FFF2-40B4-BE49-F238E27FC236}">
                <a16:creationId xmlns:a16="http://schemas.microsoft.com/office/drawing/2014/main" id="{A699D36A-0AE4-D9E3-191B-5D02ADF45CAA}"/>
              </a:ext>
            </a:extLst>
          </p:cNvPr>
          <p:cNvSpPr>
            <a:spLocks noGrp="1"/>
          </p:cNvSpPr>
          <p:nvPr>
            <p:ph type="body" sz="quarter" idx="61"/>
          </p:nvPr>
        </p:nvSpPr>
        <p:spPr>
          <a:xfrm>
            <a:off x="3656778" y="5140006"/>
            <a:ext cx="2124075" cy="304699"/>
          </a:xfrm>
        </p:spPr>
        <p:txBody>
          <a:bodyPr/>
          <a:lstStyle/>
          <a:p>
            <a:r>
              <a:rPr lang="en-US" dirty="0"/>
              <a:t>Click here to edit your heading over two lines</a:t>
            </a:r>
            <a:endParaRPr lang="en-ZA" dirty="0"/>
          </a:p>
        </p:txBody>
      </p:sp>
      <p:sp>
        <p:nvSpPr>
          <p:cNvPr id="10" name="Text Placeholder 9">
            <a:extLst>
              <a:ext uri="{FF2B5EF4-FFF2-40B4-BE49-F238E27FC236}">
                <a16:creationId xmlns:a16="http://schemas.microsoft.com/office/drawing/2014/main" id="{544961EE-47A0-F377-F049-E53452D11796}"/>
              </a:ext>
            </a:extLst>
          </p:cNvPr>
          <p:cNvSpPr>
            <a:spLocks noGrp="1"/>
          </p:cNvSpPr>
          <p:nvPr>
            <p:ph type="body" sz="quarter" idx="62"/>
          </p:nvPr>
        </p:nvSpPr>
        <p:spPr>
          <a:xfrm>
            <a:off x="6450824" y="5607672"/>
            <a:ext cx="2116137" cy="660694"/>
          </a:xfrm>
        </p:spPr>
        <p:txBody>
          <a:bodyPr/>
          <a:lstStyle/>
          <a:p>
            <a:r>
              <a:rPr lang="en-US" dirty="0"/>
              <a:t>Add your descriptive text here… Add your descriptive text here… Add your descriptive text here… </a:t>
            </a:r>
          </a:p>
          <a:p>
            <a:r>
              <a:rPr lang="en-US" dirty="0"/>
              <a:t>Add your descriptive text here</a:t>
            </a:r>
            <a:endParaRPr lang="en-ZA" dirty="0"/>
          </a:p>
        </p:txBody>
      </p:sp>
      <p:sp>
        <p:nvSpPr>
          <p:cNvPr id="11" name="Text Placeholder 10">
            <a:extLst>
              <a:ext uri="{FF2B5EF4-FFF2-40B4-BE49-F238E27FC236}">
                <a16:creationId xmlns:a16="http://schemas.microsoft.com/office/drawing/2014/main" id="{BC8E070B-DB44-E8E1-B0A4-5FEDCC0AD0B0}"/>
              </a:ext>
            </a:extLst>
          </p:cNvPr>
          <p:cNvSpPr>
            <a:spLocks noGrp="1"/>
          </p:cNvSpPr>
          <p:nvPr>
            <p:ph type="body" sz="quarter" idx="63"/>
          </p:nvPr>
        </p:nvSpPr>
        <p:spPr>
          <a:xfrm>
            <a:off x="6446855" y="5140006"/>
            <a:ext cx="2124075" cy="304699"/>
          </a:xfrm>
        </p:spPr>
        <p:txBody>
          <a:bodyPr/>
          <a:lstStyle/>
          <a:p>
            <a:r>
              <a:rPr lang="en-US" dirty="0"/>
              <a:t>Click here to edit your heading over two lines</a:t>
            </a:r>
            <a:endParaRPr lang="en-ZA" dirty="0"/>
          </a:p>
        </p:txBody>
      </p:sp>
      <p:sp>
        <p:nvSpPr>
          <p:cNvPr id="12" name="Text Placeholder 11">
            <a:extLst>
              <a:ext uri="{FF2B5EF4-FFF2-40B4-BE49-F238E27FC236}">
                <a16:creationId xmlns:a16="http://schemas.microsoft.com/office/drawing/2014/main" id="{ACB23D75-16A8-2AD3-2CD6-80010C8CC636}"/>
              </a:ext>
            </a:extLst>
          </p:cNvPr>
          <p:cNvSpPr>
            <a:spLocks noGrp="1"/>
          </p:cNvSpPr>
          <p:nvPr>
            <p:ph type="body" sz="quarter" idx="64"/>
          </p:nvPr>
        </p:nvSpPr>
        <p:spPr>
          <a:xfrm>
            <a:off x="9240900" y="5606591"/>
            <a:ext cx="2116137" cy="660694"/>
          </a:xfrm>
        </p:spPr>
        <p:txBody>
          <a:bodyPr/>
          <a:lstStyle/>
          <a:p>
            <a:r>
              <a:rPr lang="en-US" dirty="0"/>
              <a:t>Add your descriptive text here… Add your descriptive text here… Add your descriptive text here… </a:t>
            </a:r>
          </a:p>
          <a:p>
            <a:r>
              <a:rPr lang="en-US" dirty="0"/>
              <a:t>Add your descriptive text here</a:t>
            </a:r>
            <a:endParaRPr lang="en-ZA" dirty="0"/>
          </a:p>
        </p:txBody>
      </p:sp>
      <p:sp>
        <p:nvSpPr>
          <p:cNvPr id="13" name="Text Placeholder 12">
            <a:extLst>
              <a:ext uri="{FF2B5EF4-FFF2-40B4-BE49-F238E27FC236}">
                <a16:creationId xmlns:a16="http://schemas.microsoft.com/office/drawing/2014/main" id="{2E2C80EE-FCD6-8494-2ECA-BDD6EFE5CE32}"/>
              </a:ext>
            </a:extLst>
          </p:cNvPr>
          <p:cNvSpPr>
            <a:spLocks noGrp="1"/>
          </p:cNvSpPr>
          <p:nvPr>
            <p:ph type="body" sz="quarter" idx="65"/>
          </p:nvPr>
        </p:nvSpPr>
        <p:spPr>
          <a:xfrm>
            <a:off x="9236931" y="5138925"/>
            <a:ext cx="2124075" cy="304699"/>
          </a:xfrm>
        </p:spPr>
        <p:txBody>
          <a:bodyPr/>
          <a:lstStyle/>
          <a:p>
            <a:r>
              <a:rPr lang="en-US" dirty="0"/>
              <a:t>Click here to edit your heading over two lines</a:t>
            </a:r>
            <a:endParaRPr lang="en-ZA" dirty="0"/>
          </a:p>
        </p:txBody>
      </p:sp>
      <p:sp>
        <p:nvSpPr>
          <p:cNvPr id="14" name="Picture Placeholder 13">
            <a:extLst>
              <a:ext uri="{FF2B5EF4-FFF2-40B4-BE49-F238E27FC236}">
                <a16:creationId xmlns:a16="http://schemas.microsoft.com/office/drawing/2014/main" id="{2F1B1962-774B-5963-8D6F-BDDFFC4A72A7}"/>
              </a:ext>
            </a:extLst>
          </p:cNvPr>
          <p:cNvSpPr>
            <a:spLocks noGrp="1"/>
          </p:cNvSpPr>
          <p:nvPr>
            <p:ph type="pic" sz="quarter" idx="70"/>
          </p:nvPr>
        </p:nvSpPr>
        <p:spPr/>
        <p:txBody>
          <a:bodyPr/>
          <a:lstStyle/>
          <a:p>
            <a:endParaRPr lang="en-ZA"/>
          </a:p>
        </p:txBody>
      </p:sp>
      <p:sp>
        <p:nvSpPr>
          <p:cNvPr id="15" name="Picture Placeholder 14">
            <a:extLst>
              <a:ext uri="{FF2B5EF4-FFF2-40B4-BE49-F238E27FC236}">
                <a16:creationId xmlns:a16="http://schemas.microsoft.com/office/drawing/2014/main" id="{C5E014E7-1193-771C-3CE7-3D09303203AC}"/>
              </a:ext>
            </a:extLst>
          </p:cNvPr>
          <p:cNvSpPr>
            <a:spLocks noGrp="1"/>
          </p:cNvSpPr>
          <p:nvPr>
            <p:ph type="pic" sz="quarter" idx="71"/>
          </p:nvPr>
        </p:nvSpPr>
        <p:spPr/>
        <p:txBody>
          <a:bodyPr/>
          <a:lstStyle/>
          <a:p>
            <a:endParaRPr lang="en-ZA"/>
          </a:p>
        </p:txBody>
      </p:sp>
      <p:sp>
        <p:nvSpPr>
          <p:cNvPr id="16" name="Picture Placeholder 15">
            <a:extLst>
              <a:ext uri="{FF2B5EF4-FFF2-40B4-BE49-F238E27FC236}">
                <a16:creationId xmlns:a16="http://schemas.microsoft.com/office/drawing/2014/main" id="{92CA7217-C492-A38B-5FAF-D317DE5E0F5C}"/>
              </a:ext>
            </a:extLst>
          </p:cNvPr>
          <p:cNvSpPr>
            <a:spLocks noGrp="1"/>
          </p:cNvSpPr>
          <p:nvPr>
            <p:ph type="pic" sz="quarter" idx="72"/>
          </p:nvPr>
        </p:nvSpPr>
        <p:spPr/>
        <p:txBody>
          <a:bodyPr/>
          <a:lstStyle/>
          <a:p>
            <a:endParaRPr lang="en-ZA"/>
          </a:p>
        </p:txBody>
      </p:sp>
    </p:spTree>
    <p:extLst>
      <p:ext uri="{BB962C8B-B14F-4D97-AF65-F5344CB8AC3E}">
        <p14:creationId xmlns:p14="http://schemas.microsoft.com/office/powerpoint/2010/main" val="359718826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p06.s10">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2C9F99E2-D2FD-3F52-63A4-AB1CDF6225BA}"/>
              </a:ext>
            </a:extLst>
          </p:cNvPr>
          <p:cNvSpPr>
            <a:spLocks noGrp="1"/>
          </p:cNvSpPr>
          <p:nvPr>
            <p:ph type="pic" sz="quarter" idx="72"/>
          </p:nvPr>
        </p:nvSpPr>
        <p:spPr/>
        <p:txBody>
          <a:bodyPr/>
          <a:lstStyle/>
          <a:p>
            <a:endParaRPr lang="en-ZA"/>
          </a:p>
        </p:txBody>
      </p:sp>
      <p:sp>
        <p:nvSpPr>
          <p:cNvPr id="3" name="Title 2">
            <a:extLst>
              <a:ext uri="{FF2B5EF4-FFF2-40B4-BE49-F238E27FC236}">
                <a16:creationId xmlns:a16="http://schemas.microsoft.com/office/drawing/2014/main" id="{08852BC7-375A-C3B2-19C4-9CE4A89B5E54}"/>
              </a:ext>
            </a:extLst>
          </p:cNvPr>
          <p:cNvSpPr>
            <a:spLocks noGrp="1"/>
          </p:cNvSpPr>
          <p:nvPr>
            <p:ph type="ctrTitle"/>
          </p:nvPr>
        </p:nvSpPr>
        <p:spPr/>
        <p:txBody>
          <a:bodyPr/>
          <a:lstStyle/>
          <a:p>
            <a:r>
              <a:rPr lang="en-US" dirty="0"/>
              <a:t>HEADING GOES HERE</a:t>
            </a:r>
            <a:endParaRPr lang="en-ZA" dirty="0"/>
          </a:p>
        </p:txBody>
      </p:sp>
      <p:sp>
        <p:nvSpPr>
          <p:cNvPr id="4" name="Text Placeholder 3">
            <a:extLst>
              <a:ext uri="{FF2B5EF4-FFF2-40B4-BE49-F238E27FC236}">
                <a16:creationId xmlns:a16="http://schemas.microsoft.com/office/drawing/2014/main" id="{D0F0BBAF-1F7E-F9E7-1A8F-42DECF713145}"/>
              </a:ext>
            </a:extLst>
          </p:cNvPr>
          <p:cNvSpPr>
            <a:spLocks noGrp="1"/>
          </p:cNvSpPr>
          <p:nvPr>
            <p:ph type="body" sz="quarter" idx="40"/>
          </p:nvPr>
        </p:nvSpPr>
        <p:spPr/>
        <p:txBody>
          <a:bodyPr/>
          <a:lstStyle/>
          <a:p>
            <a:r>
              <a:rPr lang="en-US" dirty="0"/>
              <a:t>YOUR SUB-HEADING GOES HERE</a:t>
            </a:r>
            <a:endParaRPr lang="en-ZA" dirty="0"/>
          </a:p>
        </p:txBody>
      </p:sp>
      <p:sp>
        <p:nvSpPr>
          <p:cNvPr id="5" name="Text Placeholder 4">
            <a:extLst>
              <a:ext uri="{FF2B5EF4-FFF2-40B4-BE49-F238E27FC236}">
                <a16:creationId xmlns:a16="http://schemas.microsoft.com/office/drawing/2014/main" id="{BEF5A751-0AC1-7186-EC35-634911582A65}"/>
              </a:ext>
            </a:extLst>
          </p:cNvPr>
          <p:cNvSpPr>
            <a:spLocks noGrp="1"/>
          </p:cNvSpPr>
          <p:nvPr>
            <p:ph type="body" sz="quarter" idx="49"/>
          </p:nvPr>
        </p:nvSpPr>
        <p:spPr>
          <a:xfrm>
            <a:off x="587373" y="5297774"/>
            <a:ext cx="2634879" cy="304699"/>
          </a:xfrm>
        </p:spPr>
        <p:txBody>
          <a:bodyPr/>
          <a:lstStyle/>
          <a:p>
            <a:r>
              <a:rPr lang="en-US" dirty="0"/>
              <a:t>Add your two-line heading here over 2 lines only</a:t>
            </a:r>
            <a:endParaRPr lang="en-ZA" dirty="0"/>
          </a:p>
        </p:txBody>
      </p:sp>
      <p:sp>
        <p:nvSpPr>
          <p:cNvPr id="6" name="Picture Placeholder 5">
            <a:extLst>
              <a:ext uri="{FF2B5EF4-FFF2-40B4-BE49-F238E27FC236}">
                <a16:creationId xmlns:a16="http://schemas.microsoft.com/office/drawing/2014/main" id="{CF6159B7-2006-A1CD-09B1-D1FD29143B34}"/>
              </a:ext>
            </a:extLst>
          </p:cNvPr>
          <p:cNvSpPr>
            <a:spLocks noGrp="1"/>
          </p:cNvSpPr>
          <p:nvPr>
            <p:ph type="pic" sz="quarter" idx="73"/>
          </p:nvPr>
        </p:nvSpPr>
        <p:spPr/>
        <p:txBody>
          <a:bodyPr/>
          <a:lstStyle/>
          <a:p>
            <a:endParaRPr lang="en-ZA"/>
          </a:p>
        </p:txBody>
      </p:sp>
      <p:sp>
        <p:nvSpPr>
          <p:cNvPr id="7" name="Picture Placeholder 6">
            <a:extLst>
              <a:ext uri="{FF2B5EF4-FFF2-40B4-BE49-F238E27FC236}">
                <a16:creationId xmlns:a16="http://schemas.microsoft.com/office/drawing/2014/main" id="{E5F7374E-5C69-B5CE-313A-EAB5F5354029}"/>
              </a:ext>
            </a:extLst>
          </p:cNvPr>
          <p:cNvSpPr>
            <a:spLocks noGrp="1"/>
          </p:cNvSpPr>
          <p:nvPr>
            <p:ph type="pic" sz="quarter" idx="74"/>
          </p:nvPr>
        </p:nvSpPr>
        <p:spPr/>
        <p:txBody>
          <a:bodyPr/>
          <a:lstStyle/>
          <a:p>
            <a:endParaRPr lang="en-ZA"/>
          </a:p>
        </p:txBody>
      </p:sp>
      <p:sp>
        <p:nvSpPr>
          <p:cNvPr id="8" name="Picture Placeholder 7">
            <a:extLst>
              <a:ext uri="{FF2B5EF4-FFF2-40B4-BE49-F238E27FC236}">
                <a16:creationId xmlns:a16="http://schemas.microsoft.com/office/drawing/2014/main" id="{B645533C-004B-55D5-196B-A291C58B78F7}"/>
              </a:ext>
            </a:extLst>
          </p:cNvPr>
          <p:cNvSpPr>
            <a:spLocks noGrp="1"/>
          </p:cNvSpPr>
          <p:nvPr>
            <p:ph type="pic" sz="quarter" idx="75"/>
          </p:nvPr>
        </p:nvSpPr>
        <p:spPr/>
        <p:txBody>
          <a:bodyPr/>
          <a:lstStyle/>
          <a:p>
            <a:endParaRPr lang="en-ZA"/>
          </a:p>
        </p:txBody>
      </p:sp>
      <p:sp>
        <p:nvSpPr>
          <p:cNvPr id="9" name="Text Placeholder 8">
            <a:extLst>
              <a:ext uri="{FF2B5EF4-FFF2-40B4-BE49-F238E27FC236}">
                <a16:creationId xmlns:a16="http://schemas.microsoft.com/office/drawing/2014/main" id="{BDF08B3D-5A7D-D7D7-9450-8B5CCA407768}"/>
              </a:ext>
            </a:extLst>
          </p:cNvPr>
          <p:cNvSpPr>
            <a:spLocks noGrp="1"/>
          </p:cNvSpPr>
          <p:nvPr>
            <p:ph type="body" sz="quarter" idx="76"/>
          </p:nvPr>
        </p:nvSpPr>
        <p:spPr>
          <a:xfrm>
            <a:off x="3393137" y="5297774"/>
            <a:ext cx="2634879" cy="304699"/>
          </a:xfrm>
        </p:spPr>
        <p:txBody>
          <a:bodyPr/>
          <a:lstStyle/>
          <a:p>
            <a:r>
              <a:rPr lang="en-US" dirty="0"/>
              <a:t>Add your two-line heading here over 2 lines only</a:t>
            </a:r>
            <a:endParaRPr lang="en-ZA" dirty="0"/>
          </a:p>
        </p:txBody>
      </p:sp>
      <p:sp>
        <p:nvSpPr>
          <p:cNvPr id="10" name="Text Placeholder 9">
            <a:extLst>
              <a:ext uri="{FF2B5EF4-FFF2-40B4-BE49-F238E27FC236}">
                <a16:creationId xmlns:a16="http://schemas.microsoft.com/office/drawing/2014/main" id="{7EA2ACAE-7ED8-3371-D4D3-48EACE28445A}"/>
              </a:ext>
            </a:extLst>
          </p:cNvPr>
          <p:cNvSpPr>
            <a:spLocks noGrp="1"/>
          </p:cNvSpPr>
          <p:nvPr>
            <p:ph type="body" sz="quarter" idx="77"/>
          </p:nvPr>
        </p:nvSpPr>
        <p:spPr>
          <a:xfrm>
            <a:off x="6198901" y="5297774"/>
            <a:ext cx="2634878" cy="304699"/>
          </a:xfrm>
        </p:spPr>
        <p:txBody>
          <a:bodyPr/>
          <a:lstStyle/>
          <a:p>
            <a:r>
              <a:rPr lang="en-US" dirty="0"/>
              <a:t>Add your two-line heading here over 2 lines only</a:t>
            </a:r>
            <a:endParaRPr lang="en-ZA" dirty="0"/>
          </a:p>
        </p:txBody>
      </p:sp>
      <p:sp>
        <p:nvSpPr>
          <p:cNvPr id="11" name="Text Placeholder 10">
            <a:extLst>
              <a:ext uri="{FF2B5EF4-FFF2-40B4-BE49-F238E27FC236}">
                <a16:creationId xmlns:a16="http://schemas.microsoft.com/office/drawing/2014/main" id="{BFE75F5A-5FEE-1AE2-7600-EF0EAD64EFAD}"/>
              </a:ext>
            </a:extLst>
          </p:cNvPr>
          <p:cNvSpPr>
            <a:spLocks noGrp="1"/>
          </p:cNvSpPr>
          <p:nvPr>
            <p:ph type="body" sz="quarter" idx="78"/>
          </p:nvPr>
        </p:nvSpPr>
        <p:spPr>
          <a:xfrm>
            <a:off x="9004663" y="5297774"/>
            <a:ext cx="2634878" cy="304699"/>
          </a:xfrm>
        </p:spPr>
        <p:txBody>
          <a:bodyPr/>
          <a:lstStyle/>
          <a:p>
            <a:r>
              <a:rPr lang="en-US" dirty="0"/>
              <a:t>Add your two-line heading here over 2 lines only</a:t>
            </a:r>
            <a:endParaRPr lang="en-ZA" dirty="0"/>
          </a:p>
        </p:txBody>
      </p:sp>
      <p:sp>
        <p:nvSpPr>
          <p:cNvPr id="12" name="Text Placeholder 11">
            <a:extLst>
              <a:ext uri="{FF2B5EF4-FFF2-40B4-BE49-F238E27FC236}">
                <a16:creationId xmlns:a16="http://schemas.microsoft.com/office/drawing/2014/main" id="{8FE38401-5613-C2A4-2FF1-8325004788AD}"/>
              </a:ext>
            </a:extLst>
          </p:cNvPr>
          <p:cNvSpPr>
            <a:spLocks noGrp="1"/>
          </p:cNvSpPr>
          <p:nvPr>
            <p:ph type="body" sz="quarter" idx="59"/>
          </p:nvPr>
        </p:nvSpPr>
        <p:spPr>
          <a:xfrm>
            <a:off x="587375" y="5746126"/>
            <a:ext cx="2634878" cy="457048"/>
          </a:xfrm>
        </p:spPr>
        <p:txBody>
          <a:bodyPr/>
          <a:lstStyle/>
          <a:p>
            <a:r>
              <a:rPr lang="en-US" dirty="0"/>
              <a:t>Add your descriptive text here… Add your descriptive text here… Add your descriptive text here…</a:t>
            </a:r>
            <a:endParaRPr lang="en-ZA" dirty="0"/>
          </a:p>
        </p:txBody>
      </p:sp>
      <p:sp>
        <p:nvSpPr>
          <p:cNvPr id="13" name="Text Placeholder 12">
            <a:extLst>
              <a:ext uri="{FF2B5EF4-FFF2-40B4-BE49-F238E27FC236}">
                <a16:creationId xmlns:a16="http://schemas.microsoft.com/office/drawing/2014/main" id="{9DACA53E-4C13-5A8F-FBFC-E80EFB4D17A6}"/>
              </a:ext>
            </a:extLst>
          </p:cNvPr>
          <p:cNvSpPr>
            <a:spLocks noGrp="1"/>
          </p:cNvSpPr>
          <p:nvPr>
            <p:ph type="body" sz="quarter" idx="60"/>
          </p:nvPr>
        </p:nvSpPr>
        <p:spPr>
          <a:xfrm>
            <a:off x="3401376" y="5746126"/>
            <a:ext cx="2626640" cy="457048"/>
          </a:xfrm>
        </p:spPr>
        <p:txBody>
          <a:bodyPr/>
          <a:lstStyle/>
          <a:p>
            <a:r>
              <a:rPr lang="en-US" dirty="0"/>
              <a:t>Add your descriptive text here… Add your descriptive text here… Add your descriptive text here…</a:t>
            </a:r>
            <a:endParaRPr lang="en-ZA" dirty="0"/>
          </a:p>
        </p:txBody>
      </p:sp>
      <p:sp>
        <p:nvSpPr>
          <p:cNvPr id="14" name="Text Placeholder 13">
            <a:extLst>
              <a:ext uri="{FF2B5EF4-FFF2-40B4-BE49-F238E27FC236}">
                <a16:creationId xmlns:a16="http://schemas.microsoft.com/office/drawing/2014/main" id="{B03ADB19-C650-B90A-4DB1-965E5384A5D7}"/>
              </a:ext>
            </a:extLst>
          </p:cNvPr>
          <p:cNvSpPr>
            <a:spLocks noGrp="1"/>
          </p:cNvSpPr>
          <p:nvPr>
            <p:ph type="body" sz="quarter" idx="62"/>
          </p:nvPr>
        </p:nvSpPr>
        <p:spPr>
          <a:xfrm>
            <a:off x="6198901" y="5746126"/>
            <a:ext cx="2634878" cy="457048"/>
          </a:xfrm>
        </p:spPr>
        <p:txBody>
          <a:bodyPr/>
          <a:lstStyle/>
          <a:p>
            <a:r>
              <a:rPr lang="en-US" dirty="0"/>
              <a:t>Add your descriptive text here… Add your descriptive text here… Add your descriptive text here…</a:t>
            </a:r>
            <a:endParaRPr lang="en-ZA" dirty="0"/>
          </a:p>
        </p:txBody>
      </p:sp>
      <p:sp>
        <p:nvSpPr>
          <p:cNvPr id="15" name="Text Placeholder 14">
            <a:extLst>
              <a:ext uri="{FF2B5EF4-FFF2-40B4-BE49-F238E27FC236}">
                <a16:creationId xmlns:a16="http://schemas.microsoft.com/office/drawing/2014/main" id="{53F2BBD9-6D31-ACA3-B17C-0DA6C7452622}"/>
              </a:ext>
            </a:extLst>
          </p:cNvPr>
          <p:cNvSpPr>
            <a:spLocks noGrp="1"/>
          </p:cNvSpPr>
          <p:nvPr>
            <p:ph type="body" sz="quarter" idx="64"/>
          </p:nvPr>
        </p:nvSpPr>
        <p:spPr>
          <a:xfrm>
            <a:off x="9004663" y="5746126"/>
            <a:ext cx="2634878" cy="457048"/>
          </a:xfrm>
        </p:spPr>
        <p:txBody>
          <a:bodyPr/>
          <a:lstStyle/>
          <a:p>
            <a:r>
              <a:rPr lang="en-US" dirty="0"/>
              <a:t>Add your descriptive text here… Add your descriptive text here… Add your descriptive text here…</a:t>
            </a:r>
            <a:endParaRPr lang="en-ZA" dirty="0"/>
          </a:p>
        </p:txBody>
      </p:sp>
    </p:spTree>
    <p:extLst>
      <p:ext uri="{BB962C8B-B14F-4D97-AF65-F5344CB8AC3E}">
        <p14:creationId xmlns:p14="http://schemas.microsoft.com/office/powerpoint/2010/main" val="564333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p06.s11">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81F4361-C8B1-AE4D-0B7D-26BD3FA5BB62}"/>
              </a:ext>
            </a:extLst>
          </p:cNvPr>
          <p:cNvSpPr>
            <a:spLocks noGrp="1"/>
          </p:cNvSpPr>
          <p:nvPr>
            <p:ph type="pic" sz="quarter" idx="72"/>
          </p:nvPr>
        </p:nvSpPr>
        <p:spPr/>
        <p:txBody>
          <a:bodyPr/>
          <a:lstStyle/>
          <a:p>
            <a:endParaRPr lang="en-ZA"/>
          </a:p>
        </p:txBody>
      </p:sp>
      <p:sp>
        <p:nvSpPr>
          <p:cNvPr id="3" name="Title 2">
            <a:extLst>
              <a:ext uri="{FF2B5EF4-FFF2-40B4-BE49-F238E27FC236}">
                <a16:creationId xmlns:a16="http://schemas.microsoft.com/office/drawing/2014/main" id="{D8F8ABFE-F367-D29F-AAE9-E72F4FAF5E33}"/>
              </a:ext>
            </a:extLst>
          </p:cNvPr>
          <p:cNvSpPr>
            <a:spLocks noGrp="1"/>
          </p:cNvSpPr>
          <p:nvPr>
            <p:ph type="ctrTitle"/>
          </p:nvPr>
        </p:nvSpPr>
        <p:spPr/>
        <p:txBody>
          <a:bodyPr/>
          <a:lstStyle/>
          <a:p>
            <a:r>
              <a:rPr lang="en-US" dirty="0"/>
              <a:t>HEADING GOES HERE</a:t>
            </a:r>
            <a:endParaRPr lang="en-ZA" dirty="0"/>
          </a:p>
        </p:txBody>
      </p:sp>
      <p:sp>
        <p:nvSpPr>
          <p:cNvPr id="4" name="Text Placeholder 3">
            <a:extLst>
              <a:ext uri="{FF2B5EF4-FFF2-40B4-BE49-F238E27FC236}">
                <a16:creationId xmlns:a16="http://schemas.microsoft.com/office/drawing/2014/main" id="{BF450C40-1448-EA72-0315-4BF3E3E4D552}"/>
              </a:ext>
            </a:extLst>
          </p:cNvPr>
          <p:cNvSpPr>
            <a:spLocks noGrp="1"/>
          </p:cNvSpPr>
          <p:nvPr>
            <p:ph type="body" sz="quarter" idx="40"/>
          </p:nvPr>
        </p:nvSpPr>
        <p:spPr>
          <a:xfrm>
            <a:off x="588166" y="972641"/>
            <a:ext cx="11051375" cy="214161"/>
          </a:xfrm>
        </p:spPr>
        <p:txBody>
          <a:bodyPr/>
          <a:lstStyle/>
          <a:p>
            <a:r>
              <a:rPr lang="en-US" dirty="0"/>
              <a:t>YOUR SUB-HEADING GOES HERE</a:t>
            </a:r>
            <a:endParaRPr lang="en-ZA" dirty="0"/>
          </a:p>
        </p:txBody>
      </p:sp>
      <p:sp>
        <p:nvSpPr>
          <p:cNvPr id="5" name="Text Placeholder 4">
            <a:extLst>
              <a:ext uri="{FF2B5EF4-FFF2-40B4-BE49-F238E27FC236}">
                <a16:creationId xmlns:a16="http://schemas.microsoft.com/office/drawing/2014/main" id="{A226F3E6-E210-A786-F958-688AABAB1305}"/>
              </a:ext>
            </a:extLst>
          </p:cNvPr>
          <p:cNvSpPr>
            <a:spLocks noGrp="1"/>
          </p:cNvSpPr>
          <p:nvPr>
            <p:ph type="body" sz="quarter" idx="49"/>
          </p:nvPr>
        </p:nvSpPr>
        <p:spPr>
          <a:xfrm>
            <a:off x="587374" y="5297774"/>
            <a:ext cx="2069400" cy="304699"/>
          </a:xfrm>
        </p:spPr>
        <p:txBody>
          <a:bodyPr/>
          <a:lstStyle/>
          <a:p>
            <a:r>
              <a:rPr lang="en-US" dirty="0"/>
              <a:t>Add your two-line heading here</a:t>
            </a:r>
            <a:endParaRPr lang="en-ZA" dirty="0"/>
          </a:p>
        </p:txBody>
      </p:sp>
      <p:sp>
        <p:nvSpPr>
          <p:cNvPr id="6" name="Picture Placeholder 5">
            <a:extLst>
              <a:ext uri="{FF2B5EF4-FFF2-40B4-BE49-F238E27FC236}">
                <a16:creationId xmlns:a16="http://schemas.microsoft.com/office/drawing/2014/main" id="{C51AD649-5E8E-C788-0E88-8854B0B61577}"/>
              </a:ext>
            </a:extLst>
          </p:cNvPr>
          <p:cNvSpPr>
            <a:spLocks noGrp="1"/>
          </p:cNvSpPr>
          <p:nvPr>
            <p:ph type="pic" sz="quarter" idx="73"/>
          </p:nvPr>
        </p:nvSpPr>
        <p:spPr/>
        <p:txBody>
          <a:bodyPr/>
          <a:lstStyle/>
          <a:p>
            <a:endParaRPr lang="en-ZA"/>
          </a:p>
        </p:txBody>
      </p:sp>
      <p:sp>
        <p:nvSpPr>
          <p:cNvPr id="7" name="Picture Placeholder 6">
            <a:extLst>
              <a:ext uri="{FF2B5EF4-FFF2-40B4-BE49-F238E27FC236}">
                <a16:creationId xmlns:a16="http://schemas.microsoft.com/office/drawing/2014/main" id="{A9F38D20-49EE-2337-A2B1-FF36E2DB8B34}"/>
              </a:ext>
            </a:extLst>
          </p:cNvPr>
          <p:cNvSpPr>
            <a:spLocks noGrp="1"/>
          </p:cNvSpPr>
          <p:nvPr>
            <p:ph type="pic" sz="quarter" idx="74"/>
          </p:nvPr>
        </p:nvSpPr>
        <p:spPr/>
        <p:txBody>
          <a:bodyPr/>
          <a:lstStyle/>
          <a:p>
            <a:endParaRPr lang="en-ZA"/>
          </a:p>
        </p:txBody>
      </p:sp>
      <p:sp>
        <p:nvSpPr>
          <p:cNvPr id="8" name="Picture Placeholder 7">
            <a:extLst>
              <a:ext uri="{FF2B5EF4-FFF2-40B4-BE49-F238E27FC236}">
                <a16:creationId xmlns:a16="http://schemas.microsoft.com/office/drawing/2014/main" id="{08AEBE40-E9F3-EB95-B92E-1BDEC58C7CFA}"/>
              </a:ext>
            </a:extLst>
          </p:cNvPr>
          <p:cNvSpPr>
            <a:spLocks noGrp="1"/>
          </p:cNvSpPr>
          <p:nvPr>
            <p:ph type="pic" sz="quarter" idx="75"/>
          </p:nvPr>
        </p:nvSpPr>
        <p:spPr/>
        <p:txBody>
          <a:bodyPr/>
          <a:lstStyle/>
          <a:p>
            <a:endParaRPr lang="en-ZA"/>
          </a:p>
        </p:txBody>
      </p:sp>
      <p:sp>
        <p:nvSpPr>
          <p:cNvPr id="9" name="Text Placeholder 8">
            <a:extLst>
              <a:ext uri="{FF2B5EF4-FFF2-40B4-BE49-F238E27FC236}">
                <a16:creationId xmlns:a16="http://schemas.microsoft.com/office/drawing/2014/main" id="{D00E9913-46B4-B993-D8D2-D7B4381FEB61}"/>
              </a:ext>
            </a:extLst>
          </p:cNvPr>
          <p:cNvSpPr>
            <a:spLocks noGrp="1"/>
          </p:cNvSpPr>
          <p:nvPr>
            <p:ph type="body" sz="quarter" idx="76"/>
          </p:nvPr>
        </p:nvSpPr>
        <p:spPr>
          <a:xfrm>
            <a:off x="2832190" y="5297774"/>
            <a:ext cx="2069400" cy="304699"/>
          </a:xfrm>
        </p:spPr>
        <p:txBody>
          <a:bodyPr/>
          <a:lstStyle/>
          <a:p>
            <a:r>
              <a:rPr lang="en-US" dirty="0"/>
              <a:t>Add your two-line heading here</a:t>
            </a:r>
            <a:endParaRPr lang="en-ZA" dirty="0"/>
          </a:p>
        </p:txBody>
      </p:sp>
      <p:sp>
        <p:nvSpPr>
          <p:cNvPr id="10" name="Text Placeholder 9">
            <a:extLst>
              <a:ext uri="{FF2B5EF4-FFF2-40B4-BE49-F238E27FC236}">
                <a16:creationId xmlns:a16="http://schemas.microsoft.com/office/drawing/2014/main" id="{D21BADD5-7751-D452-CA85-C56A3C1370DA}"/>
              </a:ext>
            </a:extLst>
          </p:cNvPr>
          <p:cNvSpPr>
            <a:spLocks noGrp="1"/>
          </p:cNvSpPr>
          <p:nvPr>
            <p:ph type="body" sz="quarter" idx="77"/>
          </p:nvPr>
        </p:nvSpPr>
        <p:spPr>
          <a:xfrm>
            <a:off x="5077007" y="5297774"/>
            <a:ext cx="2069400" cy="304699"/>
          </a:xfrm>
        </p:spPr>
        <p:txBody>
          <a:bodyPr/>
          <a:lstStyle/>
          <a:p>
            <a:r>
              <a:rPr lang="en-US" dirty="0"/>
              <a:t>Add your two-line heading here</a:t>
            </a:r>
            <a:endParaRPr lang="en-ZA" dirty="0"/>
          </a:p>
        </p:txBody>
      </p:sp>
      <p:sp>
        <p:nvSpPr>
          <p:cNvPr id="11" name="Text Placeholder 10">
            <a:extLst>
              <a:ext uri="{FF2B5EF4-FFF2-40B4-BE49-F238E27FC236}">
                <a16:creationId xmlns:a16="http://schemas.microsoft.com/office/drawing/2014/main" id="{086F584C-55FF-506D-A8E6-8BAFA2D1AB61}"/>
              </a:ext>
            </a:extLst>
          </p:cNvPr>
          <p:cNvSpPr>
            <a:spLocks noGrp="1"/>
          </p:cNvSpPr>
          <p:nvPr>
            <p:ph type="body" sz="quarter" idx="78"/>
          </p:nvPr>
        </p:nvSpPr>
        <p:spPr>
          <a:xfrm>
            <a:off x="7321822" y="5297774"/>
            <a:ext cx="2069401" cy="304699"/>
          </a:xfrm>
        </p:spPr>
        <p:txBody>
          <a:bodyPr/>
          <a:lstStyle/>
          <a:p>
            <a:r>
              <a:rPr lang="en-US" dirty="0"/>
              <a:t>Add your two-line heading here</a:t>
            </a:r>
            <a:endParaRPr lang="en-ZA" dirty="0"/>
          </a:p>
        </p:txBody>
      </p:sp>
      <p:sp>
        <p:nvSpPr>
          <p:cNvPr id="12" name="Text Placeholder 11">
            <a:extLst>
              <a:ext uri="{FF2B5EF4-FFF2-40B4-BE49-F238E27FC236}">
                <a16:creationId xmlns:a16="http://schemas.microsoft.com/office/drawing/2014/main" id="{ECD90856-5269-FE52-87D2-2148A08F0CD8}"/>
              </a:ext>
            </a:extLst>
          </p:cNvPr>
          <p:cNvSpPr>
            <a:spLocks noGrp="1"/>
          </p:cNvSpPr>
          <p:nvPr>
            <p:ph type="body" sz="quarter" idx="59"/>
          </p:nvPr>
        </p:nvSpPr>
        <p:spPr>
          <a:xfrm>
            <a:off x="587375" y="5746126"/>
            <a:ext cx="2069399" cy="457048"/>
          </a:xfrm>
        </p:spPr>
        <p:txBody>
          <a:bodyPr/>
          <a:lstStyle/>
          <a:p>
            <a:r>
              <a:rPr lang="en-US" dirty="0"/>
              <a:t>Add your descriptive text here… Add your descriptive text here…</a:t>
            </a:r>
            <a:endParaRPr lang="en-ZA" dirty="0"/>
          </a:p>
        </p:txBody>
      </p:sp>
      <p:sp>
        <p:nvSpPr>
          <p:cNvPr id="13" name="Text Placeholder 12">
            <a:extLst>
              <a:ext uri="{FF2B5EF4-FFF2-40B4-BE49-F238E27FC236}">
                <a16:creationId xmlns:a16="http://schemas.microsoft.com/office/drawing/2014/main" id="{2AE3E595-B936-F96F-407B-A40A3DE2B457}"/>
              </a:ext>
            </a:extLst>
          </p:cNvPr>
          <p:cNvSpPr>
            <a:spLocks noGrp="1"/>
          </p:cNvSpPr>
          <p:nvPr>
            <p:ph type="body" sz="quarter" idx="60"/>
          </p:nvPr>
        </p:nvSpPr>
        <p:spPr>
          <a:xfrm>
            <a:off x="2832190" y="5746126"/>
            <a:ext cx="2062929" cy="457048"/>
          </a:xfrm>
        </p:spPr>
        <p:txBody>
          <a:bodyPr/>
          <a:lstStyle/>
          <a:p>
            <a:r>
              <a:rPr lang="en-US" dirty="0"/>
              <a:t>Add your descriptive text here… Add your descriptive text here…</a:t>
            </a:r>
            <a:endParaRPr lang="en-ZA" dirty="0"/>
          </a:p>
        </p:txBody>
      </p:sp>
      <p:sp>
        <p:nvSpPr>
          <p:cNvPr id="14" name="Text Placeholder 13">
            <a:extLst>
              <a:ext uri="{FF2B5EF4-FFF2-40B4-BE49-F238E27FC236}">
                <a16:creationId xmlns:a16="http://schemas.microsoft.com/office/drawing/2014/main" id="{1515C8FD-0E96-D924-7E16-E00FDAE677BD}"/>
              </a:ext>
            </a:extLst>
          </p:cNvPr>
          <p:cNvSpPr>
            <a:spLocks noGrp="1"/>
          </p:cNvSpPr>
          <p:nvPr>
            <p:ph type="body" sz="quarter" idx="62"/>
          </p:nvPr>
        </p:nvSpPr>
        <p:spPr>
          <a:xfrm>
            <a:off x="5077007" y="5746126"/>
            <a:ext cx="2069400" cy="457048"/>
          </a:xfrm>
        </p:spPr>
        <p:txBody>
          <a:bodyPr/>
          <a:lstStyle/>
          <a:p>
            <a:r>
              <a:rPr lang="en-US" dirty="0"/>
              <a:t>Add your descriptive text here… Add your descriptive text here…</a:t>
            </a:r>
            <a:endParaRPr lang="en-ZA" dirty="0"/>
          </a:p>
        </p:txBody>
      </p:sp>
      <p:sp>
        <p:nvSpPr>
          <p:cNvPr id="15" name="Text Placeholder 14">
            <a:extLst>
              <a:ext uri="{FF2B5EF4-FFF2-40B4-BE49-F238E27FC236}">
                <a16:creationId xmlns:a16="http://schemas.microsoft.com/office/drawing/2014/main" id="{67E00A36-CFEC-D8F9-73F8-29494BD9525D}"/>
              </a:ext>
            </a:extLst>
          </p:cNvPr>
          <p:cNvSpPr>
            <a:spLocks noGrp="1"/>
          </p:cNvSpPr>
          <p:nvPr>
            <p:ph type="body" sz="quarter" idx="64"/>
          </p:nvPr>
        </p:nvSpPr>
        <p:spPr>
          <a:xfrm>
            <a:off x="7321822" y="5746126"/>
            <a:ext cx="2069401" cy="457048"/>
          </a:xfrm>
        </p:spPr>
        <p:txBody>
          <a:bodyPr/>
          <a:lstStyle/>
          <a:p>
            <a:r>
              <a:rPr lang="en-US" dirty="0"/>
              <a:t>Add your descriptive text here… Add your descriptive text here…</a:t>
            </a:r>
            <a:endParaRPr lang="en-ZA" dirty="0"/>
          </a:p>
        </p:txBody>
      </p:sp>
      <p:sp>
        <p:nvSpPr>
          <p:cNvPr id="16" name="Picture Placeholder 15">
            <a:extLst>
              <a:ext uri="{FF2B5EF4-FFF2-40B4-BE49-F238E27FC236}">
                <a16:creationId xmlns:a16="http://schemas.microsoft.com/office/drawing/2014/main" id="{9ECE8133-3A10-B276-8567-A3C8541933C0}"/>
              </a:ext>
            </a:extLst>
          </p:cNvPr>
          <p:cNvSpPr>
            <a:spLocks noGrp="1"/>
          </p:cNvSpPr>
          <p:nvPr>
            <p:ph type="pic" sz="quarter" idx="79"/>
          </p:nvPr>
        </p:nvSpPr>
        <p:spPr/>
        <p:txBody>
          <a:bodyPr/>
          <a:lstStyle/>
          <a:p>
            <a:endParaRPr lang="en-ZA"/>
          </a:p>
        </p:txBody>
      </p:sp>
      <p:sp>
        <p:nvSpPr>
          <p:cNvPr id="17" name="Text Placeholder 16">
            <a:extLst>
              <a:ext uri="{FF2B5EF4-FFF2-40B4-BE49-F238E27FC236}">
                <a16:creationId xmlns:a16="http://schemas.microsoft.com/office/drawing/2014/main" id="{7D80AC07-5832-9B19-B2BA-2C0DF62377BF}"/>
              </a:ext>
            </a:extLst>
          </p:cNvPr>
          <p:cNvSpPr>
            <a:spLocks noGrp="1"/>
          </p:cNvSpPr>
          <p:nvPr>
            <p:ph type="body" sz="quarter" idx="80"/>
          </p:nvPr>
        </p:nvSpPr>
        <p:spPr>
          <a:xfrm>
            <a:off x="9566638" y="5297774"/>
            <a:ext cx="2069401" cy="304699"/>
          </a:xfrm>
        </p:spPr>
        <p:txBody>
          <a:bodyPr/>
          <a:lstStyle/>
          <a:p>
            <a:r>
              <a:rPr lang="en-US" dirty="0"/>
              <a:t>Add your two-line heading here</a:t>
            </a:r>
            <a:endParaRPr lang="en-ZA" dirty="0"/>
          </a:p>
        </p:txBody>
      </p:sp>
      <p:sp>
        <p:nvSpPr>
          <p:cNvPr id="18" name="Text Placeholder 17">
            <a:extLst>
              <a:ext uri="{FF2B5EF4-FFF2-40B4-BE49-F238E27FC236}">
                <a16:creationId xmlns:a16="http://schemas.microsoft.com/office/drawing/2014/main" id="{76F9CFAC-1E15-D297-287C-AAF823AAADE2}"/>
              </a:ext>
            </a:extLst>
          </p:cNvPr>
          <p:cNvSpPr>
            <a:spLocks noGrp="1"/>
          </p:cNvSpPr>
          <p:nvPr>
            <p:ph type="body" sz="quarter" idx="81"/>
          </p:nvPr>
        </p:nvSpPr>
        <p:spPr>
          <a:xfrm>
            <a:off x="9566638" y="5746126"/>
            <a:ext cx="2069401" cy="457048"/>
          </a:xfrm>
        </p:spPr>
        <p:txBody>
          <a:bodyPr/>
          <a:lstStyle/>
          <a:p>
            <a:pPr algn="l"/>
            <a:r>
              <a:rPr lang="en-US" dirty="0"/>
              <a:t>Add your descriptive text here… Add your descriptive test text here…</a:t>
            </a:r>
          </a:p>
        </p:txBody>
      </p:sp>
    </p:spTree>
    <p:extLst>
      <p:ext uri="{BB962C8B-B14F-4D97-AF65-F5344CB8AC3E}">
        <p14:creationId xmlns:p14="http://schemas.microsoft.com/office/powerpoint/2010/main" val="29492734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p06.s1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B364931-DEAA-8637-BB94-01AABAD1BE53}"/>
              </a:ext>
            </a:extLst>
          </p:cNvPr>
          <p:cNvSpPr>
            <a:spLocks noGrp="1"/>
          </p:cNvSpPr>
          <p:nvPr>
            <p:ph type="pic" sz="quarter" idx="72"/>
          </p:nvPr>
        </p:nvSpPr>
        <p:spPr/>
        <p:txBody>
          <a:bodyPr/>
          <a:lstStyle/>
          <a:p>
            <a:endParaRPr lang="en-ZA"/>
          </a:p>
        </p:txBody>
      </p:sp>
      <p:sp>
        <p:nvSpPr>
          <p:cNvPr id="3" name="Picture Placeholder 2">
            <a:extLst>
              <a:ext uri="{FF2B5EF4-FFF2-40B4-BE49-F238E27FC236}">
                <a16:creationId xmlns:a16="http://schemas.microsoft.com/office/drawing/2014/main" id="{3CD26978-AA70-F03C-43A9-ABA18A7954AE}"/>
              </a:ext>
            </a:extLst>
          </p:cNvPr>
          <p:cNvSpPr>
            <a:spLocks noGrp="1"/>
          </p:cNvSpPr>
          <p:nvPr>
            <p:ph type="pic" sz="quarter" idx="73"/>
          </p:nvPr>
        </p:nvSpPr>
        <p:spPr/>
        <p:txBody>
          <a:bodyPr/>
          <a:lstStyle/>
          <a:p>
            <a:endParaRPr lang="en-ZA"/>
          </a:p>
        </p:txBody>
      </p:sp>
      <p:sp>
        <p:nvSpPr>
          <p:cNvPr id="4" name="Picture Placeholder 3">
            <a:extLst>
              <a:ext uri="{FF2B5EF4-FFF2-40B4-BE49-F238E27FC236}">
                <a16:creationId xmlns:a16="http://schemas.microsoft.com/office/drawing/2014/main" id="{5645FCED-A487-2DF1-CD52-0DC0E37BD786}"/>
              </a:ext>
            </a:extLst>
          </p:cNvPr>
          <p:cNvSpPr>
            <a:spLocks noGrp="1"/>
          </p:cNvSpPr>
          <p:nvPr>
            <p:ph type="pic" sz="quarter" idx="74"/>
          </p:nvPr>
        </p:nvSpPr>
        <p:spPr/>
        <p:txBody>
          <a:bodyPr/>
          <a:lstStyle/>
          <a:p>
            <a:endParaRPr lang="en-ZA"/>
          </a:p>
        </p:txBody>
      </p:sp>
      <p:sp>
        <p:nvSpPr>
          <p:cNvPr id="5" name="Picture Placeholder 4">
            <a:extLst>
              <a:ext uri="{FF2B5EF4-FFF2-40B4-BE49-F238E27FC236}">
                <a16:creationId xmlns:a16="http://schemas.microsoft.com/office/drawing/2014/main" id="{777055D9-65BA-C37B-A2F7-AC1D9FF515E5}"/>
              </a:ext>
            </a:extLst>
          </p:cNvPr>
          <p:cNvSpPr>
            <a:spLocks noGrp="1"/>
          </p:cNvSpPr>
          <p:nvPr>
            <p:ph type="pic" sz="quarter" idx="75"/>
          </p:nvPr>
        </p:nvSpPr>
        <p:spPr/>
        <p:txBody>
          <a:bodyPr/>
          <a:lstStyle/>
          <a:p>
            <a:endParaRPr lang="en-ZA"/>
          </a:p>
        </p:txBody>
      </p:sp>
      <p:sp>
        <p:nvSpPr>
          <p:cNvPr id="6" name="Picture Placeholder 5">
            <a:extLst>
              <a:ext uri="{FF2B5EF4-FFF2-40B4-BE49-F238E27FC236}">
                <a16:creationId xmlns:a16="http://schemas.microsoft.com/office/drawing/2014/main" id="{4F1EC29D-4CC7-C356-B598-B3ABFAFA6297}"/>
              </a:ext>
            </a:extLst>
          </p:cNvPr>
          <p:cNvSpPr>
            <a:spLocks noGrp="1"/>
          </p:cNvSpPr>
          <p:nvPr>
            <p:ph type="pic" sz="quarter" idx="79"/>
          </p:nvPr>
        </p:nvSpPr>
        <p:spPr/>
        <p:txBody>
          <a:bodyPr/>
          <a:lstStyle/>
          <a:p>
            <a:endParaRPr lang="en-ZA"/>
          </a:p>
        </p:txBody>
      </p:sp>
      <p:sp>
        <p:nvSpPr>
          <p:cNvPr id="7" name="Picture Placeholder 6">
            <a:extLst>
              <a:ext uri="{FF2B5EF4-FFF2-40B4-BE49-F238E27FC236}">
                <a16:creationId xmlns:a16="http://schemas.microsoft.com/office/drawing/2014/main" id="{67723584-FE35-3A5E-2F1C-8068719B9199}"/>
              </a:ext>
            </a:extLst>
          </p:cNvPr>
          <p:cNvSpPr>
            <a:spLocks noGrp="1"/>
          </p:cNvSpPr>
          <p:nvPr>
            <p:ph type="pic" sz="quarter" idx="82"/>
          </p:nvPr>
        </p:nvSpPr>
        <p:spPr/>
        <p:txBody>
          <a:bodyPr/>
          <a:lstStyle/>
          <a:p>
            <a:endParaRPr lang="en-ZA"/>
          </a:p>
        </p:txBody>
      </p:sp>
      <p:sp>
        <p:nvSpPr>
          <p:cNvPr id="8" name="Title 7">
            <a:extLst>
              <a:ext uri="{FF2B5EF4-FFF2-40B4-BE49-F238E27FC236}">
                <a16:creationId xmlns:a16="http://schemas.microsoft.com/office/drawing/2014/main" id="{82EDE22B-9EFB-3B28-4502-D1C9274A5FB8}"/>
              </a:ext>
            </a:extLst>
          </p:cNvPr>
          <p:cNvSpPr>
            <a:spLocks noGrp="1"/>
          </p:cNvSpPr>
          <p:nvPr>
            <p:ph type="ctrTitle"/>
          </p:nvPr>
        </p:nvSpPr>
        <p:spPr/>
        <p:txBody>
          <a:bodyPr/>
          <a:lstStyle/>
          <a:p>
            <a:r>
              <a:rPr lang="en-US" dirty="0"/>
              <a:t>HEADING GOES HERE</a:t>
            </a:r>
            <a:endParaRPr lang="en-ZA" dirty="0"/>
          </a:p>
        </p:txBody>
      </p:sp>
      <p:sp>
        <p:nvSpPr>
          <p:cNvPr id="9" name="Text Placeholder 8">
            <a:extLst>
              <a:ext uri="{FF2B5EF4-FFF2-40B4-BE49-F238E27FC236}">
                <a16:creationId xmlns:a16="http://schemas.microsoft.com/office/drawing/2014/main" id="{1C63C708-0AD5-FC46-859F-7AC0792C44E7}"/>
              </a:ext>
            </a:extLst>
          </p:cNvPr>
          <p:cNvSpPr>
            <a:spLocks noGrp="1"/>
          </p:cNvSpPr>
          <p:nvPr>
            <p:ph type="body" sz="quarter" idx="40"/>
          </p:nvPr>
        </p:nvSpPr>
        <p:spPr>
          <a:xfrm>
            <a:off x="588166" y="972641"/>
            <a:ext cx="11051375" cy="214161"/>
          </a:xfrm>
        </p:spPr>
        <p:txBody>
          <a:bodyPr/>
          <a:lstStyle/>
          <a:p>
            <a:r>
              <a:rPr lang="en-US" dirty="0"/>
              <a:t>YOUR SUB-HEADING GOES HERE</a:t>
            </a:r>
            <a:endParaRPr lang="en-ZA" dirty="0"/>
          </a:p>
        </p:txBody>
      </p:sp>
      <p:sp>
        <p:nvSpPr>
          <p:cNvPr id="10" name="Text Placeholder 9">
            <a:extLst>
              <a:ext uri="{FF2B5EF4-FFF2-40B4-BE49-F238E27FC236}">
                <a16:creationId xmlns:a16="http://schemas.microsoft.com/office/drawing/2014/main" id="{59BDA07E-8B19-2C47-514F-64AE64F23378}"/>
              </a:ext>
            </a:extLst>
          </p:cNvPr>
          <p:cNvSpPr>
            <a:spLocks noGrp="1"/>
          </p:cNvSpPr>
          <p:nvPr>
            <p:ph type="body" sz="quarter" idx="49"/>
          </p:nvPr>
        </p:nvSpPr>
        <p:spPr>
          <a:xfrm>
            <a:off x="587374" y="5198785"/>
            <a:ext cx="1735322" cy="457048"/>
          </a:xfrm>
        </p:spPr>
        <p:txBody>
          <a:bodyPr/>
          <a:lstStyle/>
          <a:p>
            <a:r>
              <a:rPr lang="en-US" dirty="0"/>
              <a:t>Add your two-line heading here</a:t>
            </a:r>
            <a:r>
              <a:rPr lang="en-ZA" dirty="0"/>
              <a:t> over three lines</a:t>
            </a:r>
          </a:p>
        </p:txBody>
      </p:sp>
      <p:sp>
        <p:nvSpPr>
          <p:cNvPr id="11" name="Text Placeholder 10">
            <a:extLst>
              <a:ext uri="{FF2B5EF4-FFF2-40B4-BE49-F238E27FC236}">
                <a16:creationId xmlns:a16="http://schemas.microsoft.com/office/drawing/2014/main" id="{7A084013-9CD2-848A-7803-8EBC6CE40293}"/>
              </a:ext>
            </a:extLst>
          </p:cNvPr>
          <p:cNvSpPr>
            <a:spLocks noGrp="1"/>
          </p:cNvSpPr>
          <p:nvPr>
            <p:ph type="body" sz="quarter" idx="76"/>
          </p:nvPr>
        </p:nvSpPr>
        <p:spPr>
          <a:xfrm>
            <a:off x="2450043" y="5198785"/>
            <a:ext cx="1733719" cy="457048"/>
          </a:xfrm>
        </p:spPr>
        <p:txBody>
          <a:bodyPr/>
          <a:lstStyle/>
          <a:p>
            <a:r>
              <a:rPr lang="en-US" dirty="0"/>
              <a:t>Add your two-line heading here</a:t>
            </a:r>
            <a:r>
              <a:rPr lang="en-ZA" dirty="0"/>
              <a:t> over three lines</a:t>
            </a:r>
          </a:p>
        </p:txBody>
      </p:sp>
      <p:sp>
        <p:nvSpPr>
          <p:cNvPr id="12" name="Text Placeholder 11">
            <a:extLst>
              <a:ext uri="{FF2B5EF4-FFF2-40B4-BE49-F238E27FC236}">
                <a16:creationId xmlns:a16="http://schemas.microsoft.com/office/drawing/2014/main" id="{4D55CF5D-13E4-9150-178D-E394164BFA5A}"/>
              </a:ext>
            </a:extLst>
          </p:cNvPr>
          <p:cNvSpPr>
            <a:spLocks noGrp="1"/>
          </p:cNvSpPr>
          <p:nvPr>
            <p:ph type="body" sz="quarter" idx="77"/>
          </p:nvPr>
        </p:nvSpPr>
        <p:spPr>
          <a:xfrm>
            <a:off x="4312712" y="5198785"/>
            <a:ext cx="1733718" cy="457048"/>
          </a:xfrm>
        </p:spPr>
        <p:txBody>
          <a:bodyPr/>
          <a:lstStyle/>
          <a:p>
            <a:r>
              <a:rPr lang="en-US" dirty="0"/>
              <a:t>Add your two-line heading here</a:t>
            </a:r>
            <a:r>
              <a:rPr lang="en-ZA" dirty="0"/>
              <a:t> over three lines</a:t>
            </a:r>
          </a:p>
        </p:txBody>
      </p:sp>
      <p:sp>
        <p:nvSpPr>
          <p:cNvPr id="13" name="Text Placeholder 12">
            <a:extLst>
              <a:ext uri="{FF2B5EF4-FFF2-40B4-BE49-F238E27FC236}">
                <a16:creationId xmlns:a16="http://schemas.microsoft.com/office/drawing/2014/main" id="{EE18BDC2-F18D-45EB-3F4A-D75363A1ECCB}"/>
              </a:ext>
            </a:extLst>
          </p:cNvPr>
          <p:cNvSpPr>
            <a:spLocks noGrp="1"/>
          </p:cNvSpPr>
          <p:nvPr>
            <p:ph type="body" sz="quarter" idx="78"/>
          </p:nvPr>
        </p:nvSpPr>
        <p:spPr>
          <a:xfrm>
            <a:off x="6175381" y="5198785"/>
            <a:ext cx="1733719" cy="457048"/>
          </a:xfrm>
        </p:spPr>
        <p:txBody>
          <a:bodyPr/>
          <a:lstStyle/>
          <a:p>
            <a:r>
              <a:rPr lang="en-US" dirty="0"/>
              <a:t>Add your two-line heading here</a:t>
            </a:r>
            <a:r>
              <a:rPr lang="en-ZA" dirty="0"/>
              <a:t> over three lines</a:t>
            </a:r>
          </a:p>
        </p:txBody>
      </p:sp>
      <p:sp>
        <p:nvSpPr>
          <p:cNvPr id="14" name="Text Placeholder 13">
            <a:extLst>
              <a:ext uri="{FF2B5EF4-FFF2-40B4-BE49-F238E27FC236}">
                <a16:creationId xmlns:a16="http://schemas.microsoft.com/office/drawing/2014/main" id="{D2A19EB6-55FB-CF26-6879-D6321AA5207F}"/>
              </a:ext>
            </a:extLst>
          </p:cNvPr>
          <p:cNvSpPr>
            <a:spLocks noGrp="1"/>
          </p:cNvSpPr>
          <p:nvPr>
            <p:ph type="body" sz="quarter" idx="59"/>
          </p:nvPr>
        </p:nvSpPr>
        <p:spPr>
          <a:xfrm>
            <a:off x="587375" y="5786474"/>
            <a:ext cx="1735321" cy="423193"/>
          </a:xfrm>
        </p:spPr>
        <p:txBody>
          <a:bodyPr/>
          <a:lstStyle/>
          <a:p>
            <a:r>
              <a:rPr lang="en-US" dirty="0"/>
              <a:t>Add your descriptive text here… Add your descriptive text here…</a:t>
            </a:r>
            <a:endParaRPr lang="en-ZA" dirty="0"/>
          </a:p>
        </p:txBody>
      </p:sp>
      <p:sp>
        <p:nvSpPr>
          <p:cNvPr id="15" name="Text Placeholder 14">
            <a:extLst>
              <a:ext uri="{FF2B5EF4-FFF2-40B4-BE49-F238E27FC236}">
                <a16:creationId xmlns:a16="http://schemas.microsoft.com/office/drawing/2014/main" id="{47EEC496-80E0-01AB-AB97-2435E72AE0C7}"/>
              </a:ext>
            </a:extLst>
          </p:cNvPr>
          <p:cNvSpPr>
            <a:spLocks noGrp="1"/>
          </p:cNvSpPr>
          <p:nvPr>
            <p:ph type="body" sz="quarter" idx="60"/>
          </p:nvPr>
        </p:nvSpPr>
        <p:spPr>
          <a:xfrm>
            <a:off x="2450043" y="5786474"/>
            <a:ext cx="1728298" cy="423193"/>
          </a:xfrm>
        </p:spPr>
        <p:txBody>
          <a:bodyPr/>
          <a:lstStyle/>
          <a:p>
            <a:r>
              <a:rPr lang="en-US" dirty="0"/>
              <a:t>Add your descriptive text here… Add your descriptive text here…</a:t>
            </a:r>
            <a:endParaRPr lang="en-ZA" dirty="0"/>
          </a:p>
        </p:txBody>
      </p:sp>
      <p:sp>
        <p:nvSpPr>
          <p:cNvPr id="16" name="Text Placeholder 15">
            <a:extLst>
              <a:ext uri="{FF2B5EF4-FFF2-40B4-BE49-F238E27FC236}">
                <a16:creationId xmlns:a16="http://schemas.microsoft.com/office/drawing/2014/main" id="{1F04E018-A7EC-2162-A272-414A52F3B3AC}"/>
              </a:ext>
            </a:extLst>
          </p:cNvPr>
          <p:cNvSpPr>
            <a:spLocks noGrp="1"/>
          </p:cNvSpPr>
          <p:nvPr>
            <p:ph type="body" sz="quarter" idx="62"/>
          </p:nvPr>
        </p:nvSpPr>
        <p:spPr>
          <a:xfrm>
            <a:off x="4312712" y="5786474"/>
            <a:ext cx="1733718" cy="423193"/>
          </a:xfrm>
        </p:spPr>
        <p:txBody>
          <a:bodyPr/>
          <a:lstStyle/>
          <a:p>
            <a:r>
              <a:rPr lang="en-US" dirty="0"/>
              <a:t>Add your descriptive text here… Add your descriptive text here…</a:t>
            </a:r>
            <a:endParaRPr lang="en-ZA" dirty="0"/>
          </a:p>
        </p:txBody>
      </p:sp>
      <p:sp>
        <p:nvSpPr>
          <p:cNvPr id="17" name="Text Placeholder 16">
            <a:extLst>
              <a:ext uri="{FF2B5EF4-FFF2-40B4-BE49-F238E27FC236}">
                <a16:creationId xmlns:a16="http://schemas.microsoft.com/office/drawing/2014/main" id="{665505A6-9425-46A5-3078-7E7D64F80A91}"/>
              </a:ext>
            </a:extLst>
          </p:cNvPr>
          <p:cNvSpPr>
            <a:spLocks noGrp="1"/>
          </p:cNvSpPr>
          <p:nvPr>
            <p:ph type="body" sz="quarter" idx="64"/>
          </p:nvPr>
        </p:nvSpPr>
        <p:spPr>
          <a:xfrm>
            <a:off x="6175381" y="5786474"/>
            <a:ext cx="1733719" cy="423193"/>
          </a:xfrm>
        </p:spPr>
        <p:txBody>
          <a:bodyPr/>
          <a:lstStyle/>
          <a:p>
            <a:r>
              <a:rPr lang="en-US" dirty="0"/>
              <a:t>Add your descriptive text here… Add your descriptive text here…</a:t>
            </a:r>
            <a:endParaRPr lang="en-ZA" dirty="0"/>
          </a:p>
        </p:txBody>
      </p:sp>
      <p:sp>
        <p:nvSpPr>
          <p:cNvPr id="18" name="Text Placeholder 17">
            <a:extLst>
              <a:ext uri="{FF2B5EF4-FFF2-40B4-BE49-F238E27FC236}">
                <a16:creationId xmlns:a16="http://schemas.microsoft.com/office/drawing/2014/main" id="{A1448459-46EF-E7F9-8C39-9354886564DD}"/>
              </a:ext>
            </a:extLst>
          </p:cNvPr>
          <p:cNvSpPr>
            <a:spLocks noGrp="1"/>
          </p:cNvSpPr>
          <p:nvPr>
            <p:ph type="body" sz="quarter" idx="80"/>
          </p:nvPr>
        </p:nvSpPr>
        <p:spPr>
          <a:xfrm>
            <a:off x="8038050" y="5198785"/>
            <a:ext cx="1733719" cy="457048"/>
          </a:xfrm>
        </p:spPr>
        <p:txBody>
          <a:bodyPr/>
          <a:lstStyle/>
          <a:p>
            <a:r>
              <a:rPr lang="en-US" dirty="0"/>
              <a:t>Add your two-line heading here</a:t>
            </a:r>
            <a:r>
              <a:rPr lang="en-ZA" dirty="0"/>
              <a:t> over three lines</a:t>
            </a:r>
          </a:p>
        </p:txBody>
      </p:sp>
      <p:sp>
        <p:nvSpPr>
          <p:cNvPr id="19" name="Text Placeholder 18">
            <a:extLst>
              <a:ext uri="{FF2B5EF4-FFF2-40B4-BE49-F238E27FC236}">
                <a16:creationId xmlns:a16="http://schemas.microsoft.com/office/drawing/2014/main" id="{CD293CFA-C465-5A7A-7388-C9CBB7A63599}"/>
              </a:ext>
            </a:extLst>
          </p:cNvPr>
          <p:cNvSpPr>
            <a:spLocks noGrp="1"/>
          </p:cNvSpPr>
          <p:nvPr>
            <p:ph type="body" sz="quarter" idx="81"/>
          </p:nvPr>
        </p:nvSpPr>
        <p:spPr>
          <a:xfrm>
            <a:off x="8038050" y="5786474"/>
            <a:ext cx="1733719" cy="423193"/>
          </a:xfrm>
        </p:spPr>
        <p:txBody>
          <a:bodyPr/>
          <a:lstStyle/>
          <a:p>
            <a:r>
              <a:rPr lang="en-US" dirty="0"/>
              <a:t>Add your descriptive text here… Add your descriptive text here…</a:t>
            </a:r>
            <a:endParaRPr lang="en-ZA" dirty="0"/>
          </a:p>
        </p:txBody>
      </p:sp>
      <p:sp>
        <p:nvSpPr>
          <p:cNvPr id="20" name="Text Placeholder 19">
            <a:extLst>
              <a:ext uri="{FF2B5EF4-FFF2-40B4-BE49-F238E27FC236}">
                <a16:creationId xmlns:a16="http://schemas.microsoft.com/office/drawing/2014/main" id="{3440E780-58CF-DA64-7DD4-9ABE58F3B16A}"/>
              </a:ext>
            </a:extLst>
          </p:cNvPr>
          <p:cNvSpPr>
            <a:spLocks noGrp="1"/>
          </p:cNvSpPr>
          <p:nvPr>
            <p:ph type="body" sz="quarter" idx="83"/>
          </p:nvPr>
        </p:nvSpPr>
        <p:spPr>
          <a:xfrm>
            <a:off x="9900718" y="5198785"/>
            <a:ext cx="1733720" cy="457048"/>
          </a:xfrm>
        </p:spPr>
        <p:txBody>
          <a:bodyPr/>
          <a:lstStyle/>
          <a:p>
            <a:r>
              <a:rPr lang="en-US" dirty="0"/>
              <a:t>Add your two-line heading here</a:t>
            </a:r>
            <a:r>
              <a:rPr lang="en-ZA" dirty="0"/>
              <a:t> over three lines</a:t>
            </a:r>
          </a:p>
        </p:txBody>
      </p:sp>
      <p:sp>
        <p:nvSpPr>
          <p:cNvPr id="21" name="Text Placeholder 20">
            <a:extLst>
              <a:ext uri="{FF2B5EF4-FFF2-40B4-BE49-F238E27FC236}">
                <a16:creationId xmlns:a16="http://schemas.microsoft.com/office/drawing/2014/main" id="{BC963312-DF64-1B14-3924-F77C4B7E914F}"/>
              </a:ext>
            </a:extLst>
          </p:cNvPr>
          <p:cNvSpPr>
            <a:spLocks noGrp="1"/>
          </p:cNvSpPr>
          <p:nvPr>
            <p:ph type="body" sz="quarter" idx="84"/>
          </p:nvPr>
        </p:nvSpPr>
        <p:spPr>
          <a:xfrm>
            <a:off x="9900718" y="5786474"/>
            <a:ext cx="1733720" cy="423193"/>
          </a:xfrm>
        </p:spPr>
        <p:txBody>
          <a:bodyPr/>
          <a:lstStyle/>
          <a:p>
            <a:r>
              <a:rPr lang="en-US" dirty="0"/>
              <a:t>Add your descriptive text here… Add your descriptive text here…</a:t>
            </a:r>
            <a:endParaRPr lang="en-ZA" dirty="0"/>
          </a:p>
        </p:txBody>
      </p:sp>
    </p:spTree>
    <p:extLst>
      <p:ext uri="{BB962C8B-B14F-4D97-AF65-F5344CB8AC3E}">
        <p14:creationId xmlns:p14="http://schemas.microsoft.com/office/powerpoint/2010/main" val="68183374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p06.s13">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FD035B1-7979-ADE4-1C44-3D9EB9C41EF7}"/>
              </a:ext>
            </a:extLst>
          </p:cNvPr>
          <p:cNvSpPr>
            <a:spLocks noGrp="1"/>
          </p:cNvSpPr>
          <p:nvPr>
            <p:ph type="pic" sz="quarter" idx="72"/>
          </p:nvPr>
        </p:nvSpPr>
        <p:spPr/>
        <p:txBody>
          <a:bodyPr/>
          <a:lstStyle/>
          <a:p>
            <a:endParaRPr lang="en-ZA"/>
          </a:p>
        </p:txBody>
      </p:sp>
      <p:sp>
        <p:nvSpPr>
          <p:cNvPr id="3" name="Picture Placeholder 2">
            <a:extLst>
              <a:ext uri="{FF2B5EF4-FFF2-40B4-BE49-F238E27FC236}">
                <a16:creationId xmlns:a16="http://schemas.microsoft.com/office/drawing/2014/main" id="{BCDCD6A9-15AA-A466-3CB3-6E21030CBF4B}"/>
              </a:ext>
            </a:extLst>
          </p:cNvPr>
          <p:cNvSpPr>
            <a:spLocks noGrp="1"/>
          </p:cNvSpPr>
          <p:nvPr>
            <p:ph type="pic" sz="quarter" idx="73"/>
          </p:nvPr>
        </p:nvSpPr>
        <p:spPr/>
        <p:txBody>
          <a:bodyPr/>
          <a:lstStyle/>
          <a:p>
            <a:endParaRPr lang="en-ZA"/>
          </a:p>
        </p:txBody>
      </p:sp>
      <p:sp>
        <p:nvSpPr>
          <p:cNvPr id="4" name="Picture Placeholder 3">
            <a:extLst>
              <a:ext uri="{FF2B5EF4-FFF2-40B4-BE49-F238E27FC236}">
                <a16:creationId xmlns:a16="http://schemas.microsoft.com/office/drawing/2014/main" id="{6C6B3F4B-4068-4E3D-7E5B-51740BD9E61B}"/>
              </a:ext>
            </a:extLst>
          </p:cNvPr>
          <p:cNvSpPr>
            <a:spLocks noGrp="1"/>
          </p:cNvSpPr>
          <p:nvPr>
            <p:ph type="pic" sz="quarter" idx="74"/>
          </p:nvPr>
        </p:nvSpPr>
        <p:spPr/>
        <p:txBody>
          <a:bodyPr/>
          <a:lstStyle/>
          <a:p>
            <a:endParaRPr lang="en-ZA"/>
          </a:p>
        </p:txBody>
      </p:sp>
      <p:sp>
        <p:nvSpPr>
          <p:cNvPr id="5" name="Picture Placeholder 4">
            <a:extLst>
              <a:ext uri="{FF2B5EF4-FFF2-40B4-BE49-F238E27FC236}">
                <a16:creationId xmlns:a16="http://schemas.microsoft.com/office/drawing/2014/main" id="{04B358F7-6749-E9E6-BC34-2C937722B007}"/>
              </a:ext>
            </a:extLst>
          </p:cNvPr>
          <p:cNvSpPr>
            <a:spLocks noGrp="1"/>
          </p:cNvSpPr>
          <p:nvPr>
            <p:ph type="pic" sz="quarter" idx="75"/>
          </p:nvPr>
        </p:nvSpPr>
        <p:spPr/>
        <p:txBody>
          <a:bodyPr/>
          <a:lstStyle/>
          <a:p>
            <a:endParaRPr lang="en-ZA"/>
          </a:p>
        </p:txBody>
      </p:sp>
      <p:sp>
        <p:nvSpPr>
          <p:cNvPr id="6" name="Picture Placeholder 5">
            <a:extLst>
              <a:ext uri="{FF2B5EF4-FFF2-40B4-BE49-F238E27FC236}">
                <a16:creationId xmlns:a16="http://schemas.microsoft.com/office/drawing/2014/main" id="{EDEDEB4C-E366-B52D-63FC-8AA49ABE0715}"/>
              </a:ext>
            </a:extLst>
          </p:cNvPr>
          <p:cNvSpPr>
            <a:spLocks noGrp="1"/>
          </p:cNvSpPr>
          <p:nvPr>
            <p:ph type="pic" sz="quarter" idx="79"/>
          </p:nvPr>
        </p:nvSpPr>
        <p:spPr/>
        <p:txBody>
          <a:bodyPr/>
          <a:lstStyle/>
          <a:p>
            <a:endParaRPr lang="en-ZA"/>
          </a:p>
        </p:txBody>
      </p:sp>
      <p:sp>
        <p:nvSpPr>
          <p:cNvPr id="7" name="Picture Placeholder 6">
            <a:extLst>
              <a:ext uri="{FF2B5EF4-FFF2-40B4-BE49-F238E27FC236}">
                <a16:creationId xmlns:a16="http://schemas.microsoft.com/office/drawing/2014/main" id="{D3BE699A-E03D-A975-F0A0-FEE93CA30D62}"/>
              </a:ext>
            </a:extLst>
          </p:cNvPr>
          <p:cNvSpPr>
            <a:spLocks noGrp="1"/>
          </p:cNvSpPr>
          <p:nvPr>
            <p:ph type="pic" sz="quarter" idx="82"/>
          </p:nvPr>
        </p:nvSpPr>
        <p:spPr/>
        <p:txBody>
          <a:bodyPr/>
          <a:lstStyle/>
          <a:p>
            <a:endParaRPr lang="en-ZA"/>
          </a:p>
        </p:txBody>
      </p:sp>
      <p:sp>
        <p:nvSpPr>
          <p:cNvPr id="8" name="Title 7">
            <a:extLst>
              <a:ext uri="{FF2B5EF4-FFF2-40B4-BE49-F238E27FC236}">
                <a16:creationId xmlns:a16="http://schemas.microsoft.com/office/drawing/2014/main" id="{529D9282-96B0-5493-3920-BFB88CB17117}"/>
              </a:ext>
            </a:extLst>
          </p:cNvPr>
          <p:cNvSpPr>
            <a:spLocks noGrp="1"/>
          </p:cNvSpPr>
          <p:nvPr>
            <p:ph type="ctrTitle"/>
          </p:nvPr>
        </p:nvSpPr>
        <p:spPr/>
        <p:txBody>
          <a:bodyPr/>
          <a:lstStyle/>
          <a:p>
            <a:r>
              <a:rPr lang="en-US" dirty="0"/>
              <a:t>HEADING GOES HERE</a:t>
            </a:r>
            <a:endParaRPr lang="en-ZA" dirty="0"/>
          </a:p>
        </p:txBody>
      </p:sp>
      <p:sp>
        <p:nvSpPr>
          <p:cNvPr id="9" name="Text Placeholder 8">
            <a:extLst>
              <a:ext uri="{FF2B5EF4-FFF2-40B4-BE49-F238E27FC236}">
                <a16:creationId xmlns:a16="http://schemas.microsoft.com/office/drawing/2014/main" id="{1FBAF28D-A6C3-CB8C-6507-D3C8EEECEE72}"/>
              </a:ext>
            </a:extLst>
          </p:cNvPr>
          <p:cNvSpPr>
            <a:spLocks noGrp="1"/>
          </p:cNvSpPr>
          <p:nvPr>
            <p:ph type="body" sz="quarter" idx="40"/>
          </p:nvPr>
        </p:nvSpPr>
        <p:spPr>
          <a:xfrm>
            <a:off x="588166" y="972641"/>
            <a:ext cx="11051375" cy="214161"/>
          </a:xfrm>
        </p:spPr>
        <p:txBody>
          <a:bodyPr/>
          <a:lstStyle/>
          <a:p>
            <a:r>
              <a:rPr lang="en-US" dirty="0"/>
              <a:t>YOUR SUB-HEADING GOES HERE</a:t>
            </a:r>
            <a:endParaRPr lang="en-ZA" dirty="0"/>
          </a:p>
        </p:txBody>
      </p:sp>
      <p:sp>
        <p:nvSpPr>
          <p:cNvPr id="10" name="Text Placeholder 9">
            <a:extLst>
              <a:ext uri="{FF2B5EF4-FFF2-40B4-BE49-F238E27FC236}">
                <a16:creationId xmlns:a16="http://schemas.microsoft.com/office/drawing/2014/main" id="{137767DD-2013-286C-B538-CB91E9CE9493}"/>
              </a:ext>
            </a:extLst>
          </p:cNvPr>
          <p:cNvSpPr>
            <a:spLocks noGrp="1"/>
          </p:cNvSpPr>
          <p:nvPr>
            <p:ph type="body" sz="quarter" idx="49"/>
          </p:nvPr>
        </p:nvSpPr>
        <p:spPr>
          <a:xfrm>
            <a:off x="587374" y="5198785"/>
            <a:ext cx="1735322" cy="457048"/>
          </a:xfrm>
        </p:spPr>
        <p:txBody>
          <a:bodyPr/>
          <a:lstStyle/>
          <a:p>
            <a:r>
              <a:rPr lang="en-US" dirty="0"/>
              <a:t>Add your heading over two or three lines here</a:t>
            </a:r>
            <a:endParaRPr lang="en-ZA" dirty="0"/>
          </a:p>
        </p:txBody>
      </p:sp>
      <p:sp>
        <p:nvSpPr>
          <p:cNvPr id="11" name="Text Placeholder 10">
            <a:extLst>
              <a:ext uri="{FF2B5EF4-FFF2-40B4-BE49-F238E27FC236}">
                <a16:creationId xmlns:a16="http://schemas.microsoft.com/office/drawing/2014/main" id="{9EF85B0E-A55D-4406-EEC2-C4DD8EF8448B}"/>
              </a:ext>
            </a:extLst>
          </p:cNvPr>
          <p:cNvSpPr>
            <a:spLocks noGrp="1"/>
          </p:cNvSpPr>
          <p:nvPr>
            <p:ph type="body" sz="quarter" idx="76"/>
          </p:nvPr>
        </p:nvSpPr>
        <p:spPr>
          <a:xfrm>
            <a:off x="2450043" y="5198785"/>
            <a:ext cx="1733719" cy="457048"/>
          </a:xfrm>
        </p:spPr>
        <p:txBody>
          <a:bodyPr/>
          <a:lstStyle/>
          <a:p>
            <a:r>
              <a:rPr lang="en-US" dirty="0"/>
              <a:t>Add your heading over two or three lines here</a:t>
            </a:r>
            <a:endParaRPr lang="en-ZA" dirty="0"/>
          </a:p>
        </p:txBody>
      </p:sp>
      <p:sp>
        <p:nvSpPr>
          <p:cNvPr id="12" name="Text Placeholder 11">
            <a:extLst>
              <a:ext uri="{FF2B5EF4-FFF2-40B4-BE49-F238E27FC236}">
                <a16:creationId xmlns:a16="http://schemas.microsoft.com/office/drawing/2014/main" id="{39F22CB0-6BBB-97D8-E90E-D541A6520251}"/>
              </a:ext>
            </a:extLst>
          </p:cNvPr>
          <p:cNvSpPr>
            <a:spLocks noGrp="1"/>
          </p:cNvSpPr>
          <p:nvPr>
            <p:ph type="body" sz="quarter" idx="77"/>
          </p:nvPr>
        </p:nvSpPr>
        <p:spPr>
          <a:xfrm>
            <a:off x="4312712" y="5198785"/>
            <a:ext cx="1733718" cy="457048"/>
          </a:xfrm>
        </p:spPr>
        <p:txBody>
          <a:bodyPr/>
          <a:lstStyle/>
          <a:p>
            <a:r>
              <a:rPr lang="en-US" dirty="0"/>
              <a:t>Add your heading over two or three lines here</a:t>
            </a:r>
            <a:endParaRPr lang="en-ZA" dirty="0"/>
          </a:p>
        </p:txBody>
      </p:sp>
      <p:sp>
        <p:nvSpPr>
          <p:cNvPr id="13" name="Text Placeholder 12">
            <a:extLst>
              <a:ext uri="{FF2B5EF4-FFF2-40B4-BE49-F238E27FC236}">
                <a16:creationId xmlns:a16="http://schemas.microsoft.com/office/drawing/2014/main" id="{3C73A00F-4F42-B546-D654-F8295398F6CB}"/>
              </a:ext>
            </a:extLst>
          </p:cNvPr>
          <p:cNvSpPr>
            <a:spLocks noGrp="1"/>
          </p:cNvSpPr>
          <p:nvPr>
            <p:ph type="body" sz="quarter" idx="78"/>
          </p:nvPr>
        </p:nvSpPr>
        <p:spPr>
          <a:xfrm>
            <a:off x="6175381" y="5198785"/>
            <a:ext cx="1733719" cy="457048"/>
          </a:xfrm>
        </p:spPr>
        <p:txBody>
          <a:bodyPr/>
          <a:lstStyle/>
          <a:p>
            <a:r>
              <a:rPr lang="en-US" dirty="0"/>
              <a:t>Add your heading over two or three lines here</a:t>
            </a:r>
            <a:endParaRPr lang="en-ZA" dirty="0"/>
          </a:p>
        </p:txBody>
      </p:sp>
      <p:sp>
        <p:nvSpPr>
          <p:cNvPr id="14" name="Text Placeholder 13">
            <a:extLst>
              <a:ext uri="{FF2B5EF4-FFF2-40B4-BE49-F238E27FC236}">
                <a16:creationId xmlns:a16="http://schemas.microsoft.com/office/drawing/2014/main" id="{B2D0DD02-7A8A-D294-0404-5569A3E80F2C}"/>
              </a:ext>
            </a:extLst>
          </p:cNvPr>
          <p:cNvSpPr>
            <a:spLocks noGrp="1"/>
          </p:cNvSpPr>
          <p:nvPr>
            <p:ph type="body" sz="quarter" idx="59"/>
          </p:nvPr>
        </p:nvSpPr>
        <p:spPr>
          <a:xfrm>
            <a:off x="587375" y="5786474"/>
            <a:ext cx="1735321"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15" name="Text Placeholder 14">
            <a:extLst>
              <a:ext uri="{FF2B5EF4-FFF2-40B4-BE49-F238E27FC236}">
                <a16:creationId xmlns:a16="http://schemas.microsoft.com/office/drawing/2014/main" id="{3982A463-8B6D-7634-AE80-29EC88C16216}"/>
              </a:ext>
            </a:extLst>
          </p:cNvPr>
          <p:cNvSpPr>
            <a:spLocks noGrp="1"/>
          </p:cNvSpPr>
          <p:nvPr>
            <p:ph type="body" sz="quarter" idx="60"/>
          </p:nvPr>
        </p:nvSpPr>
        <p:spPr>
          <a:xfrm>
            <a:off x="2450043" y="5786474"/>
            <a:ext cx="1728298"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16" name="Text Placeholder 15">
            <a:extLst>
              <a:ext uri="{FF2B5EF4-FFF2-40B4-BE49-F238E27FC236}">
                <a16:creationId xmlns:a16="http://schemas.microsoft.com/office/drawing/2014/main" id="{1EB9BEC0-8396-D9BD-0032-3D0E50B922E6}"/>
              </a:ext>
            </a:extLst>
          </p:cNvPr>
          <p:cNvSpPr>
            <a:spLocks noGrp="1"/>
          </p:cNvSpPr>
          <p:nvPr>
            <p:ph type="body" sz="quarter" idx="62"/>
          </p:nvPr>
        </p:nvSpPr>
        <p:spPr>
          <a:xfrm>
            <a:off x="4312712" y="5786474"/>
            <a:ext cx="1733718"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17" name="Text Placeholder 16">
            <a:extLst>
              <a:ext uri="{FF2B5EF4-FFF2-40B4-BE49-F238E27FC236}">
                <a16:creationId xmlns:a16="http://schemas.microsoft.com/office/drawing/2014/main" id="{7128A88F-FA64-AB47-F16D-BC94CC7F406A}"/>
              </a:ext>
            </a:extLst>
          </p:cNvPr>
          <p:cNvSpPr>
            <a:spLocks noGrp="1"/>
          </p:cNvSpPr>
          <p:nvPr>
            <p:ph type="body" sz="quarter" idx="64"/>
          </p:nvPr>
        </p:nvSpPr>
        <p:spPr>
          <a:xfrm>
            <a:off x="6175381" y="5786474"/>
            <a:ext cx="1733719"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18" name="Text Placeholder 17">
            <a:extLst>
              <a:ext uri="{FF2B5EF4-FFF2-40B4-BE49-F238E27FC236}">
                <a16:creationId xmlns:a16="http://schemas.microsoft.com/office/drawing/2014/main" id="{84013EBC-0236-3618-A725-78CF88EEA54C}"/>
              </a:ext>
            </a:extLst>
          </p:cNvPr>
          <p:cNvSpPr>
            <a:spLocks noGrp="1"/>
          </p:cNvSpPr>
          <p:nvPr>
            <p:ph type="body" sz="quarter" idx="80"/>
          </p:nvPr>
        </p:nvSpPr>
        <p:spPr>
          <a:xfrm>
            <a:off x="8038050" y="5198785"/>
            <a:ext cx="1733719" cy="457048"/>
          </a:xfrm>
        </p:spPr>
        <p:txBody>
          <a:bodyPr/>
          <a:lstStyle/>
          <a:p>
            <a:r>
              <a:rPr lang="en-US" dirty="0"/>
              <a:t>Add your heading over two or three lines here</a:t>
            </a:r>
            <a:endParaRPr lang="en-ZA" dirty="0"/>
          </a:p>
        </p:txBody>
      </p:sp>
      <p:sp>
        <p:nvSpPr>
          <p:cNvPr id="19" name="Text Placeholder 18">
            <a:extLst>
              <a:ext uri="{FF2B5EF4-FFF2-40B4-BE49-F238E27FC236}">
                <a16:creationId xmlns:a16="http://schemas.microsoft.com/office/drawing/2014/main" id="{F233A0DC-62D4-288B-9CC4-E5DB2516999F}"/>
              </a:ext>
            </a:extLst>
          </p:cNvPr>
          <p:cNvSpPr>
            <a:spLocks noGrp="1"/>
          </p:cNvSpPr>
          <p:nvPr>
            <p:ph type="body" sz="quarter" idx="81"/>
          </p:nvPr>
        </p:nvSpPr>
        <p:spPr>
          <a:xfrm>
            <a:off x="8038050" y="5786474"/>
            <a:ext cx="1733719"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20" name="Text Placeholder 19">
            <a:extLst>
              <a:ext uri="{FF2B5EF4-FFF2-40B4-BE49-F238E27FC236}">
                <a16:creationId xmlns:a16="http://schemas.microsoft.com/office/drawing/2014/main" id="{CD424F8F-9206-1DB9-C1AC-E7C67D20254B}"/>
              </a:ext>
            </a:extLst>
          </p:cNvPr>
          <p:cNvSpPr>
            <a:spLocks noGrp="1"/>
          </p:cNvSpPr>
          <p:nvPr>
            <p:ph type="body" sz="quarter" idx="83"/>
          </p:nvPr>
        </p:nvSpPr>
        <p:spPr>
          <a:xfrm>
            <a:off x="9900718" y="5198785"/>
            <a:ext cx="1733720" cy="457048"/>
          </a:xfrm>
        </p:spPr>
        <p:txBody>
          <a:bodyPr/>
          <a:lstStyle/>
          <a:p>
            <a:r>
              <a:rPr lang="en-US" dirty="0"/>
              <a:t>Add your heading over two or three lines here</a:t>
            </a:r>
            <a:endParaRPr lang="en-ZA" dirty="0"/>
          </a:p>
        </p:txBody>
      </p:sp>
      <p:sp>
        <p:nvSpPr>
          <p:cNvPr id="21" name="Text Placeholder 20">
            <a:extLst>
              <a:ext uri="{FF2B5EF4-FFF2-40B4-BE49-F238E27FC236}">
                <a16:creationId xmlns:a16="http://schemas.microsoft.com/office/drawing/2014/main" id="{AA86B52C-1311-3504-7B5B-7362FAF4C2ED}"/>
              </a:ext>
            </a:extLst>
          </p:cNvPr>
          <p:cNvSpPr>
            <a:spLocks noGrp="1"/>
          </p:cNvSpPr>
          <p:nvPr>
            <p:ph type="body" sz="quarter" idx="84"/>
          </p:nvPr>
        </p:nvSpPr>
        <p:spPr>
          <a:xfrm>
            <a:off x="9900718" y="5786474"/>
            <a:ext cx="1733720" cy="474489"/>
          </a:xfrm>
        </p:spPr>
        <p:txBody>
          <a:bodyPr/>
          <a:lstStyle/>
          <a:p>
            <a:r>
              <a:rPr lang="en-US" dirty="0"/>
              <a:t>Click to edit Master text styles of your description here</a:t>
            </a:r>
            <a:r>
              <a:rPr lang="en-ZA" dirty="0"/>
              <a:t>.</a:t>
            </a:r>
          </a:p>
          <a:p>
            <a:r>
              <a:rPr lang="en-US" dirty="0"/>
              <a:t>Click to edit Master text.</a:t>
            </a:r>
            <a:endParaRPr lang="en-ZA" dirty="0"/>
          </a:p>
        </p:txBody>
      </p:sp>
      <p:sp>
        <p:nvSpPr>
          <p:cNvPr id="22" name="Text Placeholder 21">
            <a:extLst>
              <a:ext uri="{FF2B5EF4-FFF2-40B4-BE49-F238E27FC236}">
                <a16:creationId xmlns:a16="http://schemas.microsoft.com/office/drawing/2014/main" id="{715495D6-E449-D9EA-C99D-9630EDBD2376}"/>
              </a:ext>
            </a:extLst>
          </p:cNvPr>
          <p:cNvSpPr>
            <a:spLocks noGrp="1"/>
          </p:cNvSpPr>
          <p:nvPr>
            <p:ph type="body" sz="quarter" idx="44"/>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Tree>
    <p:extLst>
      <p:ext uri="{BB962C8B-B14F-4D97-AF65-F5344CB8AC3E}">
        <p14:creationId xmlns:p14="http://schemas.microsoft.com/office/powerpoint/2010/main" val="20929568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p06.s14">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A1C6157-13B9-DB81-5ED7-5066760171B0}"/>
              </a:ext>
            </a:extLst>
          </p:cNvPr>
          <p:cNvSpPr>
            <a:spLocks noGrp="1"/>
          </p:cNvSpPr>
          <p:nvPr>
            <p:ph type="pic" sz="quarter" idx="76"/>
          </p:nvPr>
        </p:nvSpPr>
        <p:spPr/>
        <p:txBody>
          <a:bodyPr/>
          <a:lstStyle/>
          <a:p>
            <a:endParaRPr lang="en-ZA"/>
          </a:p>
        </p:txBody>
      </p:sp>
      <p:sp>
        <p:nvSpPr>
          <p:cNvPr id="3" name="Picture Placeholder 2">
            <a:extLst>
              <a:ext uri="{FF2B5EF4-FFF2-40B4-BE49-F238E27FC236}">
                <a16:creationId xmlns:a16="http://schemas.microsoft.com/office/drawing/2014/main" id="{83535385-92FD-E270-39AC-AEA3CD8E5237}"/>
              </a:ext>
            </a:extLst>
          </p:cNvPr>
          <p:cNvSpPr>
            <a:spLocks noGrp="1"/>
          </p:cNvSpPr>
          <p:nvPr>
            <p:ph type="pic" sz="quarter" idx="78"/>
          </p:nvPr>
        </p:nvSpPr>
        <p:spPr/>
        <p:txBody>
          <a:bodyPr/>
          <a:lstStyle/>
          <a:p>
            <a:endParaRPr lang="en-ZA"/>
          </a:p>
        </p:txBody>
      </p:sp>
      <p:sp>
        <p:nvSpPr>
          <p:cNvPr id="4" name="Picture Placeholder 3">
            <a:extLst>
              <a:ext uri="{FF2B5EF4-FFF2-40B4-BE49-F238E27FC236}">
                <a16:creationId xmlns:a16="http://schemas.microsoft.com/office/drawing/2014/main" id="{C6AE5616-FF36-FDA2-60E5-020014169408}"/>
              </a:ext>
            </a:extLst>
          </p:cNvPr>
          <p:cNvSpPr>
            <a:spLocks noGrp="1"/>
          </p:cNvSpPr>
          <p:nvPr>
            <p:ph type="pic" sz="quarter" idx="80"/>
          </p:nvPr>
        </p:nvSpPr>
        <p:spPr/>
        <p:txBody>
          <a:bodyPr/>
          <a:lstStyle/>
          <a:p>
            <a:endParaRPr lang="en-ZA"/>
          </a:p>
        </p:txBody>
      </p:sp>
      <p:sp>
        <p:nvSpPr>
          <p:cNvPr id="5" name="Picture Placeholder 4">
            <a:extLst>
              <a:ext uri="{FF2B5EF4-FFF2-40B4-BE49-F238E27FC236}">
                <a16:creationId xmlns:a16="http://schemas.microsoft.com/office/drawing/2014/main" id="{41282F8F-7F01-B739-D60D-7208221FB1E0}"/>
              </a:ext>
            </a:extLst>
          </p:cNvPr>
          <p:cNvSpPr>
            <a:spLocks noGrp="1"/>
          </p:cNvSpPr>
          <p:nvPr>
            <p:ph type="pic" sz="quarter" idx="82"/>
          </p:nvPr>
        </p:nvSpPr>
        <p:spPr/>
        <p:txBody>
          <a:bodyPr/>
          <a:lstStyle/>
          <a:p>
            <a:endParaRPr lang="en-ZA"/>
          </a:p>
        </p:txBody>
      </p:sp>
      <p:sp>
        <p:nvSpPr>
          <p:cNvPr id="6" name="Picture Placeholder 5">
            <a:extLst>
              <a:ext uri="{FF2B5EF4-FFF2-40B4-BE49-F238E27FC236}">
                <a16:creationId xmlns:a16="http://schemas.microsoft.com/office/drawing/2014/main" id="{8CF35C62-581B-D6C4-0419-B560281915F6}"/>
              </a:ext>
            </a:extLst>
          </p:cNvPr>
          <p:cNvSpPr>
            <a:spLocks noGrp="1"/>
          </p:cNvSpPr>
          <p:nvPr>
            <p:ph type="pic" sz="quarter" idx="75"/>
          </p:nvPr>
        </p:nvSpPr>
        <p:spPr/>
        <p:txBody>
          <a:bodyPr/>
          <a:lstStyle/>
          <a:p>
            <a:endParaRPr lang="en-ZA"/>
          </a:p>
        </p:txBody>
      </p:sp>
      <p:sp>
        <p:nvSpPr>
          <p:cNvPr id="7" name="Picture Placeholder 6">
            <a:extLst>
              <a:ext uri="{FF2B5EF4-FFF2-40B4-BE49-F238E27FC236}">
                <a16:creationId xmlns:a16="http://schemas.microsoft.com/office/drawing/2014/main" id="{F8D59B0D-85D4-02B3-2B02-31A45D0309FF}"/>
              </a:ext>
            </a:extLst>
          </p:cNvPr>
          <p:cNvSpPr>
            <a:spLocks noGrp="1"/>
          </p:cNvSpPr>
          <p:nvPr>
            <p:ph type="pic" sz="quarter" idx="77"/>
          </p:nvPr>
        </p:nvSpPr>
        <p:spPr/>
        <p:txBody>
          <a:bodyPr/>
          <a:lstStyle/>
          <a:p>
            <a:endParaRPr lang="en-ZA"/>
          </a:p>
        </p:txBody>
      </p:sp>
      <p:sp>
        <p:nvSpPr>
          <p:cNvPr id="8" name="Picture Placeholder 7">
            <a:extLst>
              <a:ext uri="{FF2B5EF4-FFF2-40B4-BE49-F238E27FC236}">
                <a16:creationId xmlns:a16="http://schemas.microsoft.com/office/drawing/2014/main" id="{909F5A74-845C-8FDA-343C-9AE25E1B55D6}"/>
              </a:ext>
            </a:extLst>
          </p:cNvPr>
          <p:cNvSpPr>
            <a:spLocks noGrp="1"/>
          </p:cNvSpPr>
          <p:nvPr>
            <p:ph type="pic" sz="quarter" idx="79"/>
          </p:nvPr>
        </p:nvSpPr>
        <p:spPr/>
        <p:txBody>
          <a:bodyPr/>
          <a:lstStyle/>
          <a:p>
            <a:endParaRPr lang="en-ZA"/>
          </a:p>
        </p:txBody>
      </p:sp>
      <p:sp>
        <p:nvSpPr>
          <p:cNvPr id="9" name="Picture Placeholder 8">
            <a:extLst>
              <a:ext uri="{FF2B5EF4-FFF2-40B4-BE49-F238E27FC236}">
                <a16:creationId xmlns:a16="http://schemas.microsoft.com/office/drawing/2014/main" id="{5F242AB0-271A-C800-FD6D-661EFD4C10A3}"/>
              </a:ext>
            </a:extLst>
          </p:cNvPr>
          <p:cNvSpPr>
            <a:spLocks noGrp="1"/>
          </p:cNvSpPr>
          <p:nvPr>
            <p:ph type="pic" sz="quarter" idx="81"/>
          </p:nvPr>
        </p:nvSpPr>
        <p:spPr/>
        <p:txBody>
          <a:bodyPr/>
          <a:lstStyle/>
          <a:p>
            <a:endParaRPr lang="en-ZA"/>
          </a:p>
        </p:txBody>
      </p:sp>
      <p:sp>
        <p:nvSpPr>
          <p:cNvPr id="10" name="Title 9">
            <a:extLst>
              <a:ext uri="{FF2B5EF4-FFF2-40B4-BE49-F238E27FC236}">
                <a16:creationId xmlns:a16="http://schemas.microsoft.com/office/drawing/2014/main" id="{3D0FE829-52E5-DB32-5356-B75E33D93DDB}"/>
              </a:ext>
            </a:extLst>
          </p:cNvPr>
          <p:cNvSpPr>
            <a:spLocks noGrp="1"/>
          </p:cNvSpPr>
          <p:nvPr>
            <p:ph type="ctrTitle"/>
          </p:nvPr>
        </p:nvSpPr>
        <p:spPr/>
        <p:txBody>
          <a:bodyPr/>
          <a:lstStyle/>
          <a:p>
            <a:r>
              <a:rPr lang="en-US" dirty="0"/>
              <a:t>HEADING GOES HERE</a:t>
            </a:r>
            <a:endParaRPr lang="en-ZA" dirty="0"/>
          </a:p>
        </p:txBody>
      </p:sp>
      <p:sp>
        <p:nvSpPr>
          <p:cNvPr id="11" name="Text Placeholder 10">
            <a:extLst>
              <a:ext uri="{FF2B5EF4-FFF2-40B4-BE49-F238E27FC236}">
                <a16:creationId xmlns:a16="http://schemas.microsoft.com/office/drawing/2014/main" id="{40C797FF-9B0F-66CD-BB50-6E0CC6A66BC9}"/>
              </a:ext>
            </a:extLst>
          </p:cNvPr>
          <p:cNvSpPr>
            <a:spLocks noGrp="1"/>
          </p:cNvSpPr>
          <p:nvPr>
            <p:ph type="body" sz="quarter" idx="40"/>
          </p:nvPr>
        </p:nvSpPr>
        <p:spPr/>
        <p:txBody>
          <a:bodyPr/>
          <a:lstStyle/>
          <a:p>
            <a:r>
              <a:rPr lang="en-US" dirty="0"/>
              <a:t>YOUR SUB-HEADING GOES HERE</a:t>
            </a:r>
            <a:endParaRPr lang="en-ZA" dirty="0"/>
          </a:p>
        </p:txBody>
      </p:sp>
      <p:sp>
        <p:nvSpPr>
          <p:cNvPr id="12" name="Text Placeholder 11">
            <a:extLst>
              <a:ext uri="{FF2B5EF4-FFF2-40B4-BE49-F238E27FC236}">
                <a16:creationId xmlns:a16="http://schemas.microsoft.com/office/drawing/2014/main" id="{3EF6C0EF-2E5A-2D3E-AE8C-8AEAD4E50EF9}"/>
              </a:ext>
            </a:extLst>
          </p:cNvPr>
          <p:cNvSpPr>
            <a:spLocks noGrp="1"/>
          </p:cNvSpPr>
          <p:nvPr>
            <p:ph type="body" sz="quarter" idx="41"/>
          </p:nvPr>
        </p:nvSpPr>
        <p:spPr>
          <a:xfrm>
            <a:off x="587375" y="3073746"/>
            <a:ext cx="2681145" cy="304699"/>
          </a:xfrm>
        </p:spPr>
        <p:txBody>
          <a:bodyPr/>
          <a:lstStyle/>
          <a:p>
            <a:r>
              <a:rPr lang="en-US" dirty="0"/>
              <a:t>Add your two-line heading here</a:t>
            </a:r>
            <a:r>
              <a:rPr lang="en-ZA" dirty="0"/>
              <a:t> over max two lines only</a:t>
            </a:r>
          </a:p>
        </p:txBody>
      </p:sp>
      <p:sp>
        <p:nvSpPr>
          <p:cNvPr id="13" name="Text Placeholder 12">
            <a:extLst>
              <a:ext uri="{FF2B5EF4-FFF2-40B4-BE49-F238E27FC236}">
                <a16:creationId xmlns:a16="http://schemas.microsoft.com/office/drawing/2014/main" id="{BF6C7E72-6B43-5E7D-A4F0-C0E54AAF27E5}"/>
              </a:ext>
            </a:extLst>
          </p:cNvPr>
          <p:cNvSpPr>
            <a:spLocks noGrp="1"/>
          </p:cNvSpPr>
          <p:nvPr>
            <p:ph type="body" sz="quarter" idx="42"/>
          </p:nvPr>
        </p:nvSpPr>
        <p:spPr>
          <a:xfrm>
            <a:off x="587375" y="3475866"/>
            <a:ext cx="2681146" cy="282129"/>
          </a:xfrm>
        </p:spPr>
        <p:txBody>
          <a:bodyPr/>
          <a:lstStyle/>
          <a:p>
            <a:r>
              <a:rPr lang="en-US" dirty="0"/>
              <a:t>Click to edit your paragraph description here… edit text description here…</a:t>
            </a:r>
            <a:endParaRPr lang="en-ZA" dirty="0"/>
          </a:p>
        </p:txBody>
      </p:sp>
      <p:sp>
        <p:nvSpPr>
          <p:cNvPr id="14" name="Text Placeholder 13">
            <a:extLst>
              <a:ext uri="{FF2B5EF4-FFF2-40B4-BE49-F238E27FC236}">
                <a16:creationId xmlns:a16="http://schemas.microsoft.com/office/drawing/2014/main" id="{E9680770-EFAD-E02E-AA21-A262CBAECF52}"/>
              </a:ext>
            </a:extLst>
          </p:cNvPr>
          <p:cNvSpPr>
            <a:spLocks noGrp="1"/>
          </p:cNvSpPr>
          <p:nvPr>
            <p:ph type="body" sz="quarter" idx="83"/>
          </p:nvPr>
        </p:nvSpPr>
        <p:spPr>
          <a:xfrm>
            <a:off x="586584" y="5593483"/>
            <a:ext cx="2681145" cy="304699"/>
          </a:xfrm>
        </p:spPr>
        <p:txBody>
          <a:bodyPr/>
          <a:lstStyle/>
          <a:p>
            <a:r>
              <a:rPr lang="en-US" dirty="0"/>
              <a:t>Add your two-line heading here</a:t>
            </a:r>
            <a:r>
              <a:rPr lang="en-ZA" dirty="0"/>
              <a:t> over max two lines only</a:t>
            </a:r>
          </a:p>
        </p:txBody>
      </p:sp>
      <p:sp>
        <p:nvSpPr>
          <p:cNvPr id="15" name="Text Placeholder 14">
            <a:extLst>
              <a:ext uri="{FF2B5EF4-FFF2-40B4-BE49-F238E27FC236}">
                <a16:creationId xmlns:a16="http://schemas.microsoft.com/office/drawing/2014/main" id="{D5D446DB-4548-084D-02D8-0C1BDDEBACED}"/>
              </a:ext>
            </a:extLst>
          </p:cNvPr>
          <p:cNvSpPr>
            <a:spLocks noGrp="1"/>
          </p:cNvSpPr>
          <p:nvPr>
            <p:ph type="body" sz="quarter" idx="84"/>
          </p:nvPr>
        </p:nvSpPr>
        <p:spPr>
          <a:xfrm>
            <a:off x="586584" y="5995603"/>
            <a:ext cx="2681146" cy="282129"/>
          </a:xfrm>
        </p:spPr>
        <p:txBody>
          <a:bodyPr/>
          <a:lstStyle/>
          <a:p>
            <a:r>
              <a:rPr lang="en-US" dirty="0"/>
              <a:t>Click to edit your paragraph description here… edit text description here…</a:t>
            </a:r>
            <a:endParaRPr lang="en-ZA" dirty="0"/>
          </a:p>
        </p:txBody>
      </p:sp>
      <p:sp>
        <p:nvSpPr>
          <p:cNvPr id="16" name="Text Placeholder 15">
            <a:extLst>
              <a:ext uri="{FF2B5EF4-FFF2-40B4-BE49-F238E27FC236}">
                <a16:creationId xmlns:a16="http://schemas.microsoft.com/office/drawing/2014/main" id="{635CAB32-1547-45C1-29B7-FE2E10900D7C}"/>
              </a:ext>
            </a:extLst>
          </p:cNvPr>
          <p:cNvSpPr>
            <a:spLocks noGrp="1"/>
          </p:cNvSpPr>
          <p:nvPr>
            <p:ph type="body" sz="quarter" idx="85"/>
          </p:nvPr>
        </p:nvSpPr>
        <p:spPr>
          <a:xfrm>
            <a:off x="3377452" y="3073744"/>
            <a:ext cx="2681145" cy="304699"/>
          </a:xfrm>
        </p:spPr>
        <p:txBody>
          <a:bodyPr/>
          <a:lstStyle/>
          <a:p>
            <a:r>
              <a:rPr lang="en-US" dirty="0"/>
              <a:t>Add your two-line heading here</a:t>
            </a:r>
            <a:r>
              <a:rPr lang="en-ZA" dirty="0"/>
              <a:t> over max two lines only</a:t>
            </a:r>
          </a:p>
        </p:txBody>
      </p:sp>
      <p:sp>
        <p:nvSpPr>
          <p:cNvPr id="17" name="Text Placeholder 16">
            <a:extLst>
              <a:ext uri="{FF2B5EF4-FFF2-40B4-BE49-F238E27FC236}">
                <a16:creationId xmlns:a16="http://schemas.microsoft.com/office/drawing/2014/main" id="{43638C97-E7EF-7CF7-60AC-8BD093D07E64}"/>
              </a:ext>
            </a:extLst>
          </p:cNvPr>
          <p:cNvSpPr>
            <a:spLocks noGrp="1"/>
          </p:cNvSpPr>
          <p:nvPr>
            <p:ph type="body" sz="quarter" idx="86"/>
          </p:nvPr>
        </p:nvSpPr>
        <p:spPr>
          <a:xfrm>
            <a:off x="3377452" y="3475864"/>
            <a:ext cx="2681146" cy="282129"/>
          </a:xfrm>
        </p:spPr>
        <p:txBody>
          <a:bodyPr/>
          <a:lstStyle/>
          <a:p>
            <a:r>
              <a:rPr lang="en-US" dirty="0"/>
              <a:t>Click to edit your paragraph description here… edit text description here…</a:t>
            </a:r>
            <a:endParaRPr lang="en-ZA" dirty="0"/>
          </a:p>
        </p:txBody>
      </p:sp>
      <p:sp>
        <p:nvSpPr>
          <p:cNvPr id="18" name="Text Placeholder 17">
            <a:extLst>
              <a:ext uri="{FF2B5EF4-FFF2-40B4-BE49-F238E27FC236}">
                <a16:creationId xmlns:a16="http://schemas.microsoft.com/office/drawing/2014/main" id="{F0D92E4D-84CA-F9A4-1912-0C810019534C}"/>
              </a:ext>
            </a:extLst>
          </p:cNvPr>
          <p:cNvSpPr>
            <a:spLocks noGrp="1"/>
          </p:cNvSpPr>
          <p:nvPr>
            <p:ph type="body" sz="quarter" idx="87"/>
          </p:nvPr>
        </p:nvSpPr>
        <p:spPr>
          <a:xfrm>
            <a:off x="3376661" y="5593481"/>
            <a:ext cx="2681145" cy="304699"/>
          </a:xfrm>
        </p:spPr>
        <p:txBody>
          <a:bodyPr/>
          <a:lstStyle/>
          <a:p>
            <a:r>
              <a:rPr lang="en-US" dirty="0"/>
              <a:t>Add your two-line heading here</a:t>
            </a:r>
            <a:r>
              <a:rPr lang="en-ZA" dirty="0"/>
              <a:t> over max two lines only</a:t>
            </a:r>
          </a:p>
        </p:txBody>
      </p:sp>
      <p:sp>
        <p:nvSpPr>
          <p:cNvPr id="19" name="Text Placeholder 18">
            <a:extLst>
              <a:ext uri="{FF2B5EF4-FFF2-40B4-BE49-F238E27FC236}">
                <a16:creationId xmlns:a16="http://schemas.microsoft.com/office/drawing/2014/main" id="{956F029A-44B0-3A22-8370-3EAB3BBA1F64}"/>
              </a:ext>
            </a:extLst>
          </p:cNvPr>
          <p:cNvSpPr>
            <a:spLocks noGrp="1"/>
          </p:cNvSpPr>
          <p:nvPr>
            <p:ph type="body" sz="quarter" idx="88"/>
          </p:nvPr>
        </p:nvSpPr>
        <p:spPr>
          <a:xfrm>
            <a:off x="3376661" y="5995601"/>
            <a:ext cx="2681146" cy="282129"/>
          </a:xfrm>
        </p:spPr>
        <p:txBody>
          <a:bodyPr/>
          <a:lstStyle/>
          <a:p>
            <a:r>
              <a:rPr lang="en-US" dirty="0"/>
              <a:t>Click to edit your paragraph description here… edit text description here…</a:t>
            </a:r>
            <a:endParaRPr lang="en-ZA" dirty="0"/>
          </a:p>
        </p:txBody>
      </p:sp>
      <p:sp>
        <p:nvSpPr>
          <p:cNvPr id="20" name="Text Placeholder 19">
            <a:extLst>
              <a:ext uri="{FF2B5EF4-FFF2-40B4-BE49-F238E27FC236}">
                <a16:creationId xmlns:a16="http://schemas.microsoft.com/office/drawing/2014/main" id="{21A588FA-3300-4E6D-8E96-41E0FEE1ED67}"/>
              </a:ext>
            </a:extLst>
          </p:cNvPr>
          <p:cNvSpPr>
            <a:spLocks noGrp="1"/>
          </p:cNvSpPr>
          <p:nvPr>
            <p:ph type="body" sz="quarter" idx="89"/>
          </p:nvPr>
        </p:nvSpPr>
        <p:spPr>
          <a:xfrm>
            <a:off x="6165155" y="3073744"/>
            <a:ext cx="2681145" cy="304699"/>
          </a:xfrm>
        </p:spPr>
        <p:txBody>
          <a:bodyPr/>
          <a:lstStyle/>
          <a:p>
            <a:r>
              <a:rPr lang="en-US" dirty="0"/>
              <a:t>Add your two-line heading here</a:t>
            </a:r>
            <a:r>
              <a:rPr lang="en-ZA" dirty="0"/>
              <a:t> over max two lines only</a:t>
            </a:r>
          </a:p>
        </p:txBody>
      </p:sp>
      <p:sp>
        <p:nvSpPr>
          <p:cNvPr id="21" name="Text Placeholder 20">
            <a:extLst>
              <a:ext uri="{FF2B5EF4-FFF2-40B4-BE49-F238E27FC236}">
                <a16:creationId xmlns:a16="http://schemas.microsoft.com/office/drawing/2014/main" id="{B4CB606E-B03F-9C2A-10FE-4E9AA0A968D8}"/>
              </a:ext>
            </a:extLst>
          </p:cNvPr>
          <p:cNvSpPr>
            <a:spLocks noGrp="1"/>
          </p:cNvSpPr>
          <p:nvPr>
            <p:ph type="body" sz="quarter" idx="90"/>
          </p:nvPr>
        </p:nvSpPr>
        <p:spPr>
          <a:xfrm>
            <a:off x="6165155" y="3475864"/>
            <a:ext cx="2681146" cy="282129"/>
          </a:xfrm>
        </p:spPr>
        <p:txBody>
          <a:bodyPr/>
          <a:lstStyle/>
          <a:p>
            <a:r>
              <a:rPr lang="en-US" dirty="0"/>
              <a:t>Click to edit your paragraph description here… edit text description here…</a:t>
            </a:r>
            <a:endParaRPr lang="en-ZA" dirty="0"/>
          </a:p>
        </p:txBody>
      </p:sp>
      <p:sp>
        <p:nvSpPr>
          <p:cNvPr id="22" name="Text Placeholder 21">
            <a:extLst>
              <a:ext uri="{FF2B5EF4-FFF2-40B4-BE49-F238E27FC236}">
                <a16:creationId xmlns:a16="http://schemas.microsoft.com/office/drawing/2014/main" id="{EFC12E82-B68C-98F2-9FBA-4CEF6ECF3147}"/>
              </a:ext>
            </a:extLst>
          </p:cNvPr>
          <p:cNvSpPr>
            <a:spLocks noGrp="1"/>
          </p:cNvSpPr>
          <p:nvPr>
            <p:ph type="body" sz="quarter" idx="91"/>
          </p:nvPr>
        </p:nvSpPr>
        <p:spPr>
          <a:xfrm>
            <a:off x="6164364" y="5593481"/>
            <a:ext cx="2681145" cy="304699"/>
          </a:xfrm>
        </p:spPr>
        <p:txBody>
          <a:bodyPr/>
          <a:lstStyle/>
          <a:p>
            <a:r>
              <a:rPr lang="en-US" dirty="0"/>
              <a:t>Add your two-line heading here</a:t>
            </a:r>
            <a:r>
              <a:rPr lang="en-ZA" dirty="0"/>
              <a:t> over max two lines only</a:t>
            </a:r>
          </a:p>
        </p:txBody>
      </p:sp>
      <p:sp>
        <p:nvSpPr>
          <p:cNvPr id="23" name="Text Placeholder 22">
            <a:extLst>
              <a:ext uri="{FF2B5EF4-FFF2-40B4-BE49-F238E27FC236}">
                <a16:creationId xmlns:a16="http://schemas.microsoft.com/office/drawing/2014/main" id="{A99DD207-19E9-0C60-1016-B9C5BD5E5730}"/>
              </a:ext>
            </a:extLst>
          </p:cNvPr>
          <p:cNvSpPr>
            <a:spLocks noGrp="1"/>
          </p:cNvSpPr>
          <p:nvPr>
            <p:ph type="body" sz="quarter" idx="92"/>
          </p:nvPr>
        </p:nvSpPr>
        <p:spPr>
          <a:xfrm>
            <a:off x="6164364" y="5995601"/>
            <a:ext cx="2681146" cy="282129"/>
          </a:xfrm>
        </p:spPr>
        <p:txBody>
          <a:bodyPr/>
          <a:lstStyle/>
          <a:p>
            <a:r>
              <a:rPr lang="en-US" dirty="0"/>
              <a:t>Click to edit your paragraph description here… edit text description here…</a:t>
            </a:r>
            <a:endParaRPr lang="en-ZA" dirty="0"/>
          </a:p>
        </p:txBody>
      </p:sp>
      <p:sp>
        <p:nvSpPr>
          <p:cNvPr id="24" name="Text Placeholder 23">
            <a:extLst>
              <a:ext uri="{FF2B5EF4-FFF2-40B4-BE49-F238E27FC236}">
                <a16:creationId xmlns:a16="http://schemas.microsoft.com/office/drawing/2014/main" id="{0362EF02-A3E1-0215-C4F2-5E309397BD00}"/>
              </a:ext>
            </a:extLst>
          </p:cNvPr>
          <p:cNvSpPr>
            <a:spLocks noGrp="1"/>
          </p:cNvSpPr>
          <p:nvPr>
            <p:ph type="body" sz="quarter" idx="93"/>
          </p:nvPr>
        </p:nvSpPr>
        <p:spPr>
          <a:xfrm>
            <a:off x="8959187" y="3073744"/>
            <a:ext cx="2681145" cy="304699"/>
          </a:xfrm>
        </p:spPr>
        <p:txBody>
          <a:bodyPr/>
          <a:lstStyle/>
          <a:p>
            <a:r>
              <a:rPr lang="en-US" dirty="0"/>
              <a:t>Add your two-line heading here</a:t>
            </a:r>
            <a:r>
              <a:rPr lang="en-ZA" dirty="0"/>
              <a:t> over max two lines only</a:t>
            </a:r>
          </a:p>
        </p:txBody>
      </p:sp>
      <p:sp>
        <p:nvSpPr>
          <p:cNvPr id="25" name="Text Placeholder 24">
            <a:extLst>
              <a:ext uri="{FF2B5EF4-FFF2-40B4-BE49-F238E27FC236}">
                <a16:creationId xmlns:a16="http://schemas.microsoft.com/office/drawing/2014/main" id="{39C7BC9C-01CB-32E2-F07A-069C5F7023F8}"/>
              </a:ext>
            </a:extLst>
          </p:cNvPr>
          <p:cNvSpPr>
            <a:spLocks noGrp="1"/>
          </p:cNvSpPr>
          <p:nvPr>
            <p:ph type="body" sz="quarter" idx="94"/>
          </p:nvPr>
        </p:nvSpPr>
        <p:spPr>
          <a:xfrm>
            <a:off x="8959187" y="3475864"/>
            <a:ext cx="2681146" cy="282129"/>
          </a:xfrm>
        </p:spPr>
        <p:txBody>
          <a:bodyPr/>
          <a:lstStyle/>
          <a:p>
            <a:r>
              <a:rPr lang="en-US" dirty="0"/>
              <a:t>Click to edit your paragraph description here… edit text description here…</a:t>
            </a:r>
            <a:endParaRPr lang="en-ZA" dirty="0"/>
          </a:p>
        </p:txBody>
      </p:sp>
      <p:sp>
        <p:nvSpPr>
          <p:cNvPr id="26" name="Text Placeholder 25">
            <a:extLst>
              <a:ext uri="{FF2B5EF4-FFF2-40B4-BE49-F238E27FC236}">
                <a16:creationId xmlns:a16="http://schemas.microsoft.com/office/drawing/2014/main" id="{B45C5D38-CC9E-C577-4503-1C11D6603060}"/>
              </a:ext>
            </a:extLst>
          </p:cNvPr>
          <p:cNvSpPr>
            <a:spLocks noGrp="1"/>
          </p:cNvSpPr>
          <p:nvPr>
            <p:ph type="body" sz="quarter" idx="95"/>
          </p:nvPr>
        </p:nvSpPr>
        <p:spPr>
          <a:xfrm>
            <a:off x="8958396" y="5593481"/>
            <a:ext cx="2681145" cy="304699"/>
          </a:xfrm>
        </p:spPr>
        <p:txBody>
          <a:bodyPr/>
          <a:lstStyle/>
          <a:p>
            <a:r>
              <a:rPr lang="en-US" dirty="0"/>
              <a:t>Add your two-line heading here</a:t>
            </a:r>
            <a:r>
              <a:rPr lang="en-ZA" dirty="0"/>
              <a:t> over max two lines only</a:t>
            </a:r>
          </a:p>
        </p:txBody>
      </p:sp>
      <p:sp>
        <p:nvSpPr>
          <p:cNvPr id="27" name="Text Placeholder 26">
            <a:extLst>
              <a:ext uri="{FF2B5EF4-FFF2-40B4-BE49-F238E27FC236}">
                <a16:creationId xmlns:a16="http://schemas.microsoft.com/office/drawing/2014/main" id="{D548A2F7-389D-19F6-7CAB-D99915233370}"/>
              </a:ext>
            </a:extLst>
          </p:cNvPr>
          <p:cNvSpPr>
            <a:spLocks noGrp="1"/>
          </p:cNvSpPr>
          <p:nvPr>
            <p:ph type="body" sz="quarter" idx="96"/>
          </p:nvPr>
        </p:nvSpPr>
        <p:spPr>
          <a:xfrm>
            <a:off x="8958396" y="5995601"/>
            <a:ext cx="2681146" cy="282129"/>
          </a:xfrm>
        </p:spPr>
        <p:txBody>
          <a:bodyPr/>
          <a:lstStyle/>
          <a:p>
            <a:r>
              <a:rPr lang="en-US" dirty="0"/>
              <a:t>Click to edit your paragraph description here… edit text description here…</a:t>
            </a:r>
            <a:endParaRPr lang="en-ZA" dirty="0"/>
          </a:p>
        </p:txBody>
      </p:sp>
    </p:spTree>
    <p:extLst>
      <p:ext uri="{BB962C8B-B14F-4D97-AF65-F5344CB8AC3E}">
        <p14:creationId xmlns:p14="http://schemas.microsoft.com/office/powerpoint/2010/main" val="22872007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p07.s02">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65A6ED3-171B-3D20-23E4-70748A01F3C0}"/>
              </a:ext>
            </a:extLst>
          </p:cNvPr>
          <p:cNvSpPr>
            <a:spLocks noGrp="1"/>
          </p:cNvSpPr>
          <p:nvPr>
            <p:ph type="ctrTitle"/>
          </p:nvPr>
        </p:nvSpPr>
        <p:spPr/>
        <p:txBody>
          <a:bodyPr/>
          <a:lstStyle/>
          <a:p>
            <a:r>
              <a:rPr lang="en-ZA" dirty="0"/>
              <a:t>1. BESPOKE TEAM ORGANISATION CHART</a:t>
            </a:r>
          </a:p>
        </p:txBody>
      </p:sp>
      <p:sp>
        <p:nvSpPr>
          <p:cNvPr id="3" name="Text Placeholder 2">
            <a:extLst>
              <a:ext uri="{FF2B5EF4-FFF2-40B4-BE49-F238E27FC236}">
                <a16:creationId xmlns:a16="http://schemas.microsoft.com/office/drawing/2014/main" id="{5D11A499-2C98-8D1D-0C40-4E1E5F268D5E}"/>
              </a:ext>
            </a:extLst>
          </p:cNvPr>
          <p:cNvSpPr>
            <a:spLocks noGrp="1"/>
          </p:cNvSpPr>
          <p:nvPr>
            <p:ph type="body" sz="quarter" idx="64"/>
          </p:nvPr>
        </p:nvSpPr>
        <p:spPr/>
        <p:txBody>
          <a:bodyPr/>
          <a:lstStyle/>
          <a:p>
            <a:r>
              <a:rPr lang="en-ZA" dirty="0"/>
              <a:t>NAME SURNAME</a:t>
            </a:r>
          </a:p>
        </p:txBody>
      </p:sp>
      <p:sp>
        <p:nvSpPr>
          <p:cNvPr id="4" name="Text Placeholder 3">
            <a:extLst>
              <a:ext uri="{FF2B5EF4-FFF2-40B4-BE49-F238E27FC236}">
                <a16:creationId xmlns:a16="http://schemas.microsoft.com/office/drawing/2014/main" id="{27B796F3-9EB3-5FF9-9A2F-F2EA8922EE16}"/>
              </a:ext>
            </a:extLst>
          </p:cNvPr>
          <p:cNvSpPr>
            <a:spLocks noGrp="1"/>
          </p:cNvSpPr>
          <p:nvPr>
            <p:ph type="body" sz="quarter" idx="65"/>
          </p:nvPr>
        </p:nvSpPr>
        <p:spPr/>
        <p:txBody>
          <a:bodyPr/>
          <a:lstStyle/>
          <a:p>
            <a:r>
              <a:rPr lang="en-ZA" dirty="0"/>
              <a:t>Title or Designation</a:t>
            </a:r>
          </a:p>
        </p:txBody>
      </p:sp>
      <p:sp>
        <p:nvSpPr>
          <p:cNvPr id="5" name="Text Placeholder 4">
            <a:extLst>
              <a:ext uri="{FF2B5EF4-FFF2-40B4-BE49-F238E27FC236}">
                <a16:creationId xmlns:a16="http://schemas.microsoft.com/office/drawing/2014/main" id="{9FCAA982-1DE5-ED75-B269-00D28D224409}"/>
              </a:ext>
            </a:extLst>
          </p:cNvPr>
          <p:cNvSpPr>
            <a:spLocks noGrp="1"/>
          </p:cNvSpPr>
          <p:nvPr>
            <p:ph type="body" sz="quarter" idx="66"/>
          </p:nvPr>
        </p:nvSpPr>
        <p:spPr/>
        <p:txBody>
          <a:bodyPr/>
          <a:lstStyle/>
          <a:p>
            <a:r>
              <a:rPr lang="en-ZA" dirty="0"/>
              <a:t>NAME SURNAME</a:t>
            </a:r>
          </a:p>
        </p:txBody>
      </p:sp>
      <p:sp>
        <p:nvSpPr>
          <p:cNvPr id="6" name="Text Placeholder 5">
            <a:extLst>
              <a:ext uri="{FF2B5EF4-FFF2-40B4-BE49-F238E27FC236}">
                <a16:creationId xmlns:a16="http://schemas.microsoft.com/office/drawing/2014/main" id="{2A0D7A9F-A20B-50BD-E5EF-1701B212F9B1}"/>
              </a:ext>
            </a:extLst>
          </p:cNvPr>
          <p:cNvSpPr>
            <a:spLocks noGrp="1"/>
          </p:cNvSpPr>
          <p:nvPr>
            <p:ph type="body" sz="quarter" idx="67"/>
          </p:nvPr>
        </p:nvSpPr>
        <p:spPr/>
        <p:txBody>
          <a:bodyPr/>
          <a:lstStyle/>
          <a:p>
            <a:r>
              <a:rPr lang="en-ZA" dirty="0"/>
              <a:t>Title or Designation</a:t>
            </a:r>
          </a:p>
        </p:txBody>
      </p:sp>
      <p:sp>
        <p:nvSpPr>
          <p:cNvPr id="7" name="Text Placeholder 6">
            <a:extLst>
              <a:ext uri="{FF2B5EF4-FFF2-40B4-BE49-F238E27FC236}">
                <a16:creationId xmlns:a16="http://schemas.microsoft.com/office/drawing/2014/main" id="{E27F0F2C-7180-E920-25BA-CB4BE1E9310D}"/>
              </a:ext>
            </a:extLst>
          </p:cNvPr>
          <p:cNvSpPr>
            <a:spLocks noGrp="1"/>
          </p:cNvSpPr>
          <p:nvPr>
            <p:ph type="body" sz="quarter" idx="68"/>
          </p:nvPr>
        </p:nvSpPr>
        <p:spPr/>
        <p:txBody>
          <a:bodyPr/>
          <a:lstStyle/>
          <a:p>
            <a:r>
              <a:rPr lang="en-ZA" dirty="0"/>
              <a:t>NAME SURNAME</a:t>
            </a:r>
          </a:p>
        </p:txBody>
      </p:sp>
      <p:sp>
        <p:nvSpPr>
          <p:cNvPr id="8" name="Text Placeholder 7">
            <a:extLst>
              <a:ext uri="{FF2B5EF4-FFF2-40B4-BE49-F238E27FC236}">
                <a16:creationId xmlns:a16="http://schemas.microsoft.com/office/drawing/2014/main" id="{6642B9D9-1C2B-E429-8178-6C18264E55ED}"/>
              </a:ext>
            </a:extLst>
          </p:cNvPr>
          <p:cNvSpPr>
            <a:spLocks noGrp="1"/>
          </p:cNvSpPr>
          <p:nvPr>
            <p:ph type="body" sz="quarter" idx="69"/>
          </p:nvPr>
        </p:nvSpPr>
        <p:spPr/>
        <p:txBody>
          <a:bodyPr/>
          <a:lstStyle/>
          <a:p>
            <a:r>
              <a:rPr lang="en-ZA" dirty="0"/>
              <a:t>Title or Designation</a:t>
            </a:r>
          </a:p>
        </p:txBody>
      </p:sp>
      <p:sp>
        <p:nvSpPr>
          <p:cNvPr id="9" name="Text Placeholder 8">
            <a:extLst>
              <a:ext uri="{FF2B5EF4-FFF2-40B4-BE49-F238E27FC236}">
                <a16:creationId xmlns:a16="http://schemas.microsoft.com/office/drawing/2014/main" id="{D1D5B136-C3E2-03DA-FA51-10BD4BD6690A}"/>
              </a:ext>
            </a:extLst>
          </p:cNvPr>
          <p:cNvSpPr>
            <a:spLocks noGrp="1"/>
          </p:cNvSpPr>
          <p:nvPr>
            <p:ph type="body" sz="quarter" idx="70"/>
          </p:nvPr>
        </p:nvSpPr>
        <p:spPr/>
        <p:txBody>
          <a:bodyPr/>
          <a:lstStyle/>
          <a:p>
            <a:r>
              <a:rPr lang="en-ZA" dirty="0"/>
              <a:t>NAME SURNAME</a:t>
            </a:r>
          </a:p>
        </p:txBody>
      </p:sp>
      <p:sp>
        <p:nvSpPr>
          <p:cNvPr id="10" name="Text Placeholder 9">
            <a:extLst>
              <a:ext uri="{FF2B5EF4-FFF2-40B4-BE49-F238E27FC236}">
                <a16:creationId xmlns:a16="http://schemas.microsoft.com/office/drawing/2014/main" id="{6F36785E-619D-D0D7-FBC0-73E31A04BD86}"/>
              </a:ext>
            </a:extLst>
          </p:cNvPr>
          <p:cNvSpPr>
            <a:spLocks noGrp="1"/>
          </p:cNvSpPr>
          <p:nvPr>
            <p:ph type="body" sz="quarter" idx="71"/>
          </p:nvPr>
        </p:nvSpPr>
        <p:spPr/>
        <p:txBody>
          <a:bodyPr/>
          <a:lstStyle/>
          <a:p>
            <a:r>
              <a:rPr lang="en-ZA" dirty="0"/>
              <a:t>Title or Designation</a:t>
            </a:r>
          </a:p>
        </p:txBody>
      </p:sp>
      <p:sp>
        <p:nvSpPr>
          <p:cNvPr id="11" name="Text Placeholder 10">
            <a:extLst>
              <a:ext uri="{FF2B5EF4-FFF2-40B4-BE49-F238E27FC236}">
                <a16:creationId xmlns:a16="http://schemas.microsoft.com/office/drawing/2014/main" id="{DC9E8C13-525E-7769-2A7F-6B1758CD5489}"/>
              </a:ext>
            </a:extLst>
          </p:cNvPr>
          <p:cNvSpPr>
            <a:spLocks noGrp="1"/>
          </p:cNvSpPr>
          <p:nvPr>
            <p:ph type="body" sz="quarter" idx="72"/>
          </p:nvPr>
        </p:nvSpPr>
        <p:spPr/>
        <p:txBody>
          <a:bodyPr>
            <a:normAutofit fontScale="92500"/>
          </a:bodyPr>
          <a:lstStyle/>
          <a:p>
            <a:r>
              <a:rPr lang="en-ZA" dirty="0"/>
              <a:t>NAME SURNAME</a:t>
            </a:r>
          </a:p>
        </p:txBody>
      </p:sp>
      <p:sp>
        <p:nvSpPr>
          <p:cNvPr id="12" name="Text Placeholder 11">
            <a:extLst>
              <a:ext uri="{FF2B5EF4-FFF2-40B4-BE49-F238E27FC236}">
                <a16:creationId xmlns:a16="http://schemas.microsoft.com/office/drawing/2014/main" id="{14C21E4E-935D-8F3D-BE63-10D1A53E3417}"/>
              </a:ext>
            </a:extLst>
          </p:cNvPr>
          <p:cNvSpPr>
            <a:spLocks noGrp="1"/>
          </p:cNvSpPr>
          <p:nvPr>
            <p:ph type="body" sz="quarter" idx="73"/>
          </p:nvPr>
        </p:nvSpPr>
        <p:spPr/>
        <p:txBody>
          <a:bodyPr/>
          <a:lstStyle/>
          <a:p>
            <a:r>
              <a:rPr lang="en-ZA" dirty="0"/>
              <a:t>Title or Designation</a:t>
            </a:r>
          </a:p>
        </p:txBody>
      </p:sp>
      <p:sp>
        <p:nvSpPr>
          <p:cNvPr id="13" name="Text Placeholder 12">
            <a:extLst>
              <a:ext uri="{FF2B5EF4-FFF2-40B4-BE49-F238E27FC236}">
                <a16:creationId xmlns:a16="http://schemas.microsoft.com/office/drawing/2014/main" id="{AD5079A3-F3D4-5D5E-14A8-28F7FBDA4E57}"/>
              </a:ext>
            </a:extLst>
          </p:cNvPr>
          <p:cNvSpPr>
            <a:spLocks noGrp="1"/>
          </p:cNvSpPr>
          <p:nvPr>
            <p:ph type="body" sz="quarter" idx="74"/>
          </p:nvPr>
        </p:nvSpPr>
        <p:spPr/>
        <p:txBody>
          <a:bodyPr>
            <a:normAutofit fontScale="92500"/>
          </a:bodyPr>
          <a:lstStyle/>
          <a:p>
            <a:r>
              <a:rPr lang="en-ZA" dirty="0"/>
              <a:t>NAME SURNAME</a:t>
            </a:r>
          </a:p>
        </p:txBody>
      </p:sp>
      <p:sp>
        <p:nvSpPr>
          <p:cNvPr id="24" name="Text Placeholder 23">
            <a:extLst>
              <a:ext uri="{FF2B5EF4-FFF2-40B4-BE49-F238E27FC236}">
                <a16:creationId xmlns:a16="http://schemas.microsoft.com/office/drawing/2014/main" id="{F477A8BE-8360-C797-6EE6-946D5A000A05}"/>
              </a:ext>
            </a:extLst>
          </p:cNvPr>
          <p:cNvSpPr>
            <a:spLocks noGrp="1"/>
          </p:cNvSpPr>
          <p:nvPr>
            <p:ph type="body" sz="quarter" idx="75"/>
          </p:nvPr>
        </p:nvSpPr>
        <p:spPr/>
        <p:txBody>
          <a:bodyPr/>
          <a:lstStyle/>
          <a:p>
            <a:r>
              <a:rPr lang="en-ZA" dirty="0"/>
              <a:t>Title or Designation</a:t>
            </a:r>
          </a:p>
        </p:txBody>
      </p:sp>
      <p:sp>
        <p:nvSpPr>
          <p:cNvPr id="15" name="Text Placeholder 14">
            <a:extLst>
              <a:ext uri="{FF2B5EF4-FFF2-40B4-BE49-F238E27FC236}">
                <a16:creationId xmlns:a16="http://schemas.microsoft.com/office/drawing/2014/main" id="{9013B37F-8D65-59EF-5CD6-07713C1C6C2B}"/>
              </a:ext>
            </a:extLst>
          </p:cNvPr>
          <p:cNvSpPr>
            <a:spLocks noGrp="1"/>
          </p:cNvSpPr>
          <p:nvPr>
            <p:ph type="body" sz="quarter" idx="76"/>
          </p:nvPr>
        </p:nvSpPr>
        <p:spPr/>
        <p:txBody>
          <a:bodyPr>
            <a:normAutofit fontScale="92500"/>
          </a:bodyPr>
          <a:lstStyle/>
          <a:p>
            <a:r>
              <a:rPr lang="en-ZA" dirty="0"/>
              <a:t>NAME SURNAME</a:t>
            </a:r>
          </a:p>
        </p:txBody>
      </p:sp>
      <p:sp>
        <p:nvSpPr>
          <p:cNvPr id="25" name="Text Placeholder 24">
            <a:extLst>
              <a:ext uri="{FF2B5EF4-FFF2-40B4-BE49-F238E27FC236}">
                <a16:creationId xmlns:a16="http://schemas.microsoft.com/office/drawing/2014/main" id="{65135A96-97C5-1F17-E84B-BB3FC0236803}"/>
              </a:ext>
            </a:extLst>
          </p:cNvPr>
          <p:cNvSpPr>
            <a:spLocks noGrp="1"/>
          </p:cNvSpPr>
          <p:nvPr>
            <p:ph type="body" sz="quarter" idx="77"/>
          </p:nvPr>
        </p:nvSpPr>
        <p:spPr/>
        <p:txBody>
          <a:bodyPr/>
          <a:lstStyle/>
          <a:p>
            <a:r>
              <a:rPr lang="en-ZA" dirty="0"/>
              <a:t>Title or Designation</a:t>
            </a:r>
          </a:p>
        </p:txBody>
      </p:sp>
      <p:sp>
        <p:nvSpPr>
          <p:cNvPr id="26" name="Text Placeholder 25">
            <a:extLst>
              <a:ext uri="{FF2B5EF4-FFF2-40B4-BE49-F238E27FC236}">
                <a16:creationId xmlns:a16="http://schemas.microsoft.com/office/drawing/2014/main" id="{AB2FBE6C-EB1A-5BE1-8C74-ACC6CAA9E940}"/>
              </a:ext>
            </a:extLst>
          </p:cNvPr>
          <p:cNvSpPr>
            <a:spLocks noGrp="1"/>
          </p:cNvSpPr>
          <p:nvPr>
            <p:ph type="body" sz="quarter" idx="78"/>
          </p:nvPr>
        </p:nvSpPr>
        <p:spPr/>
        <p:txBody>
          <a:bodyPr>
            <a:normAutofit fontScale="92500"/>
          </a:bodyPr>
          <a:lstStyle/>
          <a:p>
            <a:r>
              <a:rPr lang="en-ZA" dirty="0"/>
              <a:t>NAME SURNAME</a:t>
            </a:r>
          </a:p>
        </p:txBody>
      </p:sp>
      <p:sp>
        <p:nvSpPr>
          <p:cNvPr id="27" name="Text Placeholder 26">
            <a:extLst>
              <a:ext uri="{FF2B5EF4-FFF2-40B4-BE49-F238E27FC236}">
                <a16:creationId xmlns:a16="http://schemas.microsoft.com/office/drawing/2014/main" id="{DBF2F942-0A19-59E8-567C-E73EA973A8BC}"/>
              </a:ext>
            </a:extLst>
          </p:cNvPr>
          <p:cNvSpPr>
            <a:spLocks noGrp="1"/>
          </p:cNvSpPr>
          <p:nvPr>
            <p:ph type="body" sz="quarter" idx="79"/>
          </p:nvPr>
        </p:nvSpPr>
        <p:spPr/>
        <p:txBody>
          <a:bodyPr/>
          <a:lstStyle/>
          <a:p>
            <a:r>
              <a:rPr lang="en-ZA" dirty="0"/>
              <a:t>Title or Designation</a:t>
            </a:r>
          </a:p>
        </p:txBody>
      </p:sp>
      <p:sp>
        <p:nvSpPr>
          <p:cNvPr id="28" name="Text Placeholder 27">
            <a:extLst>
              <a:ext uri="{FF2B5EF4-FFF2-40B4-BE49-F238E27FC236}">
                <a16:creationId xmlns:a16="http://schemas.microsoft.com/office/drawing/2014/main" id="{2F673A01-E19E-6F9E-2502-5687DBDEA913}"/>
              </a:ext>
            </a:extLst>
          </p:cNvPr>
          <p:cNvSpPr>
            <a:spLocks noGrp="1"/>
          </p:cNvSpPr>
          <p:nvPr>
            <p:ph type="body" sz="quarter" idx="80"/>
          </p:nvPr>
        </p:nvSpPr>
        <p:spPr/>
        <p:txBody>
          <a:bodyPr>
            <a:normAutofit fontScale="92500"/>
          </a:bodyPr>
          <a:lstStyle/>
          <a:p>
            <a:r>
              <a:rPr lang="en-ZA" dirty="0"/>
              <a:t>NAME SURNAME</a:t>
            </a:r>
          </a:p>
        </p:txBody>
      </p:sp>
      <p:sp>
        <p:nvSpPr>
          <p:cNvPr id="29" name="Text Placeholder 28">
            <a:extLst>
              <a:ext uri="{FF2B5EF4-FFF2-40B4-BE49-F238E27FC236}">
                <a16:creationId xmlns:a16="http://schemas.microsoft.com/office/drawing/2014/main" id="{1C9D161A-79F4-32FD-6F16-AC82EF43B895}"/>
              </a:ext>
            </a:extLst>
          </p:cNvPr>
          <p:cNvSpPr>
            <a:spLocks noGrp="1"/>
          </p:cNvSpPr>
          <p:nvPr>
            <p:ph type="body" sz="quarter" idx="81"/>
          </p:nvPr>
        </p:nvSpPr>
        <p:spPr/>
        <p:txBody>
          <a:bodyPr/>
          <a:lstStyle/>
          <a:p>
            <a:r>
              <a:rPr lang="en-ZA" dirty="0"/>
              <a:t>Title or Designation</a:t>
            </a:r>
          </a:p>
        </p:txBody>
      </p:sp>
      <p:sp>
        <p:nvSpPr>
          <p:cNvPr id="30" name="Text Placeholder 29">
            <a:extLst>
              <a:ext uri="{FF2B5EF4-FFF2-40B4-BE49-F238E27FC236}">
                <a16:creationId xmlns:a16="http://schemas.microsoft.com/office/drawing/2014/main" id="{392E8CBF-F4B8-621C-07CD-611AD511E78B}"/>
              </a:ext>
            </a:extLst>
          </p:cNvPr>
          <p:cNvSpPr>
            <a:spLocks noGrp="1"/>
          </p:cNvSpPr>
          <p:nvPr>
            <p:ph type="body" sz="quarter" idx="82"/>
          </p:nvPr>
        </p:nvSpPr>
        <p:spPr/>
        <p:txBody>
          <a:bodyPr>
            <a:normAutofit fontScale="92500"/>
          </a:bodyPr>
          <a:lstStyle/>
          <a:p>
            <a:r>
              <a:rPr lang="en-ZA" dirty="0"/>
              <a:t>NAME SURNAME</a:t>
            </a:r>
          </a:p>
        </p:txBody>
      </p:sp>
      <p:sp>
        <p:nvSpPr>
          <p:cNvPr id="31" name="Text Placeholder 30">
            <a:extLst>
              <a:ext uri="{FF2B5EF4-FFF2-40B4-BE49-F238E27FC236}">
                <a16:creationId xmlns:a16="http://schemas.microsoft.com/office/drawing/2014/main" id="{0D7E81B4-2B12-F37E-484F-C785BE1A5C6C}"/>
              </a:ext>
            </a:extLst>
          </p:cNvPr>
          <p:cNvSpPr>
            <a:spLocks noGrp="1"/>
          </p:cNvSpPr>
          <p:nvPr>
            <p:ph type="body" sz="quarter" idx="83"/>
          </p:nvPr>
        </p:nvSpPr>
        <p:spPr/>
        <p:txBody>
          <a:bodyPr/>
          <a:lstStyle/>
          <a:p>
            <a:r>
              <a:rPr lang="en-ZA" dirty="0"/>
              <a:t>Title or Designation</a:t>
            </a:r>
          </a:p>
        </p:txBody>
      </p:sp>
    </p:spTree>
    <p:extLst>
      <p:ext uri="{BB962C8B-B14F-4D97-AF65-F5344CB8AC3E}">
        <p14:creationId xmlns:p14="http://schemas.microsoft.com/office/powerpoint/2010/main" val="23617008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p07.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1346E-235A-CB8E-86C8-BF707457F8AF}"/>
              </a:ext>
            </a:extLst>
          </p:cNvPr>
          <p:cNvSpPr>
            <a:spLocks noGrp="1"/>
          </p:cNvSpPr>
          <p:nvPr>
            <p:ph type="ctrTitle"/>
          </p:nvPr>
        </p:nvSpPr>
        <p:spPr/>
        <p:txBody>
          <a:bodyPr/>
          <a:lstStyle/>
          <a:p>
            <a:r>
              <a:rPr lang="en-ZA" dirty="0"/>
              <a:t>2. BESPOKE TEAM ORGANISATION CHART</a:t>
            </a:r>
          </a:p>
        </p:txBody>
      </p:sp>
      <p:sp>
        <p:nvSpPr>
          <p:cNvPr id="3" name="Text Placeholder 2">
            <a:extLst>
              <a:ext uri="{FF2B5EF4-FFF2-40B4-BE49-F238E27FC236}">
                <a16:creationId xmlns:a16="http://schemas.microsoft.com/office/drawing/2014/main" id="{6AC75B4B-6FA3-134F-9CB0-A560F59CC77A}"/>
              </a:ext>
            </a:extLst>
          </p:cNvPr>
          <p:cNvSpPr>
            <a:spLocks noGrp="1"/>
          </p:cNvSpPr>
          <p:nvPr>
            <p:ph type="body" sz="quarter" idx="64"/>
          </p:nvPr>
        </p:nvSpPr>
        <p:spPr/>
        <p:txBody>
          <a:bodyPr/>
          <a:lstStyle/>
          <a:p>
            <a:r>
              <a:rPr lang="en-ZA" dirty="0"/>
              <a:t>NAME SURNAME</a:t>
            </a:r>
          </a:p>
        </p:txBody>
      </p:sp>
      <p:sp>
        <p:nvSpPr>
          <p:cNvPr id="4" name="Text Placeholder 3">
            <a:extLst>
              <a:ext uri="{FF2B5EF4-FFF2-40B4-BE49-F238E27FC236}">
                <a16:creationId xmlns:a16="http://schemas.microsoft.com/office/drawing/2014/main" id="{28A3F681-77FD-8935-930B-8893788D4868}"/>
              </a:ext>
            </a:extLst>
          </p:cNvPr>
          <p:cNvSpPr>
            <a:spLocks noGrp="1"/>
          </p:cNvSpPr>
          <p:nvPr>
            <p:ph type="body" sz="quarter" idx="65"/>
          </p:nvPr>
        </p:nvSpPr>
        <p:spPr/>
        <p:txBody>
          <a:bodyPr/>
          <a:lstStyle/>
          <a:p>
            <a:r>
              <a:rPr lang="en-ZA" dirty="0"/>
              <a:t>Title or Designation</a:t>
            </a:r>
          </a:p>
        </p:txBody>
      </p:sp>
      <p:sp>
        <p:nvSpPr>
          <p:cNvPr id="5" name="Text Placeholder 4">
            <a:extLst>
              <a:ext uri="{FF2B5EF4-FFF2-40B4-BE49-F238E27FC236}">
                <a16:creationId xmlns:a16="http://schemas.microsoft.com/office/drawing/2014/main" id="{1AA157D4-DAD6-9AF6-2DE8-05B7269BBE47}"/>
              </a:ext>
            </a:extLst>
          </p:cNvPr>
          <p:cNvSpPr>
            <a:spLocks noGrp="1"/>
          </p:cNvSpPr>
          <p:nvPr>
            <p:ph type="body" sz="quarter" idx="66"/>
          </p:nvPr>
        </p:nvSpPr>
        <p:spPr/>
        <p:txBody>
          <a:bodyPr/>
          <a:lstStyle/>
          <a:p>
            <a:r>
              <a:rPr lang="en-ZA" dirty="0"/>
              <a:t>NAME SURNAME</a:t>
            </a:r>
          </a:p>
        </p:txBody>
      </p:sp>
      <p:sp>
        <p:nvSpPr>
          <p:cNvPr id="6" name="Text Placeholder 5">
            <a:extLst>
              <a:ext uri="{FF2B5EF4-FFF2-40B4-BE49-F238E27FC236}">
                <a16:creationId xmlns:a16="http://schemas.microsoft.com/office/drawing/2014/main" id="{1DBF8D6F-E03C-D45D-C059-D78F82590EAA}"/>
              </a:ext>
            </a:extLst>
          </p:cNvPr>
          <p:cNvSpPr>
            <a:spLocks noGrp="1"/>
          </p:cNvSpPr>
          <p:nvPr>
            <p:ph type="body" sz="quarter" idx="67"/>
          </p:nvPr>
        </p:nvSpPr>
        <p:spPr/>
        <p:txBody>
          <a:bodyPr/>
          <a:lstStyle/>
          <a:p>
            <a:r>
              <a:rPr lang="en-ZA" dirty="0"/>
              <a:t>Title or Designation</a:t>
            </a:r>
          </a:p>
        </p:txBody>
      </p:sp>
      <p:sp>
        <p:nvSpPr>
          <p:cNvPr id="7" name="Text Placeholder 6">
            <a:extLst>
              <a:ext uri="{FF2B5EF4-FFF2-40B4-BE49-F238E27FC236}">
                <a16:creationId xmlns:a16="http://schemas.microsoft.com/office/drawing/2014/main" id="{0D79E363-21D0-BF69-AA40-12BF9404E6D5}"/>
              </a:ext>
            </a:extLst>
          </p:cNvPr>
          <p:cNvSpPr>
            <a:spLocks noGrp="1"/>
          </p:cNvSpPr>
          <p:nvPr>
            <p:ph type="body" sz="quarter" idx="68"/>
          </p:nvPr>
        </p:nvSpPr>
        <p:spPr/>
        <p:txBody>
          <a:bodyPr/>
          <a:lstStyle/>
          <a:p>
            <a:r>
              <a:rPr lang="en-ZA" dirty="0"/>
              <a:t>NAME SURNAME</a:t>
            </a:r>
          </a:p>
        </p:txBody>
      </p:sp>
      <p:sp>
        <p:nvSpPr>
          <p:cNvPr id="8" name="Text Placeholder 7">
            <a:extLst>
              <a:ext uri="{FF2B5EF4-FFF2-40B4-BE49-F238E27FC236}">
                <a16:creationId xmlns:a16="http://schemas.microsoft.com/office/drawing/2014/main" id="{EA0E4A7C-AEFD-EC0F-CE5A-A0DE3F37E71F}"/>
              </a:ext>
            </a:extLst>
          </p:cNvPr>
          <p:cNvSpPr>
            <a:spLocks noGrp="1"/>
          </p:cNvSpPr>
          <p:nvPr>
            <p:ph type="body" sz="quarter" idx="69"/>
          </p:nvPr>
        </p:nvSpPr>
        <p:spPr/>
        <p:txBody>
          <a:bodyPr/>
          <a:lstStyle/>
          <a:p>
            <a:r>
              <a:rPr lang="en-ZA" dirty="0"/>
              <a:t>Title or Designation</a:t>
            </a:r>
          </a:p>
        </p:txBody>
      </p:sp>
      <p:sp>
        <p:nvSpPr>
          <p:cNvPr id="9" name="Text Placeholder 8">
            <a:extLst>
              <a:ext uri="{FF2B5EF4-FFF2-40B4-BE49-F238E27FC236}">
                <a16:creationId xmlns:a16="http://schemas.microsoft.com/office/drawing/2014/main" id="{F5C041DE-6A90-7BA8-60A1-B15DDEA49E94}"/>
              </a:ext>
            </a:extLst>
          </p:cNvPr>
          <p:cNvSpPr>
            <a:spLocks noGrp="1"/>
          </p:cNvSpPr>
          <p:nvPr>
            <p:ph type="body" sz="quarter" idx="70"/>
          </p:nvPr>
        </p:nvSpPr>
        <p:spPr/>
        <p:txBody>
          <a:bodyPr/>
          <a:lstStyle/>
          <a:p>
            <a:r>
              <a:rPr lang="en-ZA" dirty="0"/>
              <a:t>NAME SURNAME</a:t>
            </a:r>
          </a:p>
        </p:txBody>
      </p:sp>
      <p:sp>
        <p:nvSpPr>
          <p:cNvPr id="10" name="Text Placeholder 9">
            <a:extLst>
              <a:ext uri="{FF2B5EF4-FFF2-40B4-BE49-F238E27FC236}">
                <a16:creationId xmlns:a16="http://schemas.microsoft.com/office/drawing/2014/main" id="{CD37B9CD-AF2A-2D70-69F4-1DF06AE4965D}"/>
              </a:ext>
            </a:extLst>
          </p:cNvPr>
          <p:cNvSpPr>
            <a:spLocks noGrp="1"/>
          </p:cNvSpPr>
          <p:nvPr>
            <p:ph type="body" sz="quarter" idx="71"/>
          </p:nvPr>
        </p:nvSpPr>
        <p:spPr/>
        <p:txBody>
          <a:bodyPr/>
          <a:lstStyle/>
          <a:p>
            <a:r>
              <a:rPr lang="en-ZA" dirty="0"/>
              <a:t>Title or Designation</a:t>
            </a:r>
          </a:p>
        </p:txBody>
      </p:sp>
      <p:sp>
        <p:nvSpPr>
          <p:cNvPr id="11" name="Text Placeholder 10">
            <a:extLst>
              <a:ext uri="{FF2B5EF4-FFF2-40B4-BE49-F238E27FC236}">
                <a16:creationId xmlns:a16="http://schemas.microsoft.com/office/drawing/2014/main" id="{4308180A-CC04-66D3-799B-039BC54D4FD6}"/>
              </a:ext>
            </a:extLst>
          </p:cNvPr>
          <p:cNvSpPr>
            <a:spLocks noGrp="1"/>
          </p:cNvSpPr>
          <p:nvPr>
            <p:ph type="body" sz="quarter" idx="72"/>
          </p:nvPr>
        </p:nvSpPr>
        <p:spPr/>
        <p:txBody>
          <a:bodyPr>
            <a:normAutofit fontScale="92500"/>
          </a:bodyPr>
          <a:lstStyle/>
          <a:p>
            <a:r>
              <a:rPr lang="en-ZA" dirty="0"/>
              <a:t>NAME SURNAME</a:t>
            </a:r>
          </a:p>
        </p:txBody>
      </p:sp>
      <p:sp>
        <p:nvSpPr>
          <p:cNvPr id="12" name="Text Placeholder 11">
            <a:extLst>
              <a:ext uri="{FF2B5EF4-FFF2-40B4-BE49-F238E27FC236}">
                <a16:creationId xmlns:a16="http://schemas.microsoft.com/office/drawing/2014/main" id="{2F67E412-9866-0B7F-848D-F7EE6BBF82EC}"/>
              </a:ext>
            </a:extLst>
          </p:cNvPr>
          <p:cNvSpPr>
            <a:spLocks noGrp="1"/>
          </p:cNvSpPr>
          <p:nvPr>
            <p:ph type="body" sz="quarter" idx="73"/>
          </p:nvPr>
        </p:nvSpPr>
        <p:spPr/>
        <p:txBody>
          <a:bodyPr/>
          <a:lstStyle/>
          <a:p>
            <a:r>
              <a:rPr lang="en-ZA" dirty="0"/>
              <a:t>Title or Designation</a:t>
            </a:r>
          </a:p>
        </p:txBody>
      </p:sp>
      <p:sp>
        <p:nvSpPr>
          <p:cNvPr id="13" name="Text Placeholder 12">
            <a:extLst>
              <a:ext uri="{FF2B5EF4-FFF2-40B4-BE49-F238E27FC236}">
                <a16:creationId xmlns:a16="http://schemas.microsoft.com/office/drawing/2014/main" id="{9C262670-56B0-63D2-2D2E-354BB8F06345}"/>
              </a:ext>
            </a:extLst>
          </p:cNvPr>
          <p:cNvSpPr>
            <a:spLocks noGrp="1"/>
          </p:cNvSpPr>
          <p:nvPr>
            <p:ph type="body" sz="quarter" idx="74"/>
          </p:nvPr>
        </p:nvSpPr>
        <p:spPr/>
        <p:txBody>
          <a:bodyPr>
            <a:normAutofit fontScale="92500"/>
          </a:bodyPr>
          <a:lstStyle/>
          <a:p>
            <a:r>
              <a:rPr lang="en-ZA" dirty="0"/>
              <a:t>NAME SURNAME</a:t>
            </a:r>
          </a:p>
        </p:txBody>
      </p:sp>
      <p:sp>
        <p:nvSpPr>
          <p:cNvPr id="14" name="Text Placeholder 13">
            <a:extLst>
              <a:ext uri="{FF2B5EF4-FFF2-40B4-BE49-F238E27FC236}">
                <a16:creationId xmlns:a16="http://schemas.microsoft.com/office/drawing/2014/main" id="{4AF8CFD7-FDF6-EA68-4B66-A924AA67715E}"/>
              </a:ext>
            </a:extLst>
          </p:cNvPr>
          <p:cNvSpPr>
            <a:spLocks noGrp="1"/>
          </p:cNvSpPr>
          <p:nvPr>
            <p:ph type="body" sz="quarter" idx="75"/>
          </p:nvPr>
        </p:nvSpPr>
        <p:spPr/>
        <p:txBody>
          <a:bodyPr/>
          <a:lstStyle/>
          <a:p>
            <a:r>
              <a:rPr lang="en-ZA" dirty="0"/>
              <a:t>Title or Designation</a:t>
            </a:r>
          </a:p>
        </p:txBody>
      </p:sp>
      <p:sp>
        <p:nvSpPr>
          <p:cNvPr id="15" name="Text Placeholder 14">
            <a:extLst>
              <a:ext uri="{FF2B5EF4-FFF2-40B4-BE49-F238E27FC236}">
                <a16:creationId xmlns:a16="http://schemas.microsoft.com/office/drawing/2014/main" id="{D23B3D8D-0992-E920-ECB9-22674243C7B3}"/>
              </a:ext>
            </a:extLst>
          </p:cNvPr>
          <p:cNvSpPr>
            <a:spLocks noGrp="1"/>
          </p:cNvSpPr>
          <p:nvPr>
            <p:ph type="body" sz="quarter" idx="76"/>
          </p:nvPr>
        </p:nvSpPr>
        <p:spPr/>
        <p:txBody>
          <a:bodyPr>
            <a:normAutofit fontScale="92500"/>
          </a:bodyPr>
          <a:lstStyle/>
          <a:p>
            <a:r>
              <a:rPr lang="en-ZA" dirty="0"/>
              <a:t>NAME SURNAME</a:t>
            </a:r>
          </a:p>
        </p:txBody>
      </p:sp>
      <p:sp>
        <p:nvSpPr>
          <p:cNvPr id="16" name="Text Placeholder 15">
            <a:extLst>
              <a:ext uri="{FF2B5EF4-FFF2-40B4-BE49-F238E27FC236}">
                <a16:creationId xmlns:a16="http://schemas.microsoft.com/office/drawing/2014/main" id="{C6F1BE44-23CA-D04C-3691-F7977AF6ECF9}"/>
              </a:ext>
            </a:extLst>
          </p:cNvPr>
          <p:cNvSpPr>
            <a:spLocks noGrp="1"/>
          </p:cNvSpPr>
          <p:nvPr>
            <p:ph type="body" sz="quarter" idx="77"/>
          </p:nvPr>
        </p:nvSpPr>
        <p:spPr/>
        <p:txBody>
          <a:bodyPr/>
          <a:lstStyle/>
          <a:p>
            <a:r>
              <a:rPr lang="en-ZA" dirty="0"/>
              <a:t>Title or Designation</a:t>
            </a:r>
          </a:p>
        </p:txBody>
      </p:sp>
      <p:sp>
        <p:nvSpPr>
          <p:cNvPr id="17" name="Text Placeholder 16">
            <a:extLst>
              <a:ext uri="{FF2B5EF4-FFF2-40B4-BE49-F238E27FC236}">
                <a16:creationId xmlns:a16="http://schemas.microsoft.com/office/drawing/2014/main" id="{06CD2A25-09BF-73CF-C640-2C2A351C3DFB}"/>
              </a:ext>
            </a:extLst>
          </p:cNvPr>
          <p:cNvSpPr>
            <a:spLocks noGrp="1"/>
          </p:cNvSpPr>
          <p:nvPr>
            <p:ph type="body" sz="quarter" idx="78"/>
          </p:nvPr>
        </p:nvSpPr>
        <p:spPr/>
        <p:txBody>
          <a:bodyPr>
            <a:normAutofit fontScale="92500"/>
          </a:bodyPr>
          <a:lstStyle/>
          <a:p>
            <a:r>
              <a:rPr lang="en-ZA" dirty="0"/>
              <a:t>NAME SURNAME</a:t>
            </a:r>
          </a:p>
        </p:txBody>
      </p:sp>
      <p:sp>
        <p:nvSpPr>
          <p:cNvPr id="18" name="Text Placeholder 17">
            <a:extLst>
              <a:ext uri="{FF2B5EF4-FFF2-40B4-BE49-F238E27FC236}">
                <a16:creationId xmlns:a16="http://schemas.microsoft.com/office/drawing/2014/main" id="{3FAC411B-3711-A0EA-0976-8AB389743CCF}"/>
              </a:ext>
            </a:extLst>
          </p:cNvPr>
          <p:cNvSpPr>
            <a:spLocks noGrp="1"/>
          </p:cNvSpPr>
          <p:nvPr>
            <p:ph type="body" sz="quarter" idx="79"/>
          </p:nvPr>
        </p:nvSpPr>
        <p:spPr/>
        <p:txBody>
          <a:bodyPr/>
          <a:lstStyle/>
          <a:p>
            <a:r>
              <a:rPr lang="en-ZA" dirty="0"/>
              <a:t>Title or Designation</a:t>
            </a:r>
          </a:p>
        </p:txBody>
      </p:sp>
      <p:sp>
        <p:nvSpPr>
          <p:cNvPr id="19" name="Text Placeholder 18">
            <a:extLst>
              <a:ext uri="{FF2B5EF4-FFF2-40B4-BE49-F238E27FC236}">
                <a16:creationId xmlns:a16="http://schemas.microsoft.com/office/drawing/2014/main" id="{65C033DA-048C-15C5-7DEE-9BAB9737EAA9}"/>
              </a:ext>
            </a:extLst>
          </p:cNvPr>
          <p:cNvSpPr>
            <a:spLocks noGrp="1"/>
          </p:cNvSpPr>
          <p:nvPr>
            <p:ph type="body" sz="quarter" idx="80"/>
          </p:nvPr>
        </p:nvSpPr>
        <p:spPr/>
        <p:txBody>
          <a:bodyPr>
            <a:normAutofit fontScale="92500"/>
          </a:bodyPr>
          <a:lstStyle/>
          <a:p>
            <a:r>
              <a:rPr lang="en-ZA" dirty="0"/>
              <a:t>NAME SURNAME</a:t>
            </a:r>
          </a:p>
        </p:txBody>
      </p:sp>
      <p:sp>
        <p:nvSpPr>
          <p:cNvPr id="20" name="Text Placeholder 19">
            <a:extLst>
              <a:ext uri="{FF2B5EF4-FFF2-40B4-BE49-F238E27FC236}">
                <a16:creationId xmlns:a16="http://schemas.microsoft.com/office/drawing/2014/main" id="{E7F37B62-5D0C-26E2-2773-FD885BB19BB1}"/>
              </a:ext>
            </a:extLst>
          </p:cNvPr>
          <p:cNvSpPr>
            <a:spLocks noGrp="1"/>
          </p:cNvSpPr>
          <p:nvPr>
            <p:ph type="body" sz="quarter" idx="81"/>
          </p:nvPr>
        </p:nvSpPr>
        <p:spPr/>
        <p:txBody>
          <a:bodyPr/>
          <a:lstStyle/>
          <a:p>
            <a:r>
              <a:rPr lang="en-ZA" dirty="0"/>
              <a:t>Title or Designation</a:t>
            </a:r>
          </a:p>
        </p:txBody>
      </p:sp>
      <p:sp>
        <p:nvSpPr>
          <p:cNvPr id="21" name="Text Placeholder 20">
            <a:extLst>
              <a:ext uri="{FF2B5EF4-FFF2-40B4-BE49-F238E27FC236}">
                <a16:creationId xmlns:a16="http://schemas.microsoft.com/office/drawing/2014/main" id="{D936EED2-6425-C67F-A32A-ABD8C26B9E5F}"/>
              </a:ext>
            </a:extLst>
          </p:cNvPr>
          <p:cNvSpPr>
            <a:spLocks noGrp="1"/>
          </p:cNvSpPr>
          <p:nvPr>
            <p:ph type="body" sz="quarter" idx="82"/>
          </p:nvPr>
        </p:nvSpPr>
        <p:spPr/>
        <p:txBody>
          <a:bodyPr>
            <a:normAutofit fontScale="92500"/>
          </a:bodyPr>
          <a:lstStyle/>
          <a:p>
            <a:r>
              <a:rPr lang="en-ZA" dirty="0"/>
              <a:t>NAME SURNAME</a:t>
            </a:r>
          </a:p>
        </p:txBody>
      </p:sp>
      <p:sp>
        <p:nvSpPr>
          <p:cNvPr id="22" name="Text Placeholder 21">
            <a:extLst>
              <a:ext uri="{FF2B5EF4-FFF2-40B4-BE49-F238E27FC236}">
                <a16:creationId xmlns:a16="http://schemas.microsoft.com/office/drawing/2014/main" id="{45057D71-B4AB-1EB0-BE80-D10CEF475BD4}"/>
              </a:ext>
            </a:extLst>
          </p:cNvPr>
          <p:cNvSpPr>
            <a:spLocks noGrp="1"/>
          </p:cNvSpPr>
          <p:nvPr>
            <p:ph type="body" sz="quarter" idx="83"/>
          </p:nvPr>
        </p:nvSpPr>
        <p:spPr/>
        <p:txBody>
          <a:bodyPr/>
          <a:lstStyle/>
          <a:p>
            <a:r>
              <a:rPr lang="en-ZA" dirty="0"/>
              <a:t>Title or Designation</a:t>
            </a:r>
          </a:p>
        </p:txBody>
      </p:sp>
    </p:spTree>
    <p:extLst>
      <p:ext uri="{BB962C8B-B14F-4D97-AF65-F5344CB8AC3E}">
        <p14:creationId xmlns:p14="http://schemas.microsoft.com/office/powerpoint/2010/main" val="3908879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p07.s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1FDBF-E64F-B355-9539-F2C77D3D8813}"/>
              </a:ext>
            </a:extLst>
          </p:cNvPr>
          <p:cNvSpPr>
            <a:spLocks noGrp="1"/>
          </p:cNvSpPr>
          <p:nvPr>
            <p:ph type="ctrTitle"/>
          </p:nvPr>
        </p:nvSpPr>
        <p:spPr/>
        <p:txBody>
          <a:bodyPr/>
          <a:lstStyle/>
          <a:p>
            <a:r>
              <a:rPr lang="en-ZA" dirty="0"/>
              <a:t>3. BESPOKE TEAM ORGANISATION CHART</a:t>
            </a:r>
          </a:p>
        </p:txBody>
      </p:sp>
      <p:sp>
        <p:nvSpPr>
          <p:cNvPr id="3" name="Text Placeholder 2">
            <a:extLst>
              <a:ext uri="{FF2B5EF4-FFF2-40B4-BE49-F238E27FC236}">
                <a16:creationId xmlns:a16="http://schemas.microsoft.com/office/drawing/2014/main" id="{1E01B326-41A4-A5ED-EE1B-19AB3AF00E75}"/>
              </a:ext>
            </a:extLst>
          </p:cNvPr>
          <p:cNvSpPr>
            <a:spLocks noGrp="1"/>
          </p:cNvSpPr>
          <p:nvPr>
            <p:ph type="body" sz="quarter" idx="64"/>
          </p:nvPr>
        </p:nvSpPr>
        <p:spPr/>
        <p:txBody>
          <a:bodyPr/>
          <a:lstStyle/>
          <a:p>
            <a:r>
              <a:rPr lang="en-ZA" dirty="0"/>
              <a:t>NAME SURNAME</a:t>
            </a:r>
          </a:p>
        </p:txBody>
      </p:sp>
      <p:sp>
        <p:nvSpPr>
          <p:cNvPr id="4" name="Text Placeholder 3">
            <a:extLst>
              <a:ext uri="{FF2B5EF4-FFF2-40B4-BE49-F238E27FC236}">
                <a16:creationId xmlns:a16="http://schemas.microsoft.com/office/drawing/2014/main" id="{F80630E2-89E7-C048-D7BA-A5C20DC3E129}"/>
              </a:ext>
            </a:extLst>
          </p:cNvPr>
          <p:cNvSpPr>
            <a:spLocks noGrp="1"/>
          </p:cNvSpPr>
          <p:nvPr>
            <p:ph type="body" sz="quarter" idx="65"/>
          </p:nvPr>
        </p:nvSpPr>
        <p:spPr/>
        <p:txBody>
          <a:bodyPr/>
          <a:lstStyle/>
          <a:p>
            <a:r>
              <a:rPr lang="en-ZA" dirty="0"/>
              <a:t>Title or Designation</a:t>
            </a:r>
          </a:p>
        </p:txBody>
      </p:sp>
      <p:sp>
        <p:nvSpPr>
          <p:cNvPr id="5" name="Text Placeholder 4">
            <a:extLst>
              <a:ext uri="{FF2B5EF4-FFF2-40B4-BE49-F238E27FC236}">
                <a16:creationId xmlns:a16="http://schemas.microsoft.com/office/drawing/2014/main" id="{82687A09-57F7-2C3E-9656-72C4EFA1AD59}"/>
              </a:ext>
            </a:extLst>
          </p:cNvPr>
          <p:cNvSpPr>
            <a:spLocks noGrp="1"/>
          </p:cNvSpPr>
          <p:nvPr>
            <p:ph type="body" sz="quarter" idx="66"/>
          </p:nvPr>
        </p:nvSpPr>
        <p:spPr/>
        <p:txBody>
          <a:bodyPr/>
          <a:lstStyle/>
          <a:p>
            <a:r>
              <a:rPr lang="en-ZA" dirty="0"/>
              <a:t>NAME SURNAME</a:t>
            </a:r>
          </a:p>
        </p:txBody>
      </p:sp>
      <p:sp>
        <p:nvSpPr>
          <p:cNvPr id="6" name="Text Placeholder 5">
            <a:extLst>
              <a:ext uri="{FF2B5EF4-FFF2-40B4-BE49-F238E27FC236}">
                <a16:creationId xmlns:a16="http://schemas.microsoft.com/office/drawing/2014/main" id="{993DDB4E-5A5F-433D-A2FE-B637A181EFDA}"/>
              </a:ext>
            </a:extLst>
          </p:cNvPr>
          <p:cNvSpPr>
            <a:spLocks noGrp="1"/>
          </p:cNvSpPr>
          <p:nvPr>
            <p:ph type="body" sz="quarter" idx="67"/>
          </p:nvPr>
        </p:nvSpPr>
        <p:spPr/>
        <p:txBody>
          <a:bodyPr/>
          <a:lstStyle/>
          <a:p>
            <a:r>
              <a:rPr lang="en-ZA" dirty="0"/>
              <a:t>Title or Designation</a:t>
            </a:r>
          </a:p>
        </p:txBody>
      </p:sp>
      <p:sp>
        <p:nvSpPr>
          <p:cNvPr id="7" name="Text Placeholder 6">
            <a:extLst>
              <a:ext uri="{FF2B5EF4-FFF2-40B4-BE49-F238E27FC236}">
                <a16:creationId xmlns:a16="http://schemas.microsoft.com/office/drawing/2014/main" id="{31674FFE-E207-0B4F-3B7E-6F880C0972E5}"/>
              </a:ext>
            </a:extLst>
          </p:cNvPr>
          <p:cNvSpPr>
            <a:spLocks noGrp="1"/>
          </p:cNvSpPr>
          <p:nvPr>
            <p:ph type="body" sz="quarter" idx="68"/>
          </p:nvPr>
        </p:nvSpPr>
        <p:spPr/>
        <p:txBody>
          <a:bodyPr/>
          <a:lstStyle/>
          <a:p>
            <a:r>
              <a:rPr lang="en-ZA" dirty="0"/>
              <a:t>NAME SURNAME</a:t>
            </a:r>
          </a:p>
        </p:txBody>
      </p:sp>
      <p:sp>
        <p:nvSpPr>
          <p:cNvPr id="8" name="Text Placeholder 7">
            <a:extLst>
              <a:ext uri="{FF2B5EF4-FFF2-40B4-BE49-F238E27FC236}">
                <a16:creationId xmlns:a16="http://schemas.microsoft.com/office/drawing/2014/main" id="{AAB6F4B0-47D6-45E1-060B-36A6AA27B6F3}"/>
              </a:ext>
            </a:extLst>
          </p:cNvPr>
          <p:cNvSpPr>
            <a:spLocks noGrp="1"/>
          </p:cNvSpPr>
          <p:nvPr>
            <p:ph type="body" sz="quarter" idx="69"/>
          </p:nvPr>
        </p:nvSpPr>
        <p:spPr/>
        <p:txBody>
          <a:bodyPr/>
          <a:lstStyle/>
          <a:p>
            <a:r>
              <a:rPr lang="en-ZA" dirty="0"/>
              <a:t>Title or Designation</a:t>
            </a:r>
          </a:p>
        </p:txBody>
      </p:sp>
      <p:sp>
        <p:nvSpPr>
          <p:cNvPr id="9" name="Text Placeholder 8">
            <a:extLst>
              <a:ext uri="{FF2B5EF4-FFF2-40B4-BE49-F238E27FC236}">
                <a16:creationId xmlns:a16="http://schemas.microsoft.com/office/drawing/2014/main" id="{71D175DC-9555-1D3A-2C28-99B8C37F16C0}"/>
              </a:ext>
            </a:extLst>
          </p:cNvPr>
          <p:cNvSpPr>
            <a:spLocks noGrp="1"/>
          </p:cNvSpPr>
          <p:nvPr>
            <p:ph type="body" sz="quarter" idx="70"/>
          </p:nvPr>
        </p:nvSpPr>
        <p:spPr/>
        <p:txBody>
          <a:bodyPr/>
          <a:lstStyle/>
          <a:p>
            <a:r>
              <a:rPr lang="en-ZA" dirty="0"/>
              <a:t>NAME SURNAME</a:t>
            </a:r>
          </a:p>
        </p:txBody>
      </p:sp>
      <p:sp>
        <p:nvSpPr>
          <p:cNvPr id="10" name="Text Placeholder 9">
            <a:extLst>
              <a:ext uri="{FF2B5EF4-FFF2-40B4-BE49-F238E27FC236}">
                <a16:creationId xmlns:a16="http://schemas.microsoft.com/office/drawing/2014/main" id="{44632281-DCD1-5428-C540-FA898FDADA6F}"/>
              </a:ext>
            </a:extLst>
          </p:cNvPr>
          <p:cNvSpPr>
            <a:spLocks noGrp="1"/>
          </p:cNvSpPr>
          <p:nvPr>
            <p:ph type="body" sz="quarter" idx="71"/>
          </p:nvPr>
        </p:nvSpPr>
        <p:spPr/>
        <p:txBody>
          <a:bodyPr/>
          <a:lstStyle/>
          <a:p>
            <a:r>
              <a:rPr lang="en-ZA" dirty="0"/>
              <a:t>Title or Designation</a:t>
            </a:r>
          </a:p>
        </p:txBody>
      </p:sp>
      <p:sp>
        <p:nvSpPr>
          <p:cNvPr id="11" name="Text Placeholder 10">
            <a:extLst>
              <a:ext uri="{FF2B5EF4-FFF2-40B4-BE49-F238E27FC236}">
                <a16:creationId xmlns:a16="http://schemas.microsoft.com/office/drawing/2014/main" id="{218E87D1-A3D0-2F37-BA70-D358C98F9497}"/>
              </a:ext>
            </a:extLst>
          </p:cNvPr>
          <p:cNvSpPr>
            <a:spLocks noGrp="1"/>
          </p:cNvSpPr>
          <p:nvPr>
            <p:ph type="body" sz="quarter" idx="72"/>
          </p:nvPr>
        </p:nvSpPr>
        <p:spPr/>
        <p:txBody>
          <a:bodyPr>
            <a:normAutofit fontScale="92500"/>
          </a:bodyPr>
          <a:lstStyle/>
          <a:p>
            <a:r>
              <a:rPr lang="en-ZA" dirty="0"/>
              <a:t>NAME SURNAME</a:t>
            </a:r>
          </a:p>
        </p:txBody>
      </p:sp>
      <p:sp>
        <p:nvSpPr>
          <p:cNvPr id="12" name="Text Placeholder 11">
            <a:extLst>
              <a:ext uri="{FF2B5EF4-FFF2-40B4-BE49-F238E27FC236}">
                <a16:creationId xmlns:a16="http://schemas.microsoft.com/office/drawing/2014/main" id="{87C01951-3E61-58F5-6424-2D20BA54CB54}"/>
              </a:ext>
            </a:extLst>
          </p:cNvPr>
          <p:cNvSpPr>
            <a:spLocks noGrp="1"/>
          </p:cNvSpPr>
          <p:nvPr>
            <p:ph type="body" sz="quarter" idx="73"/>
          </p:nvPr>
        </p:nvSpPr>
        <p:spPr/>
        <p:txBody>
          <a:bodyPr/>
          <a:lstStyle/>
          <a:p>
            <a:r>
              <a:rPr lang="en-ZA" dirty="0"/>
              <a:t>Title or Designation</a:t>
            </a:r>
          </a:p>
        </p:txBody>
      </p:sp>
      <p:sp>
        <p:nvSpPr>
          <p:cNvPr id="13" name="Text Placeholder 12">
            <a:extLst>
              <a:ext uri="{FF2B5EF4-FFF2-40B4-BE49-F238E27FC236}">
                <a16:creationId xmlns:a16="http://schemas.microsoft.com/office/drawing/2014/main" id="{C0FE7BC9-FCC1-804B-B57D-C12391FD02FF}"/>
              </a:ext>
            </a:extLst>
          </p:cNvPr>
          <p:cNvSpPr>
            <a:spLocks noGrp="1"/>
          </p:cNvSpPr>
          <p:nvPr>
            <p:ph type="body" sz="quarter" idx="74"/>
          </p:nvPr>
        </p:nvSpPr>
        <p:spPr/>
        <p:txBody>
          <a:bodyPr>
            <a:normAutofit fontScale="92500"/>
          </a:bodyPr>
          <a:lstStyle/>
          <a:p>
            <a:r>
              <a:rPr lang="en-ZA" dirty="0"/>
              <a:t>NAME SURNAME</a:t>
            </a:r>
          </a:p>
        </p:txBody>
      </p:sp>
      <p:sp>
        <p:nvSpPr>
          <p:cNvPr id="14" name="Text Placeholder 13">
            <a:extLst>
              <a:ext uri="{FF2B5EF4-FFF2-40B4-BE49-F238E27FC236}">
                <a16:creationId xmlns:a16="http://schemas.microsoft.com/office/drawing/2014/main" id="{75A09890-F273-07A2-8A33-314DC94C9C03}"/>
              </a:ext>
            </a:extLst>
          </p:cNvPr>
          <p:cNvSpPr>
            <a:spLocks noGrp="1"/>
          </p:cNvSpPr>
          <p:nvPr>
            <p:ph type="body" sz="quarter" idx="75"/>
          </p:nvPr>
        </p:nvSpPr>
        <p:spPr/>
        <p:txBody>
          <a:bodyPr/>
          <a:lstStyle/>
          <a:p>
            <a:r>
              <a:rPr lang="en-ZA" dirty="0"/>
              <a:t>Title or Designation</a:t>
            </a:r>
          </a:p>
        </p:txBody>
      </p:sp>
      <p:sp>
        <p:nvSpPr>
          <p:cNvPr id="15" name="Text Placeholder 14">
            <a:extLst>
              <a:ext uri="{FF2B5EF4-FFF2-40B4-BE49-F238E27FC236}">
                <a16:creationId xmlns:a16="http://schemas.microsoft.com/office/drawing/2014/main" id="{142DE78F-F465-175F-FF99-536C1243ADB6}"/>
              </a:ext>
            </a:extLst>
          </p:cNvPr>
          <p:cNvSpPr>
            <a:spLocks noGrp="1"/>
          </p:cNvSpPr>
          <p:nvPr>
            <p:ph type="body" sz="quarter" idx="76"/>
          </p:nvPr>
        </p:nvSpPr>
        <p:spPr/>
        <p:txBody>
          <a:bodyPr>
            <a:normAutofit fontScale="92500"/>
          </a:bodyPr>
          <a:lstStyle/>
          <a:p>
            <a:r>
              <a:rPr lang="en-ZA" dirty="0"/>
              <a:t>NAME SURNAME</a:t>
            </a:r>
          </a:p>
        </p:txBody>
      </p:sp>
      <p:sp>
        <p:nvSpPr>
          <p:cNvPr id="16" name="Text Placeholder 15">
            <a:extLst>
              <a:ext uri="{FF2B5EF4-FFF2-40B4-BE49-F238E27FC236}">
                <a16:creationId xmlns:a16="http://schemas.microsoft.com/office/drawing/2014/main" id="{5A40FADE-ED04-AB47-C71B-16831EEFF315}"/>
              </a:ext>
            </a:extLst>
          </p:cNvPr>
          <p:cNvSpPr>
            <a:spLocks noGrp="1"/>
          </p:cNvSpPr>
          <p:nvPr>
            <p:ph type="body" sz="quarter" idx="77"/>
          </p:nvPr>
        </p:nvSpPr>
        <p:spPr/>
        <p:txBody>
          <a:bodyPr/>
          <a:lstStyle/>
          <a:p>
            <a:r>
              <a:rPr lang="en-ZA" dirty="0"/>
              <a:t>Title or Designation</a:t>
            </a:r>
          </a:p>
        </p:txBody>
      </p:sp>
      <p:sp>
        <p:nvSpPr>
          <p:cNvPr id="17" name="Text Placeholder 16">
            <a:extLst>
              <a:ext uri="{FF2B5EF4-FFF2-40B4-BE49-F238E27FC236}">
                <a16:creationId xmlns:a16="http://schemas.microsoft.com/office/drawing/2014/main" id="{2BBD2192-56B8-0D21-C801-DB99E81AB92E}"/>
              </a:ext>
            </a:extLst>
          </p:cNvPr>
          <p:cNvSpPr>
            <a:spLocks noGrp="1"/>
          </p:cNvSpPr>
          <p:nvPr>
            <p:ph type="body" sz="quarter" idx="78"/>
          </p:nvPr>
        </p:nvSpPr>
        <p:spPr/>
        <p:txBody>
          <a:bodyPr>
            <a:normAutofit fontScale="92500"/>
          </a:bodyPr>
          <a:lstStyle/>
          <a:p>
            <a:r>
              <a:rPr lang="en-ZA" dirty="0"/>
              <a:t>NAME SURNAME</a:t>
            </a:r>
          </a:p>
        </p:txBody>
      </p:sp>
      <p:sp>
        <p:nvSpPr>
          <p:cNvPr id="18" name="Text Placeholder 17">
            <a:extLst>
              <a:ext uri="{FF2B5EF4-FFF2-40B4-BE49-F238E27FC236}">
                <a16:creationId xmlns:a16="http://schemas.microsoft.com/office/drawing/2014/main" id="{6D250419-DB42-F7F5-7860-39EE1BC53365}"/>
              </a:ext>
            </a:extLst>
          </p:cNvPr>
          <p:cNvSpPr>
            <a:spLocks noGrp="1"/>
          </p:cNvSpPr>
          <p:nvPr>
            <p:ph type="body" sz="quarter" idx="79"/>
          </p:nvPr>
        </p:nvSpPr>
        <p:spPr/>
        <p:txBody>
          <a:bodyPr/>
          <a:lstStyle/>
          <a:p>
            <a:r>
              <a:rPr lang="en-ZA" dirty="0"/>
              <a:t>Title or Designation</a:t>
            </a:r>
          </a:p>
        </p:txBody>
      </p:sp>
      <p:sp>
        <p:nvSpPr>
          <p:cNvPr id="19" name="Text Placeholder 18">
            <a:extLst>
              <a:ext uri="{FF2B5EF4-FFF2-40B4-BE49-F238E27FC236}">
                <a16:creationId xmlns:a16="http://schemas.microsoft.com/office/drawing/2014/main" id="{A4D5086D-23BB-0155-C054-AE4D94836BE4}"/>
              </a:ext>
            </a:extLst>
          </p:cNvPr>
          <p:cNvSpPr>
            <a:spLocks noGrp="1"/>
          </p:cNvSpPr>
          <p:nvPr>
            <p:ph type="body" sz="quarter" idx="80"/>
          </p:nvPr>
        </p:nvSpPr>
        <p:spPr/>
        <p:txBody>
          <a:bodyPr>
            <a:normAutofit fontScale="92500"/>
          </a:bodyPr>
          <a:lstStyle/>
          <a:p>
            <a:r>
              <a:rPr lang="en-ZA" dirty="0"/>
              <a:t>NAME SURNAME</a:t>
            </a:r>
          </a:p>
        </p:txBody>
      </p:sp>
      <p:sp>
        <p:nvSpPr>
          <p:cNvPr id="20" name="Text Placeholder 19">
            <a:extLst>
              <a:ext uri="{FF2B5EF4-FFF2-40B4-BE49-F238E27FC236}">
                <a16:creationId xmlns:a16="http://schemas.microsoft.com/office/drawing/2014/main" id="{001A2D75-2B91-B152-1773-69DF101B7E57}"/>
              </a:ext>
            </a:extLst>
          </p:cNvPr>
          <p:cNvSpPr>
            <a:spLocks noGrp="1"/>
          </p:cNvSpPr>
          <p:nvPr>
            <p:ph type="body" sz="quarter" idx="81"/>
          </p:nvPr>
        </p:nvSpPr>
        <p:spPr/>
        <p:txBody>
          <a:bodyPr/>
          <a:lstStyle/>
          <a:p>
            <a:r>
              <a:rPr lang="en-ZA" dirty="0"/>
              <a:t>Title or Designation</a:t>
            </a:r>
          </a:p>
        </p:txBody>
      </p:sp>
      <p:sp>
        <p:nvSpPr>
          <p:cNvPr id="21" name="Text Placeholder 20">
            <a:extLst>
              <a:ext uri="{FF2B5EF4-FFF2-40B4-BE49-F238E27FC236}">
                <a16:creationId xmlns:a16="http://schemas.microsoft.com/office/drawing/2014/main" id="{F7E1AB2F-7C42-1900-59F2-4D6058DF374A}"/>
              </a:ext>
            </a:extLst>
          </p:cNvPr>
          <p:cNvSpPr>
            <a:spLocks noGrp="1"/>
          </p:cNvSpPr>
          <p:nvPr>
            <p:ph type="body" sz="quarter" idx="82"/>
          </p:nvPr>
        </p:nvSpPr>
        <p:spPr/>
        <p:txBody>
          <a:bodyPr>
            <a:normAutofit fontScale="92500"/>
          </a:bodyPr>
          <a:lstStyle/>
          <a:p>
            <a:r>
              <a:rPr lang="en-ZA" dirty="0"/>
              <a:t>NAME SURNAME</a:t>
            </a:r>
          </a:p>
        </p:txBody>
      </p:sp>
      <p:sp>
        <p:nvSpPr>
          <p:cNvPr id="22" name="Text Placeholder 21">
            <a:extLst>
              <a:ext uri="{FF2B5EF4-FFF2-40B4-BE49-F238E27FC236}">
                <a16:creationId xmlns:a16="http://schemas.microsoft.com/office/drawing/2014/main" id="{2C619227-934B-F371-A712-2BAFA0E66D69}"/>
              </a:ext>
            </a:extLst>
          </p:cNvPr>
          <p:cNvSpPr>
            <a:spLocks noGrp="1"/>
          </p:cNvSpPr>
          <p:nvPr>
            <p:ph type="body" sz="quarter" idx="83"/>
          </p:nvPr>
        </p:nvSpPr>
        <p:spPr/>
        <p:txBody>
          <a:bodyPr/>
          <a:lstStyle/>
          <a:p>
            <a:r>
              <a:rPr lang="en-ZA" dirty="0"/>
              <a:t>Title or Designation</a:t>
            </a:r>
          </a:p>
        </p:txBody>
      </p:sp>
      <p:sp>
        <p:nvSpPr>
          <p:cNvPr id="23" name="Text Placeholder 22">
            <a:extLst>
              <a:ext uri="{FF2B5EF4-FFF2-40B4-BE49-F238E27FC236}">
                <a16:creationId xmlns:a16="http://schemas.microsoft.com/office/drawing/2014/main" id="{4DF98FC8-C255-76A6-61B0-E91BD511A186}"/>
              </a:ext>
            </a:extLst>
          </p:cNvPr>
          <p:cNvSpPr>
            <a:spLocks noGrp="1"/>
          </p:cNvSpPr>
          <p:nvPr>
            <p:ph type="body" sz="quarter" idx="84"/>
          </p:nvPr>
        </p:nvSpPr>
        <p:spPr/>
        <p:txBody>
          <a:bodyPr/>
          <a:lstStyle/>
          <a:p>
            <a:r>
              <a:rPr lang="en-ZA" dirty="0"/>
              <a:t>NAME SURNAME</a:t>
            </a:r>
          </a:p>
        </p:txBody>
      </p:sp>
      <p:sp>
        <p:nvSpPr>
          <p:cNvPr id="24" name="Text Placeholder 23">
            <a:extLst>
              <a:ext uri="{FF2B5EF4-FFF2-40B4-BE49-F238E27FC236}">
                <a16:creationId xmlns:a16="http://schemas.microsoft.com/office/drawing/2014/main" id="{ECA23249-6AA1-3645-63D7-A913F59D5617}"/>
              </a:ext>
            </a:extLst>
          </p:cNvPr>
          <p:cNvSpPr>
            <a:spLocks noGrp="1"/>
          </p:cNvSpPr>
          <p:nvPr>
            <p:ph type="body" sz="quarter" idx="85"/>
          </p:nvPr>
        </p:nvSpPr>
        <p:spPr/>
        <p:txBody>
          <a:bodyPr/>
          <a:lstStyle/>
          <a:p>
            <a:r>
              <a:rPr lang="en-ZA" dirty="0"/>
              <a:t>Title or Designation</a:t>
            </a:r>
          </a:p>
        </p:txBody>
      </p:sp>
      <p:sp>
        <p:nvSpPr>
          <p:cNvPr id="25" name="Text Placeholder 24">
            <a:extLst>
              <a:ext uri="{FF2B5EF4-FFF2-40B4-BE49-F238E27FC236}">
                <a16:creationId xmlns:a16="http://schemas.microsoft.com/office/drawing/2014/main" id="{ECFA74DB-4E89-41F9-9DA4-A4848D973581}"/>
              </a:ext>
            </a:extLst>
          </p:cNvPr>
          <p:cNvSpPr>
            <a:spLocks noGrp="1"/>
          </p:cNvSpPr>
          <p:nvPr>
            <p:ph type="body" sz="quarter" idx="86"/>
          </p:nvPr>
        </p:nvSpPr>
        <p:spPr/>
        <p:txBody>
          <a:bodyPr>
            <a:normAutofit fontScale="92500"/>
          </a:bodyPr>
          <a:lstStyle/>
          <a:p>
            <a:r>
              <a:rPr lang="en-ZA" dirty="0"/>
              <a:t>NAME SURNAME</a:t>
            </a:r>
          </a:p>
        </p:txBody>
      </p:sp>
      <p:sp>
        <p:nvSpPr>
          <p:cNvPr id="26" name="Text Placeholder 25">
            <a:extLst>
              <a:ext uri="{FF2B5EF4-FFF2-40B4-BE49-F238E27FC236}">
                <a16:creationId xmlns:a16="http://schemas.microsoft.com/office/drawing/2014/main" id="{A0A58131-1F77-E423-7DB6-963C5CF5F6EC}"/>
              </a:ext>
            </a:extLst>
          </p:cNvPr>
          <p:cNvSpPr>
            <a:spLocks noGrp="1"/>
          </p:cNvSpPr>
          <p:nvPr>
            <p:ph type="body" sz="quarter" idx="87"/>
          </p:nvPr>
        </p:nvSpPr>
        <p:spPr/>
        <p:txBody>
          <a:bodyPr/>
          <a:lstStyle/>
          <a:p>
            <a:r>
              <a:rPr lang="en-ZA" dirty="0"/>
              <a:t>Title or Designation</a:t>
            </a:r>
          </a:p>
        </p:txBody>
      </p:sp>
      <p:sp>
        <p:nvSpPr>
          <p:cNvPr id="27" name="Text Placeholder 26">
            <a:extLst>
              <a:ext uri="{FF2B5EF4-FFF2-40B4-BE49-F238E27FC236}">
                <a16:creationId xmlns:a16="http://schemas.microsoft.com/office/drawing/2014/main" id="{25BEC99F-DB4D-9C81-A650-66CA2272ED5A}"/>
              </a:ext>
            </a:extLst>
          </p:cNvPr>
          <p:cNvSpPr>
            <a:spLocks noGrp="1"/>
          </p:cNvSpPr>
          <p:nvPr>
            <p:ph type="body" sz="quarter" idx="88"/>
          </p:nvPr>
        </p:nvSpPr>
        <p:spPr/>
        <p:txBody>
          <a:bodyPr>
            <a:normAutofit fontScale="92500"/>
          </a:bodyPr>
          <a:lstStyle/>
          <a:p>
            <a:r>
              <a:rPr lang="en-ZA" dirty="0"/>
              <a:t>NAME SURNAME</a:t>
            </a:r>
          </a:p>
        </p:txBody>
      </p:sp>
      <p:sp>
        <p:nvSpPr>
          <p:cNvPr id="28" name="Text Placeholder 27">
            <a:extLst>
              <a:ext uri="{FF2B5EF4-FFF2-40B4-BE49-F238E27FC236}">
                <a16:creationId xmlns:a16="http://schemas.microsoft.com/office/drawing/2014/main" id="{11278D58-395C-8A12-C119-1CFC351E4F23}"/>
              </a:ext>
            </a:extLst>
          </p:cNvPr>
          <p:cNvSpPr>
            <a:spLocks noGrp="1"/>
          </p:cNvSpPr>
          <p:nvPr>
            <p:ph type="body" sz="quarter" idx="89"/>
          </p:nvPr>
        </p:nvSpPr>
        <p:spPr/>
        <p:txBody>
          <a:bodyPr/>
          <a:lstStyle/>
          <a:p>
            <a:r>
              <a:rPr lang="en-ZA" dirty="0"/>
              <a:t>Title or Designation</a:t>
            </a:r>
          </a:p>
        </p:txBody>
      </p:sp>
    </p:spTree>
    <p:extLst>
      <p:ext uri="{BB962C8B-B14F-4D97-AF65-F5344CB8AC3E}">
        <p14:creationId xmlns:p14="http://schemas.microsoft.com/office/powerpoint/2010/main" val="991052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p07.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FCB1FF-3C19-DA33-9737-65EA977FFF8D}"/>
              </a:ext>
            </a:extLst>
          </p:cNvPr>
          <p:cNvSpPr>
            <a:spLocks noGrp="1"/>
          </p:cNvSpPr>
          <p:nvPr>
            <p:ph type="body" sz="quarter" idx="92"/>
          </p:nvPr>
        </p:nvSpPr>
        <p:spPr/>
        <p:txBody>
          <a:bodyPr>
            <a:normAutofit fontScale="92500"/>
          </a:bodyPr>
          <a:lstStyle/>
          <a:p>
            <a:r>
              <a:rPr lang="en-ZA" dirty="0"/>
              <a:t>NAME SURNAME</a:t>
            </a:r>
          </a:p>
        </p:txBody>
      </p:sp>
      <p:sp>
        <p:nvSpPr>
          <p:cNvPr id="3" name="Text Placeholder 2">
            <a:extLst>
              <a:ext uri="{FF2B5EF4-FFF2-40B4-BE49-F238E27FC236}">
                <a16:creationId xmlns:a16="http://schemas.microsoft.com/office/drawing/2014/main" id="{42CEF32B-38E0-3D3D-38E3-AF022D31915E}"/>
              </a:ext>
            </a:extLst>
          </p:cNvPr>
          <p:cNvSpPr>
            <a:spLocks noGrp="1"/>
          </p:cNvSpPr>
          <p:nvPr>
            <p:ph type="body" sz="quarter" idx="93"/>
          </p:nvPr>
        </p:nvSpPr>
        <p:spPr/>
        <p:txBody>
          <a:bodyPr/>
          <a:lstStyle/>
          <a:p>
            <a:r>
              <a:rPr lang="en-ZA" dirty="0"/>
              <a:t>Title or Designation</a:t>
            </a:r>
          </a:p>
        </p:txBody>
      </p:sp>
      <p:sp>
        <p:nvSpPr>
          <p:cNvPr id="4" name="Text Placeholder 3">
            <a:extLst>
              <a:ext uri="{FF2B5EF4-FFF2-40B4-BE49-F238E27FC236}">
                <a16:creationId xmlns:a16="http://schemas.microsoft.com/office/drawing/2014/main" id="{B68DA291-17EB-651B-DAF2-44BF0ABB0649}"/>
              </a:ext>
            </a:extLst>
          </p:cNvPr>
          <p:cNvSpPr>
            <a:spLocks noGrp="1"/>
          </p:cNvSpPr>
          <p:nvPr>
            <p:ph type="body" sz="quarter" idx="94"/>
          </p:nvPr>
        </p:nvSpPr>
        <p:spPr/>
        <p:txBody>
          <a:bodyPr>
            <a:normAutofit fontScale="92500"/>
          </a:bodyPr>
          <a:lstStyle/>
          <a:p>
            <a:r>
              <a:rPr lang="en-ZA" dirty="0"/>
              <a:t>NAME SURNAME</a:t>
            </a:r>
          </a:p>
        </p:txBody>
      </p:sp>
      <p:sp>
        <p:nvSpPr>
          <p:cNvPr id="5" name="Text Placeholder 4">
            <a:extLst>
              <a:ext uri="{FF2B5EF4-FFF2-40B4-BE49-F238E27FC236}">
                <a16:creationId xmlns:a16="http://schemas.microsoft.com/office/drawing/2014/main" id="{416B7A06-D503-2A02-D822-D62B195D1D6E}"/>
              </a:ext>
            </a:extLst>
          </p:cNvPr>
          <p:cNvSpPr>
            <a:spLocks noGrp="1"/>
          </p:cNvSpPr>
          <p:nvPr>
            <p:ph type="body" sz="quarter" idx="95"/>
          </p:nvPr>
        </p:nvSpPr>
        <p:spPr/>
        <p:txBody>
          <a:bodyPr/>
          <a:lstStyle/>
          <a:p>
            <a:r>
              <a:rPr lang="en-ZA" dirty="0"/>
              <a:t>Title or Designation</a:t>
            </a:r>
          </a:p>
        </p:txBody>
      </p:sp>
      <p:sp>
        <p:nvSpPr>
          <p:cNvPr id="6" name="Title 5">
            <a:extLst>
              <a:ext uri="{FF2B5EF4-FFF2-40B4-BE49-F238E27FC236}">
                <a16:creationId xmlns:a16="http://schemas.microsoft.com/office/drawing/2014/main" id="{F79E8665-1753-8ADE-C1DA-908AC196BFB6}"/>
              </a:ext>
            </a:extLst>
          </p:cNvPr>
          <p:cNvSpPr>
            <a:spLocks noGrp="1"/>
          </p:cNvSpPr>
          <p:nvPr>
            <p:ph type="ctrTitle"/>
          </p:nvPr>
        </p:nvSpPr>
        <p:spPr/>
        <p:txBody>
          <a:bodyPr/>
          <a:lstStyle/>
          <a:p>
            <a:r>
              <a:rPr lang="en-ZA" dirty="0"/>
              <a:t>4. BESPOKE TEAM ORGANISATION CHART</a:t>
            </a:r>
          </a:p>
        </p:txBody>
      </p:sp>
      <p:sp>
        <p:nvSpPr>
          <p:cNvPr id="7" name="Text Placeholder 6">
            <a:extLst>
              <a:ext uri="{FF2B5EF4-FFF2-40B4-BE49-F238E27FC236}">
                <a16:creationId xmlns:a16="http://schemas.microsoft.com/office/drawing/2014/main" id="{032894B4-4214-D64F-01C1-362102A0A559}"/>
              </a:ext>
            </a:extLst>
          </p:cNvPr>
          <p:cNvSpPr>
            <a:spLocks noGrp="1"/>
          </p:cNvSpPr>
          <p:nvPr>
            <p:ph type="body" sz="quarter" idx="80"/>
          </p:nvPr>
        </p:nvSpPr>
        <p:spPr/>
        <p:txBody>
          <a:bodyPr>
            <a:normAutofit fontScale="92500"/>
          </a:bodyPr>
          <a:lstStyle/>
          <a:p>
            <a:r>
              <a:rPr lang="en-ZA" dirty="0"/>
              <a:t>NAME SURNAME</a:t>
            </a:r>
          </a:p>
        </p:txBody>
      </p:sp>
      <p:sp>
        <p:nvSpPr>
          <p:cNvPr id="8" name="Text Placeholder 7">
            <a:extLst>
              <a:ext uri="{FF2B5EF4-FFF2-40B4-BE49-F238E27FC236}">
                <a16:creationId xmlns:a16="http://schemas.microsoft.com/office/drawing/2014/main" id="{8E734FDE-7948-9DBD-A130-6B22F63E8223}"/>
              </a:ext>
            </a:extLst>
          </p:cNvPr>
          <p:cNvSpPr>
            <a:spLocks noGrp="1"/>
          </p:cNvSpPr>
          <p:nvPr>
            <p:ph type="body" sz="quarter" idx="81"/>
          </p:nvPr>
        </p:nvSpPr>
        <p:spPr/>
        <p:txBody>
          <a:bodyPr/>
          <a:lstStyle/>
          <a:p>
            <a:r>
              <a:rPr lang="en-ZA" dirty="0"/>
              <a:t>Title or Designation</a:t>
            </a:r>
          </a:p>
        </p:txBody>
      </p:sp>
      <p:sp>
        <p:nvSpPr>
          <p:cNvPr id="9" name="Text Placeholder 8">
            <a:extLst>
              <a:ext uri="{FF2B5EF4-FFF2-40B4-BE49-F238E27FC236}">
                <a16:creationId xmlns:a16="http://schemas.microsoft.com/office/drawing/2014/main" id="{0E950EE0-9C6E-6CF9-A505-8C197771F532}"/>
              </a:ext>
            </a:extLst>
          </p:cNvPr>
          <p:cNvSpPr>
            <a:spLocks noGrp="1"/>
          </p:cNvSpPr>
          <p:nvPr>
            <p:ph type="body" sz="quarter" idx="82"/>
          </p:nvPr>
        </p:nvSpPr>
        <p:spPr/>
        <p:txBody>
          <a:bodyPr>
            <a:normAutofit fontScale="92500"/>
          </a:bodyPr>
          <a:lstStyle/>
          <a:p>
            <a:r>
              <a:rPr lang="en-ZA" dirty="0"/>
              <a:t>NAME SURNAME</a:t>
            </a:r>
          </a:p>
        </p:txBody>
      </p:sp>
      <p:sp>
        <p:nvSpPr>
          <p:cNvPr id="10" name="Text Placeholder 9">
            <a:extLst>
              <a:ext uri="{FF2B5EF4-FFF2-40B4-BE49-F238E27FC236}">
                <a16:creationId xmlns:a16="http://schemas.microsoft.com/office/drawing/2014/main" id="{ED1D39ED-A204-EA8A-110C-AA1DFABD897C}"/>
              </a:ext>
            </a:extLst>
          </p:cNvPr>
          <p:cNvSpPr>
            <a:spLocks noGrp="1"/>
          </p:cNvSpPr>
          <p:nvPr>
            <p:ph type="body" sz="quarter" idx="83"/>
          </p:nvPr>
        </p:nvSpPr>
        <p:spPr/>
        <p:txBody>
          <a:bodyPr/>
          <a:lstStyle/>
          <a:p>
            <a:r>
              <a:rPr lang="en-ZA" dirty="0"/>
              <a:t>Title or Designation</a:t>
            </a:r>
          </a:p>
        </p:txBody>
      </p:sp>
      <p:sp>
        <p:nvSpPr>
          <p:cNvPr id="11" name="Text Placeholder 10">
            <a:extLst>
              <a:ext uri="{FF2B5EF4-FFF2-40B4-BE49-F238E27FC236}">
                <a16:creationId xmlns:a16="http://schemas.microsoft.com/office/drawing/2014/main" id="{9742BBF2-F2E1-2761-0335-A2D5E33B4A26}"/>
              </a:ext>
            </a:extLst>
          </p:cNvPr>
          <p:cNvSpPr>
            <a:spLocks noGrp="1"/>
          </p:cNvSpPr>
          <p:nvPr>
            <p:ph type="body" sz="quarter" idx="64"/>
          </p:nvPr>
        </p:nvSpPr>
        <p:spPr/>
        <p:txBody>
          <a:bodyPr/>
          <a:lstStyle/>
          <a:p>
            <a:r>
              <a:rPr lang="en-ZA" dirty="0"/>
              <a:t>NAME SURNAME</a:t>
            </a:r>
          </a:p>
        </p:txBody>
      </p:sp>
      <p:sp>
        <p:nvSpPr>
          <p:cNvPr id="12" name="Text Placeholder 11">
            <a:extLst>
              <a:ext uri="{FF2B5EF4-FFF2-40B4-BE49-F238E27FC236}">
                <a16:creationId xmlns:a16="http://schemas.microsoft.com/office/drawing/2014/main" id="{9D1C03EE-6692-9140-3A53-28ABA3C610E8}"/>
              </a:ext>
            </a:extLst>
          </p:cNvPr>
          <p:cNvSpPr>
            <a:spLocks noGrp="1"/>
          </p:cNvSpPr>
          <p:nvPr>
            <p:ph type="body" sz="quarter" idx="65"/>
          </p:nvPr>
        </p:nvSpPr>
        <p:spPr/>
        <p:txBody>
          <a:bodyPr/>
          <a:lstStyle/>
          <a:p>
            <a:r>
              <a:rPr lang="en-ZA" dirty="0"/>
              <a:t>Title or Designation</a:t>
            </a:r>
          </a:p>
        </p:txBody>
      </p:sp>
      <p:sp>
        <p:nvSpPr>
          <p:cNvPr id="13" name="Text Placeholder 12">
            <a:extLst>
              <a:ext uri="{FF2B5EF4-FFF2-40B4-BE49-F238E27FC236}">
                <a16:creationId xmlns:a16="http://schemas.microsoft.com/office/drawing/2014/main" id="{24B08801-D2E9-BB6F-4DC6-9A03A2ED4B04}"/>
              </a:ext>
            </a:extLst>
          </p:cNvPr>
          <p:cNvSpPr>
            <a:spLocks noGrp="1"/>
          </p:cNvSpPr>
          <p:nvPr>
            <p:ph type="body" sz="quarter" idx="70"/>
          </p:nvPr>
        </p:nvSpPr>
        <p:spPr/>
        <p:txBody>
          <a:bodyPr/>
          <a:lstStyle/>
          <a:p>
            <a:r>
              <a:rPr lang="en-ZA" dirty="0"/>
              <a:t>NAME SURNAME</a:t>
            </a:r>
          </a:p>
        </p:txBody>
      </p:sp>
      <p:sp>
        <p:nvSpPr>
          <p:cNvPr id="14" name="Text Placeholder 13">
            <a:extLst>
              <a:ext uri="{FF2B5EF4-FFF2-40B4-BE49-F238E27FC236}">
                <a16:creationId xmlns:a16="http://schemas.microsoft.com/office/drawing/2014/main" id="{4EFC2019-D413-F156-F9A3-917E53043C69}"/>
              </a:ext>
            </a:extLst>
          </p:cNvPr>
          <p:cNvSpPr>
            <a:spLocks noGrp="1"/>
          </p:cNvSpPr>
          <p:nvPr>
            <p:ph type="body" sz="quarter" idx="71"/>
          </p:nvPr>
        </p:nvSpPr>
        <p:spPr/>
        <p:txBody>
          <a:bodyPr/>
          <a:lstStyle/>
          <a:p>
            <a:r>
              <a:rPr lang="en-ZA" dirty="0"/>
              <a:t>Title or Designation</a:t>
            </a:r>
          </a:p>
        </p:txBody>
      </p:sp>
      <p:sp>
        <p:nvSpPr>
          <p:cNvPr id="15" name="Text Placeholder 14">
            <a:extLst>
              <a:ext uri="{FF2B5EF4-FFF2-40B4-BE49-F238E27FC236}">
                <a16:creationId xmlns:a16="http://schemas.microsoft.com/office/drawing/2014/main" id="{CDFE2E6D-8349-9A14-011E-45520CB2838F}"/>
              </a:ext>
            </a:extLst>
          </p:cNvPr>
          <p:cNvSpPr>
            <a:spLocks noGrp="1"/>
          </p:cNvSpPr>
          <p:nvPr>
            <p:ph type="body" sz="quarter" idx="96"/>
          </p:nvPr>
        </p:nvSpPr>
        <p:spPr/>
        <p:txBody>
          <a:bodyPr>
            <a:normAutofit fontScale="92500"/>
          </a:bodyPr>
          <a:lstStyle/>
          <a:p>
            <a:r>
              <a:rPr lang="en-ZA" dirty="0"/>
              <a:t>NAME SURNAME</a:t>
            </a:r>
          </a:p>
        </p:txBody>
      </p:sp>
      <p:sp>
        <p:nvSpPr>
          <p:cNvPr id="16" name="Text Placeholder 15">
            <a:extLst>
              <a:ext uri="{FF2B5EF4-FFF2-40B4-BE49-F238E27FC236}">
                <a16:creationId xmlns:a16="http://schemas.microsoft.com/office/drawing/2014/main" id="{EC55A717-F567-21EC-A469-4F847C3CC137}"/>
              </a:ext>
            </a:extLst>
          </p:cNvPr>
          <p:cNvSpPr>
            <a:spLocks noGrp="1"/>
          </p:cNvSpPr>
          <p:nvPr>
            <p:ph type="body" sz="quarter" idx="97"/>
          </p:nvPr>
        </p:nvSpPr>
        <p:spPr/>
        <p:txBody>
          <a:bodyPr/>
          <a:lstStyle/>
          <a:p>
            <a:r>
              <a:rPr lang="en-ZA" dirty="0"/>
              <a:t>Title or Designation</a:t>
            </a:r>
          </a:p>
        </p:txBody>
      </p:sp>
      <p:sp>
        <p:nvSpPr>
          <p:cNvPr id="17" name="Text Placeholder 16">
            <a:extLst>
              <a:ext uri="{FF2B5EF4-FFF2-40B4-BE49-F238E27FC236}">
                <a16:creationId xmlns:a16="http://schemas.microsoft.com/office/drawing/2014/main" id="{5F7E69F2-3836-DC8E-5EEC-633E8F265281}"/>
              </a:ext>
            </a:extLst>
          </p:cNvPr>
          <p:cNvSpPr>
            <a:spLocks noGrp="1"/>
          </p:cNvSpPr>
          <p:nvPr>
            <p:ph type="body" sz="quarter" idx="98"/>
          </p:nvPr>
        </p:nvSpPr>
        <p:spPr/>
        <p:txBody>
          <a:bodyPr>
            <a:normAutofit fontScale="92500"/>
          </a:bodyPr>
          <a:lstStyle/>
          <a:p>
            <a:r>
              <a:rPr lang="en-ZA" dirty="0"/>
              <a:t>NAME SURNAME</a:t>
            </a:r>
          </a:p>
        </p:txBody>
      </p:sp>
      <p:sp>
        <p:nvSpPr>
          <p:cNvPr id="18" name="Text Placeholder 17">
            <a:extLst>
              <a:ext uri="{FF2B5EF4-FFF2-40B4-BE49-F238E27FC236}">
                <a16:creationId xmlns:a16="http://schemas.microsoft.com/office/drawing/2014/main" id="{E94B5E47-9CEA-3299-3654-2836B9B8FBDB}"/>
              </a:ext>
            </a:extLst>
          </p:cNvPr>
          <p:cNvSpPr>
            <a:spLocks noGrp="1"/>
          </p:cNvSpPr>
          <p:nvPr>
            <p:ph type="body" sz="quarter" idx="99"/>
          </p:nvPr>
        </p:nvSpPr>
        <p:spPr/>
        <p:txBody>
          <a:bodyPr/>
          <a:lstStyle/>
          <a:p>
            <a:r>
              <a:rPr lang="en-ZA" dirty="0"/>
              <a:t>Title or Designation</a:t>
            </a:r>
          </a:p>
        </p:txBody>
      </p:sp>
      <p:sp>
        <p:nvSpPr>
          <p:cNvPr id="19" name="Text Placeholder 18">
            <a:extLst>
              <a:ext uri="{FF2B5EF4-FFF2-40B4-BE49-F238E27FC236}">
                <a16:creationId xmlns:a16="http://schemas.microsoft.com/office/drawing/2014/main" id="{5B873EF5-3509-FF91-BE57-0E564D75D2D1}"/>
              </a:ext>
            </a:extLst>
          </p:cNvPr>
          <p:cNvSpPr>
            <a:spLocks noGrp="1"/>
          </p:cNvSpPr>
          <p:nvPr>
            <p:ph type="body" sz="quarter" idx="100"/>
          </p:nvPr>
        </p:nvSpPr>
        <p:spPr/>
        <p:txBody>
          <a:bodyPr>
            <a:normAutofit fontScale="92500"/>
          </a:bodyPr>
          <a:lstStyle/>
          <a:p>
            <a:r>
              <a:rPr lang="en-ZA" dirty="0"/>
              <a:t>NAME SURNAME</a:t>
            </a:r>
          </a:p>
        </p:txBody>
      </p:sp>
      <p:sp>
        <p:nvSpPr>
          <p:cNvPr id="20" name="Text Placeholder 19">
            <a:extLst>
              <a:ext uri="{FF2B5EF4-FFF2-40B4-BE49-F238E27FC236}">
                <a16:creationId xmlns:a16="http://schemas.microsoft.com/office/drawing/2014/main" id="{248B3479-264E-A6B2-2CC9-C257ACF95DD9}"/>
              </a:ext>
            </a:extLst>
          </p:cNvPr>
          <p:cNvSpPr>
            <a:spLocks noGrp="1"/>
          </p:cNvSpPr>
          <p:nvPr>
            <p:ph type="body" sz="quarter" idx="101"/>
          </p:nvPr>
        </p:nvSpPr>
        <p:spPr/>
        <p:txBody>
          <a:bodyPr/>
          <a:lstStyle/>
          <a:p>
            <a:r>
              <a:rPr lang="en-ZA" dirty="0"/>
              <a:t>Title or Designation</a:t>
            </a:r>
          </a:p>
        </p:txBody>
      </p:sp>
      <p:sp>
        <p:nvSpPr>
          <p:cNvPr id="21" name="Text Placeholder 20">
            <a:extLst>
              <a:ext uri="{FF2B5EF4-FFF2-40B4-BE49-F238E27FC236}">
                <a16:creationId xmlns:a16="http://schemas.microsoft.com/office/drawing/2014/main" id="{AD41A00F-C082-7B92-70E1-62515F30DC3F}"/>
              </a:ext>
            </a:extLst>
          </p:cNvPr>
          <p:cNvSpPr>
            <a:spLocks noGrp="1"/>
          </p:cNvSpPr>
          <p:nvPr>
            <p:ph type="body" sz="quarter" idx="102"/>
          </p:nvPr>
        </p:nvSpPr>
        <p:spPr/>
        <p:txBody>
          <a:bodyPr>
            <a:normAutofit fontScale="92500"/>
          </a:bodyPr>
          <a:lstStyle/>
          <a:p>
            <a:r>
              <a:rPr lang="en-ZA" dirty="0"/>
              <a:t>NAME SURNAME</a:t>
            </a:r>
          </a:p>
        </p:txBody>
      </p:sp>
      <p:sp>
        <p:nvSpPr>
          <p:cNvPr id="22" name="Text Placeholder 21">
            <a:extLst>
              <a:ext uri="{FF2B5EF4-FFF2-40B4-BE49-F238E27FC236}">
                <a16:creationId xmlns:a16="http://schemas.microsoft.com/office/drawing/2014/main" id="{35B85B49-3DA4-3D08-51E5-017339F8E80B}"/>
              </a:ext>
            </a:extLst>
          </p:cNvPr>
          <p:cNvSpPr>
            <a:spLocks noGrp="1"/>
          </p:cNvSpPr>
          <p:nvPr>
            <p:ph type="body" sz="quarter" idx="103"/>
          </p:nvPr>
        </p:nvSpPr>
        <p:spPr/>
        <p:txBody>
          <a:bodyPr/>
          <a:lstStyle/>
          <a:p>
            <a:r>
              <a:rPr lang="en-ZA" dirty="0"/>
              <a:t>Title or Designation</a:t>
            </a:r>
          </a:p>
        </p:txBody>
      </p:sp>
      <p:sp>
        <p:nvSpPr>
          <p:cNvPr id="23" name="Text Placeholder 22">
            <a:extLst>
              <a:ext uri="{FF2B5EF4-FFF2-40B4-BE49-F238E27FC236}">
                <a16:creationId xmlns:a16="http://schemas.microsoft.com/office/drawing/2014/main" id="{9E839512-DB81-4E43-55F5-10F5F21F5DEC}"/>
              </a:ext>
            </a:extLst>
          </p:cNvPr>
          <p:cNvSpPr>
            <a:spLocks noGrp="1"/>
          </p:cNvSpPr>
          <p:nvPr>
            <p:ph type="body" sz="quarter" idx="104"/>
          </p:nvPr>
        </p:nvSpPr>
        <p:spPr/>
        <p:txBody>
          <a:bodyPr/>
          <a:lstStyle/>
          <a:p>
            <a:r>
              <a:rPr lang="en-ZA" dirty="0"/>
              <a:t>NAME SURNAME</a:t>
            </a:r>
          </a:p>
        </p:txBody>
      </p:sp>
      <p:sp>
        <p:nvSpPr>
          <p:cNvPr id="24" name="Text Placeholder 23">
            <a:extLst>
              <a:ext uri="{FF2B5EF4-FFF2-40B4-BE49-F238E27FC236}">
                <a16:creationId xmlns:a16="http://schemas.microsoft.com/office/drawing/2014/main" id="{416CF882-F8DF-C153-D32F-F6F3CBD5D04E}"/>
              </a:ext>
            </a:extLst>
          </p:cNvPr>
          <p:cNvSpPr>
            <a:spLocks noGrp="1"/>
          </p:cNvSpPr>
          <p:nvPr>
            <p:ph type="body" sz="quarter" idx="105"/>
          </p:nvPr>
        </p:nvSpPr>
        <p:spPr/>
        <p:txBody>
          <a:bodyPr/>
          <a:lstStyle/>
          <a:p>
            <a:r>
              <a:rPr lang="en-ZA" dirty="0"/>
              <a:t>Title or Designation</a:t>
            </a:r>
          </a:p>
        </p:txBody>
      </p:sp>
    </p:spTree>
    <p:extLst>
      <p:ext uri="{BB962C8B-B14F-4D97-AF65-F5344CB8AC3E}">
        <p14:creationId xmlns:p14="http://schemas.microsoft.com/office/powerpoint/2010/main" val="42897164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p07.s06">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311E5CD-07B3-7230-3812-7F53EAAFDB7D}"/>
              </a:ext>
            </a:extLst>
          </p:cNvPr>
          <p:cNvSpPr>
            <a:spLocks noGrp="1"/>
          </p:cNvSpPr>
          <p:nvPr>
            <p:ph type="body" sz="quarter" idx="84"/>
          </p:nvPr>
        </p:nvSpPr>
        <p:spPr/>
        <p:txBody>
          <a:bodyPr>
            <a:normAutofit fontScale="92500"/>
          </a:bodyPr>
          <a:lstStyle/>
          <a:p>
            <a:r>
              <a:rPr lang="en-ZA" dirty="0"/>
              <a:t>NAME SURNAME</a:t>
            </a:r>
          </a:p>
        </p:txBody>
      </p:sp>
      <p:sp>
        <p:nvSpPr>
          <p:cNvPr id="3" name="Text Placeholder 2">
            <a:extLst>
              <a:ext uri="{FF2B5EF4-FFF2-40B4-BE49-F238E27FC236}">
                <a16:creationId xmlns:a16="http://schemas.microsoft.com/office/drawing/2014/main" id="{4E90E336-6F72-C3DB-61AA-3329D88E5E2F}"/>
              </a:ext>
            </a:extLst>
          </p:cNvPr>
          <p:cNvSpPr>
            <a:spLocks noGrp="1"/>
          </p:cNvSpPr>
          <p:nvPr>
            <p:ph type="body" sz="quarter" idx="85"/>
          </p:nvPr>
        </p:nvSpPr>
        <p:spPr/>
        <p:txBody>
          <a:bodyPr/>
          <a:lstStyle/>
          <a:p>
            <a:r>
              <a:rPr lang="en-ZA" dirty="0"/>
              <a:t>Title or Designation</a:t>
            </a:r>
          </a:p>
        </p:txBody>
      </p:sp>
      <p:sp>
        <p:nvSpPr>
          <p:cNvPr id="4" name="Text Placeholder 3">
            <a:extLst>
              <a:ext uri="{FF2B5EF4-FFF2-40B4-BE49-F238E27FC236}">
                <a16:creationId xmlns:a16="http://schemas.microsoft.com/office/drawing/2014/main" id="{90495A9D-AC2F-75A7-8A3F-2475FB976CE0}"/>
              </a:ext>
            </a:extLst>
          </p:cNvPr>
          <p:cNvSpPr>
            <a:spLocks noGrp="1"/>
          </p:cNvSpPr>
          <p:nvPr>
            <p:ph type="body" sz="quarter" idx="86"/>
          </p:nvPr>
        </p:nvSpPr>
        <p:spPr/>
        <p:txBody>
          <a:bodyPr>
            <a:normAutofit fontScale="92500"/>
          </a:bodyPr>
          <a:lstStyle/>
          <a:p>
            <a:r>
              <a:rPr lang="en-ZA" dirty="0"/>
              <a:t>NAME SURNAME</a:t>
            </a:r>
          </a:p>
        </p:txBody>
      </p:sp>
      <p:sp>
        <p:nvSpPr>
          <p:cNvPr id="5" name="Text Placeholder 4">
            <a:extLst>
              <a:ext uri="{FF2B5EF4-FFF2-40B4-BE49-F238E27FC236}">
                <a16:creationId xmlns:a16="http://schemas.microsoft.com/office/drawing/2014/main" id="{71F3A89D-46FE-22CC-AA09-65F3D7265437}"/>
              </a:ext>
            </a:extLst>
          </p:cNvPr>
          <p:cNvSpPr>
            <a:spLocks noGrp="1"/>
          </p:cNvSpPr>
          <p:nvPr>
            <p:ph type="body" sz="quarter" idx="87"/>
          </p:nvPr>
        </p:nvSpPr>
        <p:spPr/>
        <p:txBody>
          <a:bodyPr/>
          <a:lstStyle/>
          <a:p>
            <a:r>
              <a:rPr lang="en-ZA" dirty="0"/>
              <a:t>Title or Designation</a:t>
            </a:r>
          </a:p>
        </p:txBody>
      </p:sp>
      <p:sp>
        <p:nvSpPr>
          <p:cNvPr id="6" name="Text Placeholder 5">
            <a:extLst>
              <a:ext uri="{FF2B5EF4-FFF2-40B4-BE49-F238E27FC236}">
                <a16:creationId xmlns:a16="http://schemas.microsoft.com/office/drawing/2014/main" id="{7036699E-A579-AE4D-11CD-04D5F369ABD5}"/>
              </a:ext>
            </a:extLst>
          </p:cNvPr>
          <p:cNvSpPr>
            <a:spLocks noGrp="1"/>
          </p:cNvSpPr>
          <p:nvPr>
            <p:ph type="body" sz="quarter" idx="88"/>
          </p:nvPr>
        </p:nvSpPr>
        <p:spPr/>
        <p:txBody>
          <a:bodyPr>
            <a:normAutofit fontScale="92500"/>
          </a:bodyPr>
          <a:lstStyle/>
          <a:p>
            <a:r>
              <a:rPr lang="en-ZA" dirty="0"/>
              <a:t>NAME SURNAME</a:t>
            </a:r>
          </a:p>
        </p:txBody>
      </p:sp>
      <p:sp>
        <p:nvSpPr>
          <p:cNvPr id="7" name="Text Placeholder 6">
            <a:extLst>
              <a:ext uri="{FF2B5EF4-FFF2-40B4-BE49-F238E27FC236}">
                <a16:creationId xmlns:a16="http://schemas.microsoft.com/office/drawing/2014/main" id="{CF556165-C165-BECF-5D8C-F2887B447DC4}"/>
              </a:ext>
            </a:extLst>
          </p:cNvPr>
          <p:cNvSpPr>
            <a:spLocks noGrp="1"/>
          </p:cNvSpPr>
          <p:nvPr>
            <p:ph type="body" sz="quarter" idx="89"/>
          </p:nvPr>
        </p:nvSpPr>
        <p:spPr/>
        <p:txBody>
          <a:bodyPr/>
          <a:lstStyle/>
          <a:p>
            <a:r>
              <a:rPr lang="en-ZA" dirty="0"/>
              <a:t>Title or Designation</a:t>
            </a:r>
          </a:p>
        </p:txBody>
      </p:sp>
      <p:sp>
        <p:nvSpPr>
          <p:cNvPr id="8" name="Text Placeholder 7">
            <a:extLst>
              <a:ext uri="{FF2B5EF4-FFF2-40B4-BE49-F238E27FC236}">
                <a16:creationId xmlns:a16="http://schemas.microsoft.com/office/drawing/2014/main" id="{2A6B9A3D-0BC7-5861-075F-8A698C137F88}"/>
              </a:ext>
            </a:extLst>
          </p:cNvPr>
          <p:cNvSpPr>
            <a:spLocks noGrp="1"/>
          </p:cNvSpPr>
          <p:nvPr>
            <p:ph type="body" sz="quarter" idx="90"/>
          </p:nvPr>
        </p:nvSpPr>
        <p:spPr/>
        <p:txBody>
          <a:bodyPr>
            <a:normAutofit fontScale="92500"/>
          </a:bodyPr>
          <a:lstStyle/>
          <a:p>
            <a:r>
              <a:rPr lang="en-ZA" dirty="0"/>
              <a:t>NAME SURNAME</a:t>
            </a:r>
          </a:p>
        </p:txBody>
      </p:sp>
      <p:sp>
        <p:nvSpPr>
          <p:cNvPr id="9" name="Text Placeholder 8">
            <a:extLst>
              <a:ext uri="{FF2B5EF4-FFF2-40B4-BE49-F238E27FC236}">
                <a16:creationId xmlns:a16="http://schemas.microsoft.com/office/drawing/2014/main" id="{2CA59679-BAA3-037C-005A-86EF31399206}"/>
              </a:ext>
            </a:extLst>
          </p:cNvPr>
          <p:cNvSpPr>
            <a:spLocks noGrp="1"/>
          </p:cNvSpPr>
          <p:nvPr>
            <p:ph type="body" sz="quarter" idx="91"/>
          </p:nvPr>
        </p:nvSpPr>
        <p:spPr/>
        <p:txBody>
          <a:bodyPr/>
          <a:lstStyle/>
          <a:p>
            <a:r>
              <a:rPr lang="en-ZA" dirty="0"/>
              <a:t>Title or Designation</a:t>
            </a:r>
          </a:p>
        </p:txBody>
      </p:sp>
      <p:sp>
        <p:nvSpPr>
          <p:cNvPr id="10" name="Text Placeholder 9">
            <a:extLst>
              <a:ext uri="{FF2B5EF4-FFF2-40B4-BE49-F238E27FC236}">
                <a16:creationId xmlns:a16="http://schemas.microsoft.com/office/drawing/2014/main" id="{4A44BCD7-BDA9-3BF8-C9BF-0D02BA53267A}"/>
              </a:ext>
            </a:extLst>
          </p:cNvPr>
          <p:cNvSpPr>
            <a:spLocks noGrp="1"/>
          </p:cNvSpPr>
          <p:nvPr>
            <p:ph type="body" sz="quarter" idx="92"/>
          </p:nvPr>
        </p:nvSpPr>
        <p:spPr/>
        <p:txBody>
          <a:bodyPr>
            <a:normAutofit fontScale="92500"/>
          </a:bodyPr>
          <a:lstStyle/>
          <a:p>
            <a:r>
              <a:rPr lang="en-ZA" dirty="0"/>
              <a:t>NAME SURNAME</a:t>
            </a:r>
          </a:p>
        </p:txBody>
      </p:sp>
      <p:sp>
        <p:nvSpPr>
          <p:cNvPr id="11" name="Text Placeholder 10">
            <a:extLst>
              <a:ext uri="{FF2B5EF4-FFF2-40B4-BE49-F238E27FC236}">
                <a16:creationId xmlns:a16="http://schemas.microsoft.com/office/drawing/2014/main" id="{064EC618-2936-5654-28A2-50AE83942DB3}"/>
              </a:ext>
            </a:extLst>
          </p:cNvPr>
          <p:cNvSpPr>
            <a:spLocks noGrp="1"/>
          </p:cNvSpPr>
          <p:nvPr>
            <p:ph type="body" sz="quarter" idx="93"/>
          </p:nvPr>
        </p:nvSpPr>
        <p:spPr/>
        <p:txBody>
          <a:bodyPr/>
          <a:lstStyle/>
          <a:p>
            <a:r>
              <a:rPr lang="en-ZA" dirty="0"/>
              <a:t>Title or Designation</a:t>
            </a:r>
          </a:p>
        </p:txBody>
      </p:sp>
      <p:sp>
        <p:nvSpPr>
          <p:cNvPr id="12" name="Text Placeholder 11">
            <a:extLst>
              <a:ext uri="{FF2B5EF4-FFF2-40B4-BE49-F238E27FC236}">
                <a16:creationId xmlns:a16="http://schemas.microsoft.com/office/drawing/2014/main" id="{CC5FA8E9-36D9-B325-332E-7EEFD8D86F36}"/>
              </a:ext>
            </a:extLst>
          </p:cNvPr>
          <p:cNvSpPr>
            <a:spLocks noGrp="1"/>
          </p:cNvSpPr>
          <p:nvPr>
            <p:ph type="body" sz="quarter" idx="94"/>
          </p:nvPr>
        </p:nvSpPr>
        <p:spPr/>
        <p:txBody>
          <a:bodyPr>
            <a:normAutofit fontScale="92500"/>
          </a:bodyPr>
          <a:lstStyle/>
          <a:p>
            <a:r>
              <a:rPr lang="en-ZA" dirty="0"/>
              <a:t>NAME SURNAME</a:t>
            </a:r>
          </a:p>
        </p:txBody>
      </p:sp>
      <p:sp>
        <p:nvSpPr>
          <p:cNvPr id="13" name="Text Placeholder 12">
            <a:extLst>
              <a:ext uri="{FF2B5EF4-FFF2-40B4-BE49-F238E27FC236}">
                <a16:creationId xmlns:a16="http://schemas.microsoft.com/office/drawing/2014/main" id="{9AF69C60-BD49-5380-D806-AD78AB8CAA1F}"/>
              </a:ext>
            </a:extLst>
          </p:cNvPr>
          <p:cNvSpPr>
            <a:spLocks noGrp="1"/>
          </p:cNvSpPr>
          <p:nvPr>
            <p:ph type="body" sz="quarter" idx="95"/>
          </p:nvPr>
        </p:nvSpPr>
        <p:spPr/>
        <p:txBody>
          <a:bodyPr/>
          <a:lstStyle/>
          <a:p>
            <a:r>
              <a:rPr lang="en-ZA" dirty="0"/>
              <a:t>Title or Designation</a:t>
            </a:r>
          </a:p>
        </p:txBody>
      </p:sp>
      <p:sp>
        <p:nvSpPr>
          <p:cNvPr id="14" name="Title 13">
            <a:extLst>
              <a:ext uri="{FF2B5EF4-FFF2-40B4-BE49-F238E27FC236}">
                <a16:creationId xmlns:a16="http://schemas.microsoft.com/office/drawing/2014/main" id="{798F3501-3105-7D83-9463-C6D19FF3A2F0}"/>
              </a:ext>
            </a:extLst>
          </p:cNvPr>
          <p:cNvSpPr>
            <a:spLocks noGrp="1"/>
          </p:cNvSpPr>
          <p:nvPr>
            <p:ph type="ctrTitle"/>
          </p:nvPr>
        </p:nvSpPr>
        <p:spPr/>
        <p:txBody>
          <a:bodyPr/>
          <a:lstStyle/>
          <a:p>
            <a:r>
              <a:rPr lang="en-ZA" dirty="0"/>
              <a:t>5. BESPOKE TEAM ORGANISATION CHART</a:t>
            </a:r>
          </a:p>
        </p:txBody>
      </p:sp>
      <p:sp>
        <p:nvSpPr>
          <p:cNvPr id="15" name="Text Placeholder 14">
            <a:extLst>
              <a:ext uri="{FF2B5EF4-FFF2-40B4-BE49-F238E27FC236}">
                <a16:creationId xmlns:a16="http://schemas.microsoft.com/office/drawing/2014/main" id="{5A21B1CB-34D7-8E64-41A9-779D7412ADC6}"/>
              </a:ext>
            </a:extLst>
          </p:cNvPr>
          <p:cNvSpPr>
            <a:spLocks noGrp="1"/>
          </p:cNvSpPr>
          <p:nvPr>
            <p:ph type="body" sz="quarter" idx="72"/>
          </p:nvPr>
        </p:nvSpPr>
        <p:spPr/>
        <p:txBody>
          <a:bodyPr>
            <a:normAutofit fontScale="92500"/>
          </a:bodyPr>
          <a:lstStyle/>
          <a:p>
            <a:r>
              <a:rPr lang="en-ZA" dirty="0"/>
              <a:t>NAME SURNAME</a:t>
            </a:r>
          </a:p>
        </p:txBody>
      </p:sp>
      <p:sp>
        <p:nvSpPr>
          <p:cNvPr id="16" name="Text Placeholder 15">
            <a:extLst>
              <a:ext uri="{FF2B5EF4-FFF2-40B4-BE49-F238E27FC236}">
                <a16:creationId xmlns:a16="http://schemas.microsoft.com/office/drawing/2014/main" id="{8142AB3F-B420-6A14-7EDE-894B4BE03B4B}"/>
              </a:ext>
            </a:extLst>
          </p:cNvPr>
          <p:cNvSpPr>
            <a:spLocks noGrp="1"/>
          </p:cNvSpPr>
          <p:nvPr>
            <p:ph type="body" sz="quarter" idx="73"/>
          </p:nvPr>
        </p:nvSpPr>
        <p:spPr/>
        <p:txBody>
          <a:bodyPr/>
          <a:lstStyle/>
          <a:p>
            <a:r>
              <a:rPr lang="en-ZA" dirty="0"/>
              <a:t>Title or Designation</a:t>
            </a:r>
          </a:p>
        </p:txBody>
      </p:sp>
      <p:sp>
        <p:nvSpPr>
          <p:cNvPr id="17" name="Text Placeholder 16">
            <a:extLst>
              <a:ext uri="{FF2B5EF4-FFF2-40B4-BE49-F238E27FC236}">
                <a16:creationId xmlns:a16="http://schemas.microsoft.com/office/drawing/2014/main" id="{2A922C8C-1823-4ADF-D92C-EB61669CF5DB}"/>
              </a:ext>
            </a:extLst>
          </p:cNvPr>
          <p:cNvSpPr>
            <a:spLocks noGrp="1"/>
          </p:cNvSpPr>
          <p:nvPr>
            <p:ph type="body" sz="quarter" idx="74"/>
          </p:nvPr>
        </p:nvSpPr>
        <p:spPr/>
        <p:txBody>
          <a:bodyPr>
            <a:normAutofit fontScale="92500"/>
          </a:bodyPr>
          <a:lstStyle/>
          <a:p>
            <a:r>
              <a:rPr lang="en-ZA" dirty="0"/>
              <a:t>NAME SURNAME</a:t>
            </a:r>
          </a:p>
        </p:txBody>
      </p:sp>
      <p:sp>
        <p:nvSpPr>
          <p:cNvPr id="18" name="Text Placeholder 17">
            <a:extLst>
              <a:ext uri="{FF2B5EF4-FFF2-40B4-BE49-F238E27FC236}">
                <a16:creationId xmlns:a16="http://schemas.microsoft.com/office/drawing/2014/main" id="{32406471-1790-484D-9E59-5B57B2AFC180}"/>
              </a:ext>
            </a:extLst>
          </p:cNvPr>
          <p:cNvSpPr>
            <a:spLocks noGrp="1"/>
          </p:cNvSpPr>
          <p:nvPr>
            <p:ph type="body" sz="quarter" idx="75"/>
          </p:nvPr>
        </p:nvSpPr>
        <p:spPr/>
        <p:txBody>
          <a:bodyPr/>
          <a:lstStyle/>
          <a:p>
            <a:r>
              <a:rPr lang="en-ZA" dirty="0"/>
              <a:t>Title or Designation</a:t>
            </a:r>
          </a:p>
        </p:txBody>
      </p:sp>
      <p:sp>
        <p:nvSpPr>
          <p:cNvPr id="19" name="Text Placeholder 18">
            <a:extLst>
              <a:ext uri="{FF2B5EF4-FFF2-40B4-BE49-F238E27FC236}">
                <a16:creationId xmlns:a16="http://schemas.microsoft.com/office/drawing/2014/main" id="{7B1E3D81-B6DC-1F9F-F29E-AF8B90DF44DD}"/>
              </a:ext>
            </a:extLst>
          </p:cNvPr>
          <p:cNvSpPr>
            <a:spLocks noGrp="1"/>
          </p:cNvSpPr>
          <p:nvPr>
            <p:ph type="body" sz="quarter" idx="76"/>
          </p:nvPr>
        </p:nvSpPr>
        <p:spPr/>
        <p:txBody>
          <a:bodyPr>
            <a:normAutofit fontScale="92500"/>
          </a:bodyPr>
          <a:lstStyle/>
          <a:p>
            <a:r>
              <a:rPr lang="en-ZA" dirty="0"/>
              <a:t>NAME SURNAME</a:t>
            </a:r>
          </a:p>
        </p:txBody>
      </p:sp>
      <p:sp>
        <p:nvSpPr>
          <p:cNvPr id="20" name="Text Placeholder 19">
            <a:extLst>
              <a:ext uri="{FF2B5EF4-FFF2-40B4-BE49-F238E27FC236}">
                <a16:creationId xmlns:a16="http://schemas.microsoft.com/office/drawing/2014/main" id="{B226CA6A-E5A2-DD64-938B-1B67B0021012}"/>
              </a:ext>
            </a:extLst>
          </p:cNvPr>
          <p:cNvSpPr>
            <a:spLocks noGrp="1"/>
          </p:cNvSpPr>
          <p:nvPr>
            <p:ph type="body" sz="quarter" idx="77"/>
          </p:nvPr>
        </p:nvSpPr>
        <p:spPr/>
        <p:txBody>
          <a:bodyPr/>
          <a:lstStyle/>
          <a:p>
            <a:r>
              <a:rPr lang="en-ZA" dirty="0"/>
              <a:t>Title or Designation</a:t>
            </a:r>
          </a:p>
        </p:txBody>
      </p:sp>
      <p:sp>
        <p:nvSpPr>
          <p:cNvPr id="21" name="Text Placeholder 20">
            <a:extLst>
              <a:ext uri="{FF2B5EF4-FFF2-40B4-BE49-F238E27FC236}">
                <a16:creationId xmlns:a16="http://schemas.microsoft.com/office/drawing/2014/main" id="{76729972-4DA7-9AB6-E10D-82B85F7670A4}"/>
              </a:ext>
            </a:extLst>
          </p:cNvPr>
          <p:cNvSpPr>
            <a:spLocks noGrp="1"/>
          </p:cNvSpPr>
          <p:nvPr>
            <p:ph type="body" sz="quarter" idx="78"/>
          </p:nvPr>
        </p:nvSpPr>
        <p:spPr/>
        <p:txBody>
          <a:bodyPr>
            <a:normAutofit fontScale="92500"/>
          </a:bodyPr>
          <a:lstStyle/>
          <a:p>
            <a:r>
              <a:rPr lang="en-ZA" dirty="0"/>
              <a:t>NAME SURNAME</a:t>
            </a:r>
          </a:p>
        </p:txBody>
      </p:sp>
      <p:sp>
        <p:nvSpPr>
          <p:cNvPr id="22" name="Text Placeholder 21">
            <a:extLst>
              <a:ext uri="{FF2B5EF4-FFF2-40B4-BE49-F238E27FC236}">
                <a16:creationId xmlns:a16="http://schemas.microsoft.com/office/drawing/2014/main" id="{21642308-FC96-29F0-CAFA-AEE4AFF0B78A}"/>
              </a:ext>
            </a:extLst>
          </p:cNvPr>
          <p:cNvSpPr>
            <a:spLocks noGrp="1"/>
          </p:cNvSpPr>
          <p:nvPr>
            <p:ph type="body" sz="quarter" idx="79"/>
          </p:nvPr>
        </p:nvSpPr>
        <p:spPr/>
        <p:txBody>
          <a:bodyPr/>
          <a:lstStyle/>
          <a:p>
            <a:r>
              <a:rPr lang="en-ZA" dirty="0"/>
              <a:t>Title or Designation</a:t>
            </a:r>
          </a:p>
        </p:txBody>
      </p:sp>
      <p:sp>
        <p:nvSpPr>
          <p:cNvPr id="23" name="Text Placeholder 22">
            <a:extLst>
              <a:ext uri="{FF2B5EF4-FFF2-40B4-BE49-F238E27FC236}">
                <a16:creationId xmlns:a16="http://schemas.microsoft.com/office/drawing/2014/main" id="{E456A12E-9848-99CC-4332-14592BF9EFBE}"/>
              </a:ext>
            </a:extLst>
          </p:cNvPr>
          <p:cNvSpPr>
            <a:spLocks noGrp="1"/>
          </p:cNvSpPr>
          <p:nvPr>
            <p:ph type="body" sz="quarter" idx="80"/>
          </p:nvPr>
        </p:nvSpPr>
        <p:spPr/>
        <p:txBody>
          <a:bodyPr>
            <a:normAutofit fontScale="92500"/>
          </a:bodyPr>
          <a:lstStyle/>
          <a:p>
            <a:r>
              <a:rPr lang="en-ZA" dirty="0"/>
              <a:t>NAME SURNAME</a:t>
            </a:r>
          </a:p>
        </p:txBody>
      </p:sp>
      <p:sp>
        <p:nvSpPr>
          <p:cNvPr id="24" name="Text Placeholder 23">
            <a:extLst>
              <a:ext uri="{FF2B5EF4-FFF2-40B4-BE49-F238E27FC236}">
                <a16:creationId xmlns:a16="http://schemas.microsoft.com/office/drawing/2014/main" id="{11B6A3D4-F1DC-AE3C-AF06-E903B0E49DD4}"/>
              </a:ext>
            </a:extLst>
          </p:cNvPr>
          <p:cNvSpPr>
            <a:spLocks noGrp="1"/>
          </p:cNvSpPr>
          <p:nvPr>
            <p:ph type="body" sz="quarter" idx="81"/>
          </p:nvPr>
        </p:nvSpPr>
        <p:spPr/>
        <p:txBody>
          <a:bodyPr/>
          <a:lstStyle/>
          <a:p>
            <a:r>
              <a:rPr lang="en-ZA" dirty="0"/>
              <a:t>Title or Designation</a:t>
            </a:r>
          </a:p>
        </p:txBody>
      </p:sp>
      <p:sp>
        <p:nvSpPr>
          <p:cNvPr id="25" name="Text Placeholder 24">
            <a:extLst>
              <a:ext uri="{FF2B5EF4-FFF2-40B4-BE49-F238E27FC236}">
                <a16:creationId xmlns:a16="http://schemas.microsoft.com/office/drawing/2014/main" id="{D2A91742-9682-1F13-EB3B-506BA5609AD8}"/>
              </a:ext>
            </a:extLst>
          </p:cNvPr>
          <p:cNvSpPr>
            <a:spLocks noGrp="1"/>
          </p:cNvSpPr>
          <p:nvPr>
            <p:ph type="body" sz="quarter" idx="82"/>
          </p:nvPr>
        </p:nvSpPr>
        <p:spPr/>
        <p:txBody>
          <a:bodyPr>
            <a:normAutofit fontScale="92500"/>
          </a:bodyPr>
          <a:lstStyle/>
          <a:p>
            <a:r>
              <a:rPr lang="en-ZA" dirty="0"/>
              <a:t>NAME SURNAME</a:t>
            </a:r>
          </a:p>
        </p:txBody>
      </p:sp>
      <p:sp>
        <p:nvSpPr>
          <p:cNvPr id="26" name="Text Placeholder 25">
            <a:extLst>
              <a:ext uri="{FF2B5EF4-FFF2-40B4-BE49-F238E27FC236}">
                <a16:creationId xmlns:a16="http://schemas.microsoft.com/office/drawing/2014/main" id="{3DC63E38-21BA-B170-A67C-59E13B04E8B8}"/>
              </a:ext>
            </a:extLst>
          </p:cNvPr>
          <p:cNvSpPr>
            <a:spLocks noGrp="1"/>
          </p:cNvSpPr>
          <p:nvPr>
            <p:ph type="body" sz="quarter" idx="83"/>
          </p:nvPr>
        </p:nvSpPr>
        <p:spPr/>
        <p:txBody>
          <a:bodyPr/>
          <a:lstStyle/>
          <a:p>
            <a:r>
              <a:rPr lang="en-ZA" dirty="0"/>
              <a:t>Title or Designation</a:t>
            </a:r>
          </a:p>
        </p:txBody>
      </p:sp>
      <p:sp>
        <p:nvSpPr>
          <p:cNvPr id="27" name="Text Placeholder 26">
            <a:extLst>
              <a:ext uri="{FF2B5EF4-FFF2-40B4-BE49-F238E27FC236}">
                <a16:creationId xmlns:a16="http://schemas.microsoft.com/office/drawing/2014/main" id="{5D241EF6-6555-FD29-D742-9F096BF5C314}"/>
              </a:ext>
            </a:extLst>
          </p:cNvPr>
          <p:cNvSpPr>
            <a:spLocks noGrp="1"/>
          </p:cNvSpPr>
          <p:nvPr>
            <p:ph type="body" sz="quarter" idx="64"/>
          </p:nvPr>
        </p:nvSpPr>
        <p:spPr/>
        <p:txBody>
          <a:bodyPr/>
          <a:lstStyle/>
          <a:p>
            <a:r>
              <a:rPr lang="en-ZA" dirty="0"/>
              <a:t>NAME SURNAME</a:t>
            </a:r>
          </a:p>
        </p:txBody>
      </p:sp>
      <p:sp>
        <p:nvSpPr>
          <p:cNvPr id="28" name="Text Placeholder 27">
            <a:extLst>
              <a:ext uri="{FF2B5EF4-FFF2-40B4-BE49-F238E27FC236}">
                <a16:creationId xmlns:a16="http://schemas.microsoft.com/office/drawing/2014/main" id="{77D38478-A815-CA66-7FAD-8B42E8B7BDE9}"/>
              </a:ext>
            </a:extLst>
          </p:cNvPr>
          <p:cNvSpPr>
            <a:spLocks noGrp="1"/>
          </p:cNvSpPr>
          <p:nvPr>
            <p:ph type="body" sz="quarter" idx="65"/>
          </p:nvPr>
        </p:nvSpPr>
        <p:spPr/>
        <p:txBody>
          <a:bodyPr/>
          <a:lstStyle/>
          <a:p>
            <a:r>
              <a:rPr lang="en-ZA" dirty="0"/>
              <a:t>Title or Designation</a:t>
            </a:r>
          </a:p>
        </p:txBody>
      </p:sp>
      <p:sp>
        <p:nvSpPr>
          <p:cNvPr id="29" name="Text Placeholder 28">
            <a:extLst>
              <a:ext uri="{FF2B5EF4-FFF2-40B4-BE49-F238E27FC236}">
                <a16:creationId xmlns:a16="http://schemas.microsoft.com/office/drawing/2014/main" id="{FD9E36E9-E8F8-BFA3-8E08-B6652F69AFE8}"/>
              </a:ext>
            </a:extLst>
          </p:cNvPr>
          <p:cNvSpPr>
            <a:spLocks noGrp="1"/>
          </p:cNvSpPr>
          <p:nvPr>
            <p:ph type="body" sz="quarter" idx="4294967295"/>
          </p:nvPr>
        </p:nvSpPr>
        <p:spPr>
          <a:xfrm>
            <a:off x="949236" y="3113383"/>
            <a:ext cx="2707255" cy="222250"/>
          </a:xfrm>
          <a:prstGeom prst="rect">
            <a:avLst/>
          </a:prstGeom>
        </p:spPr>
        <p:txBody>
          <a:bodyPr/>
          <a:lstStyle/>
          <a:p>
            <a:r>
              <a:rPr lang="en-ZA" dirty="0"/>
              <a:t>NAME SURNAME</a:t>
            </a:r>
          </a:p>
        </p:txBody>
      </p:sp>
      <p:sp>
        <p:nvSpPr>
          <p:cNvPr id="30" name="Text Placeholder 29">
            <a:extLst>
              <a:ext uri="{FF2B5EF4-FFF2-40B4-BE49-F238E27FC236}">
                <a16:creationId xmlns:a16="http://schemas.microsoft.com/office/drawing/2014/main" id="{481A1CA2-2C25-525A-F996-B3D3CC547C2A}"/>
              </a:ext>
            </a:extLst>
          </p:cNvPr>
          <p:cNvSpPr>
            <a:spLocks noGrp="1"/>
          </p:cNvSpPr>
          <p:nvPr>
            <p:ph type="body" sz="quarter" idx="4294967295"/>
          </p:nvPr>
        </p:nvSpPr>
        <p:spPr>
          <a:xfrm>
            <a:off x="949236" y="3453108"/>
            <a:ext cx="2707255" cy="222250"/>
          </a:xfrm>
          <a:prstGeom prst="rect">
            <a:avLst/>
          </a:prstGeom>
        </p:spPr>
        <p:txBody>
          <a:bodyPr/>
          <a:lstStyle/>
          <a:p>
            <a:r>
              <a:rPr lang="en-ZA" dirty="0"/>
              <a:t>Title or Designation</a:t>
            </a:r>
          </a:p>
        </p:txBody>
      </p:sp>
      <p:sp>
        <p:nvSpPr>
          <p:cNvPr id="31" name="Text Placeholder 30">
            <a:extLst>
              <a:ext uri="{FF2B5EF4-FFF2-40B4-BE49-F238E27FC236}">
                <a16:creationId xmlns:a16="http://schemas.microsoft.com/office/drawing/2014/main" id="{B8EDB2E6-0ADB-B590-24D5-DE5285899A4E}"/>
              </a:ext>
            </a:extLst>
          </p:cNvPr>
          <p:cNvSpPr>
            <a:spLocks noGrp="1"/>
          </p:cNvSpPr>
          <p:nvPr>
            <p:ph type="body" sz="quarter" idx="4294967295"/>
          </p:nvPr>
        </p:nvSpPr>
        <p:spPr>
          <a:xfrm>
            <a:off x="4760225" y="3113383"/>
            <a:ext cx="2707247" cy="222250"/>
          </a:xfrm>
          <a:prstGeom prst="rect">
            <a:avLst/>
          </a:prstGeom>
        </p:spPr>
        <p:txBody>
          <a:bodyPr/>
          <a:lstStyle/>
          <a:p>
            <a:r>
              <a:rPr lang="en-ZA" dirty="0"/>
              <a:t>NAME SURNAME</a:t>
            </a:r>
          </a:p>
        </p:txBody>
      </p:sp>
      <p:sp>
        <p:nvSpPr>
          <p:cNvPr id="32" name="Text Placeholder 31">
            <a:extLst>
              <a:ext uri="{FF2B5EF4-FFF2-40B4-BE49-F238E27FC236}">
                <a16:creationId xmlns:a16="http://schemas.microsoft.com/office/drawing/2014/main" id="{4895738F-3518-A92B-7B24-51A3DDF2D198}"/>
              </a:ext>
            </a:extLst>
          </p:cNvPr>
          <p:cNvSpPr>
            <a:spLocks noGrp="1"/>
          </p:cNvSpPr>
          <p:nvPr>
            <p:ph type="body" sz="quarter" idx="4294967295"/>
          </p:nvPr>
        </p:nvSpPr>
        <p:spPr>
          <a:xfrm>
            <a:off x="4760225" y="3453108"/>
            <a:ext cx="2707247" cy="222250"/>
          </a:xfrm>
          <a:prstGeom prst="rect">
            <a:avLst/>
          </a:prstGeom>
        </p:spPr>
        <p:txBody>
          <a:bodyPr/>
          <a:lstStyle/>
          <a:p>
            <a:r>
              <a:rPr lang="en-ZA" dirty="0"/>
              <a:t>Title or Designation</a:t>
            </a:r>
          </a:p>
        </p:txBody>
      </p:sp>
      <p:sp>
        <p:nvSpPr>
          <p:cNvPr id="33" name="Text Placeholder 32">
            <a:extLst>
              <a:ext uri="{FF2B5EF4-FFF2-40B4-BE49-F238E27FC236}">
                <a16:creationId xmlns:a16="http://schemas.microsoft.com/office/drawing/2014/main" id="{A434A49A-7061-3A6C-2A15-81768BB7F01D}"/>
              </a:ext>
            </a:extLst>
          </p:cNvPr>
          <p:cNvSpPr>
            <a:spLocks noGrp="1"/>
          </p:cNvSpPr>
          <p:nvPr>
            <p:ph type="body" sz="quarter" idx="4294967295"/>
          </p:nvPr>
        </p:nvSpPr>
        <p:spPr>
          <a:xfrm>
            <a:off x="8535495" y="3113383"/>
            <a:ext cx="2707247" cy="222250"/>
          </a:xfrm>
          <a:prstGeom prst="rect">
            <a:avLst/>
          </a:prstGeom>
        </p:spPr>
        <p:txBody>
          <a:bodyPr/>
          <a:lstStyle/>
          <a:p>
            <a:r>
              <a:rPr lang="en-ZA" dirty="0"/>
              <a:t>NAME SURNAME</a:t>
            </a:r>
          </a:p>
        </p:txBody>
      </p:sp>
      <p:sp>
        <p:nvSpPr>
          <p:cNvPr id="34" name="Text Placeholder 33">
            <a:extLst>
              <a:ext uri="{FF2B5EF4-FFF2-40B4-BE49-F238E27FC236}">
                <a16:creationId xmlns:a16="http://schemas.microsoft.com/office/drawing/2014/main" id="{77AC87D7-C3C5-77EB-C362-4B431A421014}"/>
              </a:ext>
            </a:extLst>
          </p:cNvPr>
          <p:cNvSpPr>
            <a:spLocks noGrp="1"/>
          </p:cNvSpPr>
          <p:nvPr>
            <p:ph type="body" sz="quarter" idx="4294967295"/>
          </p:nvPr>
        </p:nvSpPr>
        <p:spPr>
          <a:xfrm>
            <a:off x="8535495" y="3453108"/>
            <a:ext cx="2707247" cy="222250"/>
          </a:xfrm>
          <a:prstGeom prst="rect">
            <a:avLst/>
          </a:prstGeom>
        </p:spPr>
        <p:txBody>
          <a:bodyPr/>
          <a:lstStyle/>
          <a:p>
            <a:r>
              <a:rPr lang="en-ZA" dirty="0"/>
              <a:t>Title or Designation</a:t>
            </a:r>
          </a:p>
        </p:txBody>
      </p:sp>
    </p:spTree>
    <p:extLst>
      <p:ext uri="{BB962C8B-B14F-4D97-AF65-F5344CB8AC3E}">
        <p14:creationId xmlns:p14="http://schemas.microsoft.com/office/powerpoint/2010/main" val="18726467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p07.s0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74457-FE29-A762-68AB-8DCEE7C519F0}"/>
              </a:ext>
            </a:extLst>
          </p:cNvPr>
          <p:cNvSpPr>
            <a:spLocks noGrp="1"/>
          </p:cNvSpPr>
          <p:nvPr>
            <p:ph type="ctrTitle"/>
          </p:nvPr>
        </p:nvSpPr>
        <p:spPr/>
        <p:txBody>
          <a:bodyPr/>
          <a:lstStyle/>
          <a:p>
            <a:r>
              <a:rPr lang="en-ZA" dirty="0"/>
              <a:t>6. BESPOKE TEAM ORGANISATION CHART</a:t>
            </a:r>
          </a:p>
        </p:txBody>
      </p:sp>
      <p:sp>
        <p:nvSpPr>
          <p:cNvPr id="3" name="Text Placeholder 2">
            <a:extLst>
              <a:ext uri="{FF2B5EF4-FFF2-40B4-BE49-F238E27FC236}">
                <a16:creationId xmlns:a16="http://schemas.microsoft.com/office/drawing/2014/main" id="{5BB66513-E637-9E3D-F938-0B4C2BA40B6D}"/>
              </a:ext>
            </a:extLst>
          </p:cNvPr>
          <p:cNvSpPr>
            <a:spLocks noGrp="1"/>
          </p:cNvSpPr>
          <p:nvPr>
            <p:ph type="body" sz="quarter" idx="72"/>
          </p:nvPr>
        </p:nvSpPr>
        <p:spPr/>
        <p:txBody>
          <a:bodyPr>
            <a:normAutofit fontScale="92500"/>
          </a:bodyPr>
          <a:lstStyle/>
          <a:p>
            <a:endParaRPr lang="en-ZA"/>
          </a:p>
        </p:txBody>
      </p:sp>
      <p:sp>
        <p:nvSpPr>
          <p:cNvPr id="4" name="Text Placeholder 3">
            <a:extLst>
              <a:ext uri="{FF2B5EF4-FFF2-40B4-BE49-F238E27FC236}">
                <a16:creationId xmlns:a16="http://schemas.microsoft.com/office/drawing/2014/main" id="{B73C7823-12AB-5931-B7EF-5E2C0C5C2535}"/>
              </a:ext>
            </a:extLst>
          </p:cNvPr>
          <p:cNvSpPr>
            <a:spLocks noGrp="1"/>
          </p:cNvSpPr>
          <p:nvPr>
            <p:ph type="body" sz="quarter" idx="73"/>
          </p:nvPr>
        </p:nvSpPr>
        <p:spPr/>
        <p:txBody>
          <a:bodyPr/>
          <a:lstStyle/>
          <a:p>
            <a:endParaRPr lang="en-ZA"/>
          </a:p>
        </p:txBody>
      </p:sp>
      <p:sp>
        <p:nvSpPr>
          <p:cNvPr id="5" name="Text Placeholder 4">
            <a:extLst>
              <a:ext uri="{FF2B5EF4-FFF2-40B4-BE49-F238E27FC236}">
                <a16:creationId xmlns:a16="http://schemas.microsoft.com/office/drawing/2014/main" id="{9B132BB4-DDD2-48D4-CBBE-581702A73C90}"/>
              </a:ext>
            </a:extLst>
          </p:cNvPr>
          <p:cNvSpPr>
            <a:spLocks noGrp="1"/>
          </p:cNvSpPr>
          <p:nvPr>
            <p:ph type="body" sz="quarter" idx="74"/>
          </p:nvPr>
        </p:nvSpPr>
        <p:spPr/>
        <p:txBody>
          <a:bodyPr>
            <a:normAutofit fontScale="92500"/>
          </a:bodyPr>
          <a:lstStyle/>
          <a:p>
            <a:endParaRPr lang="en-ZA"/>
          </a:p>
        </p:txBody>
      </p:sp>
      <p:sp>
        <p:nvSpPr>
          <p:cNvPr id="6" name="Text Placeholder 5">
            <a:extLst>
              <a:ext uri="{FF2B5EF4-FFF2-40B4-BE49-F238E27FC236}">
                <a16:creationId xmlns:a16="http://schemas.microsoft.com/office/drawing/2014/main" id="{B7605F30-6B74-74D8-51E5-A0569632B9E9}"/>
              </a:ext>
            </a:extLst>
          </p:cNvPr>
          <p:cNvSpPr>
            <a:spLocks noGrp="1"/>
          </p:cNvSpPr>
          <p:nvPr>
            <p:ph type="body" sz="quarter" idx="75"/>
          </p:nvPr>
        </p:nvSpPr>
        <p:spPr/>
        <p:txBody>
          <a:bodyPr/>
          <a:lstStyle/>
          <a:p>
            <a:endParaRPr lang="en-ZA"/>
          </a:p>
        </p:txBody>
      </p:sp>
      <p:sp>
        <p:nvSpPr>
          <p:cNvPr id="7" name="Text Placeholder 6">
            <a:extLst>
              <a:ext uri="{FF2B5EF4-FFF2-40B4-BE49-F238E27FC236}">
                <a16:creationId xmlns:a16="http://schemas.microsoft.com/office/drawing/2014/main" id="{EC6DFB76-8AFA-936D-922C-1D1A47844437}"/>
              </a:ext>
            </a:extLst>
          </p:cNvPr>
          <p:cNvSpPr>
            <a:spLocks noGrp="1"/>
          </p:cNvSpPr>
          <p:nvPr>
            <p:ph type="body" sz="quarter" idx="76"/>
          </p:nvPr>
        </p:nvSpPr>
        <p:spPr/>
        <p:txBody>
          <a:bodyPr>
            <a:normAutofit fontScale="92500"/>
          </a:bodyPr>
          <a:lstStyle/>
          <a:p>
            <a:endParaRPr lang="en-ZA"/>
          </a:p>
        </p:txBody>
      </p:sp>
      <p:sp>
        <p:nvSpPr>
          <p:cNvPr id="8" name="Text Placeholder 7">
            <a:extLst>
              <a:ext uri="{FF2B5EF4-FFF2-40B4-BE49-F238E27FC236}">
                <a16:creationId xmlns:a16="http://schemas.microsoft.com/office/drawing/2014/main" id="{A951B344-A28F-48DC-B3DF-4996F39B9944}"/>
              </a:ext>
            </a:extLst>
          </p:cNvPr>
          <p:cNvSpPr>
            <a:spLocks noGrp="1"/>
          </p:cNvSpPr>
          <p:nvPr>
            <p:ph type="body" sz="quarter" idx="77"/>
          </p:nvPr>
        </p:nvSpPr>
        <p:spPr/>
        <p:txBody>
          <a:bodyPr/>
          <a:lstStyle/>
          <a:p>
            <a:endParaRPr lang="en-ZA"/>
          </a:p>
        </p:txBody>
      </p:sp>
      <p:sp>
        <p:nvSpPr>
          <p:cNvPr id="9" name="Text Placeholder 8">
            <a:extLst>
              <a:ext uri="{FF2B5EF4-FFF2-40B4-BE49-F238E27FC236}">
                <a16:creationId xmlns:a16="http://schemas.microsoft.com/office/drawing/2014/main" id="{336D8489-205F-BC33-6699-B8037A8E1625}"/>
              </a:ext>
            </a:extLst>
          </p:cNvPr>
          <p:cNvSpPr>
            <a:spLocks noGrp="1"/>
          </p:cNvSpPr>
          <p:nvPr>
            <p:ph type="body" sz="quarter" idx="78"/>
          </p:nvPr>
        </p:nvSpPr>
        <p:spPr/>
        <p:txBody>
          <a:bodyPr>
            <a:normAutofit fontScale="92500"/>
          </a:bodyPr>
          <a:lstStyle/>
          <a:p>
            <a:endParaRPr lang="en-ZA"/>
          </a:p>
        </p:txBody>
      </p:sp>
      <p:sp>
        <p:nvSpPr>
          <p:cNvPr id="10" name="Text Placeholder 9">
            <a:extLst>
              <a:ext uri="{FF2B5EF4-FFF2-40B4-BE49-F238E27FC236}">
                <a16:creationId xmlns:a16="http://schemas.microsoft.com/office/drawing/2014/main" id="{8F048707-7398-3545-F093-8F10B7016766}"/>
              </a:ext>
            </a:extLst>
          </p:cNvPr>
          <p:cNvSpPr>
            <a:spLocks noGrp="1"/>
          </p:cNvSpPr>
          <p:nvPr>
            <p:ph type="body" sz="quarter" idx="79"/>
          </p:nvPr>
        </p:nvSpPr>
        <p:spPr/>
        <p:txBody>
          <a:bodyPr/>
          <a:lstStyle/>
          <a:p>
            <a:endParaRPr lang="en-ZA"/>
          </a:p>
        </p:txBody>
      </p:sp>
      <p:sp>
        <p:nvSpPr>
          <p:cNvPr id="11" name="Text Placeholder 10">
            <a:extLst>
              <a:ext uri="{FF2B5EF4-FFF2-40B4-BE49-F238E27FC236}">
                <a16:creationId xmlns:a16="http://schemas.microsoft.com/office/drawing/2014/main" id="{7F2386F8-CE9F-557D-780B-3038622CF57E}"/>
              </a:ext>
            </a:extLst>
          </p:cNvPr>
          <p:cNvSpPr>
            <a:spLocks noGrp="1"/>
          </p:cNvSpPr>
          <p:nvPr>
            <p:ph type="body" sz="quarter" idx="80"/>
          </p:nvPr>
        </p:nvSpPr>
        <p:spPr/>
        <p:txBody>
          <a:bodyPr>
            <a:normAutofit fontScale="92500"/>
          </a:bodyPr>
          <a:lstStyle/>
          <a:p>
            <a:endParaRPr lang="en-ZA"/>
          </a:p>
        </p:txBody>
      </p:sp>
      <p:sp>
        <p:nvSpPr>
          <p:cNvPr id="12" name="Text Placeholder 11">
            <a:extLst>
              <a:ext uri="{FF2B5EF4-FFF2-40B4-BE49-F238E27FC236}">
                <a16:creationId xmlns:a16="http://schemas.microsoft.com/office/drawing/2014/main" id="{27BE1A88-446F-9718-13A9-7647824DC3AC}"/>
              </a:ext>
            </a:extLst>
          </p:cNvPr>
          <p:cNvSpPr>
            <a:spLocks noGrp="1"/>
          </p:cNvSpPr>
          <p:nvPr>
            <p:ph type="body" sz="quarter" idx="81"/>
          </p:nvPr>
        </p:nvSpPr>
        <p:spPr/>
        <p:txBody>
          <a:bodyPr/>
          <a:lstStyle/>
          <a:p>
            <a:endParaRPr lang="en-ZA"/>
          </a:p>
        </p:txBody>
      </p:sp>
      <p:sp>
        <p:nvSpPr>
          <p:cNvPr id="13" name="Text Placeholder 12">
            <a:extLst>
              <a:ext uri="{FF2B5EF4-FFF2-40B4-BE49-F238E27FC236}">
                <a16:creationId xmlns:a16="http://schemas.microsoft.com/office/drawing/2014/main" id="{BD5FC36F-808B-E222-FD87-69D9D9070F74}"/>
              </a:ext>
            </a:extLst>
          </p:cNvPr>
          <p:cNvSpPr>
            <a:spLocks noGrp="1"/>
          </p:cNvSpPr>
          <p:nvPr>
            <p:ph type="body" sz="quarter" idx="82"/>
          </p:nvPr>
        </p:nvSpPr>
        <p:spPr/>
        <p:txBody>
          <a:bodyPr>
            <a:normAutofit fontScale="92500"/>
          </a:bodyPr>
          <a:lstStyle/>
          <a:p>
            <a:endParaRPr lang="en-ZA"/>
          </a:p>
        </p:txBody>
      </p:sp>
      <p:sp>
        <p:nvSpPr>
          <p:cNvPr id="14" name="Text Placeholder 13">
            <a:extLst>
              <a:ext uri="{FF2B5EF4-FFF2-40B4-BE49-F238E27FC236}">
                <a16:creationId xmlns:a16="http://schemas.microsoft.com/office/drawing/2014/main" id="{17945C9E-9371-CC7C-078D-A5AEBC9916B6}"/>
              </a:ext>
            </a:extLst>
          </p:cNvPr>
          <p:cNvSpPr>
            <a:spLocks noGrp="1"/>
          </p:cNvSpPr>
          <p:nvPr>
            <p:ph type="body" sz="quarter" idx="83"/>
          </p:nvPr>
        </p:nvSpPr>
        <p:spPr/>
        <p:txBody>
          <a:bodyPr/>
          <a:lstStyle/>
          <a:p>
            <a:endParaRPr lang="en-ZA"/>
          </a:p>
        </p:txBody>
      </p:sp>
      <p:sp>
        <p:nvSpPr>
          <p:cNvPr id="15" name="Text Placeholder 14">
            <a:extLst>
              <a:ext uri="{FF2B5EF4-FFF2-40B4-BE49-F238E27FC236}">
                <a16:creationId xmlns:a16="http://schemas.microsoft.com/office/drawing/2014/main" id="{BEE56CB6-54FB-ACDC-4E4C-8C4262145396}"/>
              </a:ext>
            </a:extLst>
          </p:cNvPr>
          <p:cNvSpPr>
            <a:spLocks noGrp="1"/>
          </p:cNvSpPr>
          <p:nvPr>
            <p:ph type="body" sz="quarter" idx="64"/>
          </p:nvPr>
        </p:nvSpPr>
        <p:spPr/>
        <p:txBody>
          <a:bodyPr/>
          <a:lstStyle/>
          <a:p>
            <a:r>
              <a:rPr lang="en-US" dirty="0"/>
              <a:t>NAME SURNAME</a:t>
            </a:r>
            <a:endParaRPr lang="en-ZA" dirty="0"/>
          </a:p>
        </p:txBody>
      </p:sp>
      <p:sp>
        <p:nvSpPr>
          <p:cNvPr id="16" name="Text Placeholder 15">
            <a:extLst>
              <a:ext uri="{FF2B5EF4-FFF2-40B4-BE49-F238E27FC236}">
                <a16:creationId xmlns:a16="http://schemas.microsoft.com/office/drawing/2014/main" id="{1DC74FBE-FBEA-9237-F5DF-FE35AA4375EB}"/>
              </a:ext>
            </a:extLst>
          </p:cNvPr>
          <p:cNvSpPr>
            <a:spLocks noGrp="1"/>
          </p:cNvSpPr>
          <p:nvPr>
            <p:ph type="body" sz="quarter" idx="65"/>
          </p:nvPr>
        </p:nvSpPr>
        <p:spPr/>
        <p:txBody>
          <a:bodyPr/>
          <a:lstStyle/>
          <a:p>
            <a:r>
              <a:rPr lang="en-US" dirty="0"/>
              <a:t>Title or Designation</a:t>
            </a:r>
            <a:endParaRPr lang="en-ZA" dirty="0"/>
          </a:p>
        </p:txBody>
      </p:sp>
      <p:sp>
        <p:nvSpPr>
          <p:cNvPr id="17" name="Text Placeholder 16">
            <a:extLst>
              <a:ext uri="{FF2B5EF4-FFF2-40B4-BE49-F238E27FC236}">
                <a16:creationId xmlns:a16="http://schemas.microsoft.com/office/drawing/2014/main" id="{EB0E503B-EDF1-16BD-35D7-9201B9A2174D}"/>
              </a:ext>
            </a:extLst>
          </p:cNvPr>
          <p:cNvSpPr>
            <a:spLocks noGrp="1"/>
          </p:cNvSpPr>
          <p:nvPr>
            <p:ph type="body" sz="quarter" idx="66"/>
          </p:nvPr>
        </p:nvSpPr>
        <p:spPr/>
        <p:txBody>
          <a:bodyPr/>
          <a:lstStyle/>
          <a:p>
            <a:r>
              <a:rPr lang="en-US" dirty="0"/>
              <a:t>NAME SURNAME</a:t>
            </a:r>
            <a:endParaRPr lang="en-ZA" dirty="0"/>
          </a:p>
        </p:txBody>
      </p:sp>
      <p:sp>
        <p:nvSpPr>
          <p:cNvPr id="18" name="Text Placeholder 17">
            <a:extLst>
              <a:ext uri="{FF2B5EF4-FFF2-40B4-BE49-F238E27FC236}">
                <a16:creationId xmlns:a16="http://schemas.microsoft.com/office/drawing/2014/main" id="{3589E5BC-7763-AB53-F8A2-A9A2FED49ECB}"/>
              </a:ext>
            </a:extLst>
          </p:cNvPr>
          <p:cNvSpPr>
            <a:spLocks noGrp="1"/>
          </p:cNvSpPr>
          <p:nvPr>
            <p:ph type="body" sz="quarter" idx="67"/>
          </p:nvPr>
        </p:nvSpPr>
        <p:spPr/>
        <p:txBody>
          <a:bodyPr/>
          <a:lstStyle/>
          <a:p>
            <a:r>
              <a:rPr lang="en-US" dirty="0"/>
              <a:t>Title or Designation</a:t>
            </a:r>
            <a:endParaRPr lang="en-ZA" dirty="0"/>
          </a:p>
        </p:txBody>
      </p:sp>
      <p:sp>
        <p:nvSpPr>
          <p:cNvPr id="19" name="Text Placeholder 18">
            <a:extLst>
              <a:ext uri="{FF2B5EF4-FFF2-40B4-BE49-F238E27FC236}">
                <a16:creationId xmlns:a16="http://schemas.microsoft.com/office/drawing/2014/main" id="{D7B14335-115A-A9C3-EC48-DC9B57E70B29}"/>
              </a:ext>
            </a:extLst>
          </p:cNvPr>
          <p:cNvSpPr>
            <a:spLocks noGrp="1"/>
          </p:cNvSpPr>
          <p:nvPr>
            <p:ph type="body" sz="quarter" idx="68"/>
          </p:nvPr>
        </p:nvSpPr>
        <p:spPr/>
        <p:txBody>
          <a:bodyPr/>
          <a:lstStyle/>
          <a:p>
            <a:r>
              <a:rPr lang="en-US" dirty="0"/>
              <a:t>NAME SURNAME</a:t>
            </a:r>
            <a:endParaRPr lang="en-ZA" dirty="0"/>
          </a:p>
        </p:txBody>
      </p:sp>
      <p:sp>
        <p:nvSpPr>
          <p:cNvPr id="20" name="Text Placeholder 19">
            <a:extLst>
              <a:ext uri="{FF2B5EF4-FFF2-40B4-BE49-F238E27FC236}">
                <a16:creationId xmlns:a16="http://schemas.microsoft.com/office/drawing/2014/main" id="{94279318-63DA-1117-5C84-4EC95FE1EA29}"/>
              </a:ext>
            </a:extLst>
          </p:cNvPr>
          <p:cNvSpPr>
            <a:spLocks noGrp="1"/>
          </p:cNvSpPr>
          <p:nvPr>
            <p:ph type="body" sz="quarter" idx="69"/>
          </p:nvPr>
        </p:nvSpPr>
        <p:spPr/>
        <p:txBody>
          <a:bodyPr/>
          <a:lstStyle/>
          <a:p>
            <a:r>
              <a:rPr lang="en-US" dirty="0"/>
              <a:t>Title or Designation</a:t>
            </a:r>
            <a:endParaRPr lang="en-ZA" dirty="0"/>
          </a:p>
        </p:txBody>
      </p:sp>
      <p:sp>
        <p:nvSpPr>
          <p:cNvPr id="21" name="Text Placeholder 20">
            <a:extLst>
              <a:ext uri="{FF2B5EF4-FFF2-40B4-BE49-F238E27FC236}">
                <a16:creationId xmlns:a16="http://schemas.microsoft.com/office/drawing/2014/main" id="{90CA4E05-3CD4-2298-EA51-62AE0CB774C0}"/>
              </a:ext>
            </a:extLst>
          </p:cNvPr>
          <p:cNvSpPr>
            <a:spLocks noGrp="1"/>
          </p:cNvSpPr>
          <p:nvPr>
            <p:ph type="body" sz="quarter" idx="70"/>
          </p:nvPr>
        </p:nvSpPr>
        <p:spPr/>
        <p:txBody>
          <a:bodyPr/>
          <a:lstStyle/>
          <a:p>
            <a:r>
              <a:rPr lang="en-US" dirty="0"/>
              <a:t>NAME SURNAME</a:t>
            </a:r>
            <a:endParaRPr lang="en-ZA" dirty="0"/>
          </a:p>
        </p:txBody>
      </p:sp>
      <p:sp>
        <p:nvSpPr>
          <p:cNvPr id="22" name="Text Placeholder 21">
            <a:extLst>
              <a:ext uri="{FF2B5EF4-FFF2-40B4-BE49-F238E27FC236}">
                <a16:creationId xmlns:a16="http://schemas.microsoft.com/office/drawing/2014/main" id="{6D3403EF-4619-1DB0-BB7C-E3F3F18E1F7E}"/>
              </a:ext>
            </a:extLst>
          </p:cNvPr>
          <p:cNvSpPr>
            <a:spLocks noGrp="1"/>
          </p:cNvSpPr>
          <p:nvPr>
            <p:ph type="body" sz="quarter" idx="71"/>
          </p:nvPr>
        </p:nvSpPr>
        <p:spPr/>
        <p:txBody>
          <a:bodyPr/>
          <a:lstStyle/>
          <a:p>
            <a:r>
              <a:rPr lang="en-US" dirty="0"/>
              <a:t>Title or Designation</a:t>
            </a:r>
            <a:endParaRPr lang="en-ZA" dirty="0"/>
          </a:p>
        </p:txBody>
      </p:sp>
      <p:sp>
        <p:nvSpPr>
          <p:cNvPr id="23" name="Text Placeholder 22">
            <a:extLst>
              <a:ext uri="{FF2B5EF4-FFF2-40B4-BE49-F238E27FC236}">
                <a16:creationId xmlns:a16="http://schemas.microsoft.com/office/drawing/2014/main" id="{BEF5997A-E01A-BD65-0618-88FD3A86C765}"/>
              </a:ext>
            </a:extLst>
          </p:cNvPr>
          <p:cNvSpPr>
            <a:spLocks noGrp="1"/>
          </p:cNvSpPr>
          <p:nvPr>
            <p:ph type="body" sz="quarter" idx="84"/>
          </p:nvPr>
        </p:nvSpPr>
        <p:spPr/>
        <p:txBody>
          <a:bodyPr>
            <a:normAutofit/>
          </a:bodyPr>
          <a:lstStyle/>
          <a:p>
            <a:r>
              <a:rPr lang="en-US" b="1" dirty="0">
                <a:solidFill>
                  <a:srgbClr val="38769E"/>
                </a:solidFill>
              </a:rPr>
              <a:t>Role Description or Region name</a:t>
            </a:r>
          </a:p>
          <a:p>
            <a:r>
              <a:rPr lang="en-US" dirty="0"/>
              <a:t>Information about the responsibilities or role detail could go here. Information about the. Information about the responsibilities or role detail could go here. For example.</a:t>
            </a:r>
            <a:endParaRPr lang="en-ZA" dirty="0"/>
          </a:p>
        </p:txBody>
      </p:sp>
      <p:sp>
        <p:nvSpPr>
          <p:cNvPr id="24" name="Text Placeholder 23">
            <a:extLst>
              <a:ext uri="{FF2B5EF4-FFF2-40B4-BE49-F238E27FC236}">
                <a16:creationId xmlns:a16="http://schemas.microsoft.com/office/drawing/2014/main" id="{25B4F2F2-2EAD-A7C7-DCBB-AABEE6CDB434}"/>
              </a:ext>
            </a:extLst>
          </p:cNvPr>
          <p:cNvSpPr>
            <a:spLocks noGrp="1"/>
          </p:cNvSpPr>
          <p:nvPr>
            <p:ph type="body" sz="quarter" idx="85"/>
          </p:nvPr>
        </p:nvSpPr>
        <p:spPr/>
        <p:txBody>
          <a:bodyPr/>
          <a:lstStyle/>
          <a:p>
            <a:r>
              <a:rPr lang="en-US" b="1" dirty="0">
                <a:solidFill>
                  <a:srgbClr val="38769E"/>
                </a:solidFill>
              </a:rPr>
              <a:t>Role Description or Region name</a:t>
            </a:r>
          </a:p>
          <a:p>
            <a:r>
              <a:rPr lang="en-US" dirty="0"/>
              <a:t>Information about the responsibilities or role detail could go here. Information about the. Information about the responsibilities or role detail could go here. For example.</a:t>
            </a:r>
            <a:endParaRPr lang="en-ZA" dirty="0"/>
          </a:p>
        </p:txBody>
      </p:sp>
      <p:sp>
        <p:nvSpPr>
          <p:cNvPr id="25" name="Text Placeholder 24">
            <a:extLst>
              <a:ext uri="{FF2B5EF4-FFF2-40B4-BE49-F238E27FC236}">
                <a16:creationId xmlns:a16="http://schemas.microsoft.com/office/drawing/2014/main" id="{8A4EF1EB-C097-FF64-9552-1B3E04B57EDB}"/>
              </a:ext>
            </a:extLst>
          </p:cNvPr>
          <p:cNvSpPr>
            <a:spLocks noGrp="1"/>
          </p:cNvSpPr>
          <p:nvPr>
            <p:ph type="body" sz="quarter" idx="86"/>
          </p:nvPr>
        </p:nvSpPr>
        <p:spPr/>
        <p:txBody>
          <a:bodyPr/>
          <a:lstStyle/>
          <a:p>
            <a:r>
              <a:rPr lang="en-US" b="1" dirty="0">
                <a:solidFill>
                  <a:srgbClr val="38769E"/>
                </a:solidFill>
              </a:rPr>
              <a:t>Role Description or Region name</a:t>
            </a:r>
          </a:p>
          <a:p>
            <a:r>
              <a:rPr lang="en-US" dirty="0"/>
              <a:t>Information about the responsibilities or role detail could go here. Information about the. Information about the responsibilities or role detail could go here. For example.</a:t>
            </a:r>
            <a:endParaRPr lang="en-ZA" dirty="0"/>
          </a:p>
        </p:txBody>
      </p:sp>
    </p:spTree>
    <p:extLst>
      <p:ext uri="{BB962C8B-B14F-4D97-AF65-F5344CB8AC3E}">
        <p14:creationId xmlns:p14="http://schemas.microsoft.com/office/powerpoint/2010/main" val="13350901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p07.s0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A3C26-6190-5138-4A3C-50C8E8A012E8}"/>
              </a:ext>
            </a:extLst>
          </p:cNvPr>
          <p:cNvSpPr>
            <a:spLocks noGrp="1"/>
          </p:cNvSpPr>
          <p:nvPr>
            <p:ph type="ctrTitle"/>
          </p:nvPr>
        </p:nvSpPr>
        <p:spPr/>
        <p:txBody>
          <a:bodyPr/>
          <a:lstStyle/>
          <a:p>
            <a:r>
              <a:rPr lang="en-ZA" dirty="0"/>
              <a:t>7. BESPOKE TEAM ORGANISATION CHART</a:t>
            </a:r>
          </a:p>
        </p:txBody>
      </p:sp>
      <p:sp>
        <p:nvSpPr>
          <p:cNvPr id="3" name="Text Placeholder 2">
            <a:extLst>
              <a:ext uri="{FF2B5EF4-FFF2-40B4-BE49-F238E27FC236}">
                <a16:creationId xmlns:a16="http://schemas.microsoft.com/office/drawing/2014/main" id="{B2AAA916-F1E8-4E7D-6A03-D2CA1B4BCD2D}"/>
              </a:ext>
            </a:extLst>
          </p:cNvPr>
          <p:cNvSpPr>
            <a:spLocks noGrp="1"/>
          </p:cNvSpPr>
          <p:nvPr>
            <p:ph type="body" sz="quarter" idx="64"/>
          </p:nvPr>
        </p:nvSpPr>
        <p:spPr/>
        <p:txBody>
          <a:bodyPr/>
          <a:lstStyle/>
          <a:p>
            <a:r>
              <a:rPr lang="en-ZA" dirty="0"/>
              <a:t>NAME SURNAME</a:t>
            </a:r>
          </a:p>
        </p:txBody>
      </p:sp>
      <p:sp>
        <p:nvSpPr>
          <p:cNvPr id="4" name="Text Placeholder 3">
            <a:extLst>
              <a:ext uri="{FF2B5EF4-FFF2-40B4-BE49-F238E27FC236}">
                <a16:creationId xmlns:a16="http://schemas.microsoft.com/office/drawing/2014/main" id="{0B4C40D2-52AA-A555-16A9-2892D7F9D914}"/>
              </a:ext>
            </a:extLst>
          </p:cNvPr>
          <p:cNvSpPr>
            <a:spLocks noGrp="1"/>
          </p:cNvSpPr>
          <p:nvPr>
            <p:ph type="body" sz="quarter" idx="66"/>
          </p:nvPr>
        </p:nvSpPr>
        <p:spPr>
          <a:xfrm>
            <a:off x="588170" y="2799151"/>
            <a:ext cx="2543892" cy="153888"/>
          </a:xfrm>
        </p:spPr>
        <p:txBody>
          <a:bodyPr/>
          <a:lstStyle/>
          <a:p>
            <a:r>
              <a:rPr lang="en-ZA" dirty="0"/>
              <a:t>NAME SURNAME</a:t>
            </a:r>
          </a:p>
        </p:txBody>
      </p:sp>
      <p:sp>
        <p:nvSpPr>
          <p:cNvPr id="5" name="Text Placeholder 4">
            <a:extLst>
              <a:ext uri="{FF2B5EF4-FFF2-40B4-BE49-F238E27FC236}">
                <a16:creationId xmlns:a16="http://schemas.microsoft.com/office/drawing/2014/main" id="{918B96EE-626B-DDAE-C973-D431C7EAA888}"/>
              </a:ext>
            </a:extLst>
          </p:cNvPr>
          <p:cNvSpPr>
            <a:spLocks noGrp="1"/>
          </p:cNvSpPr>
          <p:nvPr>
            <p:ph type="body" sz="quarter" idx="68"/>
          </p:nvPr>
        </p:nvSpPr>
        <p:spPr>
          <a:xfrm>
            <a:off x="3431057" y="2799152"/>
            <a:ext cx="2539733" cy="153888"/>
          </a:xfrm>
        </p:spPr>
        <p:txBody>
          <a:bodyPr/>
          <a:lstStyle/>
          <a:p>
            <a:r>
              <a:rPr lang="en-ZA" dirty="0"/>
              <a:t>NAME SURNAME</a:t>
            </a:r>
          </a:p>
        </p:txBody>
      </p:sp>
      <p:sp>
        <p:nvSpPr>
          <p:cNvPr id="6" name="Text Placeholder 5">
            <a:extLst>
              <a:ext uri="{FF2B5EF4-FFF2-40B4-BE49-F238E27FC236}">
                <a16:creationId xmlns:a16="http://schemas.microsoft.com/office/drawing/2014/main" id="{F5A97CA2-864A-1B47-8967-FDB59B956DBE}"/>
              </a:ext>
            </a:extLst>
          </p:cNvPr>
          <p:cNvSpPr>
            <a:spLocks noGrp="1"/>
          </p:cNvSpPr>
          <p:nvPr>
            <p:ph type="body" sz="quarter" idx="70"/>
          </p:nvPr>
        </p:nvSpPr>
        <p:spPr>
          <a:xfrm>
            <a:off x="6256240" y="2799152"/>
            <a:ext cx="2543893" cy="153888"/>
          </a:xfrm>
        </p:spPr>
        <p:txBody>
          <a:bodyPr/>
          <a:lstStyle/>
          <a:p>
            <a:r>
              <a:rPr lang="en-ZA" dirty="0"/>
              <a:t>NAME SURNAME</a:t>
            </a:r>
          </a:p>
        </p:txBody>
      </p:sp>
      <p:sp>
        <p:nvSpPr>
          <p:cNvPr id="7" name="Text Placeholder 6">
            <a:extLst>
              <a:ext uri="{FF2B5EF4-FFF2-40B4-BE49-F238E27FC236}">
                <a16:creationId xmlns:a16="http://schemas.microsoft.com/office/drawing/2014/main" id="{27E248D0-AB28-2172-FB75-BC89D89460D8}"/>
              </a:ext>
            </a:extLst>
          </p:cNvPr>
          <p:cNvSpPr>
            <a:spLocks noGrp="1"/>
          </p:cNvSpPr>
          <p:nvPr>
            <p:ph type="body" sz="quarter" idx="72"/>
          </p:nvPr>
        </p:nvSpPr>
        <p:spPr>
          <a:xfrm>
            <a:off x="9095647" y="2790796"/>
            <a:ext cx="2543892" cy="153888"/>
          </a:xfrm>
        </p:spPr>
        <p:txBody>
          <a:bodyPr/>
          <a:lstStyle/>
          <a:p>
            <a:r>
              <a:rPr lang="en-ZA" dirty="0"/>
              <a:t>NAME SURNAME</a:t>
            </a:r>
          </a:p>
        </p:txBody>
      </p:sp>
      <p:sp>
        <p:nvSpPr>
          <p:cNvPr id="8" name="Text Placeholder 7">
            <a:extLst>
              <a:ext uri="{FF2B5EF4-FFF2-40B4-BE49-F238E27FC236}">
                <a16:creationId xmlns:a16="http://schemas.microsoft.com/office/drawing/2014/main" id="{A84DB595-873D-73E8-0D99-F338E19B2FB9}"/>
              </a:ext>
            </a:extLst>
          </p:cNvPr>
          <p:cNvSpPr>
            <a:spLocks noGrp="1"/>
          </p:cNvSpPr>
          <p:nvPr>
            <p:ph type="body" sz="quarter" idx="73"/>
          </p:nvPr>
        </p:nvSpPr>
        <p:spPr/>
        <p:txBody>
          <a:bodyPr/>
          <a:lstStyle/>
          <a:p>
            <a:r>
              <a:rPr lang="en-ZA" dirty="0"/>
              <a:t>NAME SURNAME</a:t>
            </a:r>
          </a:p>
        </p:txBody>
      </p:sp>
      <p:sp>
        <p:nvSpPr>
          <p:cNvPr id="9" name="Text Placeholder 8">
            <a:extLst>
              <a:ext uri="{FF2B5EF4-FFF2-40B4-BE49-F238E27FC236}">
                <a16:creationId xmlns:a16="http://schemas.microsoft.com/office/drawing/2014/main" id="{4854E2F7-CBFD-11A6-BFC7-D71B2290D07A}"/>
              </a:ext>
            </a:extLst>
          </p:cNvPr>
          <p:cNvSpPr>
            <a:spLocks noGrp="1"/>
          </p:cNvSpPr>
          <p:nvPr>
            <p:ph type="body" sz="quarter" idx="74"/>
          </p:nvPr>
        </p:nvSpPr>
        <p:spPr>
          <a:xfrm>
            <a:off x="588169" y="5124694"/>
            <a:ext cx="2543892" cy="153888"/>
          </a:xfrm>
        </p:spPr>
        <p:txBody>
          <a:bodyPr/>
          <a:lstStyle/>
          <a:p>
            <a:r>
              <a:rPr lang="en-ZA" dirty="0"/>
              <a:t>NAME SURNAME</a:t>
            </a:r>
          </a:p>
        </p:txBody>
      </p:sp>
      <p:sp>
        <p:nvSpPr>
          <p:cNvPr id="10" name="Text Placeholder 9">
            <a:extLst>
              <a:ext uri="{FF2B5EF4-FFF2-40B4-BE49-F238E27FC236}">
                <a16:creationId xmlns:a16="http://schemas.microsoft.com/office/drawing/2014/main" id="{497270F1-8531-0094-F66E-4BB64EDF9DAA}"/>
              </a:ext>
            </a:extLst>
          </p:cNvPr>
          <p:cNvSpPr>
            <a:spLocks noGrp="1"/>
          </p:cNvSpPr>
          <p:nvPr>
            <p:ph type="body" sz="quarter" idx="75"/>
          </p:nvPr>
        </p:nvSpPr>
        <p:spPr>
          <a:xfrm>
            <a:off x="3431056" y="5124694"/>
            <a:ext cx="2539733" cy="153888"/>
          </a:xfrm>
        </p:spPr>
        <p:txBody>
          <a:bodyPr/>
          <a:lstStyle/>
          <a:p>
            <a:r>
              <a:rPr lang="en-ZA" dirty="0"/>
              <a:t>NAME SURNAME</a:t>
            </a:r>
          </a:p>
        </p:txBody>
      </p:sp>
      <p:sp>
        <p:nvSpPr>
          <p:cNvPr id="11" name="Text Placeholder 10">
            <a:extLst>
              <a:ext uri="{FF2B5EF4-FFF2-40B4-BE49-F238E27FC236}">
                <a16:creationId xmlns:a16="http://schemas.microsoft.com/office/drawing/2014/main" id="{F2E15594-CAA2-ED47-942C-DED1CC6A8C8A}"/>
              </a:ext>
            </a:extLst>
          </p:cNvPr>
          <p:cNvSpPr>
            <a:spLocks noGrp="1"/>
          </p:cNvSpPr>
          <p:nvPr>
            <p:ph type="body" sz="quarter" idx="76"/>
          </p:nvPr>
        </p:nvSpPr>
        <p:spPr>
          <a:xfrm>
            <a:off x="6256239" y="5124694"/>
            <a:ext cx="2543893" cy="153888"/>
          </a:xfrm>
        </p:spPr>
        <p:txBody>
          <a:bodyPr/>
          <a:lstStyle/>
          <a:p>
            <a:r>
              <a:rPr lang="en-ZA" dirty="0"/>
              <a:t>NAME SURNAME</a:t>
            </a:r>
          </a:p>
        </p:txBody>
      </p:sp>
      <p:sp>
        <p:nvSpPr>
          <p:cNvPr id="12" name="Text Placeholder 11">
            <a:extLst>
              <a:ext uri="{FF2B5EF4-FFF2-40B4-BE49-F238E27FC236}">
                <a16:creationId xmlns:a16="http://schemas.microsoft.com/office/drawing/2014/main" id="{A68FA67E-0101-71BC-786B-FE3EFDE1ADF0}"/>
              </a:ext>
            </a:extLst>
          </p:cNvPr>
          <p:cNvSpPr>
            <a:spLocks noGrp="1"/>
          </p:cNvSpPr>
          <p:nvPr>
            <p:ph type="body" sz="quarter" idx="77"/>
          </p:nvPr>
        </p:nvSpPr>
        <p:spPr>
          <a:xfrm>
            <a:off x="9095646" y="5116338"/>
            <a:ext cx="2543892" cy="153888"/>
          </a:xfrm>
        </p:spPr>
        <p:txBody>
          <a:bodyPr/>
          <a:lstStyle/>
          <a:p>
            <a:r>
              <a:rPr lang="en-ZA" dirty="0"/>
              <a:t>NAME SURNAME</a:t>
            </a:r>
          </a:p>
        </p:txBody>
      </p:sp>
      <p:sp>
        <p:nvSpPr>
          <p:cNvPr id="13" name="Text Placeholder 12">
            <a:extLst>
              <a:ext uri="{FF2B5EF4-FFF2-40B4-BE49-F238E27FC236}">
                <a16:creationId xmlns:a16="http://schemas.microsoft.com/office/drawing/2014/main" id="{557260B0-84AC-7565-2F7E-0D1B7C44C5C3}"/>
              </a:ext>
            </a:extLst>
          </p:cNvPr>
          <p:cNvSpPr>
            <a:spLocks noGrp="1"/>
          </p:cNvSpPr>
          <p:nvPr>
            <p:ph type="body" sz="quarter" idx="78"/>
          </p:nvPr>
        </p:nvSpPr>
        <p:spPr/>
        <p:txBody>
          <a:bodyPr/>
          <a:lstStyle/>
          <a:p>
            <a:r>
              <a:rPr lang="en-ZA" dirty="0"/>
              <a:t>NAME SURNAME</a:t>
            </a:r>
          </a:p>
        </p:txBody>
      </p:sp>
      <p:sp>
        <p:nvSpPr>
          <p:cNvPr id="14" name="Text Placeholder 13">
            <a:extLst>
              <a:ext uri="{FF2B5EF4-FFF2-40B4-BE49-F238E27FC236}">
                <a16:creationId xmlns:a16="http://schemas.microsoft.com/office/drawing/2014/main" id="{508E78D4-0100-E84A-69F1-08401D705ECE}"/>
              </a:ext>
            </a:extLst>
          </p:cNvPr>
          <p:cNvSpPr>
            <a:spLocks noGrp="1"/>
          </p:cNvSpPr>
          <p:nvPr>
            <p:ph type="body" sz="quarter" idx="79"/>
          </p:nvPr>
        </p:nvSpPr>
        <p:spPr/>
        <p:txBody>
          <a:bodyPr/>
          <a:lstStyle/>
          <a:p>
            <a:r>
              <a:rPr lang="en-ZA" dirty="0"/>
              <a:t>NAME SURNAME</a:t>
            </a:r>
          </a:p>
        </p:txBody>
      </p:sp>
      <p:sp>
        <p:nvSpPr>
          <p:cNvPr id="15" name="Text Placeholder 14">
            <a:extLst>
              <a:ext uri="{FF2B5EF4-FFF2-40B4-BE49-F238E27FC236}">
                <a16:creationId xmlns:a16="http://schemas.microsoft.com/office/drawing/2014/main" id="{8529DF79-E7D9-DB9F-260F-5A60893A81E4}"/>
              </a:ext>
            </a:extLst>
          </p:cNvPr>
          <p:cNvSpPr>
            <a:spLocks noGrp="1"/>
          </p:cNvSpPr>
          <p:nvPr>
            <p:ph type="body" sz="quarter" idx="80"/>
          </p:nvPr>
        </p:nvSpPr>
        <p:spPr/>
        <p:txBody>
          <a:bodyPr/>
          <a:lstStyle/>
          <a:p>
            <a:r>
              <a:rPr lang="en-ZA" dirty="0"/>
              <a:t>NAME SURNAME</a:t>
            </a:r>
          </a:p>
        </p:txBody>
      </p:sp>
      <p:sp>
        <p:nvSpPr>
          <p:cNvPr id="16" name="Text Placeholder 15">
            <a:extLst>
              <a:ext uri="{FF2B5EF4-FFF2-40B4-BE49-F238E27FC236}">
                <a16:creationId xmlns:a16="http://schemas.microsoft.com/office/drawing/2014/main" id="{3F6B62DF-3B28-61BF-F3F5-B8AE99254698}"/>
              </a:ext>
            </a:extLst>
          </p:cNvPr>
          <p:cNvSpPr>
            <a:spLocks noGrp="1"/>
          </p:cNvSpPr>
          <p:nvPr>
            <p:ph type="body" sz="quarter" idx="81"/>
          </p:nvPr>
        </p:nvSpPr>
        <p:spPr/>
        <p:txBody>
          <a:bodyPr/>
          <a:lstStyle/>
          <a:p>
            <a:r>
              <a:rPr lang="en-ZA" dirty="0"/>
              <a:t>NAME SURNAME</a:t>
            </a:r>
          </a:p>
        </p:txBody>
      </p:sp>
      <p:sp>
        <p:nvSpPr>
          <p:cNvPr id="17" name="Text Placeholder 16">
            <a:extLst>
              <a:ext uri="{FF2B5EF4-FFF2-40B4-BE49-F238E27FC236}">
                <a16:creationId xmlns:a16="http://schemas.microsoft.com/office/drawing/2014/main" id="{247218B8-9012-F932-6F0D-D964F4A3466F}"/>
              </a:ext>
            </a:extLst>
          </p:cNvPr>
          <p:cNvSpPr>
            <a:spLocks noGrp="1"/>
          </p:cNvSpPr>
          <p:nvPr>
            <p:ph type="body" sz="quarter" idx="82"/>
          </p:nvPr>
        </p:nvSpPr>
        <p:spPr/>
        <p:txBody>
          <a:bodyPr/>
          <a:lstStyle/>
          <a:p>
            <a:r>
              <a:rPr lang="en-ZA" dirty="0"/>
              <a:t>NAME SURNAME</a:t>
            </a:r>
          </a:p>
        </p:txBody>
      </p:sp>
      <p:sp>
        <p:nvSpPr>
          <p:cNvPr id="18" name="Text Placeholder 17">
            <a:extLst>
              <a:ext uri="{FF2B5EF4-FFF2-40B4-BE49-F238E27FC236}">
                <a16:creationId xmlns:a16="http://schemas.microsoft.com/office/drawing/2014/main" id="{E68CB4C8-EE9A-828E-5443-5DBEE699D49A}"/>
              </a:ext>
            </a:extLst>
          </p:cNvPr>
          <p:cNvSpPr>
            <a:spLocks noGrp="1"/>
          </p:cNvSpPr>
          <p:nvPr>
            <p:ph type="body" sz="quarter" idx="83"/>
          </p:nvPr>
        </p:nvSpPr>
        <p:spPr/>
        <p:txBody>
          <a:bodyPr/>
          <a:lstStyle/>
          <a:p>
            <a:r>
              <a:rPr lang="en-ZA" dirty="0"/>
              <a:t>NAME SURNAME</a:t>
            </a:r>
          </a:p>
        </p:txBody>
      </p:sp>
      <p:sp>
        <p:nvSpPr>
          <p:cNvPr id="19" name="Text Placeholder 18">
            <a:extLst>
              <a:ext uri="{FF2B5EF4-FFF2-40B4-BE49-F238E27FC236}">
                <a16:creationId xmlns:a16="http://schemas.microsoft.com/office/drawing/2014/main" id="{B35C5EC6-52CA-9ABB-C9F6-54E081BFA24C}"/>
              </a:ext>
            </a:extLst>
          </p:cNvPr>
          <p:cNvSpPr>
            <a:spLocks noGrp="1"/>
          </p:cNvSpPr>
          <p:nvPr>
            <p:ph type="body" sz="quarter" idx="84"/>
          </p:nvPr>
        </p:nvSpPr>
        <p:spPr/>
        <p:txBody>
          <a:bodyPr/>
          <a:lstStyle/>
          <a:p>
            <a:r>
              <a:rPr lang="en-ZA" dirty="0"/>
              <a:t>NAME SURNAME</a:t>
            </a:r>
          </a:p>
        </p:txBody>
      </p:sp>
      <p:sp>
        <p:nvSpPr>
          <p:cNvPr id="20" name="Text Placeholder 19">
            <a:extLst>
              <a:ext uri="{FF2B5EF4-FFF2-40B4-BE49-F238E27FC236}">
                <a16:creationId xmlns:a16="http://schemas.microsoft.com/office/drawing/2014/main" id="{BA68824C-DAEE-A4FA-5F5F-CB0ED71C568F}"/>
              </a:ext>
            </a:extLst>
          </p:cNvPr>
          <p:cNvSpPr>
            <a:spLocks noGrp="1"/>
          </p:cNvSpPr>
          <p:nvPr>
            <p:ph type="body" sz="quarter" idx="85"/>
          </p:nvPr>
        </p:nvSpPr>
        <p:spPr/>
        <p:txBody>
          <a:bodyPr/>
          <a:lstStyle/>
          <a:p>
            <a:r>
              <a:rPr lang="en-ZA" dirty="0"/>
              <a:t>NAME SURNAME</a:t>
            </a:r>
          </a:p>
        </p:txBody>
      </p:sp>
    </p:spTree>
    <p:extLst>
      <p:ext uri="{BB962C8B-B14F-4D97-AF65-F5344CB8AC3E}">
        <p14:creationId xmlns:p14="http://schemas.microsoft.com/office/powerpoint/2010/main" val="29271122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p07.s09">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500B7D2-E222-94C9-7CEE-A2A4BEA745D1}"/>
              </a:ext>
            </a:extLst>
          </p:cNvPr>
          <p:cNvSpPr>
            <a:spLocks noGrp="1"/>
          </p:cNvSpPr>
          <p:nvPr>
            <p:ph type="body" sz="quarter" idx="86"/>
          </p:nvPr>
        </p:nvSpPr>
        <p:spPr/>
        <p:txBody>
          <a:bodyPr/>
          <a:lstStyle/>
          <a:p>
            <a:r>
              <a:rPr lang="en-ZA" dirty="0"/>
              <a:t>Role</a:t>
            </a:r>
          </a:p>
        </p:txBody>
      </p:sp>
      <p:sp>
        <p:nvSpPr>
          <p:cNvPr id="3" name="Text Placeholder 2">
            <a:extLst>
              <a:ext uri="{FF2B5EF4-FFF2-40B4-BE49-F238E27FC236}">
                <a16:creationId xmlns:a16="http://schemas.microsoft.com/office/drawing/2014/main" id="{60C96F6D-7C0B-727E-C2BC-35511D9560CE}"/>
              </a:ext>
            </a:extLst>
          </p:cNvPr>
          <p:cNvSpPr>
            <a:spLocks noGrp="1"/>
          </p:cNvSpPr>
          <p:nvPr>
            <p:ph type="body" sz="quarter" idx="87"/>
          </p:nvPr>
        </p:nvSpPr>
        <p:spPr/>
        <p:txBody>
          <a:bodyPr/>
          <a:lstStyle/>
          <a:p>
            <a:r>
              <a:rPr lang="en-ZA" dirty="0"/>
              <a:t>Role</a:t>
            </a:r>
          </a:p>
        </p:txBody>
      </p:sp>
      <p:sp>
        <p:nvSpPr>
          <p:cNvPr id="4" name="Text Placeholder 3">
            <a:extLst>
              <a:ext uri="{FF2B5EF4-FFF2-40B4-BE49-F238E27FC236}">
                <a16:creationId xmlns:a16="http://schemas.microsoft.com/office/drawing/2014/main" id="{BD19D8E5-AB12-2489-F832-71593722208A}"/>
              </a:ext>
            </a:extLst>
          </p:cNvPr>
          <p:cNvSpPr>
            <a:spLocks noGrp="1"/>
          </p:cNvSpPr>
          <p:nvPr>
            <p:ph type="body" sz="quarter" idx="88"/>
          </p:nvPr>
        </p:nvSpPr>
        <p:spPr/>
        <p:txBody>
          <a:bodyPr/>
          <a:lstStyle/>
          <a:p>
            <a:r>
              <a:rPr lang="en-ZA" dirty="0"/>
              <a:t>Role</a:t>
            </a:r>
          </a:p>
        </p:txBody>
      </p:sp>
      <p:sp>
        <p:nvSpPr>
          <p:cNvPr id="5" name="Text Placeholder 4">
            <a:extLst>
              <a:ext uri="{FF2B5EF4-FFF2-40B4-BE49-F238E27FC236}">
                <a16:creationId xmlns:a16="http://schemas.microsoft.com/office/drawing/2014/main" id="{D9EE4CD1-508C-F90B-C3B1-63A1A2D04DA9}"/>
              </a:ext>
            </a:extLst>
          </p:cNvPr>
          <p:cNvSpPr>
            <a:spLocks noGrp="1"/>
          </p:cNvSpPr>
          <p:nvPr>
            <p:ph type="body" sz="quarter" idx="89"/>
          </p:nvPr>
        </p:nvSpPr>
        <p:spPr/>
        <p:txBody>
          <a:bodyPr/>
          <a:lstStyle/>
          <a:p>
            <a:r>
              <a:rPr lang="en-ZA" dirty="0"/>
              <a:t>Role</a:t>
            </a:r>
          </a:p>
        </p:txBody>
      </p:sp>
      <p:sp>
        <p:nvSpPr>
          <p:cNvPr id="6" name="Text Placeholder 5">
            <a:extLst>
              <a:ext uri="{FF2B5EF4-FFF2-40B4-BE49-F238E27FC236}">
                <a16:creationId xmlns:a16="http://schemas.microsoft.com/office/drawing/2014/main" id="{C33DE8BD-F492-720C-A1A3-602B9A9A6A06}"/>
              </a:ext>
            </a:extLst>
          </p:cNvPr>
          <p:cNvSpPr>
            <a:spLocks noGrp="1"/>
          </p:cNvSpPr>
          <p:nvPr>
            <p:ph type="body" sz="quarter" idx="90"/>
          </p:nvPr>
        </p:nvSpPr>
        <p:spPr/>
        <p:txBody>
          <a:bodyPr/>
          <a:lstStyle/>
          <a:p>
            <a:r>
              <a:rPr lang="en-ZA" dirty="0"/>
              <a:t>Role</a:t>
            </a:r>
          </a:p>
        </p:txBody>
      </p:sp>
      <p:sp>
        <p:nvSpPr>
          <p:cNvPr id="7" name="Text Placeholder 6">
            <a:extLst>
              <a:ext uri="{FF2B5EF4-FFF2-40B4-BE49-F238E27FC236}">
                <a16:creationId xmlns:a16="http://schemas.microsoft.com/office/drawing/2014/main" id="{316E9DD5-0584-DDFF-1746-3D33AE02F25A}"/>
              </a:ext>
            </a:extLst>
          </p:cNvPr>
          <p:cNvSpPr>
            <a:spLocks noGrp="1"/>
          </p:cNvSpPr>
          <p:nvPr>
            <p:ph type="body" sz="quarter" idx="91"/>
          </p:nvPr>
        </p:nvSpPr>
        <p:spPr/>
        <p:txBody>
          <a:bodyPr/>
          <a:lstStyle/>
          <a:p>
            <a:r>
              <a:rPr lang="en-ZA" dirty="0"/>
              <a:t>Role</a:t>
            </a:r>
          </a:p>
        </p:txBody>
      </p:sp>
      <p:sp>
        <p:nvSpPr>
          <p:cNvPr id="8" name="Text Placeholder 7">
            <a:extLst>
              <a:ext uri="{FF2B5EF4-FFF2-40B4-BE49-F238E27FC236}">
                <a16:creationId xmlns:a16="http://schemas.microsoft.com/office/drawing/2014/main" id="{93213087-F404-5464-72E3-595470AB0165}"/>
              </a:ext>
            </a:extLst>
          </p:cNvPr>
          <p:cNvSpPr>
            <a:spLocks noGrp="1"/>
          </p:cNvSpPr>
          <p:nvPr>
            <p:ph type="body" sz="quarter" idx="92"/>
          </p:nvPr>
        </p:nvSpPr>
        <p:spPr/>
        <p:txBody>
          <a:bodyPr/>
          <a:lstStyle/>
          <a:p>
            <a:r>
              <a:rPr lang="en-ZA" dirty="0"/>
              <a:t>Role</a:t>
            </a:r>
          </a:p>
        </p:txBody>
      </p:sp>
      <p:sp>
        <p:nvSpPr>
          <p:cNvPr id="9" name="Text Placeholder 8">
            <a:extLst>
              <a:ext uri="{FF2B5EF4-FFF2-40B4-BE49-F238E27FC236}">
                <a16:creationId xmlns:a16="http://schemas.microsoft.com/office/drawing/2014/main" id="{EC9AD7A0-C22F-CAEC-4B81-FA3C296D35B9}"/>
              </a:ext>
            </a:extLst>
          </p:cNvPr>
          <p:cNvSpPr>
            <a:spLocks noGrp="1"/>
          </p:cNvSpPr>
          <p:nvPr>
            <p:ph type="body" sz="quarter" idx="93"/>
          </p:nvPr>
        </p:nvSpPr>
        <p:spPr/>
        <p:txBody>
          <a:bodyPr/>
          <a:lstStyle/>
          <a:p>
            <a:r>
              <a:rPr lang="en-ZA" dirty="0"/>
              <a:t>Role</a:t>
            </a:r>
          </a:p>
        </p:txBody>
      </p:sp>
      <p:sp>
        <p:nvSpPr>
          <p:cNvPr id="10" name="Title 9">
            <a:extLst>
              <a:ext uri="{FF2B5EF4-FFF2-40B4-BE49-F238E27FC236}">
                <a16:creationId xmlns:a16="http://schemas.microsoft.com/office/drawing/2014/main" id="{CFE22B55-5452-0F8F-2F98-21E704491BE4}"/>
              </a:ext>
            </a:extLst>
          </p:cNvPr>
          <p:cNvSpPr>
            <a:spLocks noGrp="1"/>
          </p:cNvSpPr>
          <p:nvPr>
            <p:ph type="ctrTitle"/>
          </p:nvPr>
        </p:nvSpPr>
        <p:spPr/>
        <p:txBody>
          <a:bodyPr/>
          <a:lstStyle/>
          <a:p>
            <a:r>
              <a:rPr lang="en-ZA" dirty="0"/>
              <a:t>8. BESPOKE TEAM ORGANISATION CHART</a:t>
            </a:r>
          </a:p>
        </p:txBody>
      </p:sp>
      <p:sp>
        <p:nvSpPr>
          <p:cNvPr id="11" name="Text Placeholder 10">
            <a:extLst>
              <a:ext uri="{FF2B5EF4-FFF2-40B4-BE49-F238E27FC236}">
                <a16:creationId xmlns:a16="http://schemas.microsoft.com/office/drawing/2014/main" id="{B574ACEA-E6BF-EA36-E606-955584F22E33}"/>
              </a:ext>
            </a:extLst>
          </p:cNvPr>
          <p:cNvSpPr>
            <a:spLocks noGrp="1"/>
          </p:cNvSpPr>
          <p:nvPr>
            <p:ph type="body" sz="quarter" idx="64"/>
          </p:nvPr>
        </p:nvSpPr>
        <p:spPr/>
        <p:txBody>
          <a:bodyPr/>
          <a:lstStyle/>
          <a:p>
            <a:r>
              <a:rPr lang="en-ZA" dirty="0"/>
              <a:t>NAME SURNAME</a:t>
            </a:r>
          </a:p>
        </p:txBody>
      </p:sp>
      <p:sp>
        <p:nvSpPr>
          <p:cNvPr id="12" name="Text Placeholder 11">
            <a:extLst>
              <a:ext uri="{FF2B5EF4-FFF2-40B4-BE49-F238E27FC236}">
                <a16:creationId xmlns:a16="http://schemas.microsoft.com/office/drawing/2014/main" id="{865773BF-ED68-199F-E848-CB2804456858}"/>
              </a:ext>
            </a:extLst>
          </p:cNvPr>
          <p:cNvSpPr>
            <a:spLocks noGrp="1"/>
          </p:cNvSpPr>
          <p:nvPr>
            <p:ph type="body" sz="quarter" idx="66"/>
          </p:nvPr>
        </p:nvSpPr>
        <p:spPr>
          <a:xfrm>
            <a:off x="588170" y="2973323"/>
            <a:ext cx="2543892" cy="153888"/>
          </a:xfrm>
        </p:spPr>
        <p:txBody>
          <a:bodyPr/>
          <a:lstStyle/>
          <a:p>
            <a:r>
              <a:rPr lang="en-ZA" dirty="0"/>
              <a:t>NAME SURNAME</a:t>
            </a:r>
          </a:p>
        </p:txBody>
      </p:sp>
      <p:sp>
        <p:nvSpPr>
          <p:cNvPr id="13" name="Text Placeholder 12">
            <a:extLst>
              <a:ext uri="{FF2B5EF4-FFF2-40B4-BE49-F238E27FC236}">
                <a16:creationId xmlns:a16="http://schemas.microsoft.com/office/drawing/2014/main" id="{4D988A8B-AEF0-611D-9D63-44644723755E}"/>
              </a:ext>
            </a:extLst>
          </p:cNvPr>
          <p:cNvSpPr>
            <a:spLocks noGrp="1"/>
          </p:cNvSpPr>
          <p:nvPr>
            <p:ph type="body" sz="quarter" idx="68"/>
          </p:nvPr>
        </p:nvSpPr>
        <p:spPr>
          <a:xfrm>
            <a:off x="3431057" y="2973323"/>
            <a:ext cx="2539733" cy="153888"/>
          </a:xfrm>
        </p:spPr>
        <p:txBody>
          <a:bodyPr/>
          <a:lstStyle/>
          <a:p>
            <a:r>
              <a:rPr lang="en-ZA" dirty="0"/>
              <a:t>NAME SURNAME</a:t>
            </a:r>
          </a:p>
        </p:txBody>
      </p:sp>
      <p:sp>
        <p:nvSpPr>
          <p:cNvPr id="14" name="Text Placeholder 13">
            <a:extLst>
              <a:ext uri="{FF2B5EF4-FFF2-40B4-BE49-F238E27FC236}">
                <a16:creationId xmlns:a16="http://schemas.microsoft.com/office/drawing/2014/main" id="{BF6CDD97-8FC7-DEFA-4851-3E6CF1DBCEFB}"/>
              </a:ext>
            </a:extLst>
          </p:cNvPr>
          <p:cNvSpPr>
            <a:spLocks noGrp="1"/>
          </p:cNvSpPr>
          <p:nvPr>
            <p:ph type="body" sz="quarter" idx="70"/>
          </p:nvPr>
        </p:nvSpPr>
        <p:spPr>
          <a:xfrm>
            <a:off x="6256240" y="2973323"/>
            <a:ext cx="2543893" cy="153888"/>
          </a:xfrm>
        </p:spPr>
        <p:txBody>
          <a:bodyPr/>
          <a:lstStyle/>
          <a:p>
            <a:r>
              <a:rPr lang="en-ZA" dirty="0"/>
              <a:t>NAME SURNAME</a:t>
            </a:r>
          </a:p>
        </p:txBody>
      </p:sp>
      <p:sp>
        <p:nvSpPr>
          <p:cNvPr id="15" name="Text Placeholder 14">
            <a:extLst>
              <a:ext uri="{FF2B5EF4-FFF2-40B4-BE49-F238E27FC236}">
                <a16:creationId xmlns:a16="http://schemas.microsoft.com/office/drawing/2014/main" id="{47CEDEBA-8101-D362-25AD-91382FB95984}"/>
              </a:ext>
            </a:extLst>
          </p:cNvPr>
          <p:cNvSpPr>
            <a:spLocks noGrp="1"/>
          </p:cNvSpPr>
          <p:nvPr>
            <p:ph type="body" sz="quarter" idx="72"/>
          </p:nvPr>
        </p:nvSpPr>
        <p:spPr>
          <a:xfrm>
            <a:off x="9095647" y="2964967"/>
            <a:ext cx="2543892" cy="153888"/>
          </a:xfrm>
        </p:spPr>
        <p:txBody>
          <a:bodyPr/>
          <a:lstStyle/>
          <a:p>
            <a:r>
              <a:rPr lang="en-ZA" dirty="0"/>
              <a:t>NAME SURNAME</a:t>
            </a:r>
          </a:p>
        </p:txBody>
      </p:sp>
      <p:sp>
        <p:nvSpPr>
          <p:cNvPr id="16" name="Text Placeholder 15">
            <a:extLst>
              <a:ext uri="{FF2B5EF4-FFF2-40B4-BE49-F238E27FC236}">
                <a16:creationId xmlns:a16="http://schemas.microsoft.com/office/drawing/2014/main" id="{1F639204-6977-50FB-EDA0-A4767866CACE}"/>
              </a:ext>
            </a:extLst>
          </p:cNvPr>
          <p:cNvSpPr>
            <a:spLocks noGrp="1"/>
          </p:cNvSpPr>
          <p:nvPr>
            <p:ph type="body" sz="quarter" idx="74"/>
          </p:nvPr>
        </p:nvSpPr>
        <p:spPr>
          <a:xfrm>
            <a:off x="588169" y="5124694"/>
            <a:ext cx="2543892" cy="153888"/>
          </a:xfrm>
        </p:spPr>
        <p:txBody>
          <a:bodyPr/>
          <a:lstStyle/>
          <a:p>
            <a:r>
              <a:rPr lang="en-ZA" dirty="0"/>
              <a:t>NAME SURNAME</a:t>
            </a:r>
          </a:p>
        </p:txBody>
      </p:sp>
      <p:sp>
        <p:nvSpPr>
          <p:cNvPr id="17" name="Text Placeholder 16">
            <a:extLst>
              <a:ext uri="{FF2B5EF4-FFF2-40B4-BE49-F238E27FC236}">
                <a16:creationId xmlns:a16="http://schemas.microsoft.com/office/drawing/2014/main" id="{81FB23A0-2A2E-B0C8-8592-86B754786B84}"/>
              </a:ext>
            </a:extLst>
          </p:cNvPr>
          <p:cNvSpPr>
            <a:spLocks noGrp="1"/>
          </p:cNvSpPr>
          <p:nvPr>
            <p:ph type="body" sz="quarter" idx="75"/>
          </p:nvPr>
        </p:nvSpPr>
        <p:spPr>
          <a:xfrm>
            <a:off x="3431056" y="5124694"/>
            <a:ext cx="2539733" cy="153888"/>
          </a:xfrm>
        </p:spPr>
        <p:txBody>
          <a:bodyPr/>
          <a:lstStyle/>
          <a:p>
            <a:r>
              <a:rPr lang="en-ZA" dirty="0"/>
              <a:t>NAME SURNAME</a:t>
            </a:r>
          </a:p>
        </p:txBody>
      </p:sp>
      <p:sp>
        <p:nvSpPr>
          <p:cNvPr id="18" name="Text Placeholder 17">
            <a:extLst>
              <a:ext uri="{FF2B5EF4-FFF2-40B4-BE49-F238E27FC236}">
                <a16:creationId xmlns:a16="http://schemas.microsoft.com/office/drawing/2014/main" id="{2E6A5EC7-0FAD-9700-B2A9-60E024483A51}"/>
              </a:ext>
            </a:extLst>
          </p:cNvPr>
          <p:cNvSpPr>
            <a:spLocks noGrp="1"/>
          </p:cNvSpPr>
          <p:nvPr>
            <p:ph type="body" sz="quarter" idx="76"/>
          </p:nvPr>
        </p:nvSpPr>
        <p:spPr>
          <a:xfrm>
            <a:off x="6256239" y="5124694"/>
            <a:ext cx="2543893" cy="153888"/>
          </a:xfrm>
        </p:spPr>
        <p:txBody>
          <a:bodyPr/>
          <a:lstStyle/>
          <a:p>
            <a:r>
              <a:rPr lang="en-ZA" dirty="0"/>
              <a:t>NAME SURNAME</a:t>
            </a:r>
          </a:p>
        </p:txBody>
      </p:sp>
      <p:sp>
        <p:nvSpPr>
          <p:cNvPr id="19" name="Text Placeholder 18">
            <a:extLst>
              <a:ext uri="{FF2B5EF4-FFF2-40B4-BE49-F238E27FC236}">
                <a16:creationId xmlns:a16="http://schemas.microsoft.com/office/drawing/2014/main" id="{FF450D48-51A8-1B0C-6822-3CD6B12AF3C2}"/>
              </a:ext>
            </a:extLst>
          </p:cNvPr>
          <p:cNvSpPr>
            <a:spLocks noGrp="1"/>
          </p:cNvSpPr>
          <p:nvPr>
            <p:ph type="body" sz="quarter" idx="77"/>
          </p:nvPr>
        </p:nvSpPr>
        <p:spPr>
          <a:xfrm>
            <a:off x="9095646" y="5116338"/>
            <a:ext cx="2543892" cy="153888"/>
          </a:xfrm>
        </p:spPr>
        <p:txBody>
          <a:bodyPr/>
          <a:lstStyle/>
          <a:p>
            <a:r>
              <a:rPr lang="en-ZA" dirty="0"/>
              <a:t>NAME SURNAME</a:t>
            </a:r>
          </a:p>
        </p:txBody>
      </p:sp>
      <p:sp>
        <p:nvSpPr>
          <p:cNvPr id="20" name="Text Placeholder 19">
            <a:extLst>
              <a:ext uri="{FF2B5EF4-FFF2-40B4-BE49-F238E27FC236}">
                <a16:creationId xmlns:a16="http://schemas.microsoft.com/office/drawing/2014/main" id="{AF87FB7D-55C4-7C7F-B796-CFD54450F6D7}"/>
              </a:ext>
            </a:extLst>
          </p:cNvPr>
          <p:cNvSpPr>
            <a:spLocks noGrp="1"/>
          </p:cNvSpPr>
          <p:nvPr>
            <p:ph type="body" sz="quarter" idx="78"/>
          </p:nvPr>
        </p:nvSpPr>
        <p:spPr/>
        <p:txBody>
          <a:bodyPr/>
          <a:lstStyle/>
          <a:p>
            <a:r>
              <a:rPr lang="en-ZA" dirty="0"/>
              <a:t>Role</a:t>
            </a:r>
          </a:p>
        </p:txBody>
      </p:sp>
      <p:sp>
        <p:nvSpPr>
          <p:cNvPr id="21" name="Text Placeholder 20">
            <a:extLst>
              <a:ext uri="{FF2B5EF4-FFF2-40B4-BE49-F238E27FC236}">
                <a16:creationId xmlns:a16="http://schemas.microsoft.com/office/drawing/2014/main" id="{488E6B16-EEE4-9B59-5B11-AA2B155AC647}"/>
              </a:ext>
            </a:extLst>
          </p:cNvPr>
          <p:cNvSpPr>
            <a:spLocks noGrp="1"/>
          </p:cNvSpPr>
          <p:nvPr>
            <p:ph type="body" sz="quarter" idx="79"/>
          </p:nvPr>
        </p:nvSpPr>
        <p:spPr/>
        <p:txBody>
          <a:bodyPr/>
          <a:lstStyle/>
          <a:p>
            <a:r>
              <a:rPr lang="en-ZA" dirty="0"/>
              <a:t>Role</a:t>
            </a:r>
          </a:p>
        </p:txBody>
      </p:sp>
      <p:sp>
        <p:nvSpPr>
          <p:cNvPr id="22" name="Text Placeholder 21">
            <a:extLst>
              <a:ext uri="{FF2B5EF4-FFF2-40B4-BE49-F238E27FC236}">
                <a16:creationId xmlns:a16="http://schemas.microsoft.com/office/drawing/2014/main" id="{FA4046F1-76C4-6344-DE2D-A3998817AC46}"/>
              </a:ext>
            </a:extLst>
          </p:cNvPr>
          <p:cNvSpPr>
            <a:spLocks noGrp="1"/>
          </p:cNvSpPr>
          <p:nvPr>
            <p:ph type="body" sz="quarter" idx="80"/>
          </p:nvPr>
        </p:nvSpPr>
        <p:spPr/>
        <p:txBody>
          <a:bodyPr/>
          <a:lstStyle/>
          <a:p>
            <a:r>
              <a:rPr lang="en-ZA" dirty="0"/>
              <a:t>Role</a:t>
            </a:r>
          </a:p>
        </p:txBody>
      </p:sp>
      <p:sp>
        <p:nvSpPr>
          <p:cNvPr id="23" name="Text Placeholder 22">
            <a:extLst>
              <a:ext uri="{FF2B5EF4-FFF2-40B4-BE49-F238E27FC236}">
                <a16:creationId xmlns:a16="http://schemas.microsoft.com/office/drawing/2014/main" id="{6FED02ED-3B2A-737F-8AEE-2448F844E96A}"/>
              </a:ext>
            </a:extLst>
          </p:cNvPr>
          <p:cNvSpPr>
            <a:spLocks noGrp="1"/>
          </p:cNvSpPr>
          <p:nvPr>
            <p:ph type="body" sz="quarter" idx="81"/>
          </p:nvPr>
        </p:nvSpPr>
        <p:spPr/>
        <p:txBody>
          <a:bodyPr/>
          <a:lstStyle/>
          <a:p>
            <a:r>
              <a:rPr lang="en-ZA" dirty="0"/>
              <a:t>Role</a:t>
            </a:r>
          </a:p>
        </p:txBody>
      </p:sp>
      <p:sp>
        <p:nvSpPr>
          <p:cNvPr id="24" name="Text Placeholder 23">
            <a:extLst>
              <a:ext uri="{FF2B5EF4-FFF2-40B4-BE49-F238E27FC236}">
                <a16:creationId xmlns:a16="http://schemas.microsoft.com/office/drawing/2014/main" id="{D57564B4-52F0-2CCA-79CF-728CC5008340}"/>
              </a:ext>
            </a:extLst>
          </p:cNvPr>
          <p:cNvSpPr>
            <a:spLocks noGrp="1"/>
          </p:cNvSpPr>
          <p:nvPr>
            <p:ph type="body" sz="quarter" idx="82"/>
          </p:nvPr>
        </p:nvSpPr>
        <p:spPr/>
        <p:txBody>
          <a:bodyPr/>
          <a:lstStyle/>
          <a:p>
            <a:r>
              <a:rPr lang="en-ZA" dirty="0"/>
              <a:t>Role</a:t>
            </a:r>
          </a:p>
        </p:txBody>
      </p:sp>
      <p:sp>
        <p:nvSpPr>
          <p:cNvPr id="25" name="Text Placeholder 24">
            <a:extLst>
              <a:ext uri="{FF2B5EF4-FFF2-40B4-BE49-F238E27FC236}">
                <a16:creationId xmlns:a16="http://schemas.microsoft.com/office/drawing/2014/main" id="{57658B99-7F9E-577E-0A39-FDBF08B945B8}"/>
              </a:ext>
            </a:extLst>
          </p:cNvPr>
          <p:cNvSpPr>
            <a:spLocks noGrp="1"/>
          </p:cNvSpPr>
          <p:nvPr>
            <p:ph type="body" sz="quarter" idx="83"/>
          </p:nvPr>
        </p:nvSpPr>
        <p:spPr/>
        <p:txBody>
          <a:bodyPr/>
          <a:lstStyle/>
          <a:p>
            <a:r>
              <a:rPr lang="en-ZA" dirty="0"/>
              <a:t>Role</a:t>
            </a:r>
          </a:p>
        </p:txBody>
      </p:sp>
      <p:sp>
        <p:nvSpPr>
          <p:cNvPr id="26" name="Text Placeholder 25">
            <a:extLst>
              <a:ext uri="{FF2B5EF4-FFF2-40B4-BE49-F238E27FC236}">
                <a16:creationId xmlns:a16="http://schemas.microsoft.com/office/drawing/2014/main" id="{9CA4E22D-B470-58F0-8671-3A29A4A3BD45}"/>
              </a:ext>
            </a:extLst>
          </p:cNvPr>
          <p:cNvSpPr>
            <a:spLocks noGrp="1"/>
          </p:cNvSpPr>
          <p:nvPr>
            <p:ph type="body" sz="quarter" idx="84"/>
          </p:nvPr>
        </p:nvSpPr>
        <p:spPr/>
        <p:txBody>
          <a:bodyPr/>
          <a:lstStyle/>
          <a:p>
            <a:r>
              <a:rPr lang="en-ZA" dirty="0"/>
              <a:t>Role</a:t>
            </a:r>
          </a:p>
        </p:txBody>
      </p:sp>
      <p:sp>
        <p:nvSpPr>
          <p:cNvPr id="27" name="Text Placeholder 26">
            <a:extLst>
              <a:ext uri="{FF2B5EF4-FFF2-40B4-BE49-F238E27FC236}">
                <a16:creationId xmlns:a16="http://schemas.microsoft.com/office/drawing/2014/main" id="{77F954BE-E94D-6E98-A8A1-2DD8992D7DA6}"/>
              </a:ext>
            </a:extLst>
          </p:cNvPr>
          <p:cNvSpPr>
            <a:spLocks noGrp="1"/>
          </p:cNvSpPr>
          <p:nvPr>
            <p:ph type="body" sz="quarter" idx="85"/>
          </p:nvPr>
        </p:nvSpPr>
        <p:spPr/>
        <p:txBody>
          <a:bodyPr/>
          <a:lstStyle/>
          <a:p>
            <a:r>
              <a:rPr lang="en-ZA" dirty="0"/>
              <a:t>Role</a:t>
            </a:r>
          </a:p>
        </p:txBody>
      </p:sp>
    </p:spTree>
    <p:extLst>
      <p:ext uri="{BB962C8B-B14F-4D97-AF65-F5344CB8AC3E}">
        <p14:creationId xmlns:p14="http://schemas.microsoft.com/office/powerpoint/2010/main" val="402407218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p07.s10">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DFF6BFA-6C37-ADC5-80A2-61ED11E80E78}"/>
              </a:ext>
            </a:extLst>
          </p:cNvPr>
          <p:cNvSpPr>
            <a:spLocks noGrp="1"/>
          </p:cNvSpPr>
          <p:nvPr>
            <p:ph type="pic" sz="quarter" idx="94"/>
          </p:nvPr>
        </p:nvSpPr>
        <p:spPr/>
        <p:txBody>
          <a:bodyPr/>
          <a:lstStyle/>
          <a:p>
            <a:endParaRPr lang="en-ZA"/>
          </a:p>
        </p:txBody>
      </p:sp>
      <p:sp>
        <p:nvSpPr>
          <p:cNvPr id="3" name="Picture Placeholder 2">
            <a:extLst>
              <a:ext uri="{FF2B5EF4-FFF2-40B4-BE49-F238E27FC236}">
                <a16:creationId xmlns:a16="http://schemas.microsoft.com/office/drawing/2014/main" id="{6F1555EB-371D-0889-E372-0A5AD820F4F5}"/>
              </a:ext>
            </a:extLst>
          </p:cNvPr>
          <p:cNvSpPr>
            <a:spLocks noGrp="1"/>
          </p:cNvSpPr>
          <p:nvPr>
            <p:ph type="pic" sz="quarter" idx="97"/>
          </p:nvPr>
        </p:nvSpPr>
        <p:spPr/>
        <p:txBody>
          <a:bodyPr/>
          <a:lstStyle/>
          <a:p>
            <a:endParaRPr lang="en-ZA"/>
          </a:p>
        </p:txBody>
      </p:sp>
      <p:sp>
        <p:nvSpPr>
          <p:cNvPr id="4" name="Title 3">
            <a:extLst>
              <a:ext uri="{FF2B5EF4-FFF2-40B4-BE49-F238E27FC236}">
                <a16:creationId xmlns:a16="http://schemas.microsoft.com/office/drawing/2014/main" id="{4A94FDBF-F928-39A0-14DD-CD6C3D041EA3}"/>
              </a:ext>
            </a:extLst>
          </p:cNvPr>
          <p:cNvSpPr>
            <a:spLocks noGrp="1"/>
          </p:cNvSpPr>
          <p:nvPr>
            <p:ph type="ctrTitle"/>
          </p:nvPr>
        </p:nvSpPr>
        <p:spPr/>
        <p:txBody>
          <a:bodyPr/>
          <a:lstStyle/>
          <a:p>
            <a:r>
              <a:rPr lang="en-ZA" dirty="0"/>
              <a:t>9. BESPOKE TEAM PHOTO ORGANISATION CHART</a:t>
            </a:r>
          </a:p>
        </p:txBody>
      </p:sp>
      <p:sp>
        <p:nvSpPr>
          <p:cNvPr id="5" name="Text Placeholder 4">
            <a:extLst>
              <a:ext uri="{FF2B5EF4-FFF2-40B4-BE49-F238E27FC236}">
                <a16:creationId xmlns:a16="http://schemas.microsoft.com/office/drawing/2014/main" id="{3EAC8E79-19B6-8B16-2DDA-F2FA75E3F9BC}"/>
              </a:ext>
            </a:extLst>
          </p:cNvPr>
          <p:cNvSpPr>
            <a:spLocks noGrp="1"/>
          </p:cNvSpPr>
          <p:nvPr>
            <p:ph type="body" sz="quarter" idx="64"/>
          </p:nvPr>
        </p:nvSpPr>
        <p:spPr>
          <a:xfrm>
            <a:off x="5617028" y="1524008"/>
            <a:ext cx="2056108" cy="152349"/>
          </a:xfrm>
        </p:spPr>
        <p:txBody>
          <a:bodyPr/>
          <a:lstStyle/>
          <a:p>
            <a:r>
              <a:rPr lang="en-ZA" dirty="0"/>
              <a:t>NAME SURNAME</a:t>
            </a:r>
          </a:p>
        </p:txBody>
      </p:sp>
      <p:sp>
        <p:nvSpPr>
          <p:cNvPr id="6" name="Text Placeholder 5">
            <a:extLst>
              <a:ext uri="{FF2B5EF4-FFF2-40B4-BE49-F238E27FC236}">
                <a16:creationId xmlns:a16="http://schemas.microsoft.com/office/drawing/2014/main" id="{1BF761A9-6451-5938-564D-4807BA882E31}"/>
              </a:ext>
            </a:extLst>
          </p:cNvPr>
          <p:cNvSpPr>
            <a:spLocks noGrp="1"/>
          </p:cNvSpPr>
          <p:nvPr>
            <p:ph type="body" sz="quarter" idx="65"/>
          </p:nvPr>
        </p:nvSpPr>
        <p:spPr>
          <a:xfrm>
            <a:off x="5617028" y="1776647"/>
            <a:ext cx="2056108" cy="152349"/>
          </a:xfrm>
        </p:spPr>
        <p:txBody>
          <a:bodyPr/>
          <a:lstStyle/>
          <a:p>
            <a:r>
              <a:rPr lang="en-ZA" dirty="0"/>
              <a:t>Title or Designation</a:t>
            </a:r>
          </a:p>
        </p:txBody>
      </p:sp>
      <p:sp>
        <p:nvSpPr>
          <p:cNvPr id="7" name="Text Placeholder 6">
            <a:extLst>
              <a:ext uri="{FF2B5EF4-FFF2-40B4-BE49-F238E27FC236}">
                <a16:creationId xmlns:a16="http://schemas.microsoft.com/office/drawing/2014/main" id="{B69A61FA-EB7D-9146-C732-9724B155F3B8}"/>
              </a:ext>
            </a:extLst>
          </p:cNvPr>
          <p:cNvSpPr>
            <a:spLocks noGrp="1"/>
          </p:cNvSpPr>
          <p:nvPr>
            <p:ph type="body" sz="quarter" idx="72"/>
          </p:nvPr>
        </p:nvSpPr>
        <p:spPr>
          <a:xfrm>
            <a:off x="586842" y="5806318"/>
            <a:ext cx="1602213" cy="205625"/>
          </a:xfrm>
        </p:spPr>
        <p:txBody>
          <a:bodyPr/>
          <a:lstStyle/>
          <a:p>
            <a:r>
              <a:rPr lang="en-ZA" dirty="0"/>
              <a:t>NAME SURNAME</a:t>
            </a:r>
          </a:p>
        </p:txBody>
      </p:sp>
      <p:sp>
        <p:nvSpPr>
          <p:cNvPr id="8" name="Text Placeholder 7">
            <a:extLst>
              <a:ext uri="{FF2B5EF4-FFF2-40B4-BE49-F238E27FC236}">
                <a16:creationId xmlns:a16="http://schemas.microsoft.com/office/drawing/2014/main" id="{7AEB6CDF-DE98-9184-D263-24E4F1D61F9F}"/>
              </a:ext>
            </a:extLst>
          </p:cNvPr>
          <p:cNvSpPr>
            <a:spLocks noGrp="1"/>
          </p:cNvSpPr>
          <p:nvPr>
            <p:ph type="body" sz="quarter" idx="73"/>
          </p:nvPr>
        </p:nvSpPr>
        <p:spPr>
          <a:xfrm>
            <a:off x="586210" y="6013635"/>
            <a:ext cx="1603476" cy="170816"/>
          </a:xfrm>
        </p:spPr>
        <p:txBody>
          <a:bodyPr/>
          <a:lstStyle/>
          <a:p>
            <a:r>
              <a:rPr lang="en-ZA" dirty="0"/>
              <a:t>Title or Designation</a:t>
            </a:r>
          </a:p>
        </p:txBody>
      </p:sp>
      <p:sp>
        <p:nvSpPr>
          <p:cNvPr id="9" name="Picture Placeholder 8">
            <a:extLst>
              <a:ext uri="{FF2B5EF4-FFF2-40B4-BE49-F238E27FC236}">
                <a16:creationId xmlns:a16="http://schemas.microsoft.com/office/drawing/2014/main" id="{9F9BB072-6C28-6546-8EDB-7341C41295B0}"/>
              </a:ext>
            </a:extLst>
          </p:cNvPr>
          <p:cNvSpPr>
            <a:spLocks noGrp="1"/>
          </p:cNvSpPr>
          <p:nvPr>
            <p:ph type="pic" sz="quarter" idx="84"/>
          </p:nvPr>
        </p:nvSpPr>
        <p:spPr/>
        <p:txBody>
          <a:bodyPr/>
          <a:lstStyle/>
          <a:p>
            <a:endParaRPr lang="en-ZA"/>
          </a:p>
        </p:txBody>
      </p:sp>
      <p:sp>
        <p:nvSpPr>
          <p:cNvPr id="10" name="Text Placeholder 9">
            <a:extLst>
              <a:ext uri="{FF2B5EF4-FFF2-40B4-BE49-F238E27FC236}">
                <a16:creationId xmlns:a16="http://schemas.microsoft.com/office/drawing/2014/main" id="{C8793115-67C5-66FC-1F9D-29E8E85E1C3D}"/>
              </a:ext>
            </a:extLst>
          </p:cNvPr>
          <p:cNvSpPr>
            <a:spLocks noGrp="1"/>
          </p:cNvSpPr>
          <p:nvPr>
            <p:ph type="body" sz="quarter" idx="85"/>
          </p:nvPr>
        </p:nvSpPr>
        <p:spPr>
          <a:xfrm>
            <a:off x="1827532" y="3360537"/>
            <a:ext cx="2056108" cy="152349"/>
          </a:xfrm>
        </p:spPr>
        <p:txBody>
          <a:bodyPr/>
          <a:lstStyle/>
          <a:p>
            <a:r>
              <a:rPr lang="en-ZA" dirty="0"/>
              <a:t>NAME SURNAME</a:t>
            </a:r>
          </a:p>
        </p:txBody>
      </p:sp>
      <p:sp>
        <p:nvSpPr>
          <p:cNvPr id="11" name="Text Placeholder 10">
            <a:extLst>
              <a:ext uri="{FF2B5EF4-FFF2-40B4-BE49-F238E27FC236}">
                <a16:creationId xmlns:a16="http://schemas.microsoft.com/office/drawing/2014/main" id="{C04D46D2-4941-F87F-24C7-2C367BC331E2}"/>
              </a:ext>
            </a:extLst>
          </p:cNvPr>
          <p:cNvSpPr>
            <a:spLocks noGrp="1"/>
          </p:cNvSpPr>
          <p:nvPr>
            <p:ph type="body" sz="quarter" idx="86"/>
          </p:nvPr>
        </p:nvSpPr>
        <p:spPr>
          <a:xfrm>
            <a:off x="1827532" y="3613176"/>
            <a:ext cx="2056108" cy="152349"/>
          </a:xfrm>
        </p:spPr>
        <p:txBody>
          <a:bodyPr/>
          <a:lstStyle/>
          <a:p>
            <a:r>
              <a:rPr lang="en-ZA" dirty="0"/>
              <a:t>Title or Designation</a:t>
            </a:r>
          </a:p>
        </p:txBody>
      </p:sp>
      <p:sp>
        <p:nvSpPr>
          <p:cNvPr id="12" name="Picture Placeholder 11">
            <a:extLst>
              <a:ext uri="{FF2B5EF4-FFF2-40B4-BE49-F238E27FC236}">
                <a16:creationId xmlns:a16="http://schemas.microsoft.com/office/drawing/2014/main" id="{E8C6D964-267C-74EB-3290-1C06B47E0523}"/>
              </a:ext>
            </a:extLst>
          </p:cNvPr>
          <p:cNvSpPr>
            <a:spLocks noGrp="1"/>
          </p:cNvSpPr>
          <p:nvPr>
            <p:ph type="pic" sz="quarter" idx="87"/>
          </p:nvPr>
        </p:nvSpPr>
        <p:spPr/>
        <p:txBody>
          <a:bodyPr/>
          <a:lstStyle/>
          <a:p>
            <a:endParaRPr lang="en-ZA"/>
          </a:p>
        </p:txBody>
      </p:sp>
      <p:sp>
        <p:nvSpPr>
          <p:cNvPr id="13" name="Text Placeholder 12">
            <a:extLst>
              <a:ext uri="{FF2B5EF4-FFF2-40B4-BE49-F238E27FC236}">
                <a16:creationId xmlns:a16="http://schemas.microsoft.com/office/drawing/2014/main" id="{226EB738-9DAD-0BFA-943F-E598DD0E50B0}"/>
              </a:ext>
            </a:extLst>
          </p:cNvPr>
          <p:cNvSpPr>
            <a:spLocks noGrp="1"/>
          </p:cNvSpPr>
          <p:nvPr>
            <p:ph type="body" sz="quarter" idx="95"/>
          </p:nvPr>
        </p:nvSpPr>
        <p:spPr>
          <a:xfrm>
            <a:off x="2444701" y="5806318"/>
            <a:ext cx="1602213" cy="205625"/>
          </a:xfrm>
        </p:spPr>
        <p:txBody>
          <a:bodyPr/>
          <a:lstStyle/>
          <a:p>
            <a:r>
              <a:rPr lang="en-ZA" dirty="0"/>
              <a:t>NAME SURNAME</a:t>
            </a:r>
          </a:p>
        </p:txBody>
      </p:sp>
      <p:sp>
        <p:nvSpPr>
          <p:cNvPr id="14" name="Text Placeholder 13">
            <a:extLst>
              <a:ext uri="{FF2B5EF4-FFF2-40B4-BE49-F238E27FC236}">
                <a16:creationId xmlns:a16="http://schemas.microsoft.com/office/drawing/2014/main" id="{02A8A0E0-A970-B1E9-6AC1-39285D13F207}"/>
              </a:ext>
            </a:extLst>
          </p:cNvPr>
          <p:cNvSpPr>
            <a:spLocks noGrp="1"/>
          </p:cNvSpPr>
          <p:nvPr>
            <p:ph type="body" sz="quarter" idx="96"/>
          </p:nvPr>
        </p:nvSpPr>
        <p:spPr>
          <a:xfrm>
            <a:off x="2444069" y="6013635"/>
            <a:ext cx="1603476" cy="170816"/>
          </a:xfrm>
        </p:spPr>
        <p:txBody>
          <a:bodyPr/>
          <a:lstStyle/>
          <a:p>
            <a:r>
              <a:rPr lang="en-ZA" dirty="0"/>
              <a:t>Title or Designation</a:t>
            </a:r>
          </a:p>
        </p:txBody>
      </p:sp>
      <p:sp>
        <p:nvSpPr>
          <p:cNvPr id="15" name="Picture Placeholder 14">
            <a:extLst>
              <a:ext uri="{FF2B5EF4-FFF2-40B4-BE49-F238E27FC236}">
                <a16:creationId xmlns:a16="http://schemas.microsoft.com/office/drawing/2014/main" id="{B449E861-4D3B-0FFE-2914-5317D68F997F}"/>
              </a:ext>
            </a:extLst>
          </p:cNvPr>
          <p:cNvSpPr>
            <a:spLocks noGrp="1"/>
          </p:cNvSpPr>
          <p:nvPr>
            <p:ph type="pic" sz="quarter" idx="98"/>
          </p:nvPr>
        </p:nvSpPr>
        <p:spPr/>
        <p:txBody>
          <a:bodyPr/>
          <a:lstStyle/>
          <a:p>
            <a:endParaRPr lang="en-ZA"/>
          </a:p>
        </p:txBody>
      </p:sp>
      <p:sp>
        <p:nvSpPr>
          <p:cNvPr id="16" name="Picture Placeholder 15">
            <a:extLst>
              <a:ext uri="{FF2B5EF4-FFF2-40B4-BE49-F238E27FC236}">
                <a16:creationId xmlns:a16="http://schemas.microsoft.com/office/drawing/2014/main" id="{2F6429C4-7F43-01B8-E506-3A86711E28BE}"/>
              </a:ext>
            </a:extLst>
          </p:cNvPr>
          <p:cNvSpPr>
            <a:spLocks noGrp="1"/>
          </p:cNvSpPr>
          <p:nvPr>
            <p:ph type="pic" sz="quarter" idx="99"/>
          </p:nvPr>
        </p:nvSpPr>
        <p:spPr/>
        <p:txBody>
          <a:bodyPr/>
          <a:lstStyle/>
          <a:p>
            <a:endParaRPr lang="en-ZA"/>
          </a:p>
        </p:txBody>
      </p:sp>
      <p:sp>
        <p:nvSpPr>
          <p:cNvPr id="17" name="Text Placeholder 16">
            <a:extLst>
              <a:ext uri="{FF2B5EF4-FFF2-40B4-BE49-F238E27FC236}">
                <a16:creationId xmlns:a16="http://schemas.microsoft.com/office/drawing/2014/main" id="{8AA2E9CF-D14E-F86F-9C15-A3745C52B645}"/>
              </a:ext>
            </a:extLst>
          </p:cNvPr>
          <p:cNvSpPr>
            <a:spLocks noGrp="1"/>
          </p:cNvSpPr>
          <p:nvPr>
            <p:ph type="body" sz="quarter" idx="100"/>
          </p:nvPr>
        </p:nvSpPr>
        <p:spPr>
          <a:xfrm>
            <a:off x="4390760" y="5806318"/>
            <a:ext cx="1602213" cy="205625"/>
          </a:xfrm>
        </p:spPr>
        <p:txBody>
          <a:bodyPr/>
          <a:lstStyle/>
          <a:p>
            <a:r>
              <a:rPr lang="en-ZA" dirty="0"/>
              <a:t>NAME SURNAME</a:t>
            </a:r>
          </a:p>
        </p:txBody>
      </p:sp>
      <p:sp>
        <p:nvSpPr>
          <p:cNvPr id="18" name="Text Placeholder 17">
            <a:extLst>
              <a:ext uri="{FF2B5EF4-FFF2-40B4-BE49-F238E27FC236}">
                <a16:creationId xmlns:a16="http://schemas.microsoft.com/office/drawing/2014/main" id="{2C08671F-C06C-8A80-C201-B48390BCA1D8}"/>
              </a:ext>
            </a:extLst>
          </p:cNvPr>
          <p:cNvSpPr>
            <a:spLocks noGrp="1"/>
          </p:cNvSpPr>
          <p:nvPr>
            <p:ph type="body" sz="quarter" idx="101"/>
          </p:nvPr>
        </p:nvSpPr>
        <p:spPr>
          <a:xfrm>
            <a:off x="4390128" y="6013635"/>
            <a:ext cx="1603476" cy="170816"/>
          </a:xfrm>
        </p:spPr>
        <p:txBody>
          <a:bodyPr/>
          <a:lstStyle/>
          <a:p>
            <a:r>
              <a:rPr lang="en-ZA" dirty="0"/>
              <a:t>Title or Designation</a:t>
            </a:r>
          </a:p>
        </p:txBody>
      </p:sp>
      <p:sp>
        <p:nvSpPr>
          <p:cNvPr id="19" name="Text Placeholder 18">
            <a:extLst>
              <a:ext uri="{FF2B5EF4-FFF2-40B4-BE49-F238E27FC236}">
                <a16:creationId xmlns:a16="http://schemas.microsoft.com/office/drawing/2014/main" id="{F4DB3FA8-C0DB-A3E5-255E-B856874EA612}"/>
              </a:ext>
            </a:extLst>
          </p:cNvPr>
          <p:cNvSpPr>
            <a:spLocks noGrp="1"/>
          </p:cNvSpPr>
          <p:nvPr>
            <p:ph type="body" sz="quarter" idx="102"/>
          </p:nvPr>
        </p:nvSpPr>
        <p:spPr>
          <a:xfrm>
            <a:off x="5631450" y="3360537"/>
            <a:ext cx="2056108" cy="152349"/>
          </a:xfrm>
        </p:spPr>
        <p:txBody>
          <a:bodyPr/>
          <a:lstStyle/>
          <a:p>
            <a:r>
              <a:rPr lang="en-ZA" dirty="0"/>
              <a:t>NAME SURNAME</a:t>
            </a:r>
          </a:p>
        </p:txBody>
      </p:sp>
      <p:sp>
        <p:nvSpPr>
          <p:cNvPr id="20" name="Text Placeholder 19">
            <a:extLst>
              <a:ext uri="{FF2B5EF4-FFF2-40B4-BE49-F238E27FC236}">
                <a16:creationId xmlns:a16="http://schemas.microsoft.com/office/drawing/2014/main" id="{9F56100F-7601-3CF7-DE99-00DFFA719501}"/>
              </a:ext>
            </a:extLst>
          </p:cNvPr>
          <p:cNvSpPr>
            <a:spLocks noGrp="1"/>
          </p:cNvSpPr>
          <p:nvPr>
            <p:ph type="body" sz="quarter" idx="103"/>
          </p:nvPr>
        </p:nvSpPr>
        <p:spPr>
          <a:xfrm>
            <a:off x="5631450" y="3613176"/>
            <a:ext cx="2056108" cy="152349"/>
          </a:xfrm>
        </p:spPr>
        <p:txBody>
          <a:bodyPr/>
          <a:lstStyle/>
          <a:p>
            <a:r>
              <a:rPr lang="en-ZA" dirty="0"/>
              <a:t>Title or Designation</a:t>
            </a:r>
          </a:p>
        </p:txBody>
      </p:sp>
      <p:sp>
        <p:nvSpPr>
          <p:cNvPr id="21" name="Picture Placeholder 20">
            <a:extLst>
              <a:ext uri="{FF2B5EF4-FFF2-40B4-BE49-F238E27FC236}">
                <a16:creationId xmlns:a16="http://schemas.microsoft.com/office/drawing/2014/main" id="{65057390-3161-964D-7336-A51753755CFD}"/>
              </a:ext>
            </a:extLst>
          </p:cNvPr>
          <p:cNvSpPr>
            <a:spLocks noGrp="1"/>
          </p:cNvSpPr>
          <p:nvPr>
            <p:ph type="pic" sz="quarter" idx="104"/>
          </p:nvPr>
        </p:nvSpPr>
        <p:spPr/>
        <p:txBody>
          <a:bodyPr/>
          <a:lstStyle/>
          <a:p>
            <a:endParaRPr lang="en-ZA"/>
          </a:p>
        </p:txBody>
      </p:sp>
      <p:sp>
        <p:nvSpPr>
          <p:cNvPr id="22" name="Text Placeholder 21">
            <a:extLst>
              <a:ext uri="{FF2B5EF4-FFF2-40B4-BE49-F238E27FC236}">
                <a16:creationId xmlns:a16="http://schemas.microsoft.com/office/drawing/2014/main" id="{0960CB49-2F13-1037-5821-0575A3C3D864}"/>
              </a:ext>
            </a:extLst>
          </p:cNvPr>
          <p:cNvSpPr>
            <a:spLocks noGrp="1"/>
          </p:cNvSpPr>
          <p:nvPr>
            <p:ph type="body" sz="quarter" idx="105"/>
          </p:nvPr>
        </p:nvSpPr>
        <p:spPr>
          <a:xfrm>
            <a:off x="6248619" y="5806318"/>
            <a:ext cx="1602213" cy="205625"/>
          </a:xfrm>
        </p:spPr>
        <p:txBody>
          <a:bodyPr/>
          <a:lstStyle/>
          <a:p>
            <a:r>
              <a:rPr lang="en-ZA" dirty="0"/>
              <a:t>NAME SURNAME</a:t>
            </a:r>
          </a:p>
        </p:txBody>
      </p:sp>
      <p:sp>
        <p:nvSpPr>
          <p:cNvPr id="23" name="Text Placeholder 22">
            <a:extLst>
              <a:ext uri="{FF2B5EF4-FFF2-40B4-BE49-F238E27FC236}">
                <a16:creationId xmlns:a16="http://schemas.microsoft.com/office/drawing/2014/main" id="{66C1BA03-0848-925E-57AF-964EC211644B}"/>
              </a:ext>
            </a:extLst>
          </p:cNvPr>
          <p:cNvSpPr>
            <a:spLocks noGrp="1"/>
          </p:cNvSpPr>
          <p:nvPr>
            <p:ph type="body" sz="quarter" idx="106"/>
          </p:nvPr>
        </p:nvSpPr>
        <p:spPr>
          <a:xfrm>
            <a:off x="6247987" y="6013635"/>
            <a:ext cx="1603476" cy="170816"/>
          </a:xfrm>
        </p:spPr>
        <p:txBody>
          <a:bodyPr/>
          <a:lstStyle/>
          <a:p>
            <a:r>
              <a:rPr lang="en-ZA" dirty="0"/>
              <a:t>Title or Designation</a:t>
            </a:r>
          </a:p>
        </p:txBody>
      </p:sp>
      <p:sp>
        <p:nvSpPr>
          <p:cNvPr id="24" name="Picture Placeholder 23">
            <a:extLst>
              <a:ext uri="{FF2B5EF4-FFF2-40B4-BE49-F238E27FC236}">
                <a16:creationId xmlns:a16="http://schemas.microsoft.com/office/drawing/2014/main" id="{8550FFBD-5329-C1F0-43E6-0D6AEDAFB806}"/>
              </a:ext>
            </a:extLst>
          </p:cNvPr>
          <p:cNvSpPr>
            <a:spLocks noGrp="1"/>
          </p:cNvSpPr>
          <p:nvPr>
            <p:ph type="pic" sz="quarter" idx="107"/>
          </p:nvPr>
        </p:nvSpPr>
        <p:spPr/>
        <p:txBody>
          <a:bodyPr/>
          <a:lstStyle/>
          <a:p>
            <a:endParaRPr lang="en-ZA"/>
          </a:p>
        </p:txBody>
      </p:sp>
      <p:sp>
        <p:nvSpPr>
          <p:cNvPr id="25" name="Picture Placeholder 24">
            <a:extLst>
              <a:ext uri="{FF2B5EF4-FFF2-40B4-BE49-F238E27FC236}">
                <a16:creationId xmlns:a16="http://schemas.microsoft.com/office/drawing/2014/main" id="{DDA20D00-18DA-1579-D6F4-A492E40F55B0}"/>
              </a:ext>
            </a:extLst>
          </p:cNvPr>
          <p:cNvSpPr>
            <a:spLocks noGrp="1"/>
          </p:cNvSpPr>
          <p:nvPr>
            <p:ph type="pic" sz="quarter" idx="108"/>
          </p:nvPr>
        </p:nvSpPr>
        <p:spPr/>
        <p:txBody>
          <a:bodyPr/>
          <a:lstStyle/>
          <a:p>
            <a:endParaRPr lang="en-ZA"/>
          </a:p>
        </p:txBody>
      </p:sp>
      <p:sp>
        <p:nvSpPr>
          <p:cNvPr id="26" name="Text Placeholder 25">
            <a:extLst>
              <a:ext uri="{FF2B5EF4-FFF2-40B4-BE49-F238E27FC236}">
                <a16:creationId xmlns:a16="http://schemas.microsoft.com/office/drawing/2014/main" id="{D943B157-D9EB-54A4-D2E6-DFF750E6B836}"/>
              </a:ext>
            </a:extLst>
          </p:cNvPr>
          <p:cNvSpPr>
            <a:spLocks noGrp="1"/>
          </p:cNvSpPr>
          <p:nvPr>
            <p:ph type="body" sz="quarter" idx="109"/>
          </p:nvPr>
        </p:nvSpPr>
        <p:spPr>
          <a:xfrm>
            <a:off x="8178589" y="5806318"/>
            <a:ext cx="1602213" cy="205625"/>
          </a:xfrm>
        </p:spPr>
        <p:txBody>
          <a:bodyPr/>
          <a:lstStyle/>
          <a:p>
            <a:r>
              <a:rPr lang="en-ZA" dirty="0"/>
              <a:t>NAME SURNAME</a:t>
            </a:r>
          </a:p>
        </p:txBody>
      </p:sp>
      <p:sp>
        <p:nvSpPr>
          <p:cNvPr id="27" name="Text Placeholder 26">
            <a:extLst>
              <a:ext uri="{FF2B5EF4-FFF2-40B4-BE49-F238E27FC236}">
                <a16:creationId xmlns:a16="http://schemas.microsoft.com/office/drawing/2014/main" id="{0A384B2D-8E12-83CA-D439-C531C75607B1}"/>
              </a:ext>
            </a:extLst>
          </p:cNvPr>
          <p:cNvSpPr>
            <a:spLocks noGrp="1"/>
          </p:cNvSpPr>
          <p:nvPr>
            <p:ph type="body" sz="quarter" idx="110"/>
          </p:nvPr>
        </p:nvSpPr>
        <p:spPr>
          <a:xfrm>
            <a:off x="8177957" y="6013635"/>
            <a:ext cx="1603476" cy="170816"/>
          </a:xfrm>
        </p:spPr>
        <p:txBody>
          <a:bodyPr/>
          <a:lstStyle/>
          <a:p>
            <a:r>
              <a:rPr lang="en-ZA" dirty="0"/>
              <a:t>Title or Designation</a:t>
            </a:r>
          </a:p>
        </p:txBody>
      </p:sp>
      <p:sp>
        <p:nvSpPr>
          <p:cNvPr id="28" name="Text Placeholder 27">
            <a:extLst>
              <a:ext uri="{FF2B5EF4-FFF2-40B4-BE49-F238E27FC236}">
                <a16:creationId xmlns:a16="http://schemas.microsoft.com/office/drawing/2014/main" id="{525FEB6E-57D5-E8D7-F251-4638D8499104}"/>
              </a:ext>
            </a:extLst>
          </p:cNvPr>
          <p:cNvSpPr>
            <a:spLocks noGrp="1"/>
          </p:cNvSpPr>
          <p:nvPr>
            <p:ph type="body" sz="quarter" idx="111"/>
          </p:nvPr>
        </p:nvSpPr>
        <p:spPr>
          <a:xfrm>
            <a:off x="9419279" y="3360537"/>
            <a:ext cx="2056108" cy="152349"/>
          </a:xfrm>
        </p:spPr>
        <p:txBody>
          <a:bodyPr/>
          <a:lstStyle/>
          <a:p>
            <a:r>
              <a:rPr lang="en-ZA" dirty="0"/>
              <a:t>NAME SURNAME</a:t>
            </a:r>
          </a:p>
        </p:txBody>
      </p:sp>
      <p:sp>
        <p:nvSpPr>
          <p:cNvPr id="29" name="Text Placeholder 28">
            <a:extLst>
              <a:ext uri="{FF2B5EF4-FFF2-40B4-BE49-F238E27FC236}">
                <a16:creationId xmlns:a16="http://schemas.microsoft.com/office/drawing/2014/main" id="{F73E1A56-1F38-F3B0-A292-D185AA685506}"/>
              </a:ext>
            </a:extLst>
          </p:cNvPr>
          <p:cNvSpPr>
            <a:spLocks noGrp="1"/>
          </p:cNvSpPr>
          <p:nvPr>
            <p:ph type="body" sz="quarter" idx="112"/>
          </p:nvPr>
        </p:nvSpPr>
        <p:spPr>
          <a:xfrm>
            <a:off x="9419279" y="3613176"/>
            <a:ext cx="2056108" cy="152349"/>
          </a:xfrm>
        </p:spPr>
        <p:txBody>
          <a:bodyPr/>
          <a:lstStyle/>
          <a:p>
            <a:r>
              <a:rPr lang="en-ZA" dirty="0"/>
              <a:t>Title or Designation</a:t>
            </a:r>
          </a:p>
        </p:txBody>
      </p:sp>
      <p:sp>
        <p:nvSpPr>
          <p:cNvPr id="30" name="Picture Placeholder 29">
            <a:extLst>
              <a:ext uri="{FF2B5EF4-FFF2-40B4-BE49-F238E27FC236}">
                <a16:creationId xmlns:a16="http://schemas.microsoft.com/office/drawing/2014/main" id="{B2F31611-DB70-4928-203B-14831CC46327}"/>
              </a:ext>
            </a:extLst>
          </p:cNvPr>
          <p:cNvSpPr>
            <a:spLocks noGrp="1"/>
          </p:cNvSpPr>
          <p:nvPr>
            <p:ph type="pic" sz="quarter" idx="113"/>
          </p:nvPr>
        </p:nvSpPr>
        <p:spPr/>
        <p:txBody>
          <a:bodyPr/>
          <a:lstStyle/>
          <a:p>
            <a:endParaRPr lang="en-ZA"/>
          </a:p>
        </p:txBody>
      </p:sp>
      <p:sp>
        <p:nvSpPr>
          <p:cNvPr id="31" name="Text Placeholder 30">
            <a:extLst>
              <a:ext uri="{FF2B5EF4-FFF2-40B4-BE49-F238E27FC236}">
                <a16:creationId xmlns:a16="http://schemas.microsoft.com/office/drawing/2014/main" id="{AB0AE8D0-E421-EDB1-D083-CDAF8B50DB28}"/>
              </a:ext>
            </a:extLst>
          </p:cNvPr>
          <p:cNvSpPr>
            <a:spLocks noGrp="1"/>
          </p:cNvSpPr>
          <p:nvPr>
            <p:ph type="body" sz="quarter" idx="114"/>
          </p:nvPr>
        </p:nvSpPr>
        <p:spPr>
          <a:xfrm>
            <a:off x="10036448" y="5806318"/>
            <a:ext cx="1602213" cy="205625"/>
          </a:xfrm>
        </p:spPr>
        <p:txBody>
          <a:bodyPr/>
          <a:lstStyle/>
          <a:p>
            <a:r>
              <a:rPr lang="en-ZA" dirty="0"/>
              <a:t>NAME SURNAME</a:t>
            </a:r>
          </a:p>
        </p:txBody>
      </p:sp>
      <p:sp>
        <p:nvSpPr>
          <p:cNvPr id="32" name="Text Placeholder 31">
            <a:extLst>
              <a:ext uri="{FF2B5EF4-FFF2-40B4-BE49-F238E27FC236}">
                <a16:creationId xmlns:a16="http://schemas.microsoft.com/office/drawing/2014/main" id="{9ED54C5D-0530-3101-1657-E78A5964547F}"/>
              </a:ext>
            </a:extLst>
          </p:cNvPr>
          <p:cNvSpPr>
            <a:spLocks noGrp="1"/>
          </p:cNvSpPr>
          <p:nvPr>
            <p:ph type="body" sz="quarter" idx="115"/>
          </p:nvPr>
        </p:nvSpPr>
        <p:spPr>
          <a:xfrm>
            <a:off x="10035816" y="6013635"/>
            <a:ext cx="1603476" cy="170816"/>
          </a:xfrm>
        </p:spPr>
        <p:txBody>
          <a:bodyPr/>
          <a:lstStyle/>
          <a:p>
            <a:r>
              <a:rPr lang="en-ZA" dirty="0"/>
              <a:t>Title or Designation</a:t>
            </a:r>
          </a:p>
        </p:txBody>
      </p:sp>
    </p:spTree>
    <p:extLst>
      <p:ext uri="{BB962C8B-B14F-4D97-AF65-F5344CB8AC3E}">
        <p14:creationId xmlns:p14="http://schemas.microsoft.com/office/powerpoint/2010/main" val="213268139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p07.s11">
    <p:spTree>
      <p:nvGrpSpPr>
        <p:cNvPr id="1" name=""/>
        <p:cNvGrpSpPr/>
        <p:nvPr/>
      </p:nvGrpSpPr>
      <p:grpSpPr>
        <a:xfrm>
          <a:off x="0" y="0"/>
          <a:ext cx="0" cy="0"/>
          <a:chOff x="0" y="0"/>
          <a:chExt cx="0" cy="0"/>
        </a:xfrm>
      </p:grpSpPr>
      <p:pic>
        <p:nvPicPr>
          <p:cNvPr id="38" name="Picture Placeholder 37" descr="A black person silhouette on a gray background&#10;&#10;Description automatically generated">
            <a:extLst>
              <a:ext uri="{FF2B5EF4-FFF2-40B4-BE49-F238E27FC236}">
                <a16:creationId xmlns:a16="http://schemas.microsoft.com/office/drawing/2014/main" id="{87160813-E270-B279-C037-BE03A50D17A9}"/>
              </a:ext>
            </a:extLst>
          </p:cNvPr>
          <p:cNvPicPr>
            <a:picLocks noGrp="1" noChangeAspect="1"/>
          </p:cNvPicPr>
          <p:nvPr>
            <p:ph type="pic" sz="quarter" idx="94"/>
          </p:nvPr>
        </p:nvPicPr>
        <p:blipFill>
          <a:blip r:embed="rId2">
            <a:extLst>
              <a:ext uri="{28A0092B-C50C-407E-A947-70E740481C1C}">
                <a14:useLocalDpi xmlns:a14="http://schemas.microsoft.com/office/drawing/2010/main" val="0"/>
              </a:ext>
            </a:extLst>
          </a:blip>
          <a:srcRect/>
          <a:stretch>
            <a:fillRect/>
          </a:stretch>
        </p:blipFill>
        <p:spPr/>
      </p:pic>
      <p:pic>
        <p:nvPicPr>
          <p:cNvPr id="48" name="Picture Placeholder 47" descr="A black person silhouette on a gray background&#10;&#10;Description automatically generated">
            <a:extLst>
              <a:ext uri="{FF2B5EF4-FFF2-40B4-BE49-F238E27FC236}">
                <a16:creationId xmlns:a16="http://schemas.microsoft.com/office/drawing/2014/main" id="{0FDFC6A8-0DBD-E1A3-3E7B-A6E31464C808}"/>
              </a:ext>
            </a:extLst>
          </p:cNvPr>
          <p:cNvPicPr>
            <a:picLocks noGrp="1" noChangeAspect="1"/>
          </p:cNvPicPr>
          <p:nvPr>
            <p:ph type="pic" sz="quarter" idx="97"/>
          </p:nvPr>
        </p:nvPicPr>
        <p:blipFill>
          <a:blip r:embed="rId2">
            <a:extLst>
              <a:ext uri="{28A0092B-C50C-407E-A947-70E740481C1C}">
                <a14:useLocalDpi xmlns:a14="http://schemas.microsoft.com/office/drawing/2010/main" val="0"/>
              </a:ext>
            </a:extLst>
          </a:blip>
          <a:srcRect/>
          <a:stretch>
            <a:fillRect/>
          </a:stretch>
        </p:blipFill>
        <p:spPr/>
      </p:pic>
      <p:sp>
        <p:nvSpPr>
          <p:cNvPr id="4" name="Title 3">
            <a:extLst>
              <a:ext uri="{FF2B5EF4-FFF2-40B4-BE49-F238E27FC236}">
                <a16:creationId xmlns:a16="http://schemas.microsoft.com/office/drawing/2014/main" id="{25F7E3BA-5D22-98C9-E34D-3ECBD04F384D}"/>
              </a:ext>
            </a:extLst>
          </p:cNvPr>
          <p:cNvSpPr>
            <a:spLocks noGrp="1"/>
          </p:cNvSpPr>
          <p:nvPr>
            <p:ph type="ctrTitle"/>
          </p:nvPr>
        </p:nvSpPr>
        <p:spPr/>
        <p:txBody>
          <a:bodyPr/>
          <a:lstStyle/>
          <a:p>
            <a:r>
              <a:rPr lang="en-ZA" dirty="0"/>
              <a:t>9. BESPOKE TEAM PHOTO ORGANISATION CHART</a:t>
            </a:r>
          </a:p>
        </p:txBody>
      </p:sp>
      <p:sp>
        <p:nvSpPr>
          <p:cNvPr id="5" name="Text Placeholder 4">
            <a:extLst>
              <a:ext uri="{FF2B5EF4-FFF2-40B4-BE49-F238E27FC236}">
                <a16:creationId xmlns:a16="http://schemas.microsoft.com/office/drawing/2014/main" id="{00BFB3D1-792A-49BD-49BA-EE3D8CCA674C}"/>
              </a:ext>
            </a:extLst>
          </p:cNvPr>
          <p:cNvSpPr>
            <a:spLocks noGrp="1"/>
          </p:cNvSpPr>
          <p:nvPr>
            <p:ph type="body" sz="quarter" idx="64"/>
          </p:nvPr>
        </p:nvSpPr>
        <p:spPr/>
        <p:txBody>
          <a:bodyPr/>
          <a:lstStyle/>
          <a:p>
            <a:r>
              <a:rPr lang="en-ZA" dirty="0"/>
              <a:t>NAME SURNAME</a:t>
            </a:r>
          </a:p>
        </p:txBody>
      </p:sp>
      <p:sp>
        <p:nvSpPr>
          <p:cNvPr id="6" name="Text Placeholder 5">
            <a:extLst>
              <a:ext uri="{FF2B5EF4-FFF2-40B4-BE49-F238E27FC236}">
                <a16:creationId xmlns:a16="http://schemas.microsoft.com/office/drawing/2014/main" id="{8C978936-9A9D-D13B-78EB-7C9F4D51BB4C}"/>
              </a:ext>
            </a:extLst>
          </p:cNvPr>
          <p:cNvSpPr>
            <a:spLocks noGrp="1"/>
          </p:cNvSpPr>
          <p:nvPr>
            <p:ph type="body" sz="quarter" idx="65"/>
          </p:nvPr>
        </p:nvSpPr>
        <p:spPr/>
        <p:txBody>
          <a:bodyPr/>
          <a:lstStyle/>
          <a:p>
            <a:r>
              <a:rPr lang="en-ZA" dirty="0"/>
              <a:t>Title or Designation</a:t>
            </a:r>
          </a:p>
        </p:txBody>
      </p:sp>
      <p:sp>
        <p:nvSpPr>
          <p:cNvPr id="7" name="Text Placeholder 6">
            <a:extLst>
              <a:ext uri="{FF2B5EF4-FFF2-40B4-BE49-F238E27FC236}">
                <a16:creationId xmlns:a16="http://schemas.microsoft.com/office/drawing/2014/main" id="{FA52DAE5-63C8-A0B8-6BFA-651A5520E5FF}"/>
              </a:ext>
            </a:extLst>
          </p:cNvPr>
          <p:cNvSpPr>
            <a:spLocks noGrp="1"/>
          </p:cNvSpPr>
          <p:nvPr>
            <p:ph type="body" sz="quarter" idx="72"/>
          </p:nvPr>
        </p:nvSpPr>
        <p:spPr/>
        <p:txBody>
          <a:bodyPr/>
          <a:lstStyle/>
          <a:p>
            <a:r>
              <a:rPr lang="en-ZA" dirty="0"/>
              <a:t>NAME SURNAME</a:t>
            </a:r>
          </a:p>
        </p:txBody>
      </p:sp>
      <p:sp>
        <p:nvSpPr>
          <p:cNvPr id="8" name="Text Placeholder 7">
            <a:extLst>
              <a:ext uri="{FF2B5EF4-FFF2-40B4-BE49-F238E27FC236}">
                <a16:creationId xmlns:a16="http://schemas.microsoft.com/office/drawing/2014/main" id="{D2AD85CB-D26C-18B0-556D-D89C957B7760}"/>
              </a:ext>
            </a:extLst>
          </p:cNvPr>
          <p:cNvSpPr>
            <a:spLocks noGrp="1"/>
          </p:cNvSpPr>
          <p:nvPr>
            <p:ph type="body" sz="quarter" idx="73"/>
          </p:nvPr>
        </p:nvSpPr>
        <p:spPr/>
        <p:txBody>
          <a:bodyPr/>
          <a:lstStyle/>
          <a:p>
            <a:r>
              <a:rPr lang="en-ZA" dirty="0"/>
              <a:t>Title or Designation</a:t>
            </a:r>
          </a:p>
        </p:txBody>
      </p:sp>
      <p:pic>
        <p:nvPicPr>
          <p:cNvPr id="34" name="Picture Placeholder 33" descr="A black person silhouette on a gray background&#10;&#10;Description automatically generated">
            <a:extLst>
              <a:ext uri="{FF2B5EF4-FFF2-40B4-BE49-F238E27FC236}">
                <a16:creationId xmlns:a16="http://schemas.microsoft.com/office/drawing/2014/main" id="{C9A121E2-3584-0332-AA7D-641DF41CFA7D}"/>
              </a:ext>
            </a:extLst>
          </p:cNvPr>
          <p:cNvPicPr>
            <a:picLocks noGrp="1" noChangeAspect="1"/>
          </p:cNvPicPr>
          <p:nvPr>
            <p:ph type="pic" sz="quarter" idx="84"/>
          </p:nvPr>
        </p:nvPicPr>
        <p:blipFill>
          <a:blip r:embed="rId2">
            <a:extLst>
              <a:ext uri="{28A0092B-C50C-407E-A947-70E740481C1C}">
                <a14:useLocalDpi xmlns:a14="http://schemas.microsoft.com/office/drawing/2010/main" val="0"/>
              </a:ext>
            </a:extLst>
          </a:blip>
          <a:srcRect/>
          <a:stretch>
            <a:fillRect/>
          </a:stretch>
        </p:blipFill>
        <p:spPr/>
      </p:pic>
      <p:sp>
        <p:nvSpPr>
          <p:cNvPr id="10" name="Text Placeholder 9">
            <a:extLst>
              <a:ext uri="{FF2B5EF4-FFF2-40B4-BE49-F238E27FC236}">
                <a16:creationId xmlns:a16="http://schemas.microsoft.com/office/drawing/2014/main" id="{B97AD30E-E346-3214-82CC-E57574041872}"/>
              </a:ext>
            </a:extLst>
          </p:cNvPr>
          <p:cNvSpPr>
            <a:spLocks noGrp="1"/>
          </p:cNvSpPr>
          <p:nvPr>
            <p:ph type="body" sz="quarter" idx="85"/>
          </p:nvPr>
        </p:nvSpPr>
        <p:spPr>
          <a:xfrm>
            <a:off x="1827532" y="3360537"/>
            <a:ext cx="2056108" cy="152349"/>
          </a:xfrm>
        </p:spPr>
        <p:txBody>
          <a:bodyPr/>
          <a:lstStyle/>
          <a:p>
            <a:r>
              <a:rPr lang="en-ZA" dirty="0"/>
              <a:t>NAME SURNAME</a:t>
            </a:r>
          </a:p>
        </p:txBody>
      </p:sp>
      <p:sp>
        <p:nvSpPr>
          <p:cNvPr id="11" name="Text Placeholder 10">
            <a:extLst>
              <a:ext uri="{FF2B5EF4-FFF2-40B4-BE49-F238E27FC236}">
                <a16:creationId xmlns:a16="http://schemas.microsoft.com/office/drawing/2014/main" id="{472F758E-2DDE-E35E-95FC-159458FF6A00}"/>
              </a:ext>
            </a:extLst>
          </p:cNvPr>
          <p:cNvSpPr>
            <a:spLocks noGrp="1"/>
          </p:cNvSpPr>
          <p:nvPr>
            <p:ph type="body" sz="quarter" idx="86"/>
          </p:nvPr>
        </p:nvSpPr>
        <p:spPr>
          <a:xfrm>
            <a:off x="1827532" y="3613176"/>
            <a:ext cx="2056108" cy="152349"/>
          </a:xfrm>
        </p:spPr>
        <p:txBody>
          <a:bodyPr/>
          <a:lstStyle/>
          <a:p>
            <a:r>
              <a:rPr lang="en-ZA" dirty="0"/>
              <a:t>Title or Designation</a:t>
            </a:r>
          </a:p>
        </p:txBody>
      </p:sp>
      <p:pic>
        <p:nvPicPr>
          <p:cNvPr id="42" name="Picture Placeholder 41" descr="A black person silhouette on a gray background&#10;&#10;Description automatically generated">
            <a:extLst>
              <a:ext uri="{FF2B5EF4-FFF2-40B4-BE49-F238E27FC236}">
                <a16:creationId xmlns:a16="http://schemas.microsoft.com/office/drawing/2014/main" id="{F19BB8EC-C156-B84C-2802-64113DB70482}"/>
              </a:ext>
            </a:extLst>
          </p:cNvPr>
          <p:cNvPicPr>
            <a:picLocks noGrp="1" noChangeAspect="1"/>
          </p:cNvPicPr>
          <p:nvPr>
            <p:ph type="pic" sz="quarter" idx="87"/>
          </p:nvPr>
        </p:nvPicPr>
        <p:blipFill>
          <a:blip r:embed="rId2">
            <a:extLst>
              <a:ext uri="{28A0092B-C50C-407E-A947-70E740481C1C}">
                <a14:useLocalDpi xmlns:a14="http://schemas.microsoft.com/office/drawing/2010/main" val="0"/>
              </a:ext>
            </a:extLst>
          </a:blip>
          <a:srcRect/>
          <a:stretch>
            <a:fillRect/>
          </a:stretch>
        </p:blipFill>
        <p:spPr/>
      </p:pic>
      <p:sp>
        <p:nvSpPr>
          <p:cNvPr id="13" name="Text Placeholder 12">
            <a:extLst>
              <a:ext uri="{FF2B5EF4-FFF2-40B4-BE49-F238E27FC236}">
                <a16:creationId xmlns:a16="http://schemas.microsoft.com/office/drawing/2014/main" id="{50F87795-46AF-D1EA-A7D0-31088C1C73D4}"/>
              </a:ext>
            </a:extLst>
          </p:cNvPr>
          <p:cNvSpPr>
            <a:spLocks noGrp="1"/>
          </p:cNvSpPr>
          <p:nvPr>
            <p:ph type="body" sz="quarter" idx="95"/>
          </p:nvPr>
        </p:nvSpPr>
        <p:spPr>
          <a:xfrm>
            <a:off x="2444701" y="5806318"/>
            <a:ext cx="1602213" cy="205625"/>
          </a:xfrm>
        </p:spPr>
        <p:txBody>
          <a:bodyPr/>
          <a:lstStyle/>
          <a:p>
            <a:r>
              <a:rPr lang="en-ZA" dirty="0"/>
              <a:t>NAME SURNAME</a:t>
            </a:r>
          </a:p>
        </p:txBody>
      </p:sp>
      <p:sp>
        <p:nvSpPr>
          <p:cNvPr id="14" name="Text Placeholder 13">
            <a:extLst>
              <a:ext uri="{FF2B5EF4-FFF2-40B4-BE49-F238E27FC236}">
                <a16:creationId xmlns:a16="http://schemas.microsoft.com/office/drawing/2014/main" id="{06EE9F0F-257C-7A38-046F-E60EF4C03E94}"/>
              </a:ext>
            </a:extLst>
          </p:cNvPr>
          <p:cNvSpPr>
            <a:spLocks noGrp="1"/>
          </p:cNvSpPr>
          <p:nvPr>
            <p:ph type="body" sz="quarter" idx="96"/>
          </p:nvPr>
        </p:nvSpPr>
        <p:spPr>
          <a:xfrm>
            <a:off x="2444069" y="6013635"/>
            <a:ext cx="1603476" cy="170816"/>
          </a:xfrm>
        </p:spPr>
        <p:txBody>
          <a:bodyPr/>
          <a:lstStyle/>
          <a:p>
            <a:r>
              <a:rPr lang="en-ZA" dirty="0"/>
              <a:t>Title or Designation</a:t>
            </a:r>
          </a:p>
        </p:txBody>
      </p:sp>
      <p:pic>
        <p:nvPicPr>
          <p:cNvPr id="50" name="Picture Placeholder 49" descr="A black person silhouette on a gray background&#10;&#10;Description automatically generated">
            <a:extLst>
              <a:ext uri="{FF2B5EF4-FFF2-40B4-BE49-F238E27FC236}">
                <a16:creationId xmlns:a16="http://schemas.microsoft.com/office/drawing/2014/main" id="{2759D2EC-A808-7551-27EE-5D4851FA51AE}"/>
              </a:ext>
            </a:extLst>
          </p:cNvPr>
          <p:cNvPicPr>
            <a:picLocks noGrp="1" noChangeAspect="1"/>
          </p:cNvPicPr>
          <p:nvPr>
            <p:ph type="pic" sz="quarter" idx="98"/>
          </p:nvPr>
        </p:nvPicPr>
        <p:blipFill>
          <a:blip r:embed="rId2">
            <a:extLst>
              <a:ext uri="{28A0092B-C50C-407E-A947-70E740481C1C}">
                <a14:useLocalDpi xmlns:a14="http://schemas.microsoft.com/office/drawing/2010/main" val="0"/>
              </a:ext>
            </a:extLst>
          </a:blip>
          <a:srcRect/>
          <a:stretch>
            <a:fillRect/>
          </a:stretch>
        </p:blipFill>
        <p:spPr/>
      </p:pic>
      <p:pic>
        <p:nvPicPr>
          <p:cNvPr id="52" name="Picture Placeholder 51" descr="A black person silhouette on a gray background&#10;&#10;Description automatically generated">
            <a:extLst>
              <a:ext uri="{FF2B5EF4-FFF2-40B4-BE49-F238E27FC236}">
                <a16:creationId xmlns:a16="http://schemas.microsoft.com/office/drawing/2014/main" id="{7BE84945-4F6F-AFA2-930C-4F14B2BB451E}"/>
              </a:ext>
            </a:extLst>
          </p:cNvPr>
          <p:cNvPicPr>
            <a:picLocks noGrp="1" noChangeAspect="1"/>
          </p:cNvPicPr>
          <p:nvPr>
            <p:ph type="pic" sz="quarter" idx="99"/>
          </p:nvPr>
        </p:nvPicPr>
        <p:blipFill>
          <a:blip r:embed="rId2">
            <a:extLst>
              <a:ext uri="{28A0092B-C50C-407E-A947-70E740481C1C}">
                <a14:useLocalDpi xmlns:a14="http://schemas.microsoft.com/office/drawing/2010/main" val="0"/>
              </a:ext>
            </a:extLst>
          </a:blip>
          <a:srcRect/>
          <a:stretch>
            <a:fillRect/>
          </a:stretch>
        </p:blipFill>
        <p:spPr/>
      </p:pic>
      <p:sp>
        <p:nvSpPr>
          <p:cNvPr id="17" name="Text Placeholder 16">
            <a:extLst>
              <a:ext uri="{FF2B5EF4-FFF2-40B4-BE49-F238E27FC236}">
                <a16:creationId xmlns:a16="http://schemas.microsoft.com/office/drawing/2014/main" id="{44359051-A327-9BF5-07E1-73941BD87DBC}"/>
              </a:ext>
            </a:extLst>
          </p:cNvPr>
          <p:cNvSpPr>
            <a:spLocks noGrp="1"/>
          </p:cNvSpPr>
          <p:nvPr>
            <p:ph type="body" sz="quarter" idx="100"/>
          </p:nvPr>
        </p:nvSpPr>
        <p:spPr>
          <a:xfrm>
            <a:off x="4390760" y="5806318"/>
            <a:ext cx="1602213" cy="205625"/>
          </a:xfrm>
        </p:spPr>
        <p:txBody>
          <a:bodyPr/>
          <a:lstStyle/>
          <a:p>
            <a:r>
              <a:rPr lang="en-ZA" dirty="0"/>
              <a:t>NAME SURNAME</a:t>
            </a:r>
          </a:p>
        </p:txBody>
      </p:sp>
      <p:sp>
        <p:nvSpPr>
          <p:cNvPr id="18" name="Text Placeholder 17">
            <a:extLst>
              <a:ext uri="{FF2B5EF4-FFF2-40B4-BE49-F238E27FC236}">
                <a16:creationId xmlns:a16="http://schemas.microsoft.com/office/drawing/2014/main" id="{D0D93C0E-3537-96BA-DB37-7E3644EAF31C}"/>
              </a:ext>
            </a:extLst>
          </p:cNvPr>
          <p:cNvSpPr>
            <a:spLocks noGrp="1"/>
          </p:cNvSpPr>
          <p:nvPr>
            <p:ph type="body" sz="quarter" idx="101"/>
          </p:nvPr>
        </p:nvSpPr>
        <p:spPr>
          <a:xfrm>
            <a:off x="4390128" y="6013635"/>
            <a:ext cx="1603476" cy="170816"/>
          </a:xfrm>
        </p:spPr>
        <p:txBody>
          <a:bodyPr/>
          <a:lstStyle/>
          <a:p>
            <a:r>
              <a:rPr lang="en-ZA" dirty="0"/>
              <a:t>Title or Designation</a:t>
            </a:r>
          </a:p>
        </p:txBody>
      </p:sp>
      <p:sp>
        <p:nvSpPr>
          <p:cNvPr id="19" name="Text Placeholder 18">
            <a:extLst>
              <a:ext uri="{FF2B5EF4-FFF2-40B4-BE49-F238E27FC236}">
                <a16:creationId xmlns:a16="http://schemas.microsoft.com/office/drawing/2014/main" id="{31374048-BC42-F395-43A9-B534AA587053}"/>
              </a:ext>
            </a:extLst>
          </p:cNvPr>
          <p:cNvSpPr>
            <a:spLocks noGrp="1"/>
          </p:cNvSpPr>
          <p:nvPr>
            <p:ph type="body" sz="quarter" idx="102"/>
          </p:nvPr>
        </p:nvSpPr>
        <p:spPr>
          <a:xfrm>
            <a:off x="5631450" y="3360537"/>
            <a:ext cx="2056108" cy="152349"/>
          </a:xfrm>
        </p:spPr>
        <p:txBody>
          <a:bodyPr/>
          <a:lstStyle/>
          <a:p>
            <a:r>
              <a:rPr lang="en-ZA" dirty="0"/>
              <a:t>NAME SURNAME</a:t>
            </a:r>
          </a:p>
        </p:txBody>
      </p:sp>
      <p:sp>
        <p:nvSpPr>
          <p:cNvPr id="20" name="Text Placeholder 19">
            <a:extLst>
              <a:ext uri="{FF2B5EF4-FFF2-40B4-BE49-F238E27FC236}">
                <a16:creationId xmlns:a16="http://schemas.microsoft.com/office/drawing/2014/main" id="{01F0E110-834B-9A7D-9197-1FE8A645C9C8}"/>
              </a:ext>
            </a:extLst>
          </p:cNvPr>
          <p:cNvSpPr>
            <a:spLocks noGrp="1"/>
          </p:cNvSpPr>
          <p:nvPr>
            <p:ph type="body" sz="quarter" idx="103"/>
          </p:nvPr>
        </p:nvSpPr>
        <p:spPr>
          <a:xfrm>
            <a:off x="5631450" y="3613176"/>
            <a:ext cx="2056108" cy="152349"/>
          </a:xfrm>
        </p:spPr>
        <p:txBody>
          <a:bodyPr/>
          <a:lstStyle/>
          <a:p>
            <a:r>
              <a:rPr lang="en-ZA" dirty="0"/>
              <a:t>Title or Designation</a:t>
            </a:r>
          </a:p>
        </p:txBody>
      </p:sp>
      <p:pic>
        <p:nvPicPr>
          <p:cNvPr id="44" name="Picture Placeholder 43" descr="A black person silhouette on a gray background&#10;&#10;Description automatically generated">
            <a:extLst>
              <a:ext uri="{FF2B5EF4-FFF2-40B4-BE49-F238E27FC236}">
                <a16:creationId xmlns:a16="http://schemas.microsoft.com/office/drawing/2014/main" id="{E773C1E1-8AF1-63C5-D3B2-DAFB09F9AA8D}"/>
              </a:ext>
            </a:extLst>
          </p:cNvPr>
          <p:cNvPicPr>
            <a:picLocks noGrp="1" noChangeAspect="1"/>
          </p:cNvPicPr>
          <p:nvPr>
            <p:ph type="pic" sz="quarter" idx="104"/>
          </p:nvPr>
        </p:nvPicPr>
        <p:blipFill>
          <a:blip r:embed="rId2">
            <a:extLst>
              <a:ext uri="{28A0092B-C50C-407E-A947-70E740481C1C}">
                <a14:useLocalDpi xmlns:a14="http://schemas.microsoft.com/office/drawing/2010/main" val="0"/>
              </a:ext>
            </a:extLst>
          </a:blip>
          <a:srcRect/>
          <a:stretch>
            <a:fillRect/>
          </a:stretch>
        </p:blipFill>
        <p:spPr/>
      </p:pic>
      <p:sp>
        <p:nvSpPr>
          <p:cNvPr id="22" name="Text Placeholder 21">
            <a:extLst>
              <a:ext uri="{FF2B5EF4-FFF2-40B4-BE49-F238E27FC236}">
                <a16:creationId xmlns:a16="http://schemas.microsoft.com/office/drawing/2014/main" id="{B0C49B1C-E916-BEC3-8EB6-F7B05AA938CF}"/>
              </a:ext>
            </a:extLst>
          </p:cNvPr>
          <p:cNvSpPr>
            <a:spLocks noGrp="1"/>
          </p:cNvSpPr>
          <p:nvPr>
            <p:ph type="body" sz="quarter" idx="105"/>
          </p:nvPr>
        </p:nvSpPr>
        <p:spPr>
          <a:xfrm>
            <a:off x="6248619" y="5806318"/>
            <a:ext cx="1602213" cy="205625"/>
          </a:xfrm>
        </p:spPr>
        <p:txBody>
          <a:bodyPr/>
          <a:lstStyle/>
          <a:p>
            <a:r>
              <a:rPr lang="en-ZA" dirty="0"/>
              <a:t>NAME SURNAME</a:t>
            </a:r>
          </a:p>
        </p:txBody>
      </p:sp>
      <p:sp>
        <p:nvSpPr>
          <p:cNvPr id="23" name="Text Placeholder 22">
            <a:extLst>
              <a:ext uri="{FF2B5EF4-FFF2-40B4-BE49-F238E27FC236}">
                <a16:creationId xmlns:a16="http://schemas.microsoft.com/office/drawing/2014/main" id="{08AB7F80-6BDC-9A4C-7836-5CB140DE7063}"/>
              </a:ext>
            </a:extLst>
          </p:cNvPr>
          <p:cNvSpPr>
            <a:spLocks noGrp="1"/>
          </p:cNvSpPr>
          <p:nvPr>
            <p:ph type="body" sz="quarter" idx="106"/>
          </p:nvPr>
        </p:nvSpPr>
        <p:spPr>
          <a:xfrm>
            <a:off x="6247987" y="6013635"/>
            <a:ext cx="1603476" cy="170816"/>
          </a:xfrm>
        </p:spPr>
        <p:txBody>
          <a:bodyPr/>
          <a:lstStyle/>
          <a:p>
            <a:r>
              <a:rPr lang="en-ZA" dirty="0"/>
              <a:t>Title or Designation</a:t>
            </a:r>
          </a:p>
        </p:txBody>
      </p:sp>
      <p:pic>
        <p:nvPicPr>
          <p:cNvPr id="54" name="Picture Placeholder 53" descr="A black person silhouette on a gray background&#10;&#10;Description automatically generated">
            <a:extLst>
              <a:ext uri="{FF2B5EF4-FFF2-40B4-BE49-F238E27FC236}">
                <a16:creationId xmlns:a16="http://schemas.microsoft.com/office/drawing/2014/main" id="{CC9681BE-7AAA-7FC5-560C-8F591C2D9ECB}"/>
              </a:ext>
            </a:extLst>
          </p:cNvPr>
          <p:cNvPicPr>
            <a:picLocks noGrp="1" noChangeAspect="1"/>
          </p:cNvPicPr>
          <p:nvPr>
            <p:ph type="pic" sz="quarter" idx="107"/>
          </p:nvPr>
        </p:nvPicPr>
        <p:blipFill>
          <a:blip r:embed="rId2">
            <a:extLst>
              <a:ext uri="{28A0092B-C50C-407E-A947-70E740481C1C}">
                <a14:useLocalDpi xmlns:a14="http://schemas.microsoft.com/office/drawing/2010/main" val="0"/>
              </a:ext>
            </a:extLst>
          </a:blip>
          <a:srcRect/>
          <a:stretch>
            <a:fillRect/>
          </a:stretch>
        </p:blipFill>
        <p:spPr/>
      </p:pic>
      <p:pic>
        <p:nvPicPr>
          <p:cNvPr id="56" name="Picture Placeholder 55" descr="A black person silhouette on a gray background&#10;&#10;Description automatically generated">
            <a:extLst>
              <a:ext uri="{FF2B5EF4-FFF2-40B4-BE49-F238E27FC236}">
                <a16:creationId xmlns:a16="http://schemas.microsoft.com/office/drawing/2014/main" id="{2BA7BAA6-7E45-0ECD-6196-9FF7A4BE4609}"/>
              </a:ext>
            </a:extLst>
          </p:cNvPr>
          <p:cNvPicPr>
            <a:picLocks noGrp="1" noChangeAspect="1"/>
          </p:cNvPicPr>
          <p:nvPr>
            <p:ph type="pic" sz="quarter" idx="108"/>
          </p:nvPr>
        </p:nvPicPr>
        <p:blipFill>
          <a:blip r:embed="rId2">
            <a:extLst>
              <a:ext uri="{28A0092B-C50C-407E-A947-70E740481C1C}">
                <a14:useLocalDpi xmlns:a14="http://schemas.microsoft.com/office/drawing/2010/main" val="0"/>
              </a:ext>
            </a:extLst>
          </a:blip>
          <a:srcRect/>
          <a:stretch>
            <a:fillRect/>
          </a:stretch>
        </p:blipFill>
        <p:spPr/>
      </p:pic>
      <p:sp>
        <p:nvSpPr>
          <p:cNvPr id="26" name="Text Placeholder 25">
            <a:extLst>
              <a:ext uri="{FF2B5EF4-FFF2-40B4-BE49-F238E27FC236}">
                <a16:creationId xmlns:a16="http://schemas.microsoft.com/office/drawing/2014/main" id="{89D7BECA-2E28-D034-E86F-D1DCCAAE8C0A}"/>
              </a:ext>
            </a:extLst>
          </p:cNvPr>
          <p:cNvSpPr>
            <a:spLocks noGrp="1"/>
          </p:cNvSpPr>
          <p:nvPr>
            <p:ph type="body" sz="quarter" idx="109"/>
          </p:nvPr>
        </p:nvSpPr>
        <p:spPr>
          <a:xfrm>
            <a:off x="8178589" y="5806318"/>
            <a:ext cx="1602213" cy="205625"/>
          </a:xfrm>
        </p:spPr>
        <p:txBody>
          <a:bodyPr/>
          <a:lstStyle/>
          <a:p>
            <a:r>
              <a:rPr lang="en-ZA" dirty="0"/>
              <a:t>NAME SURNAME</a:t>
            </a:r>
          </a:p>
        </p:txBody>
      </p:sp>
      <p:sp>
        <p:nvSpPr>
          <p:cNvPr id="27" name="Text Placeholder 26">
            <a:extLst>
              <a:ext uri="{FF2B5EF4-FFF2-40B4-BE49-F238E27FC236}">
                <a16:creationId xmlns:a16="http://schemas.microsoft.com/office/drawing/2014/main" id="{2327F3A5-D578-5E84-0C6C-793AF491B69D}"/>
              </a:ext>
            </a:extLst>
          </p:cNvPr>
          <p:cNvSpPr>
            <a:spLocks noGrp="1"/>
          </p:cNvSpPr>
          <p:nvPr>
            <p:ph type="body" sz="quarter" idx="110"/>
          </p:nvPr>
        </p:nvSpPr>
        <p:spPr>
          <a:xfrm>
            <a:off x="8177957" y="6013635"/>
            <a:ext cx="1603476" cy="170816"/>
          </a:xfrm>
        </p:spPr>
        <p:txBody>
          <a:bodyPr/>
          <a:lstStyle/>
          <a:p>
            <a:r>
              <a:rPr lang="en-ZA" dirty="0"/>
              <a:t>Title or Designation</a:t>
            </a:r>
          </a:p>
        </p:txBody>
      </p:sp>
      <p:sp>
        <p:nvSpPr>
          <p:cNvPr id="28" name="Text Placeholder 27">
            <a:extLst>
              <a:ext uri="{FF2B5EF4-FFF2-40B4-BE49-F238E27FC236}">
                <a16:creationId xmlns:a16="http://schemas.microsoft.com/office/drawing/2014/main" id="{B7E80996-397A-A46A-1C2F-535B30511CB0}"/>
              </a:ext>
            </a:extLst>
          </p:cNvPr>
          <p:cNvSpPr>
            <a:spLocks noGrp="1"/>
          </p:cNvSpPr>
          <p:nvPr>
            <p:ph type="body" sz="quarter" idx="111"/>
          </p:nvPr>
        </p:nvSpPr>
        <p:spPr>
          <a:xfrm>
            <a:off x="9419279" y="3360537"/>
            <a:ext cx="2056108" cy="152349"/>
          </a:xfrm>
        </p:spPr>
        <p:txBody>
          <a:bodyPr/>
          <a:lstStyle/>
          <a:p>
            <a:r>
              <a:rPr lang="en-ZA" dirty="0"/>
              <a:t>NAME SURNAME</a:t>
            </a:r>
          </a:p>
        </p:txBody>
      </p:sp>
      <p:sp>
        <p:nvSpPr>
          <p:cNvPr id="29" name="Text Placeholder 28">
            <a:extLst>
              <a:ext uri="{FF2B5EF4-FFF2-40B4-BE49-F238E27FC236}">
                <a16:creationId xmlns:a16="http://schemas.microsoft.com/office/drawing/2014/main" id="{8043C349-28B9-82C4-FFC2-0FCEC000F0B5}"/>
              </a:ext>
            </a:extLst>
          </p:cNvPr>
          <p:cNvSpPr>
            <a:spLocks noGrp="1"/>
          </p:cNvSpPr>
          <p:nvPr>
            <p:ph type="body" sz="quarter" idx="112"/>
          </p:nvPr>
        </p:nvSpPr>
        <p:spPr>
          <a:xfrm>
            <a:off x="9419279" y="3613176"/>
            <a:ext cx="2056108" cy="152349"/>
          </a:xfrm>
        </p:spPr>
        <p:txBody>
          <a:bodyPr/>
          <a:lstStyle/>
          <a:p>
            <a:r>
              <a:rPr lang="en-ZA" dirty="0"/>
              <a:t>Title or Designation</a:t>
            </a:r>
          </a:p>
        </p:txBody>
      </p:sp>
      <p:pic>
        <p:nvPicPr>
          <p:cNvPr id="46" name="Picture Placeholder 45" descr="A black person silhouette on a gray background&#10;&#10;Description automatically generated">
            <a:extLst>
              <a:ext uri="{FF2B5EF4-FFF2-40B4-BE49-F238E27FC236}">
                <a16:creationId xmlns:a16="http://schemas.microsoft.com/office/drawing/2014/main" id="{2F57F5B5-DAD9-596C-03C7-6766F2E74191}"/>
              </a:ext>
            </a:extLst>
          </p:cNvPr>
          <p:cNvPicPr>
            <a:picLocks noGrp="1" noChangeAspect="1"/>
          </p:cNvPicPr>
          <p:nvPr>
            <p:ph type="pic" sz="quarter" idx="113"/>
          </p:nvPr>
        </p:nvPicPr>
        <p:blipFill>
          <a:blip r:embed="rId2">
            <a:extLst>
              <a:ext uri="{28A0092B-C50C-407E-A947-70E740481C1C}">
                <a14:useLocalDpi xmlns:a14="http://schemas.microsoft.com/office/drawing/2010/main" val="0"/>
              </a:ext>
            </a:extLst>
          </a:blip>
          <a:srcRect/>
          <a:stretch>
            <a:fillRect/>
          </a:stretch>
        </p:blipFill>
        <p:spPr/>
      </p:pic>
      <p:sp>
        <p:nvSpPr>
          <p:cNvPr id="31" name="Text Placeholder 30">
            <a:extLst>
              <a:ext uri="{FF2B5EF4-FFF2-40B4-BE49-F238E27FC236}">
                <a16:creationId xmlns:a16="http://schemas.microsoft.com/office/drawing/2014/main" id="{1183440D-2181-10AF-CB3F-73AE07E54F88}"/>
              </a:ext>
            </a:extLst>
          </p:cNvPr>
          <p:cNvSpPr>
            <a:spLocks noGrp="1"/>
          </p:cNvSpPr>
          <p:nvPr>
            <p:ph type="body" sz="quarter" idx="114"/>
          </p:nvPr>
        </p:nvSpPr>
        <p:spPr>
          <a:xfrm>
            <a:off x="10036448" y="5806318"/>
            <a:ext cx="1602213" cy="205625"/>
          </a:xfrm>
        </p:spPr>
        <p:txBody>
          <a:bodyPr/>
          <a:lstStyle/>
          <a:p>
            <a:r>
              <a:rPr lang="en-ZA" dirty="0"/>
              <a:t>NAME SURNAME</a:t>
            </a:r>
          </a:p>
        </p:txBody>
      </p:sp>
      <p:sp>
        <p:nvSpPr>
          <p:cNvPr id="32" name="Text Placeholder 31">
            <a:extLst>
              <a:ext uri="{FF2B5EF4-FFF2-40B4-BE49-F238E27FC236}">
                <a16:creationId xmlns:a16="http://schemas.microsoft.com/office/drawing/2014/main" id="{A96E0190-3A62-E7E1-D19F-EEBFC39197DC}"/>
              </a:ext>
            </a:extLst>
          </p:cNvPr>
          <p:cNvSpPr>
            <a:spLocks noGrp="1"/>
          </p:cNvSpPr>
          <p:nvPr>
            <p:ph type="body" sz="quarter" idx="115"/>
          </p:nvPr>
        </p:nvSpPr>
        <p:spPr>
          <a:xfrm>
            <a:off x="10035816" y="6013635"/>
            <a:ext cx="1603476" cy="170816"/>
          </a:xfrm>
        </p:spPr>
        <p:txBody>
          <a:bodyPr/>
          <a:lstStyle/>
          <a:p>
            <a:r>
              <a:rPr lang="en-ZA" dirty="0"/>
              <a:t>Title or Designation</a:t>
            </a:r>
          </a:p>
        </p:txBody>
      </p:sp>
    </p:spTree>
    <p:extLst>
      <p:ext uri="{BB962C8B-B14F-4D97-AF65-F5344CB8AC3E}">
        <p14:creationId xmlns:p14="http://schemas.microsoft.com/office/powerpoint/2010/main" val="375161865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p07.s12">
    <p:spTree>
      <p:nvGrpSpPr>
        <p:cNvPr id="1" name=""/>
        <p:cNvGrpSpPr/>
        <p:nvPr/>
      </p:nvGrpSpPr>
      <p:grpSpPr>
        <a:xfrm>
          <a:off x="0" y="0"/>
          <a:ext cx="0" cy="0"/>
          <a:chOff x="0" y="0"/>
          <a:chExt cx="0" cy="0"/>
        </a:xfrm>
      </p:grpSpPr>
      <p:pic>
        <p:nvPicPr>
          <p:cNvPr id="63" name="Picture Placeholder 62" descr="A black person silhouette on a gray background&#10;&#10;Description automatically generated">
            <a:extLst>
              <a:ext uri="{FF2B5EF4-FFF2-40B4-BE49-F238E27FC236}">
                <a16:creationId xmlns:a16="http://schemas.microsoft.com/office/drawing/2014/main" id="{806D797F-0AC8-128D-2B87-F7D14A6D7158}"/>
              </a:ext>
            </a:extLst>
          </p:cNvPr>
          <p:cNvPicPr>
            <a:picLocks noGrp="1" noChangeAspect="1"/>
          </p:cNvPicPr>
          <p:nvPr>
            <p:ph type="pic" sz="quarter" idx="128"/>
          </p:nvPr>
        </p:nvPicPr>
        <p:blipFill>
          <a:blip r:embed="rId2">
            <a:extLst>
              <a:ext uri="{28A0092B-C50C-407E-A947-70E740481C1C}">
                <a14:useLocalDpi xmlns:a14="http://schemas.microsoft.com/office/drawing/2010/main" val="0"/>
              </a:ext>
            </a:extLst>
          </a:blip>
          <a:srcRect t="110" b="110"/>
          <a:stretch>
            <a:fillRect/>
          </a:stretch>
        </p:blipFill>
        <p:spPr/>
      </p:pic>
      <p:sp>
        <p:nvSpPr>
          <p:cNvPr id="3" name="Text Placeholder 2">
            <a:extLst>
              <a:ext uri="{FF2B5EF4-FFF2-40B4-BE49-F238E27FC236}">
                <a16:creationId xmlns:a16="http://schemas.microsoft.com/office/drawing/2014/main" id="{B285CF6E-2FCA-DA95-C11F-585C9CE323AB}"/>
              </a:ext>
            </a:extLst>
          </p:cNvPr>
          <p:cNvSpPr>
            <a:spLocks noGrp="1"/>
          </p:cNvSpPr>
          <p:nvPr>
            <p:ph type="body" sz="quarter" idx="129"/>
          </p:nvPr>
        </p:nvSpPr>
        <p:spPr/>
        <p:txBody>
          <a:bodyPr/>
          <a:lstStyle/>
          <a:p>
            <a:endParaRPr lang="en-ZA"/>
          </a:p>
        </p:txBody>
      </p:sp>
      <p:sp>
        <p:nvSpPr>
          <p:cNvPr id="4" name="Text Placeholder 3">
            <a:extLst>
              <a:ext uri="{FF2B5EF4-FFF2-40B4-BE49-F238E27FC236}">
                <a16:creationId xmlns:a16="http://schemas.microsoft.com/office/drawing/2014/main" id="{9FAEF053-E7A7-5A9B-D422-0982CF60BD11}"/>
              </a:ext>
            </a:extLst>
          </p:cNvPr>
          <p:cNvSpPr>
            <a:spLocks noGrp="1"/>
          </p:cNvSpPr>
          <p:nvPr>
            <p:ph type="body" sz="quarter" idx="130"/>
          </p:nvPr>
        </p:nvSpPr>
        <p:spPr/>
        <p:txBody>
          <a:bodyPr/>
          <a:lstStyle/>
          <a:p>
            <a:endParaRPr lang="en-ZA"/>
          </a:p>
        </p:txBody>
      </p:sp>
      <p:pic>
        <p:nvPicPr>
          <p:cNvPr id="65" name="Picture Placeholder 64" descr="A black person silhouette on a gray background&#10;&#10;Description automatically generated">
            <a:extLst>
              <a:ext uri="{FF2B5EF4-FFF2-40B4-BE49-F238E27FC236}">
                <a16:creationId xmlns:a16="http://schemas.microsoft.com/office/drawing/2014/main" id="{BA56A17D-0759-CCBE-302B-994FACE0EAF4}"/>
              </a:ext>
            </a:extLst>
          </p:cNvPr>
          <p:cNvPicPr>
            <a:picLocks noGrp="1" noChangeAspect="1"/>
          </p:cNvPicPr>
          <p:nvPr>
            <p:ph type="pic" sz="quarter" idx="131"/>
          </p:nvPr>
        </p:nvPicPr>
        <p:blipFill>
          <a:blip r:embed="rId2">
            <a:extLst>
              <a:ext uri="{28A0092B-C50C-407E-A947-70E740481C1C}">
                <a14:useLocalDpi xmlns:a14="http://schemas.microsoft.com/office/drawing/2010/main" val="0"/>
              </a:ext>
            </a:extLst>
          </a:blip>
          <a:srcRect/>
          <a:stretch>
            <a:fillRect/>
          </a:stretch>
        </p:blipFill>
        <p:spPr/>
      </p:pic>
      <p:sp>
        <p:nvSpPr>
          <p:cNvPr id="6" name="Text Placeholder 5">
            <a:extLst>
              <a:ext uri="{FF2B5EF4-FFF2-40B4-BE49-F238E27FC236}">
                <a16:creationId xmlns:a16="http://schemas.microsoft.com/office/drawing/2014/main" id="{062C05BE-7F49-C8E9-5F01-9A66A0D3D740}"/>
              </a:ext>
            </a:extLst>
          </p:cNvPr>
          <p:cNvSpPr>
            <a:spLocks noGrp="1"/>
          </p:cNvSpPr>
          <p:nvPr>
            <p:ph type="body" sz="quarter" idx="132"/>
          </p:nvPr>
        </p:nvSpPr>
        <p:spPr/>
        <p:txBody>
          <a:bodyPr/>
          <a:lstStyle/>
          <a:p>
            <a:endParaRPr lang="en-ZA"/>
          </a:p>
        </p:txBody>
      </p:sp>
      <p:sp>
        <p:nvSpPr>
          <p:cNvPr id="7" name="Text Placeholder 6">
            <a:extLst>
              <a:ext uri="{FF2B5EF4-FFF2-40B4-BE49-F238E27FC236}">
                <a16:creationId xmlns:a16="http://schemas.microsoft.com/office/drawing/2014/main" id="{9CC93016-D76E-9CC8-BEEA-D06F8A659222}"/>
              </a:ext>
            </a:extLst>
          </p:cNvPr>
          <p:cNvSpPr>
            <a:spLocks noGrp="1"/>
          </p:cNvSpPr>
          <p:nvPr>
            <p:ph type="body" sz="quarter" idx="133"/>
          </p:nvPr>
        </p:nvSpPr>
        <p:spPr/>
        <p:txBody>
          <a:bodyPr/>
          <a:lstStyle/>
          <a:p>
            <a:endParaRPr lang="en-ZA"/>
          </a:p>
        </p:txBody>
      </p:sp>
      <p:pic>
        <p:nvPicPr>
          <p:cNvPr id="67" name="Picture Placeholder 66" descr="A black person silhouette on a gray background&#10;&#10;Description automatically generated">
            <a:extLst>
              <a:ext uri="{FF2B5EF4-FFF2-40B4-BE49-F238E27FC236}">
                <a16:creationId xmlns:a16="http://schemas.microsoft.com/office/drawing/2014/main" id="{04C612C2-245B-3FAA-60CC-1F7851922B14}"/>
              </a:ext>
            </a:extLst>
          </p:cNvPr>
          <p:cNvPicPr>
            <a:picLocks noGrp="1" noChangeAspect="1"/>
          </p:cNvPicPr>
          <p:nvPr>
            <p:ph type="pic" sz="quarter" idx="134"/>
          </p:nvPr>
        </p:nvPicPr>
        <p:blipFill>
          <a:blip r:embed="rId2">
            <a:extLst>
              <a:ext uri="{28A0092B-C50C-407E-A947-70E740481C1C}">
                <a14:useLocalDpi xmlns:a14="http://schemas.microsoft.com/office/drawing/2010/main" val="0"/>
              </a:ext>
            </a:extLst>
          </a:blip>
          <a:srcRect t="110" b="110"/>
          <a:stretch>
            <a:fillRect/>
          </a:stretch>
        </p:blipFill>
        <p:spPr/>
      </p:pic>
      <p:sp>
        <p:nvSpPr>
          <p:cNvPr id="9" name="Text Placeholder 8">
            <a:extLst>
              <a:ext uri="{FF2B5EF4-FFF2-40B4-BE49-F238E27FC236}">
                <a16:creationId xmlns:a16="http://schemas.microsoft.com/office/drawing/2014/main" id="{A2E0F485-44BC-1BBA-6BA0-9FC3BF529F2D}"/>
              </a:ext>
            </a:extLst>
          </p:cNvPr>
          <p:cNvSpPr>
            <a:spLocks noGrp="1"/>
          </p:cNvSpPr>
          <p:nvPr>
            <p:ph type="body" sz="quarter" idx="135"/>
          </p:nvPr>
        </p:nvSpPr>
        <p:spPr/>
        <p:txBody>
          <a:bodyPr/>
          <a:lstStyle/>
          <a:p>
            <a:endParaRPr lang="en-ZA"/>
          </a:p>
        </p:txBody>
      </p:sp>
      <p:sp>
        <p:nvSpPr>
          <p:cNvPr id="10" name="Text Placeholder 9">
            <a:extLst>
              <a:ext uri="{FF2B5EF4-FFF2-40B4-BE49-F238E27FC236}">
                <a16:creationId xmlns:a16="http://schemas.microsoft.com/office/drawing/2014/main" id="{27CE3CE8-28A9-CA93-EF22-486260C584F8}"/>
              </a:ext>
            </a:extLst>
          </p:cNvPr>
          <p:cNvSpPr>
            <a:spLocks noGrp="1"/>
          </p:cNvSpPr>
          <p:nvPr>
            <p:ph type="body" sz="quarter" idx="136"/>
          </p:nvPr>
        </p:nvSpPr>
        <p:spPr/>
        <p:txBody>
          <a:bodyPr/>
          <a:lstStyle/>
          <a:p>
            <a:endParaRPr lang="en-ZA"/>
          </a:p>
        </p:txBody>
      </p:sp>
      <p:sp>
        <p:nvSpPr>
          <p:cNvPr id="11" name="Text Placeholder 10">
            <a:extLst>
              <a:ext uri="{FF2B5EF4-FFF2-40B4-BE49-F238E27FC236}">
                <a16:creationId xmlns:a16="http://schemas.microsoft.com/office/drawing/2014/main" id="{C89835EB-47A1-44C9-C24E-A2C936D431BC}"/>
              </a:ext>
            </a:extLst>
          </p:cNvPr>
          <p:cNvSpPr>
            <a:spLocks noGrp="1"/>
          </p:cNvSpPr>
          <p:nvPr>
            <p:ph type="body" sz="quarter" idx="64"/>
          </p:nvPr>
        </p:nvSpPr>
        <p:spPr/>
        <p:txBody>
          <a:bodyPr/>
          <a:lstStyle/>
          <a:p>
            <a:endParaRPr lang="en-ZA"/>
          </a:p>
        </p:txBody>
      </p:sp>
      <p:sp>
        <p:nvSpPr>
          <p:cNvPr id="12" name="Text Placeholder 11">
            <a:extLst>
              <a:ext uri="{FF2B5EF4-FFF2-40B4-BE49-F238E27FC236}">
                <a16:creationId xmlns:a16="http://schemas.microsoft.com/office/drawing/2014/main" id="{71C14CD7-F16A-1862-FB08-9CAF2BCC2D2E}"/>
              </a:ext>
            </a:extLst>
          </p:cNvPr>
          <p:cNvSpPr>
            <a:spLocks noGrp="1"/>
          </p:cNvSpPr>
          <p:nvPr>
            <p:ph type="body" sz="quarter" idx="65"/>
          </p:nvPr>
        </p:nvSpPr>
        <p:spPr/>
        <p:txBody>
          <a:bodyPr/>
          <a:lstStyle/>
          <a:p>
            <a:endParaRPr lang="en-ZA"/>
          </a:p>
        </p:txBody>
      </p:sp>
      <p:pic>
        <p:nvPicPr>
          <p:cNvPr id="43" name="Picture Placeholder 42" descr="A black person silhouette on a gray background&#10;&#10;Description automatically generated">
            <a:extLst>
              <a:ext uri="{FF2B5EF4-FFF2-40B4-BE49-F238E27FC236}">
                <a16:creationId xmlns:a16="http://schemas.microsoft.com/office/drawing/2014/main" id="{F3A13600-5C26-E292-E33C-3E62AF4C0430}"/>
              </a:ext>
            </a:extLst>
          </p:cNvPr>
          <p:cNvPicPr>
            <a:picLocks noGrp="1" noChangeAspect="1"/>
          </p:cNvPicPr>
          <p:nvPr>
            <p:ph type="pic" sz="quarter" idx="103"/>
          </p:nvPr>
        </p:nvPicPr>
        <p:blipFill>
          <a:blip r:embed="rId2">
            <a:extLst>
              <a:ext uri="{28A0092B-C50C-407E-A947-70E740481C1C}">
                <a14:useLocalDpi xmlns:a14="http://schemas.microsoft.com/office/drawing/2010/main" val="0"/>
              </a:ext>
            </a:extLst>
          </a:blip>
          <a:srcRect/>
          <a:stretch>
            <a:fillRect/>
          </a:stretch>
        </p:blipFill>
        <p:spPr/>
      </p:pic>
      <p:pic>
        <p:nvPicPr>
          <p:cNvPr id="45" name="Picture Placeholder 44" descr="A black person silhouette on a gray background&#10;&#10;Description automatically generated">
            <a:extLst>
              <a:ext uri="{FF2B5EF4-FFF2-40B4-BE49-F238E27FC236}">
                <a16:creationId xmlns:a16="http://schemas.microsoft.com/office/drawing/2014/main" id="{ACD73839-2340-704E-45C9-5445016E048D}"/>
              </a:ext>
            </a:extLst>
          </p:cNvPr>
          <p:cNvPicPr>
            <a:picLocks noGrp="1" noChangeAspect="1"/>
          </p:cNvPicPr>
          <p:nvPr>
            <p:ph type="pic" sz="quarter" idx="100"/>
          </p:nvPr>
        </p:nvPicPr>
        <p:blipFill>
          <a:blip r:embed="rId2">
            <a:extLst>
              <a:ext uri="{28A0092B-C50C-407E-A947-70E740481C1C}">
                <a14:useLocalDpi xmlns:a14="http://schemas.microsoft.com/office/drawing/2010/main" val="0"/>
              </a:ext>
            </a:extLst>
          </a:blip>
          <a:srcRect t="110" b="110"/>
          <a:stretch>
            <a:fillRect/>
          </a:stretch>
        </p:blipFill>
        <p:spPr/>
      </p:pic>
      <p:sp>
        <p:nvSpPr>
          <p:cNvPr id="15" name="Text Placeholder 14">
            <a:extLst>
              <a:ext uri="{FF2B5EF4-FFF2-40B4-BE49-F238E27FC236}">
                <a16:creationId xmlns:a16="http://schemas.microsoft.com/office/drawing/2014/main" id="{BAE48A1F-FE5B-AAAE-D5E5-2C1A3CB22D65}"/>
              </a:ext>
            </a:extLst>
          </p:cNvPr>
          <p:cNvSpPr>
            <a:spLocks noGrp="1"/>
          </p:cNvSpPr>
          <p:nvPr>
            <p:ph type="body" sz="quarter" idx="101"/>
          </p:nvPr>
        </p:nvSpPr>
        <p:spPr/>
        <p:txBody>
          <a:bodyPr/>
          <a:lstStyle/>
          <a:p>
            <a:endParaRPr lang="en-ZA"/>
          </a:p>
        </p:txBody>
      </p:sp>
      <p:sp>
        <p:nvSpPr>
          <p:cNvPr id="16" name="Text Placeholder 15">
            <a:extLst>
              <a:ext uri="{FF2B5EF4-FFF2-40B4-BE49-F238E27FC236}">
                <a16:creationId xmlns:a16="http://schemas.microsoft.com/office/drawing/2014/main" id="{0044541F-CDA8-1CA9-224B-AE0E79557F3C}"/>
              </a:ext>
            </a:extLst>
          </p:cNvPr>
          <p:cNvSpPr>
            <a:spLocks noGrp="1"/>
          </p:cNvSpPr>
          <p:nvPr>
            <p:ph type="body" sz="quarter" idx="102"/>
          </p:nvPr>
        </p:nvSpPr>
        <p:spPr/>
        <p:txBody>
          <a:bodyPr/>
          <a:lstStyle/>
          <a:p>
            <a:endParaRPr lang="en-ZA"/>
          </a:p>
        </p:txBody>
      </p:sp>
      <p:sp>
        <p:nvSpPr>
          <p:cNvPr id="17" name="Title 16">
            <a:extLst>
              <a:ext uri="{FF2B5EF4-FFF2-40B4-BE49-F238E27FC236}">
                <a16:creationId xmlns:a16="http://schemas.microsoft.com/office/drawing/2014/main" id="{F96D5331-7076-FB8B-7FFF-BA59033CD829}"/>
              </a:ext>
            </a:extLst>
          </p:cNvPr>
          <p:cNvSpPr>
            <a:spLocks noGrp="1"/>
          </p:cNvSpPr>
          <p:nvPr>
            <p:ph type="ctrTitle"/>
          </p:nvPr>
        </p:nvSpPr>
        <p:spPr/>
        <p:txBody>
          <a:bodyPr/>
          <a:lstStyle/>
          <a:p>
            <a:r>
              <a:rPr lang="en-ZA" dirty="0"/>
              <a:t>10. BESPOKE TEAM PHOTO ORGANISATION CHART</a:t>
            </a:r>
          </a:p>
        </p:txBody>
      </p:sp>
      <p:pic>
        <p:nvPicPr>
          <p:cNvPr id="47" name="Picture Placeholder 46" descr="A black person silhouette on a gray background&#10;&#10;Description automatically generated">
            <a:extLst>
              <a:ext uri="{FF2B5EF4-FFF2-40B4-BE49-F238E27FC236}">
                <a16:creationId xmlns:a16="http://schemas.microsoft.com/office/drawing/2014/main" id="{54F420F7-5BF7-481D-5DE1-F7F33A8C7C8D}"/>
              </a:ext>
            </a:extLst>
          </p:cNvPr>
          <p:cNvPicPr>
            <a:picLocks noGrp="1" noChangeAspect="1"/>
          </p:cNvPicPr>
          <p:nvPr>
            <p:ph type="pic" sz="quarter" idx="104"/>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B83530E8-B8BD-879E-EB7A-E4CCC2D204B9}"/>
              </a:ext>
            </a:extLst>
          </p:cNvPr>
          <p:cNvSpPr>
            <a:spLocks noGrp="1"/>
          </p:cNvSpPr>
          <p:nvPr>
            <p:ph type="body" sz="quarter" idx="105"/>
          </p:nvPr>
        </p:nvSpPr>
        <p:spPr/>
        <p:txBody>
          <a:bodyPr/>
          <a:lstStyle/>
          <a:p>
            <a:endParaRPr lang="en-ZA"/>
          </a:p>
        </p:txBody>
      </p:sp>
      <p:sp>
        <p:nvSpPr>
          <p:cNvPr id="20" name="Text Placeholder 19">
            <a:extLst>
              <a:ext uri="{FF2B5EF4-FFF2-40B4-BE49-F238E27FC236}">
                <a16:creationId xmlns:a16="http://schemas.microsoft.com/office/drawing/2014/main" id="{917F6E78-0F29-F2BD-82EB-E7FA1E8C071F}"/>
              </a:ext>
            </a:extLst>
          </p:cNvPr>
          <p:cNvSpPr>
            <a:spLocks noGrp="1"/>
          </p:cNvSpPr>
          <p:nvPr>
            <p:ph type="body" sz="quarter" idx="106"/>
          </p:nvPr>
        </p:nvSpPr>
        <p:spPr/>
        <p:txBody>
          <a:bodyPr/>
          <a:lstStyle/>
          <a:p>
            <a:endParaRPr lang="en-ZA"/>
          </a:p>
        </p:txBody>
      </p:sp>
      <p:pic>
        <p:nvPicPr>
          <p:cNvPr id="49" name="Picture Placeholder 48" descr="A black person silhouette on a gray background&#10;&#10;Description automatically generated">
            <a:extLst>
              <a:ext uri="{FF2B5EF4-FFF2-40B4-BE49-F238E27FC236}">
                <a16:creationId xmlns:a16="http://schemas.microsoft.com/office/drawing/2014/main" id="{4F0C00AA-58B9-EFCA-FAAD-8B4E528315AD}"/>
              </a:ext>
            </a:extLst>
          </p:cNvPr>
          <p:cNvPicPr>
            <a:picLocks noGrp="1" noChangeAspect="1"/>
          </p:cNvPicPr>
          <p:nvPr>
            <p:ph type="pic" sz="quarter" idx="107"/>
          </p:nvPr>
        </p:nvPicPr>
        <p:blipFill>
          <a:blip r:embed="rId2">
            <a:extLst>
              <a:ext uri="{28A0092B-C50C-407E-A947-70E740481C1C}">
                <a14:useLocalDpi xmlns:a14="http://schemas.microsoft.com/office/drawing/2010/main" val="0"/>
              </a:ext>
            </a:extLst>
          </a:blip>
          <a:srcRect t="110" b="110"/>
          <a:stretch>
            <a:fillRect/>
          </a:stretch>
        </p:blipFill>
        <p:spPr/>
      </p:pic>
      <p:sp>
        <p:nvSpPr>
          <p:cNvPr id="22" name="Text Placeholder 21">
            <a:extLst>
              <a:ext uri="{FF2B5EF4-FFF2-40B4-BE49-F238E27FC236}">
                <a16:creationId xmlns:a16="http://schemas.microsoft.com/office/drawing/2014/main" id="{1A0F31E7-E706-70CD-6B2E-ADDAAD2D8ADC}"/>
              </a:ext>
            </a:extLst>
          </p:cNvPr>
          <p:cNvSpPr>
            <a:spLocks noGrp="1"/>
          </p:cNvSpPr>
          <p:nvPr>
            <p:ph type="body" sz="quarter" idx="108"/>
          </p:nvPr>
        </p:nvSpPr>
        <p:spPr/>
        <p:txBody>
          <a:bodyPr/>
          <a:lstStyle/>
          <a:p>
            <a:endParaRPr lang="en-ZA"/>
          </a:p>
        </p:txBody>
      </p:sp>
      <p:sp>
        <p:nvSpPr>
          <p:cNvPr id="23" name="Text Placeholder 22">
            <a:extLst>
              <a:ext uri="{FF2B5EF4-FFF2-40B4-BE49-F238E27FC236}">
                <a16:creationId xmlns:a16="http://schemas.microsoft.com/office/drawing/2014/main" id="{AE7247BD-052E-10F3-9D6B-1F29A881A452}"/>
              </a:ext>
            </a:extLst>
          </p:cNvPr>
          <p:cNvSpPr>
            <a:spLocks noGrp="1"/>
          </p:cNvSpPr>
          <p:nvPr>
            <p:ph type="body" sz="quarter" idx="109"/>
          </p:nvPr>
        </p:nvSpPr>
        <p:spPr/>
        <p:txBody>
          <a:bodyPr/>
          <a:lstStyle/>
          <a:p>
            <a:endParaRPr lang="en-ZA"/>
          </a:p>
        </p:txBody>
      </p:sp>
      <p:pic>
        <p:nvPicPr>
          <p:cNvPr id="51" name="Picture Placeholder 50" descr="A black person silhouette on a gray background&#10;&#10;Description automatically generated">
            <a:extLst>
              <a:ext uri="{FF2B5EF4-FFF2-40B4-BE49-F238E27FC236}">
                <a16:creationId xmlns:a16="http://schemas.microsoft.com/office/drawing/2014/main" id="{4ACB6DFD-14CF-C85F-0E81-B5DA7BD5148E}"/>
              </a:ext>
            </a:extLst>
          </p:cNvPr>
          <p:cNvPicPr>
            <a:picLocks noGrp="1" noChangeAspect="1"/>
          </p:cNvPicPr>
          <p:nvPr>
            <p:ph type="pic" sz="quarter" idx="110"/>
          </p:nvPr>
        </p:nvPicPr>
        <p:blipFill>
          <a:blip r:embed="rId2">
            <a:extLst>
              <a:ext uri="{28A0092B-C50C-407E-A947-70E740481C1C}">
                <a14:useLocalDpi xmlns:a14="http://schemas.microsoft.com/office/drawing/2010/main" val="0"/>
              </a:ext>
            </a:extLst>
          </a:blip>
          <a:srcRect t="110" b="110"/>
          <a:stretch>
            <a:fillRect/>
          </a:stretch>
        </p:blipFill>
        <p:spPr/>
      </p:pic>
      <p:sp>
        <p:nvSpPr>
          <p:cNvPr id="25" name="Text Placeholder 24">
            <a:extLst>
              <a:ext uri="{FF2B5EF4-FFF2-40B4-BE49-F238E27FC236}">
                <a16:creationId xmlns:a16="http://schemas.microsoft.com/office/drawing/2014/main" id="{C31B1DEE-9D70-C82E-BCB5-64EA93AC7B72}"/>
              </a:ext>
            </a:extLst>
          </p:cNvPr>
          <p:cNvSpPr>
            <a:spLocks noGrp="1"/>
          </p:cNvSpPr>
          <p:nvPr>
            <p:ph type="body" sz="quarter" idx="111"/>
          </p:nvPr>
        </p:nvSpPr>
        <p:spPr/>
        <p:txBody>
          <a:bodyPr/>
          <a:lstStyle/>
          <a:p>
            <a:endParaRPr lang="en-ZA"/>
          </a:p>
        </p:txBody>
      </p:sp>
      <p:sp>
        <p:nvSpPr>
          <p:cNvPr id="26" name="Text Placeholder 25">
            <a:extLst>
              <a:ext uri="{FF2B5EF4-FFF2-40B4-BE49-F238E27FC236}">
                <a16:creationId xmlns:a16="http://schemas.microsoft.com/office/drawing/2014/main" id="{9D3C8531-B627-1D85-3C6C-807AF18240B9}"/>
              </a:ext>
            </a:extLst>
          </p:cNvPr>
          <p:cNvSpPr>
            <a:spLocks noGrp="1"/>
          </p:cNvSpPr>
          <p:nvPr>
            <p:ph type="body" sz="quarter" idx="112"/>
          </p:nvPr>
        </p:nvSpPr>
        <p:spPr/>
        <p:txBody>
          <a:bodyPr/>
          <a:lstStyle/>
          <a:p>
            <a:endParaRPr lang="en-ZA"/>
          </a:p>
        </p:txBody>
      </p:sp>
      <p:pic>
        <p:nvPicPr>
          <p:cNvPr id="53" name="Picture Placeholder 52" descr="A black person silhouette on a gray background&#10;&#10;Description automatically generated">
            <a:extLst>
              <a:ext uri="{FF2B5EF4-FFF2-40B4-BE49-F238E27FC236}">
                <a16:creationId xmlns:a16="http://schemas.microsoft.com/office/drawing/2014/main" id="{865EBD82-E9AC-BDF1-6BF6-3E6ACA21D993}"/>
              </a:ext>
            </a:extLst>
          </p:cNvPr>
          <p:cNvPicPr>
            <a:picLocks noGrp="1" noChangeAspect="1"/>
          </p:cNvPicPr>
          <p:nvPr>
            <p:ph type="pic" sz="quarter" idx="113"/>
          </p:nvPr>
        </p:nvPicPr>
        <p:blipFill>
          <a:blip r:embed="rId2">
            <a:extLst>
              <a:ext uri="{28A0092B-C50C-407E-A947-70E740481C1C}">
                <a14:useLocalDpi xmlns:a14="http://schemas.microsoft.com/office/drawing/2010/main" val="0"/>
              </a:ext>
            </a:extLst>
          </a:blip>
          <a:srcRect/>
          <a:stretch>
            <a:fillRect/>
          </a:stretch>
        </p:blipFill>
        <p:spPr/>
      </p:pic>
      <p:sp>
        <p:nvSpPr>
          <p:cNvPr id="28" name="Text Placeholder 27">
            <a:extLst>
              <a:ext uri="{FF2B5EF4-FFF2-40B4-BE49-F238E27FC236}">
                <a16:creationId xmlns:a16="http://schemas.microsoft.com/office/drawing/2014/main" id="{45109F52-F7AB-E1A9-554D-8E09E7418E51}"/>
              </a:ext>
            </a:extLst>
          </p:cNvPr>
          <p:cNvSpPr>
            <a:spLocks noGrp="1"/>
          </p:cNvSpPr>
          <p:nvPr>
            <p:ph type="body" sz="quarter" idx="114"/>
          </p:nvPr>
        </p:nvSpPr>
        <p:spPr/>
        <p:txBody>
          <a:bodyPr/>
          <a:lstStyle/>
          <a:p>
            <a:endParaRPr lang="en-ZA"/>
          </a:p>
        </p:txBody>
      </p:sp>
      <p:sp>
        <p:nvSpPr>
          <p:cNvPr id="29" name="Text Placeholder 28">
            <a:extLst>
              <a:ext uri="{FF2B5EF4-FFF2-40B4-BE49-F238E27FC236}">
                <a16:creationId xmlns:a16="http://schemas.microsoft.com/office/drawing/2014/main" id="{D841DFAE-0706-C320-6E0E-EF5F50D1C70E}"/>
              </a:ext>
            </a:extLst>
          </p:cNvPr>
          <p:cNvSpPr>
            <a:spLocks noGrp="1"/>
          </p:cNvSpPr>
          <p:nvPr>
            <p:ph type="body" sz="quarter" idx="115"/>
          </p:nvPr>
        </p:nvSpPr>
        <p:spPr/>
        <p:txBody>
          <a:bodyPr/>
          <a:lstStyle/>
          <a:p>
            <a:endParaRPr lang="en-ZA"/>
          </a:p>
        </p:txBody>
      </p:sp>
      <p:pic>
        <p:nvPicPr>
          <p:cNvPr id="55" name="Picture Placeholder 54" descr="A black person silhouette on a gray background&#10;&#10;Description automatically generated">
            <a:extLst>
              <a:ext uri="{FF2B5EF4-FFF2-40B4-BE49-F238E27FC236}">
                <a16:creationId xmlns:a16="http://schemas.microsoft.com/office/drawing/2014/main" id="{09B2BE47-3AE7-8BE5-E4F5-38891D750854}"/>
              </a:ext>
            </a:extLst>
          </p:cNvPr>
          <p:cNvPicPr>
            <a:picLocks noGrp="1" noChangeAspect="1"/>
          </p:cNvPicPr>
          <p:nvPr>
            <p:ph type="pic" sz="quarter" idx="116"/>
          </p:nvPr>
        </p:nvPicPr>
        <p:blipFill>
          <a:blip r:embed="rId2">
            <a:extLst>
              <a:ext uri="{28A0092B-C50C-407E-A947-70E740481C1C}">
                <a14:useLocalDpi xmlns:a14="http://schemas.microsoft.com/office/drawing/2010/main" val="0"/>
              </a:ext>
            </a:extLst>
          </a:blip>
          <a:srcRect t="110" b="110"/>
          <a:stretch>
            <a:fillRect/>
          </a:stretch>
        </p:blipFill>
        <p:spPr/>
      </p:pic>
      <p:sp>
        <p:nvSpPr>
          <p:cNvPr id="31" name="Text Placeholder 30">
            <a:extLst>
              <a:ext uri="{FF2B5EF4-FFF2-40B4-BE49-F238E27FC236}">
                <a16:creationId xmlns:a16="http://schemas.microsoft.com/office/drawing/2014/main" id="{A41663EA-D4C1-37A5-721B-DAFE5EC0914B}"/>
              </a:ext>
            </a:extLst>
          </p:cNvPr>
          <p:cNvSpPr>
            <a:spLocks noGrp="1"/>
          </p:cNvSpPr>
          <p:nvPr>
            <p:ph type="body" sz="quarter" idx="117"/>
          </p:nvPr>
        </p:nvSpPr>
        <p:spPr/>
        <p:txBody>
          <a:bodyPr/>
          <a:lstStyle/>
          <a:p>
            <a:endParaRPr lang="en-ZA"/>
          </a:p>
        </p:txBody>
      </p:sp>
      <p:sp>
        <p:nvSpPr>
          <p:cNvPr id="32" name="Text Placeholder 31">
            <a:extLst>
              <a:ext uri="{FF2B5EF4-FFF2-40B4-BE49-F238E27FC236}">
                <a16:creationId xmlns:a16="http://schemas.microsoft.com/office/drawing/2014/main" id="{EA53F765-693A-C780-8E89-BF2D6CE667AD}"/>
              </a:ext>
            </a:extLst>
          </p:cNvPr>
          <p:cNvSpPr>
            <a:spLocks noGrp="1"/>
          </p:cNvSpPr>
          <p:nvPr>
            <p:ph type="body" sz="quarter" idx="118"/>
          </p:nvPr>
        </p:nvSpPr>
        <p:spPr/>
        <p:txBody>
          <a:bodyPr/>
          <a:lstStyle/>
          <a:p>
            <a:endParaRPr lang="en-ZA"/>
          </a:p>
        </p:txBody>
      </p:sp>
      <p:pic>
        <p:nvPicPr>
          <p:cNvPr id="57" name="Picture Placeholder 56" descr="A black person silhouette on a gray background&#10;&#10;Description automatically generated">
            <a:extLst>
              <a:ext uri="{FF2B5EF4-FFF2-40B4-BE49-F238E27FC236}">
                <a16:creationId xmlns:a16="http://schemas.microsoft.com/office/drawing/2014/main" id="{C329EED6-4362-2171-6CFA-4D4919221D23}"/>
              </a:ext>
            </a:extLst>
          </p:cNvPr>
          <p:cNvPicPr>
            <a:picLocks noGrp="1" noChangeAspect="1"/>
          </p:cNvPicPr>
          <p:nvPr>
            <p:ph type="pic" sz="quarter" idx="119"/>
          </p:nvPr>
        </p:nvPicPr>
        <p:blipFill>
          <a:blip r:embed="rId2">
            <a:extLst>
              <a:ext uri="{28A0092B-C50C-407E-A947-70E740481C1C}">
                <a14:useLocalDpi xmlns:a14="http://schemas.microsoft.com/office/drawing/2010/main" val="0"/>
              </a:ext>
            </a:extLst>
          </a:blip>
          <a:srcRect t="110" b="110"/>
          <a:stretch>
            <a:fillRect/>
          </a:stretch>
        </p:blipFill>
        <p:spPr/>
      </p:pic>
      <p:sp>
        <p:nvSpPr>
          <p:cNvPr id="34" name="Text Placeholder 33">
            <a:extLst>
              <a:ext uri="{FF2B5EF4-FFF2-40B4-BE49-F238E27FC236}">
                <a16:creationId xmlns:a16="http://schemas.microsoft.com/office/drawing/2014/main" id="{7A967AE9-20DB-66D4-5744-B172FCEB860B}"/>
              </a:ext>
            </a:extLst>
          </p:cNvPr>
          <p:cNvSpPr>
            <a:spLocks noGrp="1"/>
          </p:cNvSpPr>
          <p:nvPr>
            <p:ph type="body" sz="quarter" idx="120"/>
          </p:nvPr>
        </p:nvSpPr>
        <p:spPr/>
        <p:txBody>
          <a:bodyPr/>
          <a:lstStyle/>
          <a:p>
            <a:endParaRPr lang="en-ZA"/>
          </a:p>
        </p:txBody>
      </p:sp>
      <p:sp>
        <p:nvSpPr>
          <p:cNvPr id="35" name="Text Placeholder 34">
            <a:extLst>
              <a:ext uri="{FF2B5EF4-FFF2-40B4-BE49-F238E27FC236}">
                <a16:creationId xmlns:a16="http://schemas.microsoft.com/office/drawing/2014/main" id="{5FEE154E-6E64-D9C3-380A-1DECA0E5690F}"/>
              </a:ext>
            </a:extLst>
          </p:cNvPr>
          <p:cNvSpPr>
            <a:spLocks noGrp="1"/>
          </p:cNvSpPr>
          <p:nvPr>
            <p:ph type="body" sz="quarter" idx="121"/>
          </p:nvPr>
        </p:nvSpPr>
        <p:spPr/>
        <p:txBody>
          <a:bodyPr/>
          <a:lstStyle/>
          <a:p>
            <a:endParaRPr lang="en-ZA"/>
          </a:p>
        </p:txBody>
      </p:sp>
      <p:pic>
        <p:nvPicPr>
          <p:cNvPr id="59" name="Picture Placeholder 58" descr="A black person silhouette on a gray background&#10;&#10;Description automatically generated">
            <a:extLst>
              <a:ext uri="{FF2B5EF4-FFF2-40B4-BE49-F238E27FC236}">
                <a16:creationId xmlns:a16="http://schemas.microsoft.com/office/drawing/2014/main" id="{0378F9E2-3210-862B-91F0-1A96207480B2}"/>
              </a:ext>
            </a:extLst>
          </p:cNvPr>
          <p:cNvPicPr>
            <a:picLocks noGrp="1" noChangeAspect="1"/>
          </p:cNvPicPr>
          <p:nvPr>
            <p:ph type="pic" sz="quarter" idx="122"/>
          </p:nvPr>
        </p:nvPicPr>
        <p:blipFill>
          <a:blip r:embed="rId2">
            <a:extLst>
              <a:ext uri="{28A0092B-C50C-407E-A947-70E740481C1C}">
                <a14:useLocalDpi xmlns:a14="http://schemas.microsoft.com/office/drawing/2010/main" val="0"/>
              </a:ext>
            </a:extLst>
          </a:blip>
          <a:srcRect/>
          <a:stretch>
            <a:fillRect/>
          </a:stretch>
        </p:blipFill>
        <p:spPr/>
      </p:pic>
      <p:sp>
        <p:nvSpPr>
          <p:cNvPr id="37" name="Text Placeholder 36">
            <a:extLst>
              <a:ext uri="{FF2B5EF4-FFF2-40B4-BE49-F238E27FC236}">
                <a16:creationId xmlns:a16="http://schemas.microsoft.com/office/drawing/2014/main" id="{F87CB397-E42F-18AE-DF22-20ABC043FD31}"/>
              </a:ext>
            </a:extLst>
          </p:cNvPr>
          <p:cNvSpPr>
            <a:spLocks noGrp="1"/>
          </p:cNvSpPr>
          <p:nvPr>
            <p:ph type="body" sz="quarter" idx="123"/>
          </p:nvPr>
        </p:nvSpPr>
        <p:spPr/>
        <p:txBody>
          <a:bodyPr/>
          <a:lstStyle/>
          <a:p>
            <a:endParaRPr lang="en-ZA"/>
          </a:p>
        </p:txBody>
      </p:sp>
      <p:sp>
        <p:nvSpPr>
          <p:cNvPr id="38" name="Text Placeholder 37">
            <a:extLst>
              <a:ext uri="{FF2B5EF4-FFF2-40B4-BE49-F238E27FC236}">
                <a16:creationId xmlns:a16="http://schemas.microsoft.com/office/drawing/2014/main" id="{F5F1FAC1-EB28-6173-11A6-B5B9F7CF1278}"/>
              </a:ext>
            </a:extLst>
          </p:cNvPr>
          <p:cNvSpPr>
            <a:spLocks noGrp="1"/>
          </p:cNvSpPr>
          <p:nvPr>
            <p:ph type="body" sz="quarter" idx="124"/>
          </p:nvPr>
        </p:nvSpPr>
        <p:spPr/>
        <p:txBody>
          <a:bodyPr/>
          <a:lstStyle/>
          <a:p>
            <a:endParaRPr lang="en-ZA"/>
          </a:p>
        </p:txBody>
      </p:sp>
      <p:pic>
        <p:nvPicPr>
          <p:cNvPr id="61" name="Picture Placeholder 60" descr="A black person silhouette on a gray background&#10;&#10;Description automatically generated">
            <a:extLst>
              <a:ext uri="{FF2B5EF4-FFF2-40B4-BE49-F238E27FC236}">
                <a16:creationId xmlns:a16="http://schemas.microsoft.com/office/drawing/2014/main" id="{E66A6D62-8211-5872-755A-55F21676E06A}"/>
              </a:ext>
            </a:extLst>
          </p:cNvPr>
          <p:cNvPicPr>
            <a:picLocks noGrp="1" noChangeAspect="1"/>
          </p:cNvPicPr>
          <p:nvPr>
            <p:ph type="pic" sz="quarter" idx="125"/>
          </p:nvPr>
        </p:nvPicPr>
        <p:blipFill>
          <a:blip r:embed="rId2">
            <a:extLst>
              <a:ext uri="{28A0092B-C50C-407E-A947-70E740481C1C}">
                <a14:useLocalDpi xmlns:a14="http://schemas.microsoft.com/office/drawing/2010/main" val="0"/>
              </a:ext>
            </a:extLst>
          </a:blip>
          <a:srcRect t="110" b="110"/>
          <a:stretch>
            <a:fillRect/>
          </a:stretch>
        </p:blipFill>
        <p:spPr/>
      </p:pic>
      <p:sp>
        <p:nvSpPr>
          <p:cNvPr id="40" name="Text Placeholder 39">
            <a:extLst>
              <a:ext uri="{FF2B5EF4-FFF2-40B4-BE49-F238E27FC236}">
                <a16:creationId xmlns:a16="http://schemas.microsoft.com/office/drawing/2014/main" id="{56B5FA77-5922-7FEA-1F12-66FE4C3F0070}"/>
              </a:ext>
            </a:extLst>
          </p:cNvPr>
          <p:cNvSpPr>
            <a:spLocks noGrp="1"/>
          </p:cNvSpPr>
          <p:nvPr>
            <p:ph type="body" sz="quarter" idx="126"/>
          </p:nvPr>
        </p:nvSpPr>
        <p:spPr/>
        <p:txBody>
          <a:bodyPr/>
          <a:lstStyle/>
          <a:p>
            <a:endParaRPr lang="en-ZA"/>
          </a:p>
        </p:txBody>
      </p:sp>
      <p:sp>
        <p:nvSpPr>
          <p:cNvPr id="41" name="Text Placeholder 40">
            <a:extLst>
              <a:ext uri="{FF2B5EF4-FFF2-40B4-BE49-F238E27FC236}">
                <a16:creationId xmlns:a16="http://schemas.microsoft.com/office/drawing/2014/main" id="{2B2DCCB0-315A-26C1-97DA-288215D6E65E}"/>
              </a:ext>
            </a:extLst>
          </p:cNvPr>
          <p:cNvSpPr>
            <a:spLocks noGrp="1"/>
          </p:cNvSpPr>
          <p:nvPr>
            <p:ph type="body" sz="quarter" idx="127"/>
          </p:nvPr>
        </p:nvSpPr>
        <p:spPr/>
        <p:txBody>
          <a:bodyPr/>
          <a:lstStyle/>
          <a:p>
            <a:endParaRPr lang="en-ZA"/>
          </a:p>
        </p:txBody>
      </p:sp>
    </p:spTree>
    <p:extLst>
      <p:ext uri="{BB962C8B-B14F-4D97-AF65-F5344CB8AC3E}">
        <p14:creationId xmlns:p14="http://schemas.microsoft.com/office/powerpoint/2010/main" val="256033469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p07.s13">
    <p:spTree>
      <p:nvGrpSpPr>
        <p:cNvPr id="1" name=""/>
        <p:cNvGrpSpPr/>
        <p:nvPr/>
      </p:nvGrpSpPr>
      <p:grpSpPr>
        <a:xfrm>
          <a:off x="0" y="0"/>
          <a:ext cx="0" cy="0"/>
          <a:chOff x="0" y="0"/>
          <a:chExt cx="0" cy="0"/>
        </a:xfrm>
      </p:grpSpPr>
      <p:pic>
        <p:nvPicPr>
          <p:cNvPr id="67" name="Picture Placeholder 66" descr="A black person silhouette on a gray background&#10;&#10;Description automatically generated">
            <a:extLst>
              <a:ext uri="{FF2B5EF4-FFF2-40B4-BE49-F238E27FC236}">
                <a16:creationId xmlns:a16="http://schemas.microsoft.com/office/drawing/2014/main" id="{1D204D55-9B3B-F07C-B6AF-8B64652540DC}"/>
              </a:ext>
            </a:extLst>
          </p:cNvPr>
          <p:cNvPicPr>
            <a:picLocks noGrp="1" noChangeAspect="1"/>
          </p:cNvPicPr>
          <p:nvPr>
            <p:ph type="pic" sz="quarter" idx="128"/>
          </p:nvPr>
        </p:nvPicPr>
        <p:blipFill>
          <a:blip r:embed="rId2">
            <a:extLst>
              <a:ext uri="{28A0092B-C50C-407E-A947-70E740481C1C}">
                <a14:useLocalDpi xmlns:a14="http://schemas.microsoft.com/office/drawing/2010/main" val="0"/>
              </a:ext>
            </a:extLst>
          </a:blip>
          <a:srcRect t="110" b="110"/>
          <a:stretch>
            <a:fillRect/>
          </a:stretch>
        </p:blipFill>
        <p:spPr/>
      </p:pic>
      <p:sp>
        <p:nvSpPr>
          <p:cNvPr id="3" name="Text Placeholder 2">
            <a:extLst>
              <a:ext uri="{FF2B5EF4-FFF2-40B4-BE49-F238E27FC236}">
                <a16:creationId xmlns:a16="http://schemas.microsoft.com/office/drawing/2014/main" id="{5FC4CA69-502B-B5CA-2ED6-BC98EFD4B813}"/>
              </a:ext>
            </a:extLst>
          </p:cNvPr>
          <p:cNvSpPr>
            <a:spLocks noGrp="1"/>
          </p:cNvSpPr>
          <p:nvPr>
            <p:ph type="body" sz="quarter" idx="129"/>
          </p:nvPr>
        </p:nvSpPr>
        <p:spPr/>
        <p:txBody>
          <a:bodyPr/>
          <a:lstStyle/>
          <a:p>
            <a:endParaRPr lang="en-ZA"/>
          </a:p>
        </p:txBody>
      </p:sp>
      <p:sp>
        <p:nvSpPr>
          <p:cNvPr id="4" name="Text Placeholder 3">
            <a:extLst>
              <a:ext uri="{FF2B5EF4-FFF2-40B4-BE49-F238E27FC236}">
                <a16:creationId xmlns:a16="http://schemas.microsoft.com/office/drawing/2014/main" id="{9A819211-1795-8599-82F0-AB120C433709}"/>
              </a:ext>
            </a:extLst>
          </p:cNvPr>
          <p:cNvSpPr>
            <a:spLocks noGrp="1"/>
          </p:cNvSpPr>
          <p:nvPr>
            <p:ph type="body" sz="quarter" idx="130"/>
          </p:nvPr>
        </p:nvSpPr>
        <p:spPr/>
        <p:txBody>
          <a:bodyPr/>
          <a:lstStyle/>
          <a:p>
            <a:endParaRPr lang="en-ZA"/>
          </a:p>
        </p:txBody>
      </p:sp>
      <p:pic>
        <p:nvPicPr>
          <p:cNvPr id="69" name="Picture Placeholder 68" descr="A black person silhouette on a gray background&#10;&#10;Description automatically generated">
            <a:extLst>
              <a:ext uri="{FF2B5EF4-FFF2-40B4-BE49-F238E27FC236}">
                <a16:creationId xmlns:a16="http://schemas.microsoft.com/office/drawing/2014/main" id="{9730B36F-6EE1-397D-923D-91BD072F9B27}"/>
              </a:ext>
            </a:extLst>
          </p:cNvPr>
          <p:cNvPicPr>
            <a:picLocks noGrp="1" noChangeAspect="1"/>
          </p:cNvPicPr>
          <p:nvPr>
            <p:ph type="pic" sz="quarter" idx="131"/>
          </p:nvPr>
        </p:nvPicPr>
        <p:blipFill>
          <a:blip r:embed="rId2">
            <a:extLst>
              <a:ext uri="{28A0092B-C50C-407E-A947-70E740481C1C}">
                <a14:useLocalDpi xmlns:a14="http://schemas.microsoft.com/office/drawing/2010/main" val="0"/>
              </a:ext>
            </a:extLst>
          </a:blip>
          <a:srcRect/>
          <a:stretch>
            <a:fillRect/>
          </a:stretch>
        </p:blipFill>
        <p:spPr/>
      </p:pic>
      <p:sp>
        <p:nvSpPr>
          <p:cNvPr id="6" name="Text Placeholder 5">
            <a:extLst>
              <a:ext uri="{FF2B5EF4-FFF2-40B4-BE49-F238E27FC236}">
                <a16:creationId xmlns:a16="http://schemas.microsoft.com/office/drawing/2014/main" id="{47464246-204F-DB92-0510-8BC4AC276F00}"/>
              </a:ext>
            </a:extLst>
          </p:cNvPr>
          <p:cNvSpPr>
            <a:spLocks noGrp="1"/>
          </p:cNvSpPr>
          <p:nvPr>
            <p:ph type="body" sz="quarter" idx="132"/>
          </p:nvPr>
        </p:nvSpPr>
        <p:spPr/>
        <p:txBody>
          <a:bodyPr/>
          <a:lstStyle/>
          <a:p>
            <a:endParaRPr lang="en-ZA"/>
          </a:p>
        </p:txBody>
      </p:sp>
      <p:sp>
        <p:nvSpPr>
          <p:cNvPr id="7" name="Text Placeholder 6">
            <a:extLst>
              <a:ext uri="{FF2B5EF4-FFF2-40B4-BE49-F238E27FC236}">
                <a16:creationId xmlns:a16="http://schemas.microsoft.com/office/drawing/2014/main" id="{0DF500BA-054B-5686-5D8A-B713C66B892E}"/>
              </a:ext>
            </a:extLst>
          </p:cNvPr>
          <p:cNvSpPr>
            <a:spLocks noGrp="1"/>
          </p:cNvSpPr>
          <p:nvPr>
            <p:ph type="body" sz="quarter" idx="133"/>
          </p:nvPr>
        </p:nvSpPr>
        <p:spPr/>
        <p:txBody>
          <a:bodyPr/>
          <a:lstStyle/>
          <a:p>
            <a:endParaRPr lang="en-ZA"/>
          </a:p>
        </p:txBody>
      </p:sp>
      <p:pic>
        <p:nvPicPr>
          <p:cNvPr id="71" name="Picture Placeholder 70" descr="A black person silhouette on a gray background&#10;&#10;Description automatically generated">
            <a:extLst>
              <a:ext uri="{FF2B5EF4-FFF2-40B4-BE49-F238E27FC236}">
                <a16:creationId xmlns:a16="http://schemas.microsoft.com/office/drawing/2014/main" id="{BF917567-9221-9597-F3F5-6877149ED53B}"/>
              </a:ext>
            </a:extLst>
          </p:cNvPr>
          <p:cNvPicPr>
            <a:picLocks noGrp="1" noChangeAspect="1"/>
          </p:cNvPicPr>
          <p:nvPr>
            <p:ph type="pic" sz="quarter" idx="134"/>
          </p:nvPr>
        </p:nvPicPr>
        <p:blipFill>
          <a:blip r:embed="rId2">
            <a:extLst>
              <a:ext uri="{28A0092B-C50C-407E-A947-70E740481C1C}">
                <a14:useLocalDpi xmlns:a14="http://schemas.microsoft.com/office/drawing/2010/main" val="0"/>
              </a:ext>
            </a:extLst>
          </a:blip>
          <a:srcRect t="110" b="110"/>
          <a:stretch>
            <a:fillRect/>
          </a:stretch>
        </p:blipFill>
        <p:spPr/>
      </p:pic>
      <p:sp>
        <p:nvSpPr>
          <p:cNvPr id="9" name="Text Placeholder 8">
            <a:extLst>
              <a:ext uri="{FF2B5EF4-FFF2-40B4-BE49-F238E27FC236}">
                <a16:creationId xmlns:a16="http://schemas.microsoft.com/office/drawing/2014/main" id="{712DB3AF-0D2F-DC23-FEEB-536AA9A54BE1}"/>
              </a:ext>
            </a:extLst>
          </p:cNvPr>
          <p:cNvSpPr>
            <a:spLocks noGrp="1"/>
          </p:cNvSpPr>
          <p:nvPr>
            <p:ph type="body" sz="quarter" idx="135"/>
          </p:nvPr>
        </p:nvSpPr>
        <p:spPr/>
        <p:txBody>
          <a:bodyPr/>
          <a:lstStyle/>
          <a:p>
            <a:endParaRPr lang="en-ZA"/>
          </a:p>
        </p:txBody>
      </p:sp>
      <p:sp>
        <p:nvSpPr>
          <p:cNvPr id="10" name="Text Placeholder 9">
            <a:extLst>
              <a:ext uri="{FF2B5EF4-FFF2-40B4-BE49-F238E27FC236}">
                <a16:creationId xmlns:a16="http://schemas.microsoft.com/office/drawing/2014/main" id="{2D582F27-7C0C-3ABE-683D-749683E41309}"/>
              </a:ext>
            </a:extLst>
          </p:cNvPr>
          <p:cNvSpPr>
            <a:spLocks noGrp="1"/>
          </p:cNvSpPr>
          <p:nvPr>
            <p:ph type="body" sz="quarter" idx="136"/>
          </p:nvPr>
        </p:nvSpPr>
        <p:spPr/>
        <p:txBody>
          <a:bodyPr/>
          <a:lstStyle/>
          <a:p>
            <a:endParaRPr lang="en-ZA"/>
          </a:p>
        </p:txBody>
      </p:sp>
      <p:sp>
        <p:nvSpPr>
          <p:cNvPr id="11" name="Text Placeholder 10">
            <a:extLst>
              <a:ext uri="{FF2B5EF4-FFF2-40B4-BE49-F238E27FC236}">
                <a16:creationId xmlns:a16="http://schemas.microsoft.com/office/drawing/2014/main" id="{4F0DCE11-482E-53E3-6B67-2027007C3452}"/>
              </a:ext>
            </a:extLst>
          </p:cNvPr>
          <p:cNvSpPr>
            <a:spLocks noGrp="1"/>
          </p:cNvSpPr>
          <p:nvPr>
            <p:ph type="body" sz="quarter" idx="64"/>
          </p:nvPr>
        </p:nvSpPr>
        <p:spPr/>
        <p:txBody>
          <a:bodyPr/>
          <a:lstStyle/>
          <a:p>
            <a:endParaRPr lang="en-ZA"/>
          </a:p>
        </p:txBody>
      </p:sp>
      <p:sp>
        <p:nvSpPr>
          <p:cNvPr id="12" name="Text Placeholder 11">
            <a:extLst>
              <a:ext uri="{FF2B5EF4-FFF2-40B4-BE49-F238E27FC236}">
                <a16:creationId xmlns:a16="http://schemas.microsoft.com/office/drawing/2014/main" id="{083EDFE0-A7B8-C2E5-9BB0-8686D5D1DD82}"/>
              </a:ext>
            </a:extLst>
          </p:cNvPr>
          <p:cNvSpPr>
            <a:spLocks noGrp="1"/>
          </p:cNvSpPr>
          <p:nvPr>
            <p:ph type="body" sz="quarter" idx="65"/>
          </p:nvPr>
        </p:nvSpPr>
        <p:spPr/>
        <p:txBody>
          <a:bodyPr/>
          <a:lstStyle/>
          <a:p>
            <a:endParaRPr lang="en-ZA"/>
          </a:p>
        </p:txBody>
      </p:sp>
      <p:pic>
        <p:nvPicPr>
          <p:cNvPr id="45" name="Picture Placeholder 44" descr="A black person silhouette on a gray background&#10;&#10;Description automatically generated">
            <a:extLst>
              <a:ext uri="{FF2B5EF4-FFF2-40B4-BE49-F238E27FC236}">
                <a16:creationId xmlns:a16="http://schemas.microsoft.com/office/drawing/2014/main" id="{B61CB7FA-FF3F-24C0-D881-15061A689E7A}"/>
              </a:ext>
            </a:extLst>
          </p:cNvPr>
          <p:cNvPicPr>
            <a:picLocks noGrp="1" noChangeAspect="1"/>
          </p:cNvPicPr>
          <p:nvPr>
            <p:ph type="pic" sz="quarter" idx="103"/>
          </p:nvPr>
        </p:nvPicPr>
        <p:blipFill>
          <a:blip r:embed="rId2">
            <a:extLst>
              <a:ext uri="{28A0092B-C50C-407E-A947-70E740481C1C}">
                <a14:useLocalDpi xmlns:a14="http://schemas.microsoft.com/office/drawing/2010/main" val="0"/>
              </a:ext>
            </a:extLst>
          </a:blip>
          <a:srcRect/>
          <a:stretch>
            <a:fillRect/>
          </a:stretch>
        </p:blipFill>
        <p:spPr/>
      </p:pic>
      <p:pic>
        <p:nvPicPr>
          <p:cNvPr id="47" name="Picture Placeholder 46" descr="A black person silhouette on a gray background&#10;&#10;Description automatically generated">
            <a:extLst>
              <a:ext uri="{FF2B5EF4-FFF2-40B4-BE49-F238E27FC236}">
                <a16:creationId xmlns:a16="http://schemas.microsoft.com/office/drawing/2014/main" id="{13C29ECD-CB6B-1772-D8F2-39726E5D80E2}"/>
              </a:ext>
            </a:extLst>
          </p:cNvPr>
          <p:cNvPicPr>
            <a:picLocks noGrp="1" noChangeAspect="1"/>
          </p:cNvPicPr>
          <p:nvPr>
            <p:ph type="pic" sz="quarter" idx="100"/>
          </p:nvPr>
        </p:nvPicPr>
        <p:blipFill>
          <a:blip r:embed="rId2">
            <a:extLst>
              <a:ext uri="{28A0092B-C50C-407E-A947-70E740481C1C}">
                <a14:useLocalDpi xmlns:a14="http://schemas.microsoft.com/office/drawing/2010/main" val="0"/>
              </a:ext>
            </a:extLst>
          </a:blip>
          <a:srcRect t="110" b="110"/>
          <a:stretch>
            <a:fillRect/>
          </a:stretch>
        </p:blipFill>
        <p:spPr/>
      </p:pic>
      <p:sp>
        <p:nvSpPr>
          <p:cNvPr id="15" name="Text Placeholder 14">
            <a:extLst>
              <a:ext uri="{FF2B5EF4-FFF2-40B4-BE49-F238E27FC236}">
                <a16:creationId xmlns:a16="http://schemas.microsoft.com/office/drawing/2014/main" id="{CB7E1EF2-1E4B-E366-3CE7-117DA65629B4}"/>
              </a:ext>
            </a:extLst>
          </p:cNvPr>
          <p:cNvSpPr>
            <a:spLocks noGrp="1"/>
          </p:cNvSpPr>
          <p:nvPr>
            <p:ph type="body" sz="quarter" idx="101"/>
          </p:nvPr>
        </p:nvSpPr>
        <p:spPr/>
        <p:txBody>
          <a:bodyPr/>
          <a:lstStyle/>
          <a:p>
            <a:endParaRPr lang="en-ZA"/>
          </a:p>
        </p:txBody>
      </p:sp>
      <p:sp>
        <p:nvSpPr>
          <p:cNvPr id="16" name="Text Placeholder 15">
            <a:extLst>
              <a:ext uri="{FF2B5EF4-FFF2-40B4-BE49-F238E27FC236}">
                <a16:creationId xmlns:a16="http://schemas.microsoft.com/office/drawing/2014/main" id="{D1404DA8-C648-DC0B-DA43-C9A95BB18471}"/>
              </a:ext>
            </a:extLst>
          </p:cNvPr>
          <p:cNvSpPr>
            <a:spLocks noGrp="1"/>
          </p:cNvSpPr>
          <p:nvPr>
            <p:ph type="body" sz="quarter" idx="102"/>
          </p:nvPr>
        </p:nvSpPr>
        <p:spPr/>
        <p:txBody>
          <a:bodyPr/>
          <a:lstStyle/>
          <a:p>
            <a:endParaRPr lang="en-ZA"/>
          </a:p>
        </p:txBody>
      </p:sp>
      <p:sp>
        <p:nvSpPr>
          <p:cNvPr id="17" name="Title 16">
            <a:extLst>
              <a:ext uri="{FF2B5EF4-FFF2-40B4-BE49-F238E27FC236}">
                <a16:creationId xmlns:a16="http://schemas.microsoft.com/office/drawing/2014/main" id="{B6C57C3C-23C9-1D0C-6B7A-EA4103D9F400}"/>
              </a:ext>
            </a:extLst>
          </p:cNvPr>
          <p:cNvSpPr>
            <a:spLocks noGrp="1"/>
          </p:cNvSpPr>
          <p:nvPr>
            <p:ph type="ctrTitle"/>
          </p:nvPr>
        </p:nvSpPr>
        <p:spPr/>
        <p:txBody>
          <a:bodyPr/>
          <a:lstStyle/>
          <a:p>
            <a:r>
              <a:rPr lang="en-ZA" dirty="0"/>
              <a:t>11. BESPOKE TEAM PHOTO ORGANISATION CHART</a:t>
            </a:r>
          </a:p>
        </p:txBody>
      </p:sp>
      <p:pic>
        <p:nvPicPr>
          <p:cNvPr id="51" name="Picture Placeholder 50" descr="A black person silhouette on a gray background&#10;&#10;Description automatically generated">
            <a:extLst>
              <a:ext uri="{FF2B5EF4-FFF2-40B4-BE49-F238E27FC236}">
                <a16:creationId xmlns:a16="http://schemas.microsoft.com/office/drawing/2014/main" id="{D9F59F7C-072F-74DD-92A6-823E525CF9B7}"/>
              </a:ext>
            </a:extLst>
          </p:cNvPr>
          <p:cNvPicPr>
            <a:picLocks noGrp="1" noChangeAspect="1"/>
          </p:cNvPicPr>
          <p:nvPr>
            <p:ph type="pic" sz="quarter" idx="104"/>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ADB2201F-D7C5-A872-CC8E-D632B8D1A918}"/>
              </a:ext>
            </a:extLst>
          </p:cNvPr>
          <p:cNvSpPr>
            <a:spLocks noGrp="1"/>
          </p:cNvSpPr>
          <p:nvPr>
            <p:ph type="body" sz="quarter" idx="105"/>
          </p:nvPr>
        </p:nvSpPr>
        <p:spPr/>
        <p:txBody>
          <a:bodyPr/>
          <a:lstStyle/>
          <a:p>
            <a:endParaRPr lang="en-ZA"/>
          </a:p>
        </p:txBody>
      </p:sp>
      <p:sp>
        <p:nvSpPr>
          <p:cNvPr id="20" name="Text Placeholder 19">
            <a:extLst>
              <a:ext uri="{FF2B5EF4-FFF2-40B4-BE49-F238E27FC236}">
                <a16:creationId xmlns:a16="http://schemas.microsoft.com/office/drawing/2014/main" id="{5FFFAE43-44CB-90DC-FCAE-EF1C756F73E3}"/>
              </a:ext>
            </a:extLst>
          </p:cNvPr>
          <p:cNvSpPr>
            <a:spLocks noGrp="1"/>
          </p:cNvSpPr>
          <p:nvPr>
            <p:ph type="body" sz="quarter" idx="106"/>
          </p:nvPr>
        </p:nvSpPr>
        <p:spPr/>
        <p:txBody>
          <a:bodyPr/>
          <a:lstStyle/>
          <a:p>
            <a:endParaRPr lang="en-ZA"/>
          </a:p>
        </p:txBody>
      </p:sp>
      <p:pic>
        <p:nvPicPr>
          <p:cNvPr id="53" name="Picture Placeholder 52" descr="A black person silhouette on a gray background&#10;&#10;Description automatically generated">
            <a:extLst>
              <a:ext uri="{FF2B5EF4-FFF2-40B4-BE49-F238E27FC236}">
                <a16:creationId xmlns:a16="http://schemas.microsoft.com/office/drawing/2014/main" id="{F6867FFB-2764-0A94-BD5A-657CDCF1F2B6}"/>
              </a:ext>
            </a:extLst>
          </p:cNvPr>
          <p:cNvPicPr>
            <a:picLocks noGrp="1" noChangeAspect="1"/>
          </p:cNvPicPr>
          <p:nvPr>
            <p:ph type="pic" sz="quarter" idx="107"/>
          </p:nvPr>
        </p:nvPicPr>
        <p:blipFill>
          <a:blip r:embed="rId2">
            <a:extLst>
              <a:ext uri="{28A0092B-C50C-407E-A947-70E740481C1C}">
                <a14:useLocalDpi xmlns:a14="http://schemas.microsoft.com/office/drawing/2010/main" val="0"/>
              </a:ext>
            </a:extLst>
          </a:blip>
          <a:srcRect t="110" b="110"/>
          <a:stretch>
            <a:fillRect/>
          </a:stretch>
        </p:blipFill>
        <p:spPr/>
      </p:pic>
      <p:sp>
        <p:nvSpPr>
          <p:cNvPr id="22" name="Text Placeholder 21">
            <a:extLst>
              <a:ext uri="{FF2B5EF4-FFF2-40B4-BE49-F238E27FC236}">
                <a16:creationId xmlns:a16="http://schemas.microsoft.com/office/drawing/2014/main" id="{73516CB2-07F1-28E8-413A-3DCAE4C632F2}"/>
              </a:ext>
            </a:extLst>
          </p:cNvPr>
          <p:cNvSpPr>
            <a:spLocks noGrp="1"/>
          </p:cNvSpPr>
          <p:nvPr>
            <p:ph type="body" sz="quarter" idx="108"/>
          </p:nvPr>
        </p:nvSpPr>
        <p:spPr/>
        <p:txBody>
          <a:bodyPr/>
          <a:lstStyle/>
          <a:p>
            <a:endParaRPr lang="en-ZA"/>
          </a:p>
        </p:txBody>
      </p:sp>
      <p:sp>
        <p:nvSpPr>
          <p:cNvPr id="23" name="Text Placeholder 22">
            <a:extLst>
              <a:ext uri="{FF2B5EF4-FFF2-40B4-BE49-F238E27FC236}">
                <a16:creationId xmlns:a16="http://schemas.microsoft.com/office/drawing/2014/main" id="{7C0FE9A8-29A7-C834-014B-78464BE85074}"/>
              </a:ext>
            </a:extLst>
          </p:cNvPr>
          <p:cNvSpPr>
            <a:spLocks noGrp="1"/>
          </p:cNvSpPr>
          <p:nvPr>
            <p:ph type="body" sz="quarter" idx="109"/>
          </p:nvPr>
        </p:nvSpPr>
        <p:spPr/>
        <p:txBody>
          <a:bodyPr/>
          <a:lstStyle/>
          <a:p>
            <a:endParaRPr lang="en-ZA"/>
          </a:p>
        </p:txBody>
      </p:sp>
      <p:pic>
        <p:nvPicPr>
          <p:cNvPr id="55" name="Picture Placeholder 54" descr="A black person silhouette on a gray background&#10;&#10;Description automatically generated">
            <a:extLst>
              <a:ext uri="{FF2B5EF4-FFF2-40B4-BE49-F238E27FC236}">
                <a16:creationId xmlns:a16="http://schemas.microsoft.com/office/drawing/2014/main" id="{315B23D0-558C-FC81-4F0C-65EC63306EB3}"/>
              </a:ext>
            </a:extLst>
          </p:cNvPr>
          <p:cNvPicPr>
            <a:picLocks noGrp="1" noChangeAspect="1"/>
          </p:cNvPicPr>
          <p:nvPr>
            <p:ph type="pic" sz="quarter" idx="110"/>
          </p:nvPr>
        </p:nvPicPr>
        <p:blipFill>
          <a:blip r:embed="rId2">
            <a:extLst>
              <a:ext uri="{28A0092B-C50C-407E-A947-70E740481C1C}">
                <a14:useLocalDpi xmlns:a14="http://schemas.microsoft.com/office/drawing/2010/main" val="0"/>
              </a:ext>
            </a:extLst>
          </a:blip>
          <a:srcRect/>
          <a:stretch>
            <a:fillRect/>
          </a:stretch>
        </p:blipFill>
        <p:spPr/>
      </p:pic>
      <p:sp>
        <p:nvSpPr>
          <p:cNvPr id="25" name="Text Placeholder 24">
            <a:extLst>
              <a:ext uri="{FF2B5EF4-FFF2-40B4-BE49-F238E27FC236}">
                <a16:creationId xmlns:a16="http://schemas.microsoft.com/office/drawing/2014/main" id="{64505710-9C5D-EE70-2CAD-971C6A455FAB}"/>
              </a:ext>
            </a:extLst>
          </p:cNvPr>
          <p:cNvSpPr>
            <a:spLocks noGrp="1"/>
          </p:cNvSpPr>
          <p:nvPr>
            <p:ph type="body" sz="quarter" idx="111"/>
          </p:nvPr>
        </p:nvSpPr>
        <p:spPr/>
        <p:txBody>
          <a:bodyPr/>
          <a:lstStyle/>
          <a:p>
            <a:endParaRPr lang="en-ZA"/>
          </a:p>
        </p:txBody>
      </p:sp>
      <p:sp>
        <p:nvSpPr>
          <p:cNvPr id="26" name="Text Placeholder 25">
            <a:extLst>
              <a:ext uri="{FF2B5EF4-FFF2-40B4-BE49-F238E27FC236}">
                <a16:creationId xmlns:a16="http://schemas.microsoft.com/office/drawing/2014/main" id="{36209E2F-D406-0B04-F4D2-F518035B0C28}"/>
              </a:ext>
            </a:extLst>
          </p:cNvPr>
          <p:cNvSpPr>
            <a:spLocks noGrp="1"/>
          </p:cNvSpPr>
          <p:nvPr>
            <p:ph type="body" sz="quarter" idx="112"/>
          </p:nvPr>
        </p:nvSpPr>
        <p:spPr/>
        <p:txBody>
          <a:bodyPr/>
          <a:lstStyle/>
          <a:p>
            <a:endParaRPr lang="en-ZA"/>
          </a:p>
        </p:txBody>
      </p:sp>
      <p:pic>
        <p:nvPicPr>
          <p:cNvPr id="57" name="Picture Placeholder 56" descr="A black person silhouette on a gray background&#10;&#10;Description automatically generated">
            <a:extLst>
              <a:ext uri="{FF2B5EF4-FFF2-40B4-BE49-F238E27FC236}">
                <a16:creationId xmlns:a16="http://schemas.microsoft.com/office/drawing/2014/main" id="{6773B3EF-B1CD-7866-10C7-485E3259BE06}"/>
              </a:ext>
            </a:extLst>
          </p:cNvPr>
          <p:cNvPicPr>
            <a:picLocks noGrp="1" noChangeAspect="1"/>
          </p:cNvPicPr>
          <p:nvPr>
            <p:ph type="pic" sz="quarter" idx="113"/>
          </p:nvPr>
        </p:nvPicPr>
        <p:blipFill>
          <a:blip r:embed="rId2">
            <a:extLst>
              <a:ext uri="{28A0092B-C50C-407E-A947-70E740481C1C}">
                <a14:useLocalDpi xmlns:a14="http://schemas.microsoft.com/office/drawing/2010/main" val="0"/>
              </a:ext>
            </a:extLst>
          </a:blip>
          <a:srcRect l="110" r="110"/>
          <a:stretch>
            <a:fillRect/>
          </a:stretch>
        </p:blipFill>
        <p:spPr/>
      </p:pic>
      <p:sp>
        <p:nvSpPr>
          <p:cNvPr id="28" name="Text Placeholder 27">
            <a:extLst>
              <a:ext uri="{FF2B5EF4-FFF2-40B4-BE49-F238E27FC236}">
                <a16:creationId xmlns:a16="http://schemas.microsoft.com/office/drawing/2014/main" id="{BBA17ECF-AA6E-F013-24FF-36968084B107}"/>
              </a:ext>
            </a:extLst>
          </p:cNvPr>
          <p:cNvSpPr>
            <a:spLocks noGrp="1"/>
          </p:cNvSpPr>
          <p:nvPr>
            <p:ph type="body" sz="quarter" idx="114"/>
          </p:nvPr>
        </p:nvSpPr>
        <p:spPr/>
        <p:txBody>
          <a:bodyPr/>
          <a:lstStyle/>
          <a:p>
            <a:endParaRPr lang="en-ZA"/>
          </a:p>
        </p:txBody>
      </p:sp>
      <p:sp>
        <p:nvSpPr>
          <p:cNvPr id="29" name="Text Placeholder 28">
            <a:extLst>
              <a:ext uri="{FF2B5EF4-FFF2-40B4-BE49-F238E27FC236}">
                <a16:creationId xmlns:a16="http://schemas.microsoft.com/office/drawing/2014/main" id="{3883BAF6-C962-F695-061E-B9623F57EA52}"/>
              </a:ext>
            </a:extLst>
          </p:cNvPr>
          <p:cNvSpPr>
            <a:spLocks noGrp="1"/>
          </p:cNvSpPr>
          <p:nvPr>
            <p:ph type="body" sz="quarter" idx="115"/>
          </p:nvPr>
        </p:nvSpPr>
        <p:spPr/>
        <p:txBody>
          <a:bodyPr/>
          <a:lstStyle/>
          <a:p>
            <a:endParaRPr lang="en-ZA"/>
          </a:p>
        </p:txBody>
      </p:sp>
      <p:pic>
        <p:nvPicPr>
          <p:cNvPr id="59" name="Picture Placeholder 58" descr="A black person silhouette on a gray background&#10;&#10;Description automatically generated">
            <a:extLst>
              <a:ext uri="{FF2B5EF4-FFF2-40B4-BE49-F238E27FC236}">
                <a16:creationId xmlns:a16="http://schemas.microsoft.com/office/drawing/2014/main" id="{B87F110A-9B7D-D6DA-0E40-B83BF22D09B5}"/>
              </a:ext>
            </a:extLst>
          </p:cNvPr>
          <p:cNvPicPr>
            <a:picLocks noGrp="1" noChangeAspect="1"/>
          </p:cNvPicPr>
          <p:nvPr>
            <p:ph type="pic" sz="quarter" idx="116"/>
          </p:nvPr>
        </p:nvPicPr>
        <p:blipFill>
          <a:blip r:embed="rId2">
            <a:extLst>
              <a:ext uri="{28A0092B-C50C-407E-A947-70E740481C1C}">
                <a14:useLocalDpi xmlns:a14="http://schemas.microsoft.com/office/drawing/2010/main" val="0"/>
              </a:ext>
            </a:extLst>
          </a:blip>
          <a:srcRect/>
          <a:stretch>
            <a:fillRect/>
          </a:stretch>
        </p:blipFill>
        <p:spPr/>
      </p:pic>
      <p:sp>
        <p:nvSpPr>
          <p:cNvPr id="31" name="Text Placeholder 30">
            <a:extLst>
              <a:ext uri="{FF2B5EF4-FFF2-40B4-BE49-F238E27FC236}">
                <a16:creationId xmlns:a16="http://schemas.microsoft.com/office/drawing/2014/main" id="{A9724739-104F-B697-AE56-2394733EE6E0}"/>
              </a:ext>
            </a:extLst>
          </p:cNvPr>
          <p:cNvSpPr>
            <a:spLocks noGrp="1"/>
          </p:cNvSpPr>
          <p:nvPr>
            <p:ph type="body" sz="quarter" idx="117"/>
          </p:nvPr>
        </p:nvSpPr>
        <p:spPr/>
        <p:txBody>
          <a:bodyPr/>
          <a:lstStyle/>
          <a:p>
            <a:endParaRPr lang="en-ZA"/>
          </a:p>
        </p:txBody>
      </p:sp>
      <p:sp>
        <p:nvSpPr>
          <p:cNvPr id="32" name="Text Placeholder 31">
            <a:extLst>
              <a:ext uri="{FF2B5EF4-FFF2-40B4-BE49-F238E27FC236}">
                <a16:creationId xmlns:a16="http://schemas.microsoft.com/office/drawing/2014/main" id="{1E991CFB-CB3F-E4CC-B35D-D2318EEC2518}"/>
              </a:ext>
            </a:extLst>
          </p:cNvPr>
          <p:cNvSpPr>
            <a:spLocks noGrp="1"/>
          </p:cNvSpPr>
          <p:nvPr>
            <p:ph type="body" sz="quarter" idx="118"/>
          </p:nvPr>
        </p:nvSpPr>
        <p:spPr/>
        <p:txBody>
          <a:bodyPr/>
          <a:lstStyle/>
          <a:p>
            <a:endParaRPr lang="en-ZA"/>
          </a:p>
        </p:txBody>
      </p:sp>
      <p:pic>
        <p:nvPicPr>
          <p:cNvPr id="61" name="Picture Placeholder 60" descr="A black person silhouette on a gray background&#10;&#10;Description automatically generated">
            <a:extLst>
              <a:ext uri="{FF2B5EF4-FFF2-40B4-BE49-F238E27FC236}">
                <a16:creationId xmlns:a16="http://schemas.microsoft.com/office/drawing/2014/main" id="{C01796AB-8D42-0723-32F4-086F7143DFDF}"/>
              </a:ext>
            </a:extLst>
          </p:cNvPr>
          <p:cNvPicPr>
            <a:picLocks noGrp="1" noChangeAspect="1"/>
          </p:cNvPicPr>
          <p:nvPr>
            <p:ph type="pic" sz="quarter" idx="119"/>
          </p:nvPr>
        </p:nvPicPr>
        <p:blipFill>
          <a:blip r:embed="rId2">
            <a:extLst>
              <a:ext uri="{28A0092B-C50C-407E-A947-70E740481C1C}">
                <a14:useLocalDpi xmlns:a14="http://schemas.microsoft.com/office/drawing/2010/main" val="0"/>
              </a:ext>
            </a:extLst>
          </a:blip>
          <a:srcRect t="110" b="110"/>
          <a:stretch>
            <a:fillRect/>
          </a:stretch>
        </p:blipFill>
        <p:spPr/>
      </p:pic>
      <p:sp>
        <p:nvSpPr>
          <p:cNvPr id="34" name="Text Placeholder 33">
            <a:extLst>
              <a:ext uri="{FF2B5EF4-FFF2-40B4-BE49-F238E27FC236}">
                <a16:creationId xmlns:a16="http://schemas.microsoft.com/office/drawing/2014/main" id="{5BD88944-B678-4826-A462-1F112D4F8361}"/>
              </a:ext>
            </a:extLst>
          </p:cNvPr>
          <p:cNvSpPr>
            <a:spLocks noGrp="1"/>
          </p:cNvSpPr>
          <p:nvPr>
            <p:ph type="body" sz="quarter" idx="120"/>
          </p:nvPr>
        </p:nvSpPr>
        <p:spPr/>
        <p:txBody>
          <a:bodyPr/>
          <a:lstStyle/>
          <a:p>
            <a:endParaRPr lang="en-ZA"/>
          </a:p>
        </p:txBody>
      </p:sp>
      <p:sp>
        <p:nvSpPr>
          <p:cNvPr id="35" name="Text Placeholder 34">
            <a:extLst>
              <a:ext uri="{FF2B5EF4-FFF2-40B4-BE49-F238E27FC236}">
                <a16:creationId xmlns:a16="http://schemas.microsoft.com/office/drawing/2014/main" id="{62A489DE-336A-3FC7-E277-20AA9773B7E0}"/>
              </a:ext>
            </a:extLst>
          </p:cNvPr>
          <p:cNvSpPr>
            <a:spLocks noGrp="1"/>
          </p:cNvSpPr>
          <p:nvPr>
            <p:ph type="body" sz="quarter" idx="121"/>
          </p:nvPr>
        </p:nvSpPr>
        <p:spPr/>
        <p:txBody>
          <a:bodyPr/>
          <a:lstStyle/>
          <a:p>
            <a:endParaRPr lang="en-ZA"/>
          </a:p>
        </p:txBody>
      </p:sp>
      <p:pic>
        <p:nvPicPr>
          <p:cNvPr id="63" name="Picture Placeholder 62" descr="A black person silhouette on a gray background&#10;&#10;Description automatically generated">
            <a:extLst>
              <a:ext uri="{FF2B5EF4-FFF2-40B4-BE49-F238E27FC236}">
                <a16:creationId xmlns:a16="http://schemas.microsoft.com/office/drawing/2014/main" id="{FACB3AC4-A781-EA86-0DA9-B28DE2DEDF09}"/>
              </a:ext>
            </a:extLst>
          </p:cNvPr>
          <p:cNvPicPr>
            <a:picLocks noGrp="1" noChangeAspect="1"/>
          </p:cNvPicPr>
          <p:nvPr>
            <p:ph type="pic" sz="quarter" idx="122"/>
          </p:nvPr>
        </p:nvPicPr>
        <p:blipFill>
          <a:blip r:embed="rId2">
            <a:extLst>
              <a:ext uri="{28A0092B-C50C-407E-A947-70E740481C1C}">
                <a14:useLocalDpi xmlns:a14="http://schemas.microsoft.com/office/drawing/2010/main" val="0"/>
              </a:ext>
            </a:extLst>
          </a:blip>
          <a:srcRect/>
          <a:stretch>
            <a:fillRect/>
          </a:stretch>
        </p:blipFill>
        <p:spPr/>
      </p:pic>
      <p:sp>
        <p:nvSpPr>
          <p:cNvPr id="37" name="Text Placeholder 36">
            <a:extLst>
              <a:ext uri="{FF2B5EF4-FFF2-40B4-BE49-F238E27FC236}">
                <a16:creationId xmlns:a16="http://schemas.microsoft.com/office/drawing/2014/main" id="{69507A1B-E6F9-FB59-8156-8771DBC8BEEF}"/>
              </a:ext>
            </a:extLst>
          </p:cNvPr>
          <p:cNvSpPr>
            <a:spLocks noGrp="1"/>
          </p:cNvSpPr>
          <p:nvPr>
            <p:ph type="body" sz="quarter" idx="123"/>
          </p:nvPr>
        </p:nvSpPr>
        <p:spPr/>
        <p:txBody>
          <a:bodyPr/>
          <a:lstStyle/>
          <a:p>
            <a:endParaRPr lang="en-ZA"/>
          </a:p>
        </p:txBody>
      </p:sp>
      <p:sp>
        <p:nvSpPr>
          <p:cNvPr id="38" name="Text Placeholder 37">
            <a:extLst>
              <a:ext uri="{FF2B5EF4-FFF2-40B4-BE49-F238E27FC236}">
                <a16:creationId xmlns:a16="http://schemas.microsoft.com/office/drawing/2014/main" id="{6AD05764-37FA-CD05-15EF-255FDB586817}"/>
              </a:ext>
            </a:extLst>
          </p:cNvPr>
          <p:cNvSpPr>
            <a:spLocks noGrp="1"/>
          </p:cNvSpPr>
          <p:nvPr>
            <p:ph type="body" sz="quarter" idx="124"/>
          </p:nvPr>
        </p:nvSpPr>
        <p:spPr/>
        <p:txBody>
          <a:bodyPr/>
          <a:lstStyle/>
          <a:p>
            <a:endParaRPr lang="en-ZA"/>
          </a:p>
        </p:txBody>
      </p:sp>
      <p:pic>
        <p:nvPicPr>
          <p:cNvPr id="65" name="Picture Placeholder 64" descr="A black person silhouette on a gray background&#10;&#10;Description automatically generated">
            <a:extLst>
              <a:ext uri="{FF2B5EF4-FFF2-40B4-BE49-F238E27FC236}">
                <a16:creationId xmlns:a16="http://schemas.microsoft.com/office/drawing/2014/main" id="{51E7A414-CD80-40F0-A40A-75941487E659}"/>
              </a:ext>
            </a:extLst>
          </p:cNvPr>
          <p:cNvPicPr>
            <a:picLocks noGrp="1" noChangeAspect="1"/>
          </p:cNvPicPr>
          <p:nvPr>
            <p:ph type="pic" sz="quarter" idx="125"/>
          </p:nvPr>
        </p:nvPicPr>
        <p:blipFill>
          <a:blip r:embed="rId2">
            <a:extLst>
              <a:ext uri="{28A0092B-C50C-407E-A947-70E740481C1C}">
                <a14:useLocalDpi xmlns:a14="http://schemas.microsoft.com/office/drawing/2010/main" val="0"/>
              </a:ext>
            </a:extLst>
          </a:blip>
          <a:srcRect t="110" b="110"/>
          <a:stretch>
            <a:fillRect/>
          </a:stretch>
        </p:blipFill>
        <p:spPr/>
      </p:pic>
      <p:sp>
        <p:nvSpPr>
          <p:cNvPr id="40" name="Text Placeholder 39">
            <a:extLst>
              <a:ext uri="{FF2B5EF4-FFF2-40B4-BE49-F238E27FC236}">
                <a16:creationId xmlns:a16="http://schemas.microsoft.com/office/drawing/2014/main" id="{2DB6767E-3CDD-9F0E-A841-5339C1E08450}"/>
              </a:ext>
            </a:extLst>
          </p:cNvPr>
          <p:cNvSpPr>
            <a:spLocks noGrp="1"/>
          </p:cNvSpPr>
          <p:nvPr>
            <p:ph type="body" sz="quarter" idx="126"/>
          </p:nvPr>
        </p:nvSpPr>
        <p:spPr/>
        <p:txBody>
          <a:bodyPr/>
          <a:lstStyle/>
          <a:p>
            <a:endParaRPr lang="en-ZA"/>
          </a:p>
        </p:txBody>
      </p:sp>
      <p:sp>
        <p:nvSpPr>
          <p:cNvPr id="41" name="Text Placeholder 40">
            <a:extLst>
              <a:ext uri="{FF2B5EF4-FFF2-40B4-BE49-F238E27FC236}">
                <a16:creationId xmlns:a16="http://schemas.microsoft.com/office/drawing/2014/main" id="{EC8DCEF5-1587-85BF-3320-3C27C8C09DF0}"/>
              </a:ext>
            </a:extLst>
          </p:cNvPr>
          <p:cNvSpPr>
            <a:spLocks noGrp="1"/>
          </p:cNvSpPr>
          <p:nvPr>
            <p:ph type="body" sz="quarter" idx="127"/>
          </p:nvPr>
        </p:nvSpPr>
        <p:spPr/>
        <p:txBody>
          <a:bodyPr/>
          <a:lstStyle/>
          <a:p>
            <a:endParaRPr lang="en-ZA"/>
          </a:p>
        </p:txBody>
      </p:sp>
    </p:spTree>
    <p:extLst>
      <p:ext uri="{BB962C8B-B14F-4D97-AF65-F5344CB8AC3E}">
        <p14:creationId xmlns:p14="http://schemas.microsoft.com/office/powerpoint/2010/main" val="39010526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p07.s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032E0-581A-C89D-385B-AB764C1DA4E9}"/>
              </a:ext>
            </a:extLst>
          </p:cNvPr>
          <p:cNvSpPr>
            <a:spLocks noGrp="1"/>
          </p:cNvSpPr>
          <p:nvPr>
            <p:ph type="ctrTitle"/>
          </p:nvPr>
        </p:nvSpPr>
        <p:spPr/>
        <p:txBody>
          <a:bodyPr/>
          <a:lstStyle/>
          <a:p>
            <a:r>
              <a:rPr lang="en-ZA" dirty="0"/>
              <a:t>12. BESPOKE TEAM PHOTO ORGANISATION CHART</a:t>
            </a:r>
          </a:p>
        </p:txBody>
      </p:sp>
      <p:sp>
        <p:nvSpPr>
          <p:cNvPr id="3" name="Text Placeholder 2">
            <a:extLst>
              <a:ext uri="{FF2B5EF4-FFF2-40B4-BE49-F238E27FC236}">
                <a16:creationId xmlns:a16="http://schemas.microsoft.com/office/drawing/2014/main" id="{6530610E-ECDC-67D2-1804-27F7398D6113}"/>
              </a:ext>
            </a:extLst>
          </p:cNvPr>
          <p:cNvSpPr>
            <a:spLocks noGrp="1"/>
          </p:cNvSpPr>
          <p:nvPr>
            <p:ph type="body" sz="quarter" idx="40"/>
          </p:nvPr>
        </p:nvSpPr>
        <p:spPr/>
        <p:txBody>
          <a:bodyPr/>
          <a:lstStyle/>
          <a:p>
            <a:r>
              <a:rPr lang="en-US" dirty="0"/>
              <a:t>REGIONAL ACCOUNTABILITY</a:t>
            </a:r>
            <a:endParaRPr lang="en-ZA" dirty="0"/>
          </a:p>
        </p:txBody>
      </p:sp>
      <p:sp>
        <p:nvSpPr>
          <p:cNvPr id="4" name="Text Placeholder 3">
            <a:extLst>
              <a:ext uri="{FF2B5EF4-FFF2-40B4-BE49-F238E27FC236}">
                <a16:creationId xmlns:a16="http://schemas.microsoft.com/office/drawing/2014/main" id="{583F3AD7-5354-656F-647E-9FA4FC5703D5}"/>
              </a:ext>
            </a:extLst>
          </p:cNvPr>
          <p:cNvSpPr>
            <a:spLocks noGrp="1"/>
          </p:cNvSpPr>
          <p:nvPr>
            <p:ph type="body" sz="quarter" idx="64"/>
          </p:nvPr>
        </p:nvSpPr>
        <p:spPr/>
        <p:txBody>
          <a:bodyPr/>
          <a:lstStyle/>
          <a:p>
            <a:r>
              <a:rPr lang="en-US" dirty="0"/>
              <a:t>DISTRIBUTOR</a:t>
            </a:r>
            <a:endParaRPr lang="en-ZA" dirty="0"/>
          </a:p>
        </p:txBody>
      </p:sp>
      <p:sp>
        <p:nvSpPr>
          <p:cNvPr id="5" name="Text Placeholder 4">
            <a:extLst>
              <a:ext uri="{FF2B5EF4-FFF2-40B4-BE49-F238E27FC236}">
                <a16:creationId xmlns:a16="http://schemas.microsoft.com/office/drawing/2014/main" id="{F19D1078-1803-6B46-AC2E-57D8B4E6B8DD}"/>
              </a:ext>
            </a:extLst>
          </p:cNvPr>
          <p:cNvSpPr>
            <a:spLocks noGrp="1"/>
          </p:cNvSpPr>
          <p:nvPr>
            <p:ph type="body" sz="quarter" idx="65"/>
          </p:nvPr>
        </p:nvSpPr>
        <p:spPr/>
        <p:txBody>
          <a:bodyPr/>
          <a:lstStyle/>
          <a:p>
            <a:r>
              <a:rPr lang="en-US" dirty="0"/>
              <a:t>REGIONS</a:t>
            </a:r>
            <a:endParaRPr lang="en-ZA" dirty="0"/>
          </a:p>
        </p:txBody>
      </p:sp>
      <p:sp>
        <p:nvSpPr>
          <p:cNvPr id="6" name="Text Placeholder 5">
            <a:extLst>
              <a:ext uri="{FF2B5EF4-FFF2-40B4-BE49-F238E27FC236}">
                <a16:creationId xmlns:a16="http://schemas.microsoft.com/office/drawing/2014/main" id="{B571B94C-22C5-4935-72FD-DAAC90F7C0E1}"/>
              </a:ext>
            </a:extLst>
          </p:cNvPr>
          <p:cNvSpPr>
            <a:spLocks noGrp="1"/>
          </p:cNvSpPr>
          <p:nvPr>
            <p:ph type="body" sz="quarter" idx="66"/>
          </p:nvPr>
        </p:nvSpPr>
        <p:spPr>
          <a:xfrm>
            <a:off x="1418311" y="4228802"/>
            <a:ext cx="1202573" cy="384721"/>
          </a:xfrm>
        </p:spPr>
        <p:txBody>
          <a:bodyPr/>
          <a:lstStyle/>
          <a:p>
            <a:r>
              <a:rPr lang="en-US" dirty="0"/>
              <a:t>INLAND NORTH DIVISIONAL MANAGER</a:t>
            </a:r>
            <a:endParaRPr lang="en-ZA" dirty="0"/>
          </a:p>
        </p:txBody>
      </p:sp>
      <p:sp>
        <p:nvSpPr>
          <p:cNvPr id="7" name="Text Placeholder 6">
            <a:extLst>
              <a:ext uri="{FF2B5EF4-FFF2-40B4-BE49-F238E27FC236}">
                <a16:creationId xmlns:a16="http://schemas.microsoft.com/office/drawing/2014/main" id="{80C869C2-1288-FA12-9089-60F4C4DB87AA}"/>
              </a:ext>
            </a:extLst>
          </p:cNvPr>
          <p:cNvSpPr>
            <a:spLocks noGrp="1"/>
          </p:cNvSpPr>
          <p:nvPr>
            <p:ph type="body" sz="quarter" idx="67"/>
          </p:nvPr>
        </p:nvSpPr>
        <p:spPr>
          <a:xfrm>
            <a:off x="3035333" y="4228802"/>
            <a:ext cx="1202573" cy="384721"/>
          </a:xfrm>
        </p:spPr>
        <p:txBody>
          <a:bodyPr/>
          <a:lstStyle/>
          <a:p>
            <a:r>
              <a:rPr lang="en-US" dirty="0"/>
              <a:t>INLAND NORTH DIVISIONAL MANAGER</a:t>
            </a:r>
            <a:endParaRPr lang="en-ZA" dirty="0"/>
          </a:p>
        </p:txBody>
      </p:sp>
      <p:sp>
        <p:nvSpPr>
          <p:cNvPr id="8" name="Text Placeholder 7">
            <a:extLst>
              <a:ext uri="{FF2B5EF4-FFF2-40B4-BE49-F238E27FC236}">
                <a16:creationId xmlns:a16="http://schemas.microsoft.com/office/drawing/2014/main" id="{68FC832B-441D-70B4-C5C1-D57CEF4C4789}"/>
              </a:ext>
            </a:extLst>
          </p:cNvPr>
          <p:cNvSpPr>
            <a:spLocks noGrp="1"/>
          </p:cNvSpPr>
          <p:nvPr>
            <p:ph type="body" sz="quarter" idx="68"/>
          </p:nvPr>
        </p:nvSpPr>
        <p:spPr>
          <a:xfrm>
            <a:off x="4650345" y="4228802"/>
            <a:ext cx="1202573" cy="384721"/>
          </a:xfrm>
        </p:spPr>
        <p:txBody>
          <a:bodyPr/>
          <a:lstStyle/>
          <a:p>
            <a:r>
              <a:rPr lang="en-US" dirty="0"/>
              <a:t>INLAND NORTH DIVISIONAL MANAGER</a:t>
            </a:r>
            <a:endParaRPr lang="en-ZA" dirty="0"/>
          </a:p>
        </p:txBody>
      </p:sp>
      <p:sp>
        <p:nvSpPr>
          <p:cNvPr id="9" name="Text Placeholder 8">
            <a:extLst>
              <a:ext uri="{FF2B5EF4-FFF2-40B4-BE49-F238E27FC236}">
                <a16:creationId xmlns:a16="http://schemas.microsoft.com/office/drawing/2014/main" id="{987F4D3D-DA30-F995-14C6-73B24FC0BD1A}"/>
              </a:ext>
            </a:extLst>
          </p:cNvPr>
          <p:cNvSpPr>
            <a:spLocks noGrp="1"/>
          </p:cNvSpPr>
          <p:nvPr>
            <p:ph type="body" sz="quarter" idx="69"/>
          </p:nvPr>
        </p:nvSpPr>
        <p:spPr>
          <a:xfrm>
            <a:off x="6264495" y="4228802"/>
            <a:ext cx="1202573" cy="384721"/>
          </a:xfrm>
        </p:spPr>
        <p:txBody>
          <a:bodyPr/>
          <a:lstStyle/>
          <a:p>
            <a:r>
              <a:rPr lang="en-US" dirty="0"/>
              <a:t>INLAND NORTH DIVISIONAL MANAGER</a:t>
            </a:r>
            <a:endParaRPr lang="en-ZA" dirty="0"/>
          </a:p>
        </p:txBody>
      </p:sp>
      <p:sp>
        <p:nvSpPr>
          <p:cNvPr id="10" name="Text Placeholder 9">
            <a:extLst>
              <a:ext uri="{FF2B5EF4-FFF2-40B4-BE49-F238E27FC236}">
                <a16:creationId xmlns:a16="http://schemas.microsoft.com/office/drawing/2014/main" id="{B1C18FDA-E4B6-ECE7-E3D8-CBCE0ED58317}"/>
              </a:ext>
            </a:extLst>
          </p:cNvPr>
          <p:cNvSpPr>
            <a:spLocks noGrp="1"/>
          </p:cNvSpPr>
          <p:nvPr>
            <p:ph type="body" sz="quarter" idx="70"/>
          </p:nvPr>
        </p:nvSpPr>
        <p:spPr>
          <a:xfrm>
            <a:off x="7878653" y="4228802"/>
            <a:ext cx="1202573" cy="384721"/>
          </a:xfrm>
        </p:spPr>
        <p:txBody>
          <a:bodyPr/>
          <a:lstStyle/>
          <a:p>
            <a:r>
              <a:rPr lang="en-US" dirty="0"/>
              <a:t>INLAND NORTH DIVISIONAL MANAGER</a:t>
            </a:r>
            <a:endParaRPr lang="en-ZA" dirty="0"/>
          </a:p>
        </p:txBody>
      </p:sp>
      <p:sp>
        <p:nvSpPr>
          <p:cNvPr id="11" name="Text Placeholder 10">
            <a:extLst>
              <a:ext uri="{FF2B5EF4-FFF2-40B4-BE49-F238E27FC236}">
                <a16:creationId xmlns:a16="http://schemas.microsoft.com/office/drawing/2014/main" id="{D9AB5968-67F7-A9ED-529D-2C99D5055401}"/>
              </a:ext>
            </a:extLst>
          </p:cNvPr>
          <p:cNvSpPr>
            <a:spLocks noGrp="1"/>
          </p:cNvSpPr>
          <p:nvPr>
            <p:ph type="body" sz="quarter" idx="4294967295"/>
          </p:nvPr>
        </p:nvSpPr>
        <p:spPr>
          <a:xfrm>
            <a:off x="9491936" y="4228802"/>
            <a:ext cx="1202573" cy="384721"/>
          </a:xfrm>
          <a:prstGeom prst="rect">
            <a:avLst/>
          </a:prstGeom>
        </p:spPr>
        <p:txBody>
          <a:bodyPr/>
          <a:lstStyle/>
          <a:p>
            <a:r>
              <a:rPr lang="en-US" dirty="0"/>
              <a:t>INLAND NORTH DIVISIONAL MANAGER</a:t>
            </a:r>
            <a:endParaRPr lang="en-ZA" dirty="0"/>
          </a:p>
        </p:txBody>
      </p:sp>
      <p:sp>
        <p:nvSpPr>
          <p:cNvPr id="12" name="Picture Placeholder 11">
            <a:extLst>
              <a:ext uri="{FF2B5EF4-FFF2-40B4-BE49-F238E27FC236}">
                <a16:creationId xmlns:a16="http://schemas.microsoft.com/office/drawing/2014/main" id="{CC27339E-2B19-0543-8915-5C3104E64F94}"/>
              </a:ext>
            </a:extLst>
          </p:cNvPr>
          <p:cNvSpPr>
            <a:spLocks noGrp="1"/>
          </p:cNvSpPr>
          <p:nvPr>
            <p:ph type="pic" sz="quarter" idx="100"/>
          </p:nvPr>
        </p:nvSpPr>
        <p:spPr/>
        <p:txBody>
          <a:bodyPr/>
          <a:lstStyle/>
          <a:p>
            <a:endParaRPr lang="en-ZA"/>
          </a:p>
        </p:txBody>
      </p:sp>
      <p:sp>
        <p:nvSpPr>
          <p:cNvPr id="13" name="Text Placeholder 12">
            <a:extLst>
              <a:ext uri="{FF2B5EF4-FFF2-40B4-BE49-F238E27FC236}">
                <a16:creationId xmlns:a16="http://schemas.microsoft.com/office/drawing/2014/main" id="{A55BE6E2-30C8-8766-F247-37943BFE982A}"/>
              </a:ext>
            </a:extLst>
          </p:cNvPr>
          <p:cNvSpPr>
            <a:spLocks noGrp="1"/>
          </p:cNvSpPr>
          <p:nvPr>
            <p:ph type="body" sz="quarter" idx="86"/>
          </p:nvPr>
        </p:nvSpPr>
        <p:spPr/>
        <p:txBody>
          <a:bodyPr/>
          <a:lstStyle/>
          <a:p>
            <a:r>
              <a:rPr lang="en-US" dirty="0"/>
              <a:t>NAME SURNAME</a:t>
            </a:r>
            <a:endParaRPr lang="en-ZA" dirty="0"/>
          </a:p>
        </p:txBody>
      </p:sp>
      <p:sp>
        <p:nvSpPr>
          <p:cNvPr id="14" name="Text Placeholder 13">
            <a:extLst>
              <a:ext uri="{FF2B5EF4-FFF2-40B4-BE49-F238E27FC236}">
                <a16:creationId xmlns:a16="http://schemas.microsoft.com/office/drawing/2014/main" id="{0855C7DE-6347-C9B5-3ACF-2946C6650B57}"/>
              </a:ext>
            </a:extLst>
          </p:cNvPr>
          <p:cNvSpPr>
            <a:spLocks noGrp="1"/>
          </p:cNvSpPr>
          <p:nvPr>
            <p:ph type="body" sz="quarter" idx="101"/>
          </p:nvPr>
        </p:nvSpPr>
        <p:spPr/>
        <p:txBody>
          <a:bodyPr/>
          <a:lstStyle/>
          <a:p>
            <a:r>
              <a:rPr lang="en-US" dirty="0"/>
              <a:t>NAME SURNAME</a:t>
            </a:r>
            <a:endParaRPr lang="en-ZA" dirty="0"/>
          </a:p>
        </p:txBody>
      </p:sp>
      <p:sp>
        <p:nvSpPr>
          <p:cNvPr id="15" name="Text Placeholder 14">
            <a:extLst>
              <a:ext uri="{FF2B5EF4-FFF2-40B4-BE49-F238E27FC236}">
                <a16:creationId xmlns:a16="http://schemas.microsoft.com/office/drawing/2014/main" id="{9DA07A99-18FF-E051-A6BE-69DDA00F94F8}"/>
              </a:ext>
            </a:extLst>
          </p:cNvPr>
          <p:cNvSpPr>
            <a:spLocks noGrp="1"/>
          </p:cNvSpPr>
          <p:nvPr>
            <p:ph type="body" sz="quarter" idx="102"/>
          </p:nvPr>
        </p:nvSpPr>
        <p:spPr/>
        <p:txBody>
          <a:bodyPr/>
          <a:lstStyle/>
          <a:p>
            <a:r>
              <a:rPr lang="en-US" dirty="0"/>
              <a:t>NAME SURNAME</a:t>
            </a:r>
            <a:endParaRPr lang="en-ZA" dirty="0"/>
          </a:p>
        </p:txBody>
      </p:sp>
      <p:sp>
        <p:nvSpPr>
          <p:cNvPr id="16" name="Text Placeholder 15">
            <a:extLst>
              <a:ext uri="{FF2B5EF4-FFF2-40B4-BE49-F238E27FC236}">
                <a16:creationId xmlns:a16="http://schemas.microsoft.com/office/drawing/2014/main" id="{4332BE98-BC96-A729-AA74-DB9A3D889A07}"/>
              </a:ext>
            </a:extLst>
          </p:cNvPr>
          <p:cNvSpPr>
            <a:spLocks noGrp="1"/>
          </p:cNvSpPr>
          <p:nvPr>
            <p:ph type="body" sz="quarter" idx="103"/>
          </p:nvPr>
        </p:nvSpPr>
        <p:spPr/>
        <p:txBody>
          <a:bodyPr/>
          <a:lstStyle/>
          <a:p>
            <a:r>
              <a:rPr lang="en-US" dirty="0"/>
              <a:t>NAME SURNAME</a:t>
            </a:r>
            <a:endParaRPr lang="en-ZA" dirty="0"/>
          </a:p>
        </p:txBody>
      </p:sp>
      <p:sp>
        <p:nvSpPr>
          <p:cNvPr id="17" name="Text Placeholder 16">
            <a:extLst>
              <a:ext uri="{FF2B5EF4-FFF2-40B4-BE49-F238E27FC236}">
                <a16:creationId xmlns:a16="http://schemas.microsoft.com/office/drawing/2014/main" id="{E0B4C3E0-4704-C6C4-10A7-00F6A7D05BC4}"/>
              </a:ext>
            </a:extLst>
          </p:cNvPr>
          <p:cNvSpPr>
            <a:spLocks noGrp="1"/>
          </p:cNvSpPr>
          <p:nvPr>
            <p:ph type="body" sz="quarter" idx="104"/>
          </p:nvPr>
        </p:nvSpPr>
        <p:spPr/>
        <p:txBody>
          <a:bodyPr/>
          <a:lstStyle/>
          <a:p>
            <a:r>
              <a:rPr lang="en-US" dirty="0"/>
              <a:t>NAME SURNAME</a:t>
            </a:r>
            <a:endParaRPr lang="en-ZA" dirty="0"/>
          </a:p>
        </p:txBody>
      </p:sp>
      <p:sp>
        <p:nvSpPr>
          <p:cNvPr id="18" name="Text Placeholder 17">
            <a:extLst>
              <a:ext uri="{FF2B5EF4-FFF2-40B4-BE49-F238E27FC236}">
                <a16:creationId xmlns:a16="http://schemas.microsoft.com/office/drawing/2014/main" id="{8ACF30AF-11A6-1981-5F2D-6DF20ABBF9F3}"/>
              </a:ext>
            </a:extLst>
          </p:cNvPr>
          <p:cNvSpPr>
            <a:spLocks noGrp="1"/>
          </p:cNvSpPr>
          <p:nvPr>
            <p:ph type="body" sz="quarter" idx="4294967295"/>
          </p:nvPr>
        </p:nvSpPr>
        <p:spPr>
          <a:xfrm>
            <a:off x="9491936" y="5911366"/>
            <a:ext cx="1202573" cy="102592"/>
          </a:xfrm>
          <a:prstGeom prst="rect">
            <a:avLst/>
          </a:prstGeom>
        </p:spPr>
        <p:txBody>
          <a:bodyPr/>
          <a:lstStyle/>
          <a:p>
            <a:r>
              <a:rPr lang="en-US" dirty="0"/>
              <a:t>NAME SURNAME</a:t>
            </a:r>
            <a:endParaRPr lang="en-ZA" dirty="0"/>
          </a:p>
        </p:txBody>
      </p:sp>
      <p:sp>
        <p:nvSpPr>
          <p:cNvPr id="19" name="Picture Placeholder 18">
            <a:extLst>
              <a:ext uri="{FF2B5EF4-FFF2-40B4-BE49-F238E27FC236}">
                <a16:creationId xmlns:a16="http://schemas.microsoft.com/office/drawing/2014/main" id="{6E22DBE8-07EC-FDC1-7434-3C34F9B8A374}"/>
              </a:ext>
            </a:extLst>
          </p:cNvPr>
          <p:cNvSpPr>
            <a:spLocks noGrp="1"/>
          </p:cNvSpPr>
          <p:nvPr>
            <p:ph type="pic" sz="quarter" idx="106"/>
          </p:nvPr>
        </p:nvSpPr>
        <p:spPr/>
        <p:txBody>
          <a:bodyPr/>
          <a:lstStyle/>
          <a:p>
            <a:endParaRPr lang="en-ZA"/>
          </a:p>
        </p:txBody>
      </p:sp>
      <p:sp>
        <p:nvSpPr>
          <p:cNvPr id="20" name="Picture Placeholder 19">
            <a:extLst>
              <a:ext uri="{FF2B5EF4-FFF2-40B4-BE49-F238E27FC236}">
                <a16:creationId xmlns:a16="http://schemas.microsoft.com/office/drawing/2014/main" id="{6CE2F0F5-6800-5A9A-3585-FD07359E4428}"/>
              </a:ext>
            </a:extLst>
          </p:cNvPr>
          <p:cNvSpPr>
            <a:spLocks noGrp="1"/>
          </p:cNvSpPr>
          <p:nvPr>
            <p:ph type="pic" sz="quarter" idx="107"/>
          </p:nvPr>
        </p:nvSpPr>
        <p:spPr/>
        <p:txBody>
          <a:bodyPr/>
          <a:lstStyle/>
          <a:p>
            <a:endParaRPr lang="en-ZA"/>
          </a:p>
        </p:txBody>
      </p:sp>
      <p:sp>
        <p:nvSpPr>
          <p:cNvPr id="21" name="Picture Placeholder 20">
            <a:extLst>
              <a:ext uri="{FF2B5EF4-FFF2-40B4-BE49-F238E27FC236}">
                <a16:creationId xmlns:a16="http://schemas.microsoft.com/office/drawing/2014/main" id="{CA11BA63-6E1A-D7BA-227D-8F8656FFE492}"/>
              </a:ext>
            </a:extLst>
          </p:cNvPr>
          <p:cNvSpPr>
            <a:spLocks noGrp="1"/>
          </p:cNvSpPr>
          <p:nvPr>
            <p:ph type="pic" sz="quarter" idx="108"/>
          </p:nvPr>
        </p:nvSpPr>
        <p:spPr/>
        <p:txBody>
          <a:bodyPr/>
          <a:lstStyle/>
          <a:p>
            <a:endParaRPr lang="en-ZA"/>
          </a:p>
        </p:txBody>
      </p:sp>
      <p:sp>
        <p:nvSpPr>
          <p:cNvPr id="22" name="Picture Placeholder 21">
            <a:extLst>
              <a:ext uri="{FF2B5EF4-FFF2-40B4-BE49-F238E27FC236}">
                <a16:creationId xmlns:a16="http://schemas.microsoft.com/office/drawing/2014/main" id="{6938DA06-7347-2813-5FBF-C7B670FC9A54}"/>
              </a:ext>
            </a:extLst>
          </p:cNvPr>
          <p:cNvSpPr>
            <a:spLocks noGrp="1"/>
          </p:cNvSpPr>
          <p:nvPr>
            <p:ph type="pic" sz="quarter" idx="109"/>
          </p:nvPr>
        </p:nvSpPr>
        <p:spPr/>
        <p:txBody>
          <a:bodyPr/>
          <a:lstStyle/>
          <a:p>
            <a:endParaRPr lang="en-ZA"/>
          </a:p>
        </p:txBody>
      </p:sp>
      <p:sp>
        <p:nvSpPr>
          <p:cNvPr id="23" name="Picture Placeholder 22">
            <a:extLst>
              <a:ext uri="{FF2B5EF4-FFF2-40B4-BE49-F238E27FC236}">
                <a16:creationId xmlns:a16="http://schemas.microsoft.com/office/drawing/2014/main" id="{D634B3E1-E3DC-7C2A-106C-BFC99300258D}"/>
              </a:ext>
            </a:extLst>
          </p:cNvPr>
          <p:cNvSpPr>
            <a:spLocks noGrp="1"/>
          </p:cNvSpPr>
          <p:nvPr>
            <p:ph type="pic" sz="quarter" idx="4294967295"/>
          </p:nvPr>
        </p:nvSpPr>
        <p:spPr>
          <a:xfrm>
            <a:off x="9647990" y="4854576"/>
            <a:ext cx="890464" cy="890464"/>
          </a:xfrm>
          <a:prstGeom prst="rect">
            <a:avLst/>
          </a:prstGeom>
        </p:spPr>
        <p:txBody>
          <a:bodyPr/>
          <a:lstStyle/>
          <a:p>
            <a:endParaRPr lang="en-ZA"/>
          </a:p>
        </p:txBody>
      </p:sp>
    </p:spTree>
    <p:extLst>
      <p:ext uri="{BB962C8B-B14F-4D97-AF65-F5344CB8AC3E}">
        <p14:creationId xmlns:p14="http://schemas.microsoft.com/office/powerpoint/2010/main" val="97713855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p07.s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455D7-4B25-1D38-CFBC-706383D7EC11}"/>
              </a:ext>
            </a:extLst>
          </p:cNvPr>
          <p:cNvSpPr>
            <a:spLocks noGrp="1"/>
          </p:cNvSpPr>
          <p:nvPr>
            <p:ph type="ctrTitle"/>
          </p:nvPr>
        </p:nvSpPr>
        <p:spPr/>
        <p:txBody>
          <a:bodyPr/>
          <a:lstStyle/>
          <a:p>
            <a:r>
              <a:rPr lang="en-ZA" dirty="0"/>
              <a:t>13. BESPOKE TEAM PHOTO ORGANISATION CHART</a:t>
            </a:r>
          </a:p>
        </p:txBody>
      </p:sp>
      <p:sp>
        <p:nvSpPr>
          <p:cNvPr id="3" name="Text Placeholder 2">
            <a:extLst>
              <a:ext uri="{FF2B5EF4-FFF2-40B4-BE49-F238E27FC236}">
                <a16:creationId xmlns:a16="http://schemas.microsoft.com/office/drawing/2014/main" id="{89DB28EF-B87B-63C0-0F4A-389A052A7746}"/>
              </a:ext>
            </a:extLst>
          </p:cNvPr>
          <p:cNvSpPr>
            <a:spLocks noGrp="1"/>
          </p:cNvSpPr>
          <p:nvPr>
            <p:ph type="body" sz="quarter" idx="40"/>
          </p:nvPr>
        </p:nvSpPr>
        <p:spPr/>
        <p:txBody>
          <a:bodyPr/>
          <a:lstStyle/>
          <a:p>
            <a:r>
              <a:rPr lang="en-ZA" dirty="0"/>
              <a:t>TEAM INTROS</a:t>
            </a:r>
          </a:p>
        </p:txBody>
      </p:sp>
      <p:sp>
        <p:nvSpPr>
          <p:cNvPr id="4" name="Text Placeholder 3">
            <a:extLst>
              <a:ext uri="{FF2B5EF4-FFF2-40B4-BE49-F238E27FC236}">
                <a16:creationId xmlns:a16="http://schemas.microsoft.com/office/drawing/2014/main" id="{39A5A701-245D-DC8F-BDB3-7E2D5639F8CC}"/>
              </a:ext>
            </a:extLst>
          </p:cNvPr>
          <p:cNvSpPr>
            <a:spLocks noGrp="1"/>
          </p:cNvSpPr>
          <p:nvPr>
            <p:ph type="body" sz="quarter" idx="64"/>
          </p:nvPr>
        </p:nvSpPr>
        <p:spPr/>
        <p:txBody>
          <a:bodyPr/>
          <a:lstStyle/>
          <a:p>
            <a:r>
              <a:rPr lang="en-ZA" dirty="0"/>
              <a:t>TEAM NAME GOES HERE</a:t>
            </a:r>
          </a:p>
        </p:txBody>
      </p:sp>
      <p:sp>
        <p:nvSpPr>
          <p:cNvPr id="5" name="Picture Placeholder 4">
            <a:extLst>
              <a:ext uri="{FF2B5EF4-FFF2-40B4-BE49-F238E27FC236}">
                <a16:creationId xmlns:a16="http://schemas.microsoft.com/office/drawing/2014/main" id="{F03BBD5B-655D-8D57-2EBC-D71CCA6F2A5D}"/>
              </a:ext>
            </a:extLst>
          </p:cNvPr>
          <p:cNvSpPr>
            <a:spLocks noGrp="1"/>
          </p:cNvSpPr>
          <p:nvPr>
            <p:ph type="pic" sz="quarter" idx="100"/>
          </p:nvPr>
        </p:nvSpPr>
        <p:spPr/>
        <p:txBody>
          <a:bodyPr/>
          <a:lstStyle/>
          <a:p>
            <a:endParaRPr lang="en-ZA"/>
          </a:p>
        </p:txBody>
      </p:sp>
      <p:sp>
        <p:nvSpPr>
          <p:cNvPr id="6" name="Text Placeholder 5">
            <a:extLst>
              <a:ext uri="{FF2B5EF4-FFF2-40B4-BE49-F238E27FC236}">
                <a16:creationId xmlns:a16="http://schemas.microsoft.com/office/drawing/2014/main" id="{E5879290-E3AE-970C-FF8D-18F66CF82C1D}"/>
              </a:ext>
            </a:extLst>
          </p:cNvPr>
          <p:cNvSpPr>
            <a:spLocks noGrp="1"/>
          </p:cNvSpPr>
          <p:nvPr>
            <p:ph type="body" sz="quarter" idx="86"/>
          </p:nvPr>
        </p:nvSpPr>
        <p:spPr>
          <a:xfrm>
            <a:off x="651957" y="3441384"/>
            <a:ext cx="1202573" cy="230832"/>
          </a:xfrm>
        </p:spPr>
        <p:txBody>
          <a:bodyPr/>
          <a:lstStyle/>
          <a:p>
            <a:r>
              <a:rPr lang="en-ZA" dirty="0"/>
              <a:t>NAME</a:t>
            </a:r>
            <a:br>
              <a:rPr lang="en-ZA" dirty="0"/>
            </a:br>
            <a:r>
              <a:rPr lang="en-ZA" dirty="0"/>
              <a:t>SURNAME</a:t>
            </a:r>
          </a:p>
        </p:txBody>
      </p:sp>
      <p:sp>
        <p:nvSpPr>
          <p:cNvPr id="7" name="Text Placeholder 6">
            <a:extLst>
              <a:ext uri="{FF2B5EF4-FFF2-40B4-BE49-F238E27FC236}">
                <a16:creationId xmlns:a16="http://schemas.microsoft.com/office/drawing/2014/main" id="{CEC8BEBB-DE8E-CFEE-79CB-BA0F7C1EFA01}"/>
              </a:ext>
            </a:extLst>
          </p:cNvPr>
          <p:cNvSpPr>
            <a:spLocks noGrp="1"/>
          </p:cNvSpPr>
          <p:nvPr>
            <p:ph type="body" sz="quarter" idx="101"/>
          </p:nvPr>
        </p:nvSpPr>
        <p:spPr>
          <a:xfrm>
            <a:off x="2268979" y="3442678"/>
            <a:ext cx="1202573" cy="230832"/>
          </a:xfrm>
        </p:spPr>
        <p:txBody>
          <a:bodyPr/>
          <a:lstStyle/>
          <a:p>
            <a:r>
              <a:rPr lang="en-ZA" dirty="0"/>
              <a:t>NAME</a:t>
            </a:r>
            <a:br>
              <a:rPr lang="en-ZA" dirty="0"/>
            </a:br>
            <a:r>
              <a:rPr lang="en-ZA" dirty="0"/>
              <a:t>SURNAME</a:t>
            </a:r>
          </a:p>
        </p:txBody>
      </p:sp>
      <p:sp>
        <p:nvSpPr>
          <p:cNvPr id="8" name="Text Placeholder 7">
            <a:extLst>
              <a:ext uri="{FF2B5EF4-FFF2-40B4-BE49-F238E27FC236}">
                <a16:creationId xmlns:a16="http://schemas.microsoft.com/office/drawing/2014/main" id="{E914F494-9FBE-C6C5-1920-B213C6F3E28D}"/>
              </a:ext>
            </a:extLst>
          </p:cNvPr>
          <p:cNvSpPr>
            <a:spLocks noGrp="1"/>
          </p:cNvSpPr>
          <p:nvPr>
            <p:ph type="body" sz="quarter" idx="102"/>
          </p:nvPr>
        </p:nvSpPr>
        <p:spPr>
          <a:xfrm>
            <a:off x="3883991" y="3447940"/>
            <a:ext cx="1202573" cy="230832"/>
          </a:xfrm>
        </p:spPr>
        <p:txBody>
          <a:bodyPr/>
          <a:lstStyle/>
          <a:p>
            <a:r>
              <a:rPr lang="en-ZA" dirty="0"/>
              <a:t>NAME</a:t>
            </a:r>
            <a:br>
              <a:rPr lang="en-ZA" dirty="0"/>
            </a:br>
            <a:r>
              <a:rPr lang="en-ZA" dirty="0"/>
              <a:t>SURNAME</a:t>
            </a:r>
          </a:p>
        </p:txBody>
      </p:sp>
      <p:sp>
        <p:nvSpPr>
          <p:cNvPr id="9" name="Text Placeholder 8">
            <a:extLst>
              <a:ext uri="{FF2B5EF4-FFF2-40B4-BE49-F238E27FC236}">
                <a16:creationId xmlns:a16="http://schemas.microsoft.com/office/drawing/2014/main" id="{88BD5360-D4BD-5F43-5B22-486D6659454A}"/>
              </a:ext>
            </a:extLst>
          </p:cNvPr>
          <p:cNvSpPr>
            <a:spLocks noGrp="1"/>
          </p:cNvSpPr>
          <p:nvPr>
            <p:ph type="body" sz="quarter" idx="103"/>
          </p:nvPr>
        </p:nvSpPr>
        <p:spPr>
          <a:xfrm>
            <a:off x="5498141" y="3450108"/>
            <a:ext cx="1202573" cy="230832"/>
          </a:xfrm>
        </p:spPr>
        <p:txBody>
          <a:bodyPr/>
          <a:lstStyle/>
          <a:p>
            <a:r>
              <a:rPr lang="en-ZA" dirty="0"/>
              <a:t>NAME</a:t>
            </a:r>
            <a:br>
              <a:rPr lang="en-ZA" dirty="0"/>
            </a:br>
            <a:r>
              <a:rPr lang="en-ZA" dirty="0"/>
              <a:t>SURNAME</a:t>
            </a:r>
          </a:p>
        </p:txBody>
      </p:sp>
      <p:sp>
        <p:nvSpPr>
          <p:cNvPr id="10" name="Text Placeholder 9">
            <a:extLst>
              <a:ext uri="{FF2B5EF4-FFF2-40B4-BE49-F238E27FC236}">
                <a16:creationId xmlns:a16="http://schemas.microsoft.com/office/drawing/2014/main" id="{9E65A043-DBDB-8E23-DEAA-A97B01EA46FC}"/>
              </a:ext>
            </a:extLst>
          </p:cNvPr>
          <p:cNvSpPr>
            <a:spLocks noGrp="1"/>
          </p:cNvSpPr>
          <p:nvPr>
            <p:ph type="body" sz="quarter" idx="104"/>
          </p:nvPr>
        </p:nvSpPr>
        <p:spPr>
          <a:xfrm>
            <a:off x="7112299" y="3452791"/>
            <a:ext cx="1202573" cy="230832"/>
          </a:xfrm>
        </p:spPr>
        <p:txBody>
          <a:bodyPr/>
          <a:lstStyle/>
          <a:p>
            <a:r>
              <a:rPr lang="en-ZA" dirty="0"/>
              <a:t>NAME</a:t>
            </a:r>
            <a:br>
              <a:rPr lang="en-ZA" dirty="0"/>
            </a:br>
            <a:r>
              <a:rPr lang="en-ZA" dirty="0"/>
              <a:t>SURNAME</a:t>
            </a:r>
          </a:p>
        </p:txBody>
      </p:sp>
      <p:sp>
        <p:nvSpPr>
          <p:cNvPr id="11" name="Text Placeholder 10">
            <a:extLst>
              <a:ext uri="{FF2B5EF4-FFF2-40B4-BE49-F238E27FC236}">
                <a16:creationId xmlns:a16="http://schemas.microsoft.com/office/drawing/2014/main" id="{2E7732C0-EE3C-DC46-0763-B28D8649ABE6}"/>
              </a:ext>
            </a:extLst>
          </p:cNvPr>
          <p:cNvSpPr>
            <a:spLocks noGrp="1"/>
          </p:cNvSpPr>
          <p:nvPr>
            <p:ph type="body" sz="quarter" idx="105"/>
          </p:nvPr>
        </p:nvSpPr>
        <p:spPr>
          <a:xfrm>
            <a:off x="8725582" y="3447940"/>
            <a:ext cx="1202573" cy="230832"/>
          </a:xfrm>
        </p:spPr>
        <p:txBody>
          <a:bodyPr/>
          <a:lstStyle/>
          <a:p>
            <a:r>
              <a:rPr lang="en-ZA" dirty="0"/>
              <a:t>NAME</a:t>
            </a:r>
            <a:br>
              <a:rPr lang="en-ZA" dirty="0"/>
            </a:br>
            <a:r>
              <a:rPr lang="en-ZA" dirty="0"/>
              <a:t>SURNAME</a:t>
            </a:r>
          </a:p>
        </p:txBody>
      </p:sp>
      <p:sp>
        <p:nvSpPr>
          <p:cNvPr id="12" name="Picture Placeholder 11">
            <a:extLst>
              <a:ext uri="{FF2B5EF4-FFF2-40B4-BE49-F238E27FC236}">
                <a16:creationId xmlns:a16="http://schemas.microsoft.com/office/drawing/2014/main" id="{50014B94-B1B3-3C46-3435-8C22B5E7E837}"/>
              </a:ext>
            </a:extLst>
          </p:cNvPr>
          <p:cNvSpPr>
            <a:spLocks noGrp="1"/>
          </p:cNvSpPr>
          <p:nvPr>
            <p:ph type="pic" sz="quarter" idx="106"/>
          </p:nvPr>
        </p:nvSpPr>
        <p:spPr/>
        <p:txBody>
          <a:bodyPr/>
          <a:lstStyle/>
          <a:p>
            <a:endParaRPr lang="en-ZA"/>
          </a:p>
        </p:txBody>
      </p:sp>
      <p:sp>
        <p:nvSpPr>
          <p:cNvPr id="13" name="Picture Placeholder 12">
            <a:extLst>
              <a:ext uri="{FF2B5EF4-FFF2-40B4-BE49-F238E27FC236}">
                <a16:creationId xmlns:a16="http://schemas.microsoft.com/office/drawing/2014/main" id="{41560CE1-5331-0C2C-FCCF-A039CCA10B72}"/>
              </a:ext>
            </a:extLst>
          </p:cNvPr>
          <p:cNvSpPr>
            <a:spLocks noGrp="1"/>
          </p:cNvSpPr>
          <p:nvPr>
            <p:ph type="pic" sz="quarter" idx="107"/>
          </p:nvPr>
        </p:nvSpPr>
        <p:spPr/>
        <p:txBody>
          <a:bodyPr/>
          <a:lstStyle/>
          <a:p>
            <a:endParaRPr lang="en-ZA"/>
          </a:p>
        </p:txBody>
      </p:sp>
      <p:sp>
        <p:nvSpPr>
          <p:cNvPr id="14" name="Picture Placeholder 13">
            <a:extLst>
              <a:ext uri="{FF2B5EF4-FFF2-40B4-BE49-F238E27FC236}">
                <a16:creationId xmlns:a16="http://schemas.microsoft.com/office/drawing/2014/main" id="{4A631615-5190-2F41-A248-0EB7BC9BC372}"/>
              </a:ext>
            </a:extLst>
          </p:cNvPr>
          <p:cNvSpPr>
            <a:spLocks noGrp="1"/>
          </p:cNvSpPr>
          <p:nvPr>
            <p:ph type="pic" sz="quarter" idx="108"/>
          </p:nvPr>
        </p:nvSpPr>
        <p:spPr/>
        <p:txBody>
          <a:bodyPr/>
          <a:lstStyle/>
          <a:p>
            <a:endParaRPr lang="en-ZA"/>
          </a:p>
        </p:txBody>
      </p:sp>
      <p:sp>
        <p:nvSpPr>
          <p:cNvPr id="15" name="Picture Placeholder 14">
            <a:extLst>
              <a:ext uri="{FF2B5EF4-FFF2-40B4-BE49-F238E27FC236}">
                <a16:creationId xmlns:a16="http://schemas.microsoft.com/office/drawing/2014/main" id="{D8CAE150-99C6-D832-88CE-75615C95B1DA}"/>
              </a:ext>
            </a:extLst>
          </p:cNvPr>
          <p:cNvSpPr>
            <a:spLocks noGrp="1"/>
          </p:cNvSpPr>
          <p:nvPr>
            <p:ph type="pic" sz="quarter" idx="109"/>
          </p:nvPr>
        </p:nvSpPr>
        <p:spPr/>
        <p:txBody>
          <a:bodyPr/>
          <a:lstStyle/>
          <a:p>
            <a:endParaRPr lang="en-ZA"/>
          </a:p>
        </p:txBody>
      </p:sp>
      <p:sp>
        <p:nvSpPr>
          <p:cNvPr id="16" name="Picture Placeholder 15">
            <a:extLst>
              <a:ext uri="{FF2B5EF4-FFF2-40B4-BE49-F238E27FC236}">
                <a16:creationId xmlns:a16="http://schemas.microsoft.com/office/drawing/2014/main" id="{E6BED9A4-981F-C3E8-4CD8-AE12AD25BF1C}"/>
              </a:ext>
            </a:extLst>
          </p:cNvPr>
          <p:cNvSpPr>
            <a:spLocks noGrp="1"/>
          </p:cNvSpPr>
          <p:nvPr>
            <p:ph type="pic" sz="quarter" idx="110"/>
          </p:nvPr>
        </p:nvSpPr>
        <p:spPr/>
        <p:txBody>
          <a:bodyPr/>
          <a:lstStyle/>
          <a:p>
            <a:endParaRPr lang="en-ZA"/>
          </a:p>
        </p:txBody>
      </p:sp>
      <p:sp>
        <p:nvSpPr>
          <p:cNvPr id="17" name="Text Placeholder 16">
            <a:extLst>
              <a:ext uri="{FF2B5EF4-FFF2-40B4-BE49-F238E27FC236}">
                <a16:creationId xmlns:a16="http://schemas.microsoft.com/office/drawing/2014/main" id="{6114EFB4-4DAD-0928-E9CD-FCC9AE42FEB3}"/>
              </a:ext>
            </a:extLst>
          </p:cNvPr>
          <p:cNvSpPr>
            <a:spLocks noGrp="1"/>
          </p:cNvSpPr>
          <p:nvPr>
            <p:ph type="body" sz="quarter" idx="112"/>
          </p:nvPr>
        </p:nvSpPr>
        <p:spPr>
          <a:xfrm>
            <a:off x="10342603" y="3454496"/>
            <a:ext cx="1202573" cy="230832"/>
          </a:xfrm>
        </p:spPr>
        <p:txBody>
          <a:bodyPr/>
          <a:lstStyle/>
          <a:p>
            <a:r>
              <a:rPr lang="en-ZA" dirty="0"/>
              <a:t>NAME</a:t>
            </a:r>
            <a:br>
              <a:rPr lang="en-ZA" dirty="0"/>
            </a:br>
            <a:r>
              <a:rPr lang="en-ZA" dirty="0"/>
              <a:t>SURNAME</a:t>
            </a:r>
          </a:p>
        </p:txBody>
      </p:sp>
      <p:sp>
        <p:nvSpPr>
          <p:cNvPr id="18" name="Picture Placeholder 17">
            <a:extLst>
              <a:ext uri="{FF2B5EF4-FFF2-40B4-BE49-F238E27FC236}">
                <a16:creationId xmlns:a16="http://schemas.microsoft.com/office/drawing/2014/main" id="{8980B76E-B4C5-63DF-7F78-B1F418BBF081}"/>
              </a:ext>
            </a:extLst>
          </p:cNvPr>
          <p:cNvSpPr>
            <a:spLocks noGrp="1"/>
          </p:cNvSpPr>
          <p:nvPr>
            <p:ph type="pic" sz="quarter" idx="113"/>
          </p:nvPr>
        </p:nvSpPr>
        <p:spPr/>
        <p:txBody>
          <a:bodyPr/>
          <a:lstStyle/>
          <a:p>
            <a:endParaRPr lang="en-ZA"/>
          </a:p>
        </p:txBody>
      </p:sp>
      <p:sp>
        <p:nvSpPr>
          <p:cNvPr id="19" name="Text Placeholder 18">
            <a:extLst>
              <a:ext uri="{FF2B5EF4-FFF2-40B4-BE49-F238E27FC236}">
                <a16:creationId xmlns:a16="http://schemas.microsoft.com/office/drawing/2014/main" id="{5E4CB8D9-EE91-090B-EB55-E681333EB046}"/>
              </a:ext>
            </a:extLst>
          </p:cNvPr>
          <p:cNvSpPr>
            <a:spLocks noGrp="1"/>
          </p:cNvSpPr>
          <p:nvPr>
            <p:ph type="body" sz="quarter" idx="114"/>
          </p:nvPr>
        </p:nvSpPr>
        <p:spPr/>
        <p:txBody>
          <a:bodyPr/>
          <a:lstStyle/>
          <a:p>
            <a:r>
              <a:rPr lang="en-ZA" dirty="0"/>
              <a:t>Role or Designation</a:t>
            </a:r>
          </a:p>
        </p:txBody>
      </p:sp>
      <p:sp>
        <p:nvSpPr>
          <p:cNvPr id="20" name="Text Placeholder 19">
            <a:extLst>
              <a:ext uri="{FF2B5EF4-FFF2-40B4-BE49-F238E27FC236}">
                <a16:creationId xmlns:a16="http://schemas.microsoft.com/office/drawing/2014/main" id="{C2C4993B-8ADA-FAF5-0FBB-8019E30EA78F}"/>
              </a:ext>
            </a:extLst>
          </p:cNvPr>
          <p:cNvSpPr>
            <a:spLocks noGrp="1"/>
          </p:cNvSpPr>
          <p:nvPr>
            <p:ph type="body" sz="quarter" idx="115"/>
          </p:nvPr>
        </p:nvSpPr>
        <p:spPr>
          <a:xfrm>
            <a:off x="2268979" y="3744065"/>
            <a:ext cx="1202573" cy="107402"/>
          </a:xfrm>
        </p:spPr>
        <p:txBody>
          <a:bodyPr/>
          <a:lstStyle/>
          <a:p>
            <a:r>
              <a:rPr lang="en-ZA" dirty="0"/>
              <a:t>Role or Designation</a:t>
            </a:r>
          </a:p>
        </p:txBody>
      </p:sp>
      <p:sp>
        <p:nvSpPr>
          <p:cNvPr id="21" name="Text Placeholder 20">
            <a:extLst>
              <a:ext uri="{FF2B5EF4-FFF2-40B4-BE49-F238E27FC236}">
                <a16:creationId xmlns:a16="http://schemas.microsoft.com/office/drawing/2014/main" id="{75E886F7-715A-3289-C1C9-C2838402F9D6}"/>
              </a:ext>
            </a:extLst>
          </p:cNvPr>
          <p:cNvSpPr>
            <a:spLocks noGrp="1"/>
          </p:cNvSpPr>
          <p:nvPr>
            <p:ph type="body" sz="quarter" idx="116"/>
          </p:nvPr>
        </p:nvSpPr>
        <p:spPr>
          <a:xfrm>
            <a:off x="3883991" y="3749327"/>
            <a:ext cx="1202573" cy="107402"/>
          </a:xfrm>
        </p:spPr>
        <p:txBody>
          <a:bodyPr/>
          <a:lstStyle/>
          <a:p>
            <a:r>
              <a:rPr lang="en-ZA" dirty="0"/>
              <a:t>Role or Designation</a:t>
            </a:r>
          </a:p>
        </p:txBody>
      </p:sp>
      <p:sp>
        <p:nvSpPr>
          <p:cNvPr id="22" name="Text Placeholder 21">
            <a:extLst>
              <a:ext uri="{FF2B5EF4-FFF2-40B4-BE49-F238E27FC236}">
                <a16:creationId xmlns:a16="http://schemas.microsoft.com/office/drawing/2014/main" id="{8A1AACA7-9F63-196D-5C31-670625DE083F}"/>
              </a:ext>
            </a:extLst>
          </p:cNvPr>
          <p:cNvSpPr>
            <a:spLocks noGrp="1"/>
          </p:cNvSpPr>
          <p:nvPr>
            <p:ph type="body" sz="quarter" idx="117"/>
          </p:nvPr>
        </p:nvSpPr>
        <p:spPr>
          <a:xfrm>
            <a:off x="5498141" y="3751495"/>
            <a:ext cx="1202573" cy="107402"/>
          </a:xfrm>
        </p:spPr>
        <p:txBody>
          <a:bodyPr/>
          <a:lstStyle/>
          <a:p>
            <a:r>
              <a:rPr lang="en-ZA" dirty="0"/>
              <a:t>Role or Designation</a:t>
            </a:r>
          </a:p>
        </p:txBody>
      </p:sp>
      <p:sp>
        <p:nvSpPr>
          <p:cNvPr id="23" name="Text Placeholder 22">
            <a:extLst>
              <a:ext uri="{FF2B5EF4-FFF2-40B4-BE49-F238E27FC236}">
                <a16:creationId xmlns:a16="http://schemas.microsoft.com/office/drawing/2014/main" id="{A4491A88-0CB5-AD98-1FDA-397DEE03819D}"/>
              </a:ext>
            </a:extLst>
          </p:cNvPr>
          <p:cNvSpPr>
            <a:spLocks noGrp="1"/>
          </p:cNvSpPr>
          <p:nvPr>
            <p:ph type="body" sz="quarter" idx="118"/>
          </p:nvPr>
        </p:nvSpPr>
        <p:spPr>
          <a:xfrm>
            <a:off x="7112299" y="3754178"/>
            <a:ext cx="1202573" cy="107402"/>
          </a:xfrm>
        </p:spPr>
        <p:txBody>
          <a:bodyPr/>
          <a:lstStyle/>
          <a:p>
            <a:r>
              <a:rPr lang="en-ZA" dirty="0"/>
              <a:t>Role or Designation</a:t>
            </a:r>
          </a:p>
        </p:txBody>
      </p:sp>
      <p:sp>
        <p:nvSpPr>
          <p:cNvPr id="24" name="Text Placeholder 23">
            <a:extLst>
              <a:ext uri="{FF2B5EF4-FFF2-40B4-BE49-F238E27FC236}">
                <a16:creationId xmlns:a16="http://schemas.microsoft.com/office/drawing/2014/main" id="{FB831AAC-248B-5337-7BFB-9AA80AAE4F97}"/>
              </a:ext>
            </a:extLst>
          </p:cNvPr>
          <p:cNvSpPr>
            <a:spLocks noGrp="1"/>
          </p:cNvSpPr>
          <p:nvPr>
            <p:ph type="body" sz="quarter" idx="119"/>
          </p:nvPr>
        </p:nvSpPr>
        <p:spPr>
          <a:xfrm>
            <a:off x="8725582" y="3749327"/>
            <a:ext cx="1202573" cy="107402"/>
          </a:xfrm>
        </p:spPr>
        <p:txBody>
          <a:bodyPr/>
          <a:lstStyle/>
          <a:p>
            <a:r>
              <a:rPr lang="en-ZA" dirty="0"/>
              <a:t>Role or Designation</a:t>
            </a:r>
          </a:p>
        </p:txBody>
      </p:sp>
      <p:sp>
        <p:nvSpPr>
          <p:cNvPr id="25" name="Text Placeholder 24">
            <a:extLst>
              <a:ext uri="{FF2B5EF4-FFF2-40B4-BE49-F238E27FC236}">
                <a16:creationId xmlns:a16="http://schemas.microsoft.com/office/drawing/2014/main" id="{CECA43A0-0736-6AF2-E475-6D1FE0E3B944}"/>
              </a:ext>
            </a:extLst>
          </p:cNvPr>
          <p:cNvSpPr>
            <a:spLocks noGrp="1"/>
          </p:cNvSpPr>
          <p:nvPr>
            <p:ph type="body" sz="quarter" idx="120"/>
          </p:nvPr>
        </p:nvSpPr>
        <p:spPr>
          <a:xfrm>
            <a:off x="10342603" y="3755883"/>
            <a:ext cx="1202573" cy="107402"/>
          </a:xfrm>
        </p:spPr>
        <p:txBody>
          <a:bodyPr/>
          <a:lstStyle/>
          <a:p>
            <a:r>
              <a:rPr lang="en-ZA" dirty="0"/>
              <a:t>Role or Designation</a:t>
            </a:r>
          </a:p>
        </p:txBody>
      </p:sp>
      <p:sp>
        <p:nvSpPr>
          <p:cNvPr id="26" name="Text Placeholder 25">
            <a:extLst>
              <a:ext uri="{FF2B5EF4-FFF2-40B4-BE49-F238E27FC236}">
                <a16:creationId xmlns:a16="http://schemas.microsoft.com/office/drawing/2014/main" id="{0B19C81B-1EC8-710A-EB1B-8B930D6F636B}"/>
              </a:ext>
            </a:extLst>
          </p:cNvPr>
          <p:cNvSpPr>
            <a:spLocks noGrp="1"/>
          </p:cNvSpPr>
          <p:nvPr>
            <p:ph type="body" sz="quarter" idx="121"/>
          </p:nvPr>
        </p:nvSpPr>
        <p:spPr/>
        <p:txBody>
          <a:bodyPr/>
          <a:lstStyle/>
          <a:p>
            <a:r>
              <a:rPr lang="en-ZA" dirty="0"/>
              <a:t>TEAM NAME GOES HERE</a:t>
            </a:r>
          </a:p>
        </p:txBody>
      </p:sp>
      <p:sp>
        <p:nvSpPr>
          <p:cNvPr id="27" name="Picture Placeholder 26">
            <a:extLst>
              <a:ext uri="{FF2B5EF4-FFF2-40B4-BE49-F238E27FC236}">
                <a16:creationId xmlns:a16="http://schemas.microsoft.com/office/drawing/2014/main" id="{4DD147DA-6AC8-F462-770E-46B3A4B0E63A}"/>
              </a:ext>
            </a:extLst>
          </p:cNvPr>
          <p:cNvSpPr>
            <a:spLocks noGrp="1"/>
          </p:cNvSpPr>
          <p:nvPr>
            <p:ph type="pic" sz="quarter" idx="122"/>
          </p:nvPr>
        </p:nvSpPr>
        <p:spPr/>
        <p:txBody>
          <a:bodyPr/>
          <a:lstStyle/>
          <a:p>
            <a:endParaRPr lang="en-ZA"/>
          </a:p>
        </p:txBody>
      </p:sp>
      <p:sp>
        <p:nvSpPr>
          <p:cNvPr id="28" name="Text Placeholder 27">
            <a:extLst>
              <a:ext uri="{FF2B5EF4-FFF2-40B4-BE49-F238E27FC236}">
                <a16:creationId xmlns:a16="http://schemas.microsoft.com/office/drawing/2014/main" id="{5B709703-D0BB-193A-5705-AA33FAF4450B}"/>
              </a:ext>
            </a:extLst>
          </p:cNvPr>
          <p:cNvSpPr>
            <a:spLocks noGrp="1"/>
          </p:cNvSpPr>
          <p:nvPr>
            <p:ph type="body" sz="quarter" idx="123"/>
          </p:nvPr>
        </p:nvSpPr>
        <p:spPr>
          <a:xfrm>
            <a:off x="585797" y="5958057"/>
            <a:ext cx="1202573" cy="230832"/>
          </a:xfrm>
        </p:spPr>
        <p:txBody>
          <a:bodyPr/>
          <a:lstStyle/>
          <a:p>
            <a:r>
              <a:rPr lang="en-ZA" dirty="0"/>
              <a:t>NAME</a:t>
            </a:r>
            <a:br>
              <a:rPr lang="en-ZA" dirty="0"/>
            </a:br>
            <a:r>
              <a:rPr lang="en-ZA" dirty="0"/>
              <a:t>SURNAME</a:t>
            </a:r>
          </a:p>
        </p:txBody>
      </p:sp>
      <p:sp>
        <p:nvSpPr>
          <p:cNvPr id="29" name="Text Placeholder 28">
            <a:extLst>
              <a:ext uri="{FF2B5EF4-FFF2-40B4-BE49-F238E27FC236}">
                <a16:creationId xmlns:a16="http://schemas.microsoft.com/office/drawing/2014/main" id="{7F2C264A-A549-119D-A33D-27875E7D1152}"/>
              </a:ext>
            </a:extLst>
          </p:cNvPr>
          <p:cNvSpPr>
            <a:spLocks noGrp="1"/>
          </p:cNvSpPr>
          <p:nvPr>
            <p:ph type="body" sz="quarter" idx="124"/>
          </p:nvPr>
        </p:nvSpPr>
        <p:spPr>
          <a:xfrm>
            <a:off x="2202819" y="5959351"/>
            <a:ext cx="1202573" cy="230832"/>
          </a:xfrm>
        </p:spPr>
        <p:txBody>
          <a:bodyPr/>
          <a:lstStyle/>
          <a:p>
            <a:r>
              <a:rPr lang="en-ZA" dirty="0"/>
              <a:t>NAME</a:t>
            </a:r>
            <a:br>
              <a:rPr lang="en-ZA" dirty="0"/>
            </a:br>
            <a:r>
              <a:rPr lang="en-ZA" dirty="0"/>
              <a:t>SURNAME</a:t>
            </a:r>
          </a:p>
        </p:txBody>
      </p:sp>
      <p:sp>
        <p:nvSpPr>
          <p:cNvPr id="30" name="Text Placeholder 29">
            <a:extLst>
              <a:ext uri="{FF2B5EF4-FFF2-40B4-BE49-F238E27FC236}">
                <a16:creationId xmlns:a16="http://schemas.microsoft.com/office/drawing/2014/main" id="{0027BC72-8E07-1120-A36E-A343D228A684}"/>
              </a:ext>
            </a:extLst>
          </p:cNvPr>
          <p:cNvSpPr>
            <a:spLocks noGrp="1"/>
          </p:cNvSpPr>
          <p:nvPr>
            <p:ph type="body" sz="quarter" idx="125"/>
          </p:nvPr>
        </p:nvSpPr>
        <p:spPr>
          <a:xfrm>
            <a:off x="3817831" y="5964613"/>
            <a:ext cx="1202573" cy="230832"/>
          </a:xfrm>
        </p:spPr>
        <p:txBody>
          <a:bodyPr/>
          <a:lstStyle/>
          <a:p>
            <a:r>
              <a:rPr lang="en-ZA" dirty="0"/>
              <a:t>NAME</a:t>
            </a:r>
            <a:br>
              <a:rPr lang="en-ZA" dirty="0"/>
            </a:br>
            <a:r>
              <a:rPr lang="en-ZA" dirty="0"/>
              <a:t>SURNAME</a:t>
            </a:r>
          </a:p>
        </p:txBody>
      </p:sp>
      <p:sp>
        <p:nvSpPr>
          <p:cNvPr id="31" name="Text Placeholder 30">
            <a:extLst>
              <a:ext uri="{FF2B5EF4-FFF2-40B4-BE49-F238E27FC236}">
                <a16:creationId xmlns:a16="http://schemas.microsoft.com/office/drawing/2014/main" id="{CBD98AC9-9E59-7953-A5B6-E0064DE16105}"/>
              </a:ext>
            </a:extLst>
          </p:cNvPr>
          <p:cNvSpPr>
            <a:spLocks noGrp="1"/>
          </p:cNvSpPr>
          <p:nvPr>
            <p:ph type="body" sz="quarter" idx="126"/>
          </p:nvPr>
        </p:nvSpPr>
        <p:spPr>
          <a:xfrm>
            <a:off x="5431981" y="5966781"/>
            <a:ext cx="1202573" cy="230832"/>
          </a:xfrm>
        </p:spPr>
        <p:txBody>
          <a:bodyPr/>
          <a:lstStyle/>
          <a:p>
            <a:r>
              <a:rPr lang="en-ZA" dirty="0"/>
              <a:t>NAME</a:t>
            </a:r>
            <a:br>
              <a:rPr lang="en-ZA" dirty="0"/>
            </a:br>
            <a:r>
              <a:rPr lang="en-ZA" dirty="0"/>
              <a:t>SURNAME</a:t>
            </a:r>
          </a:p>
        </p:txBody>
      </p:sp>
      <p:sp>
        <p:nvSpPr>
          <p:cNvPr id="32" name="Text Placeholder 31">
            <a:extLst>
              <a:ext uri="{FF2B5EF4-FFF2-40B4-BE49-F238E27FC236}">
                <a16:creationId xmlns:a16="http://schemas.microsoft.com/office/drawing/2014/main" id="{4E617146-D238-5EBB-9D12-4074400C63CE}"/>
              </a:ext>
            </a:extLst>
          </p:cNvPr>
          <p:cNvSpPr>
            <a:spLocks noGrp="1"/>
          </p:cNvSpPr>
          <p:nvPr>
            <p:ph type="body" sz="quarter" idx="127"/>
          </p:nvPr>
        </p:nvSpPr>
        <p:spPr>
          <a:xfrm>
            <a:off x="7046139" y="5969464"/>
            <a:ext cx="1202573" cy="230832"/>
          </a:xfrm>
        </p:spPr>
        <p:txBody>
          <a:bodyPr/>
          <a:lstStyle/>
          <a:p>
            <a:r>
              <a:rPr lang="en-ZA" dirty="0"/>
              <a:t>NAME</a:t>
            </a:r>
            <a:br>
              <a:rPr lang="en-ZA" dirty="0"/>
            </a:br>
            <a:r>
              <a:rPr lang="en-ZA" dirty="0"/>
              <a:t>SURNAME</a:t>
            </a:r>
          </a:p>
        </p:txBody>
      </p:sp>
      <p:sp>
        <p:nvSpPr>
          <p:cNvPr id="33" name="Text Placeholder 32">
            <a:extLst>
              <a:ext uri="{FF2B5EF4-FFF2-40B4-BE49-F238E27FC236}">
                <a16:creationId xmlns:a16="http://schemas.microsoft.com/office/drawing/2014/main" id="{12B3532F-D6B5-4309-263C-2D26C546EFF9}"/>
              </a:ext>
            </a:extLst>
          </p:cNvPr>
          <p:cNvSpPr>
            <a:spLocks noGrp="1"/>
          </p:cNvSpPr>
          <p:nvPr>
            <p:ph type="body" sz="quarter" idx="128"/>
          </p:nvPr>
        </p:nvSpPr>
        <p:spPr>
          <a:xfrm>
            <a:off x="8659422" y="5964613"/>
            <a:ext cx="1202573" cy="230832"/>
          </a:xfrm>
        </p:spPr>
        <p:txBody>
          <a:bodyPr/>
          <a:lstStyle/>
          <a:p>
            <a:r>
              <a:rPr lang="en-ZA" dirty="0"/>
              <a:t>NAME</a:t>
            </a:r>
            <a:br>
              <a:rPr lang="en-ZA" dirty="0"/>
            </a:br>
            <a:r>
              <a:rPr lang="en-ZA" dirty="0"/>
              <a:t>SURNAME</a:t>
            </a:r>
          </a:p>
        </p:txBody>
      </p:sp>
      <p:sp>
        <p:nvSpPr>
          <p:cNvPr id="34" name="Picture Placeholder 33">
            <a:extLst>
              <a:ext uri="{FF2B5EF4-FFF2-40B4-BE49-F238E27FC236}">
                <a16:creationId xmlns:a16="http://schemas.microsoft.com/office/drawing/2014/main" id="{ABCC5B93-55EB-3BD5-8280-166ECB44C5B7}"/>
              </a:ext>
            </a:extLst>
          </p:cNvPr>
          <p:cNvSpPr>
            <a:spLocks noGrp="1"/>
          </p:cNvSpPr>
          <p:nvPr>
            <p:ph type="pic" sz="quarter" idx="129"/>
          </p:nvPr>
        </p:nvSpPr>
        <p:spPr/>
        <p:txBody>
          <a:bodyPr/>
          <a:lstStyle/>
          <a:p>
            <a:endParaRPr lang="en-ZA"/>
          </a:p>
        </p:txBody>
      </p:sp>
      <p:sp>
        <p:nvSpPr>
          <p:cNvPr id="35" name="Picture Placeholder 34">
            <a:extLst>
              <a:ext uri="{FF2B5EF4-FFF2-40B4-BE49-F238E27FC236}">
                <a16:creationId xmlns:a16="http://schemas.microsoft.com/office/drawing/2014/main" id="{41805AB6-D3FF-3332-58E2-9A3F2AD4AEBD}"/>
              </a:ext>
            </a:extLst>
          </p:cNvPr>
          <p:cNvSpPr>
            <a:spLocks noGrp="1"/>
          </p:cNvSpPr>
          <p:nvPr>
            <p:ph type="pic" sz="quarter" idx="130"/>
          </p:nvPr>
        </p:nvSpPr>
        <p:spPr/>
        <p:txBody>
          <a:bodyPr/>
          <a:lstStyle/>
          <a:p>
            <a:endParaRPr lang="en-ZA"/>
          </a:p>
        </p:txBody>
      </p:sp>
      <p:sp>
        <p:nvSpPr>
          <p:cNvPr id="36" name="Picture Placeholder 35">
            <a:extLst>
              <a:ext uri="{FF2B5EF4-FFF2-40B4-BE49-F238E27FC236}">
                <a16:creationId xmlns:a16="http://schemas.microsoft.com/office/drawing/2014/main" id="{D3A21838-F122-AD23-31C3-A6863B4E7DE0}"/>
              </a:ext>
            </a:extLst>
          </p:cNvPr>
          <p:cNvSpPr>
            <a:spLocks noGrp="1"/>
          </p:cNvSpPr>
          <p:nvPr>
            <p:ph type="pic" sz="quarter" idx="131"/>
          </p:nvPr>
        </p:nvSpPr>
        <p:spPr/>
        <p:txBody>
          <a:bodyPr/>
          <a:lstStyle/>
          <a:p>
            <a:endParaRPr lang="en-ZA"/>
          </a:p>
        </p:txBody>
      </p:sp>
      <p:sp>
        <p:nvSpPr>
          <p:cNvPr id="37" name="Picture Placeholder 36">
            <a:extLst>
              <a:ext uri="{FF2B5EF4-FFF2-40B4-BE49-F238E27FC236}">
                <a16:creationId xmlns:a16="http://schemas.microsoft.com/office/drawing/2014/main" id="{95110A5E-5492-235B-759E-4BD2613FDCA1}"/>
              </a:ext>
            </a:extLst>
          </p:cNvPr>
          <p:cNvSpPr>
            <a:spLocks noGrp="1"/>
          </p:cNvSpPr>
          <p:nvPr>
            <p:ph type="pic" sz="quarter" idx="132"/>
          </p:nvPr>
        </p:nvSpPr>
        <p:spPr/>
        <p:txBody>
          <a:bodyPr/>
          <a:lstStyle/>
          <a:p>
            <a:endParaRPr lang="en-ZA"/>
          </a:p>
        </p:txBody>
      </p:sp>
      <p:sp>
        <p:nvSpPr>
          <p:cNvPr id="38" name="Picture Placeholder 37">
            <a:extLst>
              <a:ext uri="{FF2B5EF4-FFF2-40B4-BE49-F238E27FC236}">
                <a16:creationId xmlns:a16="http://schemas.microsoft.com/office/drawing/2014/main" id="{9D01EF8A-6CE9-0F02-EB11-28055D46960B}"/>
              </a:ext>
            </a:extLst>
          </p:cNvPr>
          <p:cNvSpPr>
            <a:spLocks noGrp="1"/>
          </p:cNvSpPr>
          <p:nvPr>
            <p:ph type="pic" sz="quarter" idx="133"/>
          </p:nvPr>
        </p:nvSpPr>
        <p:spPr/>
        <p:txBody>
          <a:bodyPr/>
          <a:lstStyle/>
          <a:p>
            <a:endParaRPr lang="en-ZA"/>
          </a:p>
        </p:txBody>
      </p:sp>
      <p:sp>
        <p:nvSpPr>
          <p:cNvPr id="39" name="Text Placeholder 38">
            <a:extLst>
              <a:ext uri="{FF2B5EF4-FFF2-40B4-BE49-F238E27FC236}">
                <a16:creationId xmlns:a16="http://schemas.microsoft.com/office/drawing/2014/main" id="{C49D4803-4069-9CEA-F4B5-93D5B44A9921}"/>
              </a:ext>
            </a:extLst>
          </p:cNvPr>
          <p:cNvSpPr>
            <a:spLocks noGrp="1"/>
          </p:cNvSpPr>
          <p:nvPr>
            <p:ph type="body" sz="quarter" idx="134"/>
          </p:nvPr>
        </p:nvSpPr>
        <p:spPr>
          <a:xfrm>
            <a:off x="10276443" y="5971169"/>
            <a:ext cx="1202573" cy="230832"/>
          </a:xfrm>
        </p:spPr>
        <p:txBody>
          <a:bodyPr/>
          <a:lstStyle/>
          <a:p>
            <a:r>
              <a:rPr lang="en-ZA" dirty="0"/>
              <a:t>NAME</a:t>
            </a:r>
            <a:br>
              <a:rPr lang="en-ZA" dirty="0"/>
            </a:br>
            <a:r>
              <a:rPr lang="en-ZA" dirty="0"/>
              <a:t>SURNAME</a:t>
            </a:r>
          </a:p>
        </p:txBody>
      </p:sp>
      <p:sp>
        <p:nvSpPr>
          <p:cNvPr id="40" name="Picture Placeholder 39">
            <a:extLst>
              <a:ext uri="{FF2B5EF4-FFF2-40B4-BE49-F238E27FC236}">
                <a16:creationId xmlns:a16="http://schemas.microsoft.com/office/drawing/2014/main" id="{2FCBC282-2118-C0FA-F2BD-B82EEB0C9318}"/>
              </a:ext>
            </a:extLst>
          </p:cNvPr>
          <p:cNvSpPr>
            <a:spLocks noGrp="1"/>
          </p:cNvSpPr>
          <p:nvPr>
            <p:ph type="pic" sz="quarter" idx="135"/>
          </p:nvPr>
        </p:nvSpPr>
        <p:spPr/>
        <p:txBody>
          <a:bodyPr/>
          <a:lstStyle/>
          <a:p>
            <a:endParaRPr lang="en-ZA"/>
          </a:p>
        </p:txBody>
      </p:sp>
      <p:sp>
        <p:nvSpPr>
          <p:cNvPr id="41" name="Text Placeholder 40">
            <a:extLst>
              <a:ext uri="{FF2B5EF4-FFF2-40B4-BE49-F238E27FC236}">
                <a16:creationId xmlns:a16="http://schemas.microsoft.com/office/drawing/2014/main" id="{DAE1FDFC-AFAC-531F-8C9A-8478C7E90487}"/>
              </a:ext>
            </a:extLst>
          </p:cNvPr>
          <p:cNvSpPr>
            <a:spLocks noGrp="1"/>
          </p:cNvSpPr>
          <p:nvPr>
            <p:ph type="body" sz="quarter" idx="136"/>
          </p:nvPr>
        </p:nvSpPr>
        <p:spPr>
          <a:xfrm>
            <a:off x="585797" y="6259444"/>
            <a:ext cx="1202573" cy="107402"/>
          </a:xfrm>
        </p:spPr>
        <p:txBody>
          <a:bodyPr/>
          <a:lstStyle/>
          <a:p>
            <a:r>
              <a:rPr lang="en-ZA" dirty="0"/>
              <a:t>Role or Designation</a:t>
            </a:r>
          </a:p>
        </p:txBody>
      </p:sp>
      <p:sp>
        <p:nvSpPr>
          <p:cNvPr id="42" name="Text Placeholder 41">
            <a:extLst>
              <a:ext uri="{FF2B5EF4-FFF2-40B4-BE49-F238E27FC236}">
                <a16:creationId xmlns:a16="http://schemas.microsoft.com/office/drawing/2014/main" id="{25C1C6CB-57B6-16AF-69BA-C3FCD10CDF1A}"/>
              </a:ext>
            </a:extLst>
          </p:cNvPr>
          <p:cNvSpPr>
            <a:spLocks noGrp="1"/>
          </p:cNvSpPr>
          <p:nvPr>
            <p:ph type="body" sz="quarter" idx="137"/>
          </p:nvPr>
        </p:nvSpPr>
        <p:spPr>
          <a:xfrm>
            <a:off x="2202819" y="6260738"/>
            <a:ext cx="1202573" cy="107402"/>
          </a:xfrm>
        </p:spPr>
        <p:txBody>
          <a:bodyPr/>
          <a:lstStyle/>
          <a:p>
            <a:r>
              <a:rPr lang="en-ZA" dirty="0"/>
              <a:t>Role or Designation</a:t>
            </a:r>
          </a:p>
        </p:txBody>
      </p:sp>
      <p:sp>
        <p:nvSpPr>
          <p:cNvPr id="43" name="Text Placeholder 42">
            <a:extLst>
              <a:ext uri="{FF2B5EF4-FFF2-40B4-BE49-F238E27FC236}">
                <a16:creationId xmlns:a16="http://schemas.microsoft.com/office/drawing/2014/main" id="{E7CE16FD-5ADF-D52C-C268-AA80A8C6C44F}"/>
              </a:ext>
            </a:extLst>
          </p:cNvPr>
          <p:cNvSpPr>
            <a:spLocks noGrp="1"/>
          </p:cNvSpPr>
          <p:nvPr>
            <p:ph type="body" sz="quarter" idx="138"/>
          </p:nvPr>
        </p:nvSpPr>
        <p:spPr>
          <a:xfrm>
            <a:off x="3817831" y="6266000"/>
            <a:ext cx="1202573" cy="107402"/>
          </a:xfrm>
        </p:spPr>
        <p:txBody>
          <a:bodyPr/>
          <a:lstStyle/>
          <a:p>
            <a:r>
              <a:rPr lang="en-ZA" dirty="0"/>
              <a:t>Role or Designation</a:t>
            </a:r>
          </a:p>
        </p:txBody>
      </p:sp>
      <p:sp>
        <p:nvSpPr>
          <p:cNvPr id="44" name="Text Placeholder 43">
            <a:extLst>
              <a:ext uri="{FF2B5EF4-FFF2-40B4-BE49-F238E27FC236}">
                <a16:creationId xmlns:a16="http://schemas.microsoft.com/office/drawing/2014/main" id="{E7FE3337-9622-59EE-38D0-31194F598B6D}"/>
              </a:ext>
            </a:extLst>
          </p:cNvPr>
          <p:cNvSpPr>
            <a:spLocks noGrp="1"/>
          </p:cNvSpPr>
          <p:nvPr>
            <p:ph type="body" sz="quarter" idx="139"/>
          </p:nvPr>
        </p:nvSpPr>
        <p:spPr>
          <a:xfrm>
            <a:off x="5431981" y="6268168"/>
            <a:ext cx="1202573" cy="107402"/>
          </a:xfrm>
        </p:spPr>
        <p:txBody>
          <a:bodyPr/>
          <a:lstStyle/>
          <a:p>
            <a:r>
              <a:rPr lang="en-ZA" dirty="0"/>
              <a:t>Role or Designation</a:t>
            </a:r>
          </a:p>
        </p:txBody>
      </p:sp>
      <p:sp>
        <p:nvSpPr>
          <p:cNvPr id="45" name="Text Placeholder 44">
            <a:extLst>
              <a:ext uri="{FF2B5EF4-FFF2-40B4-BE49-F238E27FC236}">
                <a16:creationId xmlns:a16="http://schemas.microsoft.com/office/drawing/2014/main" id="{1711BC49-CED3-7227-5C87-BA6922E867B4}"/>
              </a:ext>
            </a:extLst>
          </p:cNvPr>
          <p:cNvSpPr>
            <a:spLocks noGrp="1"/>
          </p:cNvSpPr>
          <p:nvPr>
            <p:ph type="body" sz="quarter" idx="140"/>
          </p:nvPr>
        </p:nvSpPr>
        <p:spPr>
          <a:xfrm>
            <a:off x="7046139" y="6270851"/>
            <a:ext cx="1202573" cy="107402"/>
          </a:xfrm>
        </p:spPr>
        <p:txBody>
          <a:bodyPr/>
          <a:lstStyle/>
          <a:p>
            <a:r>
              <a:rPr lang="en-ZA" dirty="0"/>
              <a:t>Role or Designation</a:t>
            </a:r>
          </a:p>
        </p:txBody>
      </p:sp>
      <p:sp>
        <p:nvSpPr>
          <p:cNvPr id="46" name="Text Placeholder 45">
            <a:extLst>
              <a:ext uri="{FF2B5EF4-FFF2-40B4-BE49-F238E27FC236}">
                <a16:creationId xmlns:a16="http://schemas.microsoft.com/office/drawing/2014/main" id="{AF51A78A-76B0-FB5A-1DBF-24F287E30F77}"/>
              </a:ext>
            </a:extLst>
          </p:cNvPr>
          <p:cNvSpPr>
            <a:spLocks noGrp="1"/>
          </p:cNvSpPr>
          <p:nvPr>
            <p:ph type="body" sz="quarter" idx="141"/>
          </p:nvPr>
        </p:nvSpPr>
        <p:spPr>
          <a:xfrm>
            <a:off x="8659422" y="6266000"/>
            <a:ext cx="1202573" cy="107402"/>
          </a:xfrm>
        </p:spPr>
        <p:txBody>
          <a:bodyPr/>
          <a:lstStyle/>
          <a:p>
            <a:r>
              <a:rPr lang="en-ZA" dirty="0"/>
              <a:t>Role or Designation</a:t>
            </a:r>
          </a:p>
        </p:txBody>
      </p:sp>
      <p:sp>
        <p:nvSpPr>
          <p:cNvPr id="47" name="Text Placeholder 46">
            <a:extLst>
              <a:ext uri="{FF2B5EF4-FFF2-40B4-BE49-F238E27FC236}">
                <a16:creationId xmlns:a16="http://schemas.microsoft.com/office/drawing/2014/main" id="{560376AF-3367-A542-A363-DE46C0BC0B8F}"/>
              </a:ext>
            </a:extLst>
          </p:cNvPr>
          <p:cNvSpPr>
            <a:spLocks noGrp="1"/>
          </p:cNvSpPr>
          <p:nvPr>
            <p:ph type="body" sz="quarter" idx="142"/>
          </p:nvPr>
        </p:nvSpPr>
        <p:spPr>
          <a:xfrm>
            <a:off x="10276443" y="6272556"/>
            <a:ext cx="1202573" cy="107402"/>
          </a:xfrm>
        </p:spPr>
        <p:txBody>
          <a:bodyPr/>
          <a:lstStyle/>
          <a:p>
            <a:r>
              <a:rPr lang="en-ZA" dirty="0"/>
              <a:t>Role or Designation</a:t>
            </a:r>
          </a:p>
        </p:txBody>
      </p:sp>
    </p:spTree>
    <p:extLst>
      <p:ext uri="{BB962C8B-B14F-4D97-AF65-F5344CB8AC3E}">
        <p14:creationId xmlns:p14="http://schemas.microsoft.com/office/powerpoint/2010/main" val="182805785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p07.s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24AD8-D02C-3560-8375-E9FDEA473728}"/>
              </a:ext>
            </a:extLst>
          </p:cNvPr>
          <p:cNvSpPr>
            <a:spLocks noGrp="1"/>
          </p:cNvSpPr>
          <p:nvPr>
            <p:ph type="ctrTitle"/>
          </p:nvPr>
        </p:nvSpPr>
        <p:spPr/>
        <p:txBody>
          <a:bodyPr/>
          <a:lstStyle/>
          <a:p>
            <a:r>
              <a:rPr lang="en-ZA" dirty="0"/>
              <a:t>14. BESPOKE TEAM PHOTO ORGANISATION CHART</a:t>
            </a:r>
          </a:p>
        </p:txBody>
      </p:sp>
      <p:sp>
        <p:nvSpPr>
          <p:cNvPr id="3" name="Text Placeholder 2">
            <a:extLst>
              <a:ext uri="{FF2B5EF4-FFF2-40B4-BE49-F238E27FC236}">
                <a16:creationId xmlns:a16="http://schemas.microsoft.com/office/drawing/2014/main" id="{74DFF663-AC3C-0C31-5DB4-556B984042A7}"/>
              </a:ext>
            </a:extLst>
          </p:cNvPr>
          <p:cNvSpPr>
            <a:spLocks noGrp="1"/>
          </p:cNvSpPr>
          <p:nvPr>
            <p:ph type="body" sz="quarter" idx="78"/>
          </p:nvPr>
        </p:nvSpPr>
        <p:spPr/>
        <p:txBody>
          <a:bodyPr/>
          <a:lstStyle/>
          <a:p>
            <a:r>
              <a:rPr lang="en-US" b="1" dirty="0"/>
              <a:t>Role Description</a:t>
            </a:r>
            <a:br>
              <a:rPr lang="en-US" dirty="0"/>
            </a:br>
            <a:r>
              <a:rPr lang="en-US" dirty="0"/>
              <a:t>Here over two lines if necessary</a:t>
            </a:r>
            <a:endParaRPr lang="en-ZA" dirty="0"/>
          </a:p>
        </p:txBody>
      </p:sp>
      <p:sp>
        <p:nvSpPr>
          <p:cNvPr id="4" name="Text Placeholder 3">
            <a:extLst>
              <a:ext uri="{FF2B5EF4-FFF2-40B4-BE49-F238E27FC236}">
                <a16:creationId xmlns:a16="http://schemas.microsoft.com/office/drawing/2014/main" id="{5E28308E-8B32-2AE4-B2A6-DD0CEA1A7A60}"/>
              </a:ext>
            </a:extLst>
          </p:cNvPr>
          <p:cNvSpPr>
            <a:spLocks noGrp="1"/>
          </p:cNvSpPr>
          <p:nvPr>
            <p:ph type="body" sz="quarter" idx="79"/>
          </p:nvPr>
        </p:nvSpPr>
        <p:spPr/>
        <p:txBody>
          <a:bodyPr/>
          <a:lstStyle/>
          <a:p>
            <a:r>
              <a:rPr lang="en-US" b="1" dirty="0"/>
              <a:t>Role Description</a:t>
            </a:r>
            <a:br>
              <a:rPr lang="en-US" dirty="0"/>
            </a:br>
            <a:r>
              <a:rPr lang="en-US" dirty="0"/>
              <a:t>Here over two lines if necessary</a:t>
            </a:r>
            <a:endParaRPr lang="en-ZA" dirty="0"/>
          </a:p>
        </p:txBody>
      </p:sp>
      <p:sp>
        <p:nvSpPr>
          <p:cNvPr id="5" name="Text Placeholder 4">
            <a:extLst>
              <a:ext uri="{FF2B5EF4-FFF2-40B4-BE49-F238E27FC236}">
                <a16:creationId xmlns:a16="http://schemas.microsoft.com/office/drawing/2014/main" id="{FAA502F0-BC46-73AA-4054-EC94D3629E1C}"/>
              </a:ext>
            </a:extLst>
          </p:cNvPr>
          <p:cNvSpPr>
            <a:spLocks noGrp="1"/>
          </p:cNvSpPr>
          <p:nvPr>
            <p:ph type="body" sz="quarter" idx="80"/>
          </p:nvPr>
        </p:nvSpPr>
        <p:spPr/>
        <p:txBody>
          <a:bodyPr/>
          <a:lstStyle/>
          <a:p>
            <a:r>
              <a:rPr lang="en-US" b="1" dirty="0"/>
              <a:t>Role Description</a:t>
            </a:r>
            <a:br>
              <a:rPr lang="en-US" dirty="0"/>
            </a:br>
            <a:r>
              <a:rPr lang="en-US" dirty="0"/>
              <a:t>Here over two lines if necessary</a:t>
            </a:r>
            <a:endParaRPr lang="en-ZA" dirty="0"/>
          </a:p>
        </p:txBody>
      </p:sp>
      <p:sp>
        <p:nvSpPr>
          <p:cNvPr id="6" name="Text Placeholder 5">
            <a:extLst>
              <a:ext uri="{FF2B5EF4-FFF2-40B4-BE49-F238E27FC236}">
                <a16:creationId xmlns:a16="http://schemas.microsoft.com/office/drawing/2014/main" id="{39C57D8A-7EAF-2CE2-CE21-A37CA22C3FAD}"/>
              </a:ext>
            </a:extLst>
          </p:cNvPr>
          <p:cNvSpPr>
            <a:spLocks noGrp="1"/>
          </p:cNvSpPr>
          <p:nvPr>
            <p:ph type="body" sz="quarter" idx="82"/>
          </p:nvPr>
        </p:nvSpPr>
        <p:spPr/>
        <p:txBody>
          <a:bodyPr/>
          <a:lstStyle/>
          <a:p>
            <a:r>
              <a:rPr lang="en-US" b="1" dirty="0"/>
              <a:t>Role Description</a:t>
            </a:r>
            <a:br>
              <a:rPr lang="en-US" dirty="0"/>
            </a:br>
            <a:r>
              <a:rPr lang="en-US" dirty="0"/>
              <a:t>Here over two lines if necessary</a:t>
            </a:r>
            <a:endParaRPr lang="en-ZA" dirty="0"/>
          </a:p>
        </p:txBody>
      </p:sp>
      <p:sp>
        <p:nvSpPr>
          <p:cNvPr id="7" name="Text Placeholder 6">
            <a:extLst>
              <a:ext uri="{FF2B5EF4-FFF2-40B4-BE49-F238E27FC236}">
                <a16:creationId xmlns:a16="http://schemas.microsoft.com/office/drawing/2014/main" id="{08F6128A-48B2-75C9-C896-A65EA5CCC706}"/>
              </a:ext>
            </a:extLst>
          </p:cNvPr>
          <p:cNvSpPr>
            <a:spLocks noGrp="1"/>
          </p:cNvSpPr>
          <p:nvPr>
            <p:ph type="body" sz="quarter" idx="83"/>
          </p:nvPr>
        </p:nvSpPr>
        <p:spPr/>
        <p:txBody>
          <a:bodyPr/>
          <a:lstStyle/>
          <a:p>
            <a:r>
              <a:rPr lang="en-US" b="1" dirty="0"/>
              <a:t>Role Description</a:t>
            </a:r>
            <a:br>
              <a:rPr lang="en-US" dirty="0"/>
            </a:br>
            <a:r>
              <a:rPr lang="en-US" dirty="0"/>
              <a:t>Here over two lines if necessary</a:t>
            </a:r>
            <a:endParaRPr lang="en-ZA" dirty="0"/>
          </a:p>
        </p:txBody>
      </p:sp>
      <p:sp>
        <p:nvSpPr>
          <p:cNvPr id="8" name="Text Placeholder 7">
            <a:extLst>
              <a:ext uri="{FF2B5EF4-FFF2-40B4-BE49-F238E27FC236}">
                <a16:creationId xmlns:a16="http://schemas.microsoft.com/office/drawing/2014/main" id="{16482866-6940-AC5B-42E6-C3E5AA0809EB}"/>
              </a:ext>
            </a:extLst>
          </p:cNvPr>
          <p:cNvSpPr>
            <a:spLocks noGrp="1"/>
          </p:cNvSpPr>
          <p:nvPr>
            <p:ph type="body" sz="quarter" idx="84"/>
          </p:nvPr>
        </p:nvSpPr>
        <p:spPr/>
        <p:txBody>
          <a:bodyPr/>
          <a:lstStyle/>
          <a:p>
            <a:r>
              <a:rPr lang="en-US" b="1" dirty="0"/>
              <a:t>Role Description</a:t>
            </a:r>
            <a:br>
              <a:rPr lang="en-US" dirty="0"/>
            </a:br>
            <a:r>
              <a:rPr lang="en-US" dirty="0"/>
              <a:t>Here over two lines if necessary</a:t>
            </a:r>
            <a:endParaRPr lang="en-ZA" dirty="0"/>
          </a:p>
        </p:txBody>
      </p:sp>
      <p:sp>
        <p:nvSpPr>
          <p:cNvPr id="9" name="Text Placeholder 8">
            <a:extLst>
              <a:ext uri="{FF2B5EF4-FFF2-40B4-BE49-F238E27FC236}">
                <a16:creationId xmlns:a16="http://schemas.microsoft.com/office/drawing/2014/main" id="{55A7EAA5-FEA9-F03D-8CB9-3CBE02CB91B5}"/>
              </a:ext>
            </a:extLst>
          </p:cNvPr>
          <p:cNvSpPr>
            <a:spLocks noGrp="1"/>
          </p:cNvSpPr>
          <p:nvPr>
            <p:ph type="body" sz="quarter" idx="85"/>
          </p:nvPr>
        </p:nvSpPr>
        <p:spPr/>
        <p:txBody>
          <a:bodyPr/>
          <a:lstStyle/>
          <a:p>
            <a:r>
              <a:rPr lang="en-US" b="1" dirty="0"/>
              <a:t>Role Description</a:t>
            </a:r>
            <a:br>
              <a:rPr lang="en-US" dirty="0"/>
            </a:br>
            <a:r>
              <a:rPr lang="en-US" dirty="0"/>
              <a:t>Here over two lines if necessary</a:t>
            </a:r>
            <a:endParaRPr lang="en-ZA" dirty="0"/>
          </a:p>
        </p:txBody>
      </p:sp>
      <p:sp>
        <p:nvSpPr>
          <p:cNvPr id="10" name="Text Placeholder 9">
            <a:extLst>
              <a:ext uri="{FF2B5EF4-FFF2-40B4-BE49-F238E27FC236}">
                <a16:creationId xmlns:a16="http://schemas.microsoft.com/office/drawing/2014/main" id="{63BA6776-8B68-AC86-41F4-D46D1A01281F}"/>
              </a:ext>
            </a:extLst>
          </p:cNvPr>
          <p:cNvSpPr>
            <a:spLocks noGrp="1"/>
          </p:cNvSpPr>
          <p:nvPr>
            <p:ph type="body" sz="quarter" idx="86"/>
          </p:nvPr>
        </p:nvSpPr>
        <p:spPr/>
        <p:txBody>
          <a:bodyPr/>
          <a:lstStyle/>
          <a:p>
            <a:r>
              <a:rPr lang="en-US" b="1" dirty="0"/>
              <a:t>Role Description</a:t>
            </a:r>
            <a:br>
              <a:rPr lang="en-US" dirty="0"/>
            </a:br>
            <a:r>
              <a:rPr lang="en-US" dirty="0"/>
              <a:t>Here over two lines if necessary</a:t>
            </a:r>
            <a:endParaRPr lang="en-ZA" dirty="0"/>
          </a:p>
        </p:txBody>
      </p:sp>
      <p:sp>
        <p:nvSpPr>
          <p:cNvPr id="11" name="Text Placeholder 10">
            <a:extLst>
              <a:ext uri="{FF2B5EF4-FFF2-40B4-BE49-F238E27FC236}">
                <a16:creationId xmlns:a16="http://schemas.microsoft.com/office/drawing/2014/main" id="{38B73339-B248-54CA-E1A9-C610AA805600}"/>
              </a:ext>
            </a:extLst>
          </p:cNvPr>
          <p:cNvSpPr>
            <a:spLocks noGrp="1"/>
          </p:cNvSpPr>
          <p:nvPr>
            <p:ph type="body" sz="quarter" idx="87"/>
          </p:nvPr>
        </p:nvSpPr>
        <p:spPr/>
        <p:txBody>
          <a:bodyPr/>
          <a:lstStyle/>
          <a:p>
            <a:r>
              <a:rPr lang="en-US" b="1" dirty="0"/>
              <a:t>Role Description</a:t>
            </a:r>
            <a:br>
              <a:rPr lang="en-US" dirty="0"/>
            </a:br>
            <a:r>
              <a:rPr lang="en-US" dirty="0"/>
              <a:t>Here over two lines if necessary</a:t>
            </a:r>
            <a:endParaRPr lang="en-ZA" dirty="0"/>
          </a:p>
        </p:txBody>
      </p:sp>
      <p:sp>
        <p:nvSpPr>
          <p:cNvPr id="12" name="Text Placeholder 11">
            <a:extLst>
              <a:ext uri="{FF2B5EF4-FFF2-40B4-BE49-F238E27FC236}">
                <a16:creationId xmlns:a16="http://schemas.microsoft.com/office/drawing/2014/main" id="{02F31DA6-0919-EDCF-2FD8-15C9FDB37B0B}"/>
              </a:ext>
            </a:extLst>
          </p:cNvPr>
          <p:cNvSpPr>
            <a:spLocks noGrp="1"/>
          </p:cNvSpPr>
          <p:nvPr>
            <p:ph type="body" sz="quarter" idx="88"/>
          </p:nvPr>
        </p:nvSpPr>
        <p:spPr/>
        <p:txBody>
          <a:bodyPr/>
          <a:lstStyle/>
          <a:p>
            <a:r>
              <a:rPr lang="en-US" b="1" dirty="0"/>
              <a:t>Role Description</a:t>
            </a:r>
            <a:br>
              <a:rPr lang="en-US" dirty="0"/>
            </a:br>
            <a:r>
              <a:rPr lang="en-US" dirty="0"/>
              <a:t>Here over two lines if necessary</a:t>
            </a:r>
            <a:endParaRPr lang="en-ZA" dirty="0"/>
          </a:p>
        </p:txBody>
      </p:sp>
      <p:sp>
        <p:nvSpPr>
          <p:cNvPr id="13" name="Text Placeholder 12">
            <a:extLst>
              <a:ext uri="{FF2B5EF4-FFF2-40B4-BE49-F238E27FC236}">
                <a16:creationId xmlns:a16="http://schemas.microsoft.com/office/drawing/2014/main" id="{E139B610-5BAD-33F7-83F6-9D3AE1D17A09}"/>
              </a:ext>
            </a:extLst>
          </p:cNvPr>
          <p:cNvSpPr>
            <a:spLocks noGrp="1"/>
          </p:cNvSpPr>
          <p:nvPr>
            <p:ph type="body" sz="quarter" idx="89"/>
          </p:nvPr>
        </p:nvSpPr>
        <p:spPr/>
        <p:txBody>
          <a:bodyPr/>
          <a:lstStyle/>
          <a:p>
            <a:r>
              <a:rPr lang="en-US" b="1" dirty="0"/>
              <a:t>Role Description</a:t>
            </a:r>
            <a:br>
              <a:rPr lang="en-US" dirty="0"/>
            </a:br>
            <a:r>
              <a:rPr lang="en-US" dirty="0"/>
              <a:t>Here over two lines if necessary</a:t>
            </a:r>
            <a:endParaRPr lang="en-ZA" dirty="0"/>
          </a:p>
        </p:txBody>
      </p:sp>
      <p:sp>
        <p:nvSpPr>
          <p:cNvPr id="14" name="Text Placeholder 13">
            <a:extLst>
              <a:ext uri="{FF2B5EF4-FFF2-40B4-BE49-F238E27FC236}">
                <a16:creationId xmlns:a16="http://schemas.microsoft.com/office/drawing/2014/main" id="{44B12667-74F2-DA75-7855-CD2E687FDCB8}"/>
              </a:ext>
            </a:extLst>
          </p:cNvPr>
          <p:cNvSpPr>
            <a:spLocks noGrp="1"/>
          </p:cNvSpPr>
          <p:nvPr>
            <p:ph type="body" sz="quarter" idx="90"/>
          </p:nvPr>
        </p:nvSpPr>
        <p:spPr/>
        <p:txBody>
          <a:bodyPr/>
          <a:lstStyle/>
          <a:p>
            <a:r>
              <a:rPr lang="en-US" b="1" dirty="0"/>
              <a:t>Role Description</a:t>
            </a:r>
            <a:br>
              <a:rPr lang="en-US" dirty="0"/>
            </a:br>
            <a:r>
              <a:rPr lang="en-US" dirty="0"/>
              <a:t>Here over two lines if necessary</a:t>
            </a:r>
            <a:endParaRPr lang="en-ZA" dirty="0"/>
          </a:p>
        </p:txBody>
      </p:sp>
      <p:sp>
        <p:nvSpPr>
          <p:cNvPr id="15" name="Text Placeholder 14">
            <a:extLst>
              <a:ext uri="{FF2B5EF4-FFF2-40B4-BE49-F238E27FC236}">
                <a16:creationId xmlns:a16="http://schemas.microsoft.com/office/drawing/2014/main" id="{25394BB3-EF2F-EB89-9F7E-E36B42DB674E}"/>
              </a:ext>
            </a:extLst>
          </p:cNvPr>
          <p:cNvSpPr>
            <a:spLocks noGrp="1"/>
          </p:cNvSpPr>
          <p:nvPr>
            <p:ph type="body" sz="quarter" idx="91"/>
          </p:nvPr>
        </p:nvSpPr>
        <p:spPr/>
        <p:txBody>
          <a:bodyPr/>
          <a:lstStyle/>
          <a:p>
            <a:r>
              <a:rPr lang="en-US" b="1" dirty="0"/>
              <a:t>Role Description</a:t>
            </a:r>
            <a:br>
              <a:rPr lang="en-US" dirty="0"/>
            </a:br>
            <a:r>
              <a:rPr lang="en-US" dirty="0"/>
              <a:t>Here over two lines if necessary</a:t>
            </a:r>
            <a:endParaRPr lang="en-ZA" dirty="0"/>
          </a:p>
        </p:txBody>
      </p:sp>
      <p:sp>
        <p:nvSpPr>
          <p:cNvPr id="16" name="Text Placeholder 15">
            <a:extLst>
              <a:ext uri="{FF2B5EF4-FFF2-40B4-BE49-F238E27FC236}">
                <a16:creationId xmlns:a16="http://schemas.microsoft.com/office/drawing/2014/main" id="{AA3958E0-8D11-82CE-8407-944AC6C77A60}"/>
              </a:ext>
            </a:extLst>
          </p:cNvPr>
          <p:cNvSpPr>
            <a:spLocks noGrp="1"/>
          </p:cNvSpPr>
          <p:nvPr>
            <p:ph type="body" sz="quarter" idx="92"/>
          </p:nvPr>
        </p:nvSpPr>
        <p:spPr/>
        <p:txBody>
          <a:bodyPr/>
          <a:lstStyle/>
          <a:p>
            <a:r>
              <a:rPr lang="en-US" b="1" dirty="0"/>
              <a:t>Role Description</a:t>
            </a:r>
            <a:br>
              <a:rPr lang="en-US" dirty="0"/>
            </a:br>
            <a:r>
              <a:rPr lang="en-US" dirty="0"/>
              <a:t>Here over two lines if necessary</a:t>
            </a:r>
            <a:endParaRPr lang="en-ZA" dirty="0"/>
          </a:p>
        </p:txBody>
      </p:sp>
      <p:sp>
        <p:nvSpPr>
          <p:cNvPr id="17" name="Text Placeholder 16">
            <a:extLst>
              <a:ext uri="{FF2B5EF4-FFF2-40B4-BE49-F238E27FC236}">
                <a16:creationId xmlns:a16="http://schemas.microsoft.com/office/drawing/2014/main" id="{2D544024-D9E2-22C8-4020-9EFB5CEE2A19}"/>
              </a:ext>
            </a:extLst>
          </p:cNvPr>
          <p:cNvSpPr>
            <a:spLocks noGrp="1"/>
          </p:cNvSpPr>
          <p:nvPr>
            <p:ph type="body" sz="quarter" idx="93"/>
          </p:nvPr>
        </p:nvSpPr>
        <p:spPr/>
        <p:txBody>
          <a:bodyPr/>
          <a:lstStyle/>
          <a:p>
            <a:r>
              <a:rPr lang="en-US" b="1" dirty="0"/>
              <a:t>ROLE DESCRIPTION HERE</a:t>
            </a:r>
            <a:br>
              <a:rPr lang="en-US" b="1" dirty="0"/>
            </a:br>
            <a:r>
              <a:rPr lang="en-US" b="1" dirty="0"/>
              <a:t>OVER TWO LINES IF NEEDED</a:t>
            </a:r>
            <a:endParaRPr lang="en-ZA" b="1" dirty="0"/>
          </a:p>
        </p:txBody>
      </p:sp>
      <p:sp>
        <p:nvSpPr>
          <p:cNvPr id="18" name="Text Placeholder 17">
            <a:extLst>
              <a:ext uri="{FF2B5EF4-FFF2-40B4-BE49-F238E27FC236}">
                <a16:creationId xmlns:a16="http://schemas.microsoft.com/office/drawing/2014/main" id="{8B5BFAB1-12B8-6A4A-AA50-32A3C5ABF351}"/>
              </a:ext>
            </a:extLst>
          </p:cNvPr>
          <p:cNvSpPr>
            <a:spLocks noGrp="1"/>
          </p:cNvSpPr>
          <p:nvPr>
            <p:ph type="body" sz="quarter" idx="94"/>
          </p:nvPr>
        </p:nvSpPr>
        <p:spPr/>
        <p:txBody>
          <a:bodyPr/>
          <a:lstStyle/>
          <a:p>
            <a:r>
              <a:rPr lang="en-ZA" b="1" dirty="0"/>
              <a:t>Role Description</a:t>
            </a:r>
          </a:p>
        </p:txBody>
      </p:sp>
      <p:sp>
        <p:nvSpPr>
          <p:cNvPr id="19" name="Text Placeholder 18">
            <a:extLst>
              <a:ext uri="{FF2B5EF4-FFF2-40B4-BE49-F238E27FC236}">
                <a16:creationId xmlns:a16="http://schemas.microsoft.com/office/drawing/2014/main" id="{D05ED7A0-A9E6-BFE1-A51E-26EC993AA06D}"/>
              </a:ext>
            </a:extLst>
          </p:cNvPr>
          <p:cNvSpPr>
            <a:spLocks noGrp="1"/>
          </p:cNvSpPr>
          <p:nvPr>
            <p:ph type="body" sz="quarter" idx="95"/>
          </p:nvPr>
        </p:nvSpPr>
        <p:spPr/>
        <p:txBody>
          <a:bodyPr/>
          <a:lstStyle/>
          <a:p>
            <a:r>
              <a:rPr lang="en-ZA" b="1" dirty="0"/>
              <a:t>Role Description</a:t>
            </a:r>
          </a:p>
        </p:txBody>
      </p:sp>
      <p:sp>
        <p:nvSpPr>
          <p:cNvPr id="20" name="Text Placeholder 19">
            <a:extLst>
              <a:ext uri="{FF2B5EF4-FFF2-40B4-BE49-F238E27FC236}">
                <a16:creationId xmlns:a16="http://schemas.microsoft.com/office/drawing/2014/main" id="{BF25721C-AD77-DA2B-1703-A9B4FD450CF7}"/>
              </a:ext>
            </a:extLst>
          </p:cNvPr>
          <p:cNvSpPr>
            <a:spLocks noGrp="1"/>
          </p:cNvSpPr>
          <p:nvPr>
            <p:ph type="body" sz="quarter" idx="96"/>
          </p:nvPr>
        </p:nvSpPr>
        <p:spPr/>
        <p:txBody>
          <a:bodyPr/>
          <a:lstStyle/>
          <a:p>
            <a:endParaRPr lang="en-ZA"/>
          </a:p>
        </p:txBody>
      </p:sp>
      <p:sp>
        <p:nvSpPr>
          <p:cNvPr id="21" name="Text Placeholder 20">
            <a:extLst>
              <a:ext uri="{FF2B5EF4-FFF2-40B4-BE49-F238E27FC236}">
                <a16:creationId xmlns:a16="http://schemas.microsoft.com/office/drawing/2014/main" id="{499C7454-A4FE-E796-1CC2-B5C81D85E037}"/>
              </a:ext>
            </a:extLst>
          </p:cNvPr>
          <p:cNvSpPr>
            <a:spLocks noGrp="1"/>
          </p:cNvSpPr>
          <p:nvPr>
            <p:ph type="body" sz="quarter" idx="97"/>
          </p:nvPr>
        </p:nvSpPr>
        <p:spPr/>
        <p:txBody>
          <a:bodyPr/>
          <a:lstStyle/>
          <a:p>
            <a:endParaRPr lang="en-ZA"/>
          </a:p>
        </p:txBody>
      </p:sp>
      <p:sp>
        <p:nvSpPr>
          <p:cNvPr id="22" name="Text Placeholder 21">
            <a:extLst>
              <a:ext uri="{FF2B5EF4-FFF2-40B4-BE49-F238E27FC236}">
                <a16:creationId xmlns:a16="http://schemas.microsoft.com/office/drawing/2014/main" id="{9168C800-2450-EAEF-D3A3-242286C5AA2C}"/>
              </a:ext>
            </a:extLst>
          </p:cNvPr>
          <p:cNvSpPr>
            <a:spLocks noGrp="1"/>
          </p:cNvSpPr>
          <p:nvPr>
            <p:ph type="body" sz="quarter" idx="98"/>
          </p:nvPr>
        </p:nvSpPr>
        <p:spPr/>
        <p:txBody>
          <a:bodyPr/>
          <a:lstStyle/>
          <a:p>
            <a:endParaRPr lang="en-ZA"/>
          </a:p>
        </p:txBody>
      </p:sp>
      <p:sp>
        <p:nvSpPr>
          <p:cNvPr id="23" name="Text Placeholder 22">
            <a:extLst>
              <a:ext uri="{FF2B5EF4-FFF2-40B4-BE49-F238E27FC236}">
                <a16:creationId xmlns:a16="http://schemas.microsoft.com/office/drawing/2014/main" id="{7AD29DBA-9802-640A-735A-200EEF5FB3DC}"/>
              </a:ext>
            </a:extLst>
          </p:cNvPr>
          <p:cNvSpPr>
            <a:spLocks noGrp="1"/>
          </p:cNvSpPr>
          <p:nvPr>
            <p:ph type="body" sz="quarter" idx="99"/>
          </p:nvPr>
        </p:nvSpPr>
        <p:spPr/>
        <p:txBody>
          <a:bodyPr/>
          <a:lstStyle/>
          <a:p>
            <a:endParaRPr lang="en-ZA"/>
          </a:p>
        </p:txBody>
      </p:sp>
      <p:sp>
        <p:nvSpPr>
          <p:cNvPr id="24" name="Text Placeholder 23">
            <a:extLst>
              <a:ext uri="{FF2B5EF4-FFF2-40B4-BE49-F238E27FC236}">
                <a16:creationId xmlns:a16="http://schemas.microsoft.com/office/drawing/2014/main" id="{DC42F111-8D65-92F2-7DA1-739DD3BF782A}"/>
              </a:ext>
            </a:extLst>
          </p:cNvPr>
          <p:cNvSpPr>
            <a:spLocks noGrp="1"/>
          </p:cNvSpPr>
          <p:nvPr>
            <p:ph type="body" sz="quarter" idx="100"/>
          </p:nvPr>
        </p:nvSpPr>
        <p:spPr/>
        <p:txBody>
          <a:bodyPr/>
          <a:lstStyle/>
          <a:p>
            <a:r>
              <a:rPr lang="en-ZA" dirty="0"/>
              <a:t>Key</a:t>
            </a:r>
          </a:p>
        </p:txBody>
      </p:sp>
      <p:sp>
        <p:nvSpPr>
          <p:cNvPr id="25" name="Text Placeholder 24">
            <a:extLst>
              <a:ext uri="{FF2B5EF4-FFF2-40B4-BE49-F238E27FC236}">
                <a16:creationId xmlns:a16="http://schemas.microsoft.com/office/drawing/2014/main" id="{58567600-47B8-7BC8-EFAE-34A3A1E14A3F}"/>
              </a:ext>
            </a:extLst>
          </p:cNvPr>
          <p:cNvSpPr>
            <a:spLocks noGrp="1"/>
          </p:cNvSpPr>
          <p:nvPr>
            <p:ph type="body" sz="quarter" idx="101"/>
          </p:nvPr>
        </p:nvSpPr>
        <p:spPr/>
        <p:txBody>
          <a:bodyPr/>
          <a:lstStyle/>
          <a:p>
            <a:r>
              <a:rPr lang="en-ZA" dirty="0"/>
              <a:t>Key</a:t>
            </a:r>
          </a:p>
        </p:txBody>
      </p:sp>
      <p:sp>
        <p:nvSpPr>
          <p:cNvPr id="26" name="Text Placeholder 25">
            <a:extLst>
              <a:ext uri="{FF2B5EF4-FFF2-40B4-BE49-F238E27FC236}">
                <a16:creationId xmlns:a16="http://schemas.microsoft.com/office/drawing/2014/main" id="{656674D3-68D2-C6B2-0307-8A00EA017AD3}"/>
              </a:ext>
            </a:extLst>
          </p:cNvPr>
          <p:cNvSpPr>
            <a:spLocks noGrp="1"/>
          </p:cNvSpPr>
          <p:nvPr>
            <p:ph type="body" sz="quarter" idx="102"/>
          </p:nvPr>
        </p:nvSpPr>
        <p:spPr/>
        <p:txBody>
          <a:bodyPr/>
          <a:lstStyle/>
          <a:p>
            <a:r>
              <a:rPr lang="en-ZA" dirty="0"/>
              <a:t>Key</a:t>
            </a:r>
          </a:p>
        </p:txBody>
      </p:sp>
    </p:spTree>
    <p:extLst>
      <p:ext uri="{BB962C8B-B14F-4D97-AF65-F5344CB8AC3E}">
        <p14:creationId xmlns:p14="http://schemas.microsoft.com/office/powerpoint/2010/main" val="16745195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p07.s17">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57631675-41BE-5A45-A16E-F2BD40780039}"/>
              </a:ext>
            </a:extLst>
          </p:cNvPr>
          <p:cNvSpPr>
            <a:spLocks noGrp="1"/>
          </p:cNvSpPr>
          <p:nvPr>
            <p:ph type="dgm" sz="quarter" idx="40"/>
          </p:nvPr>
        </p:nvSpPr>
        <p:spPr/>
        <p:txBody>
          <a:bodyPr/>
          <a:lstStyle/>
          <a:p>
            <a:endParaRPr lang="en-ZA"/>
          </a:p>
        </p:txBody>
      </p:sp>
      <p:sp>
        <p:nvSpPr>
          <p:cNvPr id="3" name="Title 2">
            <a:extLst>
              <a:ext uri="{FF2B5EF4-FFF2-40B4-BE49-F238E27FC236}">
                <a16:creationId xmlns:a16="http://schemas.microsoft.com/office/drawing/2014/main" id="{F06B2E28-4E16-E88B-F9F5-CA70DEF02D97}"/>
              </a:ext>
            </a:extLst>
          </p:cNvPr>
          <p:cNvSpPr>
            <a:spLocks noGrp="1"/>
          </p:cNvSpPr>
          <p:nvPr>
            <p:ph type="ctrTitle"/>
          </p:nvPr>
        </p:nvSpPr>
        <p:spPr/>
        <p:txBody>
          <a:bodyPr/>
          <a:lstStyle/>
          <a:p>
            <a:endParaRPr lang="en-ZA"/>
          </a:p>
        </p:txBody>
      </p:sp>
    </p:spTree>
    <p:extLst>
      <p:ext uri="{BB962C8B-B14F-4D97-AF65-F5344CB8AC3E}">
        <p14:creationId xmlns:p14="http://schemas.microsoft.com/office/powerpoint/2010/main" val="165340915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p07.s18">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3F1D600A-A716-FC63-9178-076638AB6F90}"/>
              </a:ext>
            </a:extLst>
          </p:cNvPr>
          <p:cNvSpPr>
            <a:spLocks noGrp="1"/>
          </p:cNvSpPr>
          <p:nvPr>
            <p:ph type="dgm" sz="quarter" idx="41"/>
          </p:nvPr>
        </p:nvSpPr>
        <p:spPr/>
        <p:txBody>
          <a:bodyPr/>
          <a:lstStyle/>
          <a:p>
            <a:endParaRPr lang="en-ZA"/>
          </a:p>
        </p:txBody>
      </p:sp>
      <p:sp>
        <p:nvSpPr>
          <p:cNvPr id="3" name="Title 2">
            <a:extLst>
              <a:ext uri="{FF2B5EF4-FFF2-40B4-BE49-F238E27FC236}">
                <a16:creationId xmlns:a16="http://schemas.microsoft.com/office/drawing/2014/main" id="{0ED486AD-61CF-3722-D0CF-F840FA6E802D}"/>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E5F58CB1-78D9-6B23-8533-5523C6DEA8AB}"/>
              </a:ext>
            </a:extLst>
          </p:cNvPr>
          <p:cNvSpPr>
            <a:spLocks noGrp="1"/>
          </p:cNvSpPr>
          <p:nvPr>
            <p:ph type="body" sz="quarter" idx="39"/>
          </p:nvPr>
        </p:nvSpPr>
        <p:spPr/>
        <p:txBody>
          <a:bodyPr/>
          <a:lstStyle/>
          <a:p>
            <a:endParaRPr lang="en-ZA"/>
          </a:p>
        </p:txBody>
      </p:sp>
    </p:spTree>
    <p:extLst>
      <p:ext uri="{BB962C8B-B14F-4D97-AF65-F5344CB8AC3E}">
        <p14:creationId xmlns:p14="http://schemas.microsoft.com/office/powerpoint/2010/main" val="15039754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p07.s19">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89A62EA6-0DFF-88F3-E6D4-D895E08312D3}"/>
              </a:ext>
            </a:extLst>
          </p:cNvPr>
          <p:cNvSpPr>
            <a:spLocks noGrp="1"/>
          </p:cNvSpPr>
          <p:nvPr>
            <p:ph type="dgm" sz="quarter" idx="41"/>
          </p:nvPr>
        </p:nvSpPr>
        <p:spPr/>
        <p:txBody>
          <a:bodyPr/>
          <a:lstStyle/>
          <a:p>
            <a:endParaRPr lang="en-ZA"/>
          </a:p>
        </p:txBody>
      </p:sp>
      <p:sp>
        <p:nvSpPr>
          <p:cNvPr id="3" name="Title 2">
            <a:extLst>
              <a:ext uri="{FF2B5EF4-FFF2-40B4-BE49-F238E27FC236}">
                <a16:creationId xmlns:a16="http://schemas.microsoft.com/office/drawing/2014/main" id="{B487B445-83E5-19A3-44E9-FD8287DC1542}"/>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53296480-57E3-7180-6F53-010030E740E8}"/>
              </a:ext>
            </a:extLst>
          </p:cNvPr>
          <p:cNvSpPr>
            <a:spLocks noGrp="1"/>
          </p:cNvSpPr>
          <p:nvPr>
            <p:ph type="body" sz="quarter" idx="40"/>
          </p:nvPr>
        </p:nvSpPr>
        <p:spPr/>
        <p:txBody>
          <a:bodyPr/>
          <a:lstStyle/>
          <a:p>
            <a:endParaRPr lang="en-ZA"/>
          </a:p>
        </p:txBody>
      </p:sp>
    </p:spTree>
    <p:extLst>
      <p:ext uri="{BB962C8B-B14F-4D97-AF65-F5344CB8AC3E}">
        <p14:creationId xmlns:p14="http://schemas.microsoft.com/office/powerpoint/2010/main" val="9434767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p07.s20">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98380D94-CD1A-A72A-DA8A-CA028C27F3CA}"/>
              </a:ext>
            </a:extLst>
          </p:cNvPr>
          <p:cNvSpPr>
            <a:spLocks noGrp="1"/>
          </p:cNvSpPr>
          <p:nvPr>
            <p:ph type="dgm" sz="quarter" idx="41"/>
          </p:nvPr>
        </p:nvSpPr>
        <p:spPr/>
        <p:txBody>
          <a:bodyPr/>
          <a:lstStyle/>
          <a:p>
            <a:endParaRPr lang="en-ZA"/>
          </a:p>
        </p:txBody>
      </p:sp>
      <p:sp>
        <p:nvSpPr>
          <p:cNvPr id="3" name="Title 2">
            <a:extLst>
              <a:ext uri="{FF2B5EF4-FFF2-40B4-BE49-F238E27FC236}">
                <a16:creationId xmlns:a16="http://schemas.microsoft.com/office/drawing/2014/main" id="{CEAC77F9-B8AE-DC4A-C161-89B6E763C240}"/>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C7CBC61E-B478-3AEA-8D19-779BEC1E2A48}"/>
              </a:ext>
            </a:extLst>
          </p:cNvPr>
          <p:cNvSpPr>
            <a:spLocks noGrp="1"/>
          </p:cNvSpPr>
          <p:nvPr>
            <p:ph type="body" sz="quarter" idx="40"/>
          </p:nvPr>
        </p:nvSpPr>
        <p:spPr/>
        <p:txBody>
          <a:bodyPr/>
          <a:lstStyle/>
          <a:p>
            <a:endParaRPr lang="en-ZA"/>
          </a:p>
        </p:txBody>
      </p:sp>
    </p:spTree>
    <p:extLst>
      <p:ext uri="{BB962C8B-B14F-4D97-AF65-F5344CB8AC3E}">
        <p14:creationId xmlns:p14="http://schemas.microsoft.com/office/powerpoint/2010/main" val="40170775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p07.s21">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E779E369-ABA9-7C92-DA41-807B7831D4F2}"/>
              </a:ext>
            </a:extLst>
          </p:cNvPr>
          <p:cNvSpPr>
            <a:spLocks noGrp="1"/>
          </p:cNvSpPr>
          <p:nvPr>
            <p:ph type="dgm" sz="quarter" idx="40"/>
          </p:nvPr>
        </p:nvSpPr>
        <p:spPr/>
        <p:txBody>
          <a:bodyPr/>
          <a:lstStyle/>
          <a:p>
            <a:endParaRPr lang="en-ZA"/>
          </a:p>
        </p:txBody>
      </p:sp>
      <p:sp>
        <p:nvSpPr>
          <p:cNvPr id="3" name="Title 2">
            <a:extLst>
              <a:ext uri="{FF2B5EF4-FFF2-40B4-BE49-F238E27FC236}">
                <a16:creationId xmlns:a16="http://schemas.microsoft.com/office/drawing/2014/main" id="{87515E58-6A1E-76E4-8BE3-2868D5B3DE9E}"/>
              </a:ext>
            </a:extLst>
          </p:cNvPr>
          <p:cNvSpPr>
            <a:spLocks noGrp="1"/>
          </p:cNvSpPr>
          <p:nvPr>
            <p:ph type="ctrTitle"/>
          </p:nvPr>
        </p:nvSpPr>
        <p:spPr/>
        <p:txBody>
          <a:bodyPr/>
          <a:lstStyle/>
          <a:p>
            <a:endParaRPr lang="en-ZA"/>
          </a:p>
        </p:txBody>
      </p:sp>
    </p:spTree>
    <p:extLst>
      <p:ext uri="{BB962C8B-B14F-4D97-AF65-F5344CB8AC3E}">
        <p14:creationId xmlns:p14="http://schemas.microsoft.com/office/powerpoint/2010/main" val="288984012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p07.s22">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D78FEFDC-46B2-923F-D77C-7E36CDB6E6B0}"/>
              </a:ext>
            </a:extLst>
          </p:cNvPr>
          <p:cNvSpPr>
            <a:spLocks noGrp="1"/>
          </p:cNvSpPr>
          <p:nvPr>
            <p:ph type="dgm" sz="quarter" idx="40"/>
          </p:nvPr>
        </p:nvSpPr>
        <p:spPr/>
        <p:txBody>
          <a:bodyPr/>
          <a:lstStyle/>
          <a:p>
            <a:endParaRPr lang="en-ZA"/>
          </a:p>
        </p:txBody>
      </p:sp>
      <p:sp>
        <p:nvSpPr>
          <p:cNvPr id="3" name="Title 2">
            <a:extLst>
              <a:ext uri="{FF2B5EF4-FFF2-40B4-BE49-F238E27FC236}">
                <a16:creationId xmlns:a16="http://schemas.microsoft.com/office/drawing/2014/main" id="{29448D7E-28B6-A95D-0086-7342C6461373}"/>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3620F9DD-09EA-74BA-59A1-9075CA6F0A91}"/>
              </a:ext>
            </a:extLst>
          </p:cNvPr>
          <p:cNvSpPr>
            <a:spLocks noGrp="1"/>
          </p:cNvSpPr>
          <p:nvPr>
            <p:ph type="body" sz="quarter" idx="41"/>
          </p:nvPr>
        </p:nvSpPr>
        <p:spPr/>
        <p:txBody>
          <a:bodyPr/>
          <a:lstStyle/>
          <a:p>
            <a:endParaRPr lang="en-ZA"/>
          </a:p>
        </p:txBody>
      </p:sp>
    </p:spTree>
    <p:extLst>
      <p:ext uri="{BB962C8B-B14F-4D97-AF65-F5344CB8AC3E}">
        <p14:creationId xmlns:p14="http://schemas.microsoft.com/office/powerpoint/2010/main" val="370629065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p07.s23">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9AC29CF8-F47F-8F8D-2421-926E46B91AFE}"/>
              </a:ext>
            </a:extLst>
          </p:cNvPr>
          <p:cNvSpPr>
            <a:spLocks noGrp="1"/>
          </p:cNvSpPr>
          <p:nvPr>
            <p:ph type="dgm" sz="quarter" idx="40"/>
          </p:nvPr>
        </p:nvSpPr>
        <p:spPr/>
        <p:txBody>
          <a:bodyPr/>
          <a:lstStyle/>
          <a:p>
            <a:endParaRPr lang="en-ZA"/>
          </a:p>
        </p:txBody>
      </p:sp>
      <p:sp>
        <p:nvSpPr>
          <p:cNvPr id="3" name="Text Placeholder 2">
            <a:extLst>
              <a:ext uri="{FF2B5EF4-FFF2-40B4-BE49-F238E27FC236}">
                <a16:creationId xmlns:a16="http://schemas.microsoft.com/office/drawing/2014/main" id="{4BA0EFC7-8160-40C0-1141-7108B3E6DC75}"/>
              </a:ext>
            </a:extLst>
          </p:cNvPr>
          <p:cNvSpPr>
            <a:spLocks noGrp="1"/>
          </p:cNvSpPr>
          <p:nvPr>
            <p:ph type="body" sz="quarter" idx="41"/>
          </p:nvPr>
        </p:nvSpPr>
        <p:spPr/>
        <p:txBody>
          <a:bodyPr/>
          <a:lstStyle/>
          <a:p>
            <a:endParaRPr lang="en-ZA"/>
          </a:p>
        </p:txBody>
      </p:sp>
      <p:sp>
        <p:nvSpPr>
          <p:cNvPr id="4" name="Title 3">
            <a:extLst>
              <a:ext uri="{FF2B5EF4-FFF2-40B4-BE49-F238E27FC236}">
                <a16:creationId xmlns:a16="http://schemas.microsoft.com/office/drawing/2014/main" id="{D794D4EE-F485-EE12-5568-6C7060B99400}"/>
              </a:ext>
            </a:extLst>
          </p:cNvPr>
          <p:cNvSpPr>
            <a:spLocks noGrp="1"/>
          </p:cNvSpPr>
          <p:nvPr>
            <p:ph type="ctrTitle"/>
          </p:nvPr>
        </p:nvSpPr>
        <p:spPr/>
        <p:txBody>
          <a:bodyPr/>
          <a:lstStyle/>
          <a:p>
            <a:endParaRPr lang="en-ZA"/>
          </a:p>
        </p:txBody>
      </p:sp>
    </p:spTree>
    <p:extLst>
      <p:ext uri="{BB962C8B-B14F-4D97-AF65-F5344CB8AC3E}">
        <p14:creationId xmlns:p14="http://schemas.microsoft.com/office/powerpoint/2010/main" val="343691158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p07.s24">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D62EBD56-74CF-DD01-B4CD-6B7DD7F16E57}"/>
              </a:ext>
            </a:extLst>
          </p:cNvPr>
          <p:cNvSpPr>
            <a:spLocks noGrp="1"/>
          </p:cNvSpPr>
          <p:nvPr>
            <p:ph type="dgm" sz="quarter" idx="40"/>
          </p:nvPr>
        </p:nvSpPr>
        <p:spPr/>
        <p:txBody>
          <a:bodyPr/>
          <a:lstStyle/>
          <a:p>
            <a:endParaRPr lang="en-ZA"/>
          </a:p>
        </p:txBody>
      </p:sp>
      <p:sp>
        <p:nvSpPr>
          <p:cNvPr id="3" name="Title 2">
            <a:extLst>
              <a:ext uri="{FF2B5EF4-FFF2-40B4-BE49-F238E27FC236}">
                <a16:creationId xmlns:a16="http://schemas.microsoft.com/office/drawing/2014/main" id="{09A1DDFB-975A-E256-E611-0CC214C6CAB4}"/>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CC718356-9C23-4D73-4DA4-A7EB1A5F8735}"/>
              </a:ext>
            </a:extLst>
          </p:cNvPr>
          <p:cNvSpPr>
            <a:spLocks noGrp="1"/>
          </p:cNvSpPr>
          <p:nvPr>
            <p:ph type="body" sz="quarter" idx="44"/>
          </p:nvPr>
        </p:nvSpPr>
        <p:spPr/>
        <p:txBody>
          <a:bodyPr/>
          <a:lstStyle/>
          <a:p>
            <a:endParaRPr lang="en-ZA"/>
          </a:p>
        </p:txBody>
      </p:sp>
    </p:spTree>
    <p:extLst>
      <p:ext uri="{BB962C8B-B14F-4D97-AF65-F5344CB8AC3E}">
        <p14:creationId xmlns:p14="http://schemas.microsoft.com/office/powerpoint/2010/main" val="183590273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p07.s25">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36EF21C8-28C3-7976-BD06-BAB4B0B68A8E}"/>
              </a:ext>
            </a:extLst>
          </p:cNvPr>
          <p:cNvSpPr>
            <a:spLocks noGrp="1"/>
          </p:cNvSpPr>
          <p:nvPr>
            <p:ph type="dgm" sz="quarter" idx="48"/>
          </p:nvPr>
        </p:nvSpPr>
        <p:spPr/>
        <p:txBody>
          <a:bodyPr/>
          <a:lstStyle/>
          <a:p>
            <a:endParaRPr lang="en-ZA"/>
          </a:p>
        </p:txBody>
      </p:sp>
      <p:sp>
        <p:nvSpPr>
          <p:cNvPr id="3" name="Title 2">
            <a:extLst>
              <a:ext uri="{FF2B5EF4-FFF2-40B4-BE49-F238E27FC236}">
                <a16:creationId xmlns:a16="http://schemas.microsoft.com/office/drawing/2014/main" id="{CF569876-E1B1-609B-57AA-7118113C4305}"/>
              </a:ext>
            </a:extLst>
          </p:cNvPr>
          <p:cNvSpPr>
            <a:spLocks noGrp="1"/>
          </p:cNvSpPr>
          <p:nvPr>
            <p:ph type="ctrTitle"/>
          </p:nvPr>
        </p:nvSpPr>
        <p:spPr/>
        <p:txBody>
          <a:bodyPr/>
          <a:lstStyle/>
          <a:p>
            <a:endParaRPr lang="en-ZA"/>
          </a:p>
        </p:txBody>
      </p:sp>
      <p:sp>
        <p:nvSpPr>
          <p:cNvPr id="4" name="Text Placeholder 3">
            <a:extLst>
              <a:ext uri="{FF2B5EF4-FFF2-40B4-BE49-F238E27FC236}">
                <a16:creationId xmlns:a16="http://schemas.microsoft.com/office/drawing/2014/main" id="{0F8EEA84-DD58-9567-7381-19B09D752FBB}"/>
              </a:ext>
            </a:extLst>
          </p:cNvPr>
          <p:cNvSpPr>
            <a:spLocks noGrp="1"/>
          </p:cNvSpPr>
          <p:nvPr>
            <p:ph type="body" sz="quarter" idx="40"/>
          </p:nvPr>
        </p:nvSpPr>
        <p:spPr/>
        <p:txBody>
          <a:bodyPr/>
          <a:lstStyle/>
          <a:p>
            <a:endParaRPr lang="en-ZA"/>
          </a:p>
        </p:txBody>
      </p:sp>
    </p:spTree>
    <p:extLst>
      <p:ext uri="{BB962C8B-B14F-4D97-AF65-F5344CB8AC3E}">
        <p14:creationId xmlns:p14="http://schemas.microsoft.com/office/powerpoint/2010/main" val="3746454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p07.s26">
    <p:spTree>
      <p:nvGrpSpPr>
        <p:cNvPr id="1" name=""/>
        <p:cNvGrpSpPr/>
        <p:nvPr/>
      </p:nvGrpSpPr>
      <p:grpSpPr>
        <a:xfrm>
          <a:off x="0" y="0"/>
          <a:ext cx="0" cy="0"/>
          <a:chOff x="0" y="0"/>
          <a:chExt cx="0" cy="0"/>
        </a:xfrm>
      </p:grpSpPr>
      <p:sp>
        <p:nvSpPr>
          <p:cNvPr id="2" name="SmartArt Placeholder 1">
            <a:extLst>
              <a:ext uri="{FF2B5EF4-FFF2-40B4-BE49-F238E27FC236}">
                <a16:creationId xmlns:a16="http://schemas.microsoft.com/office/drawing/2014/main" id="{AB2E00A8-372A-B168-0908-8E869DA3E286}"/>
              </a:ext>
            </a:extLst>
          </p:cNvPr>
          <p:cNvSpPr>
            <a:spLocks noGrp="1"/>
          </p:cNvSpPr>
          <p:nvPr>
            <p:ph type="dgm" sz="quarter" idx="40"/>
          </p:nvPr>
        </p:nvSpPr>
        <p:spPr/>
        <p:txBody>
          <a:bodyPr/>
          <a:lstStyle/>
          <a:p>
            <a:endParaRPr lang="en-ZA"/>
          </a:p>
        </p:txBody>
      </p:sp>
      <p:sp>
        <p:nvSpPr>
          <p:cNvPr id="3" name="Text Placeholder 2">
            <a:extLst>
              <a:ext uri="{FF2B5EF4-FFF2-40B4-BE49-F238E27FC236}">
                <a16:creationId xmlns:a16="http://schemas.microsoft.com/office/drawing/2014/main" id="{777C1D40-140D-D0F2-ED93-C057B2ACB0E7}"/>
              </a:ext>
            </a:extLst>
          </p:cNvPr>
          <p:cNvSpPr>
            <a:spLocks noGrp="1"/>
          </p:cNvSpPr>
          <p:nvPr>
            <p:ph type="body" sz="quarter" idx="39"/>
          </p:nvPr>
        </p:nvSpPr>
        <p:spPr/>
        <p:txBody>
          <a:bodyPr/>
          <a:lstStyle/>
          <a:p>
            <a:endParaRPr lang="en-ZA"/>
          </a:p>
        </p:txBody>
      </p:sp>
      <p:sp>
        <p:nvSpPr>
          <p:cNvPr id="4" name="Title 3">
            <a:extLst>
              <a:ext uri="{FF2B5EF4-FFF2-40B4-BE49-F238E27FC236}">
                <a16:creationId xmlns:a16="http://schemas.microsoft.com/office/drawing/2014/main" id="{0A27E518-3A56-F940-BC8C-4950BB27587C}"/>
              </a:ext>
            </a:extLst>
          </p:cNvPr>
          <p:cNvSpPr>
            <a:spLocks noGrp="1"/>
          </p:cNvSpPr>
          <p:nvPr>
            <p:ph type="ctrTitle"/>
          </p:nvPr>
        </p:nvSpPr>
        <p:spPr/>
        <p:txBody>
          <a:bodyPr/>
          <a:lstStyle/>
          <a:p>
            <a:endParaRPr lang="en-ZA"/>
          </a:p>
        </p:txBody>
      </p:sp>
      <p:sp>
        <p:nvSpPr>
          <p:cNvPr id="5" name="Text Placeholder 4">
            <a:extLst>
              <a:ext uri="{FF2B5EF4-FFF2-40B4-BE49-F238E27FC236}">
                <a16:creationId xmlns:a16="http://schemas.microsoft.com/office/drawing/2014/main" id="{1213E0B8-6E85-E40D-C8D8-9A65987B8D1B}"/>
              </a:ext>
            </a:extLst>
          </p:cNvPr>
          <p:cNvSpPr>
            <a:spLocks noGrp="1"/>
          </p:cNvSpPr>
          <p:nvPr>
            <p:ph type="body" sz="quarter" idx="43"/>
          </p:nvPr>
        </p:nvSpPr>
        <p:spPr/>
        <p:txBody>
          <a:bodyPr/>
          <a:lstStyle/>
          <a:p>
            <a:endParaRPr lang="en-ZA"/>
          </a:p>
        </p:txBody>
      </p:sp>
      <p:sp>
        <p:nvSpPr>
          <p:cNvPr id="6" name="SmartArt Placeholder 5">
            <a:extLst>
              <a:ext uri="{FF2B5EF4-FFF2-40B4-BE49-F238E27FC236}">
                <a16:creationId xmlns:a16="http://schemas.microsoft.com/office/drawing/2014/main" id="{7A956925-FB91-E88D-997C-DDCB1C913155}"/>
              </a:ext>
            </a:extLst>
          </p:cNvPr>
          <p:cNvSpPr>
            <a:spLocks noGrp="1"/>
          </p:cNvSpPr>
          <p:nvPr>
            <p:ph type="dgm" sz="quarter" idx="44"/>
          </p:nvPr>
        </p:nvSpPr>
        <p:spPr/>
        <p:txBody>
          <a:bodyPr/>
          <a:lstStyle/>
          <a:p>
            <a:endParaRPr lang="en-ZA"/>
          </a:p>
        </p:txBody>
      </p:sp>
    </p:spTree>
    <p:extLst>
      <p:ext uri="{BB962C8B-B14F-4D97-AF65-F5344CB8AC3E}">
        <p14:creationId xmlns:p14="http://schemas.microsoft.com/office/powerpoint/2010/main" val="8916286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p07.s27">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9AE022-4791-5687-6ACD-32ADB5471F4E}"/>
              </a:ext>
            </a:extLst>
          </p:cNvPr>
          <p:cNvSpPr>
            <a:spLocks noGrp="1"/>
          </p:cNvSpPr>
          <p:nvPr>
            <p:ph type="body" sz="quarter" idx="48"/>
          </p:nvPr>
        </p:nvSpPr>
        <p:spPr/>
        <p:txBody>
          <a:bodyPr/>
          <a:lstStyle/>
          <a:p>
            <a:endParaRPr lang="en-ZA"/>
          </a:p>
        </p:txBody>
      </p:sp>
      <p:sp>
        <p:nvSpPr>
          <p:cNvPr id="3" name="Text Placeholder 2">
            <a:extLst>
              <a:ext uri="{FF2B5EF4-FFF2-40B4-BE49-F238E27FC236}">
                <a16:creationId xmlns:a16="http://schemas.microsoft.com/office/drawing/2014/main" id="{DB75292D-1EFD-8ECF-46F0-1905FA3B2DC8}"/>
              </a:ext>
            </a:extLst>
          </p:cNvPr>
          <p:cNvSpPr>
            <a:spLocks noGrp="1"/>
          </p:cNvSpPr>
          <p:nvPr>
            <p:ph type="body" sz="quarter" idx="49"/>
          </p:nvPr>
        </p:nvSpPr>
        <p:spPr/>
        <p:txBody>
          <a:bodyPr/>
          <a:lstStyle/>
          <a:p>
            <a:endParaRPr lang="en-ZA"/>
          </a:p>
        </p:txBody>
      </p:sp>
      <p:sp>
        <p:nvSpPr>
          <p:cNvPr id="4" name="Text Placeholder 3">
            <a:extLst>
              <a:ext uri="{FF2B5EF4-FFF2-40B4-BE49-F238E27FC236}">
                <a16:creationId xmlns:a16="http://schemas.microsoft.com/office/drawing/2014/main" id="{5B5337FF-1E8D-FD4B-09FE-21B68F49C992}"/>
              </a:ext>
            </a:extLst>
          </p:cNvPr>
          <p:cNvSpPr>
            <a:spLocks noGrp="1"/>
          </p:cNvSpPr>
          <p:nvPr>
            <p:ph type="body" sz="quarter" idx="39"/>
          </p:nvPr>
        </p:nvSpPr>
        <p:spPr/>
        <p:txBody>
          <a:bodyPr/>
          <a:lstStyle/>
          <a:p>
            <a:endParaRPr lang="en-ZA"/>
          </a:p>
        </p:txBody>
      </p:sp>
      <p:sp>
        <p:nvSpPr>
          <p:cNvPr id="5" name="Title 4">
            <a:extLst>
              <a:ext uri="{FF2B5EF4-FFF2-40B4-BE49-F238E27FC236}">
                <a16:creationId xmlns:a16="http://schemas.microsoft.com/office/drawing/2014/main" id="{22594A95-0C89-73AA-A6E8-53996A881C76}"/>
              </a:ext>
            </a:extLst>
          </p:cNvPr>
          <p:cNvSpPr>
            <a:spLocks noGrp="1"/>
          </p:cNvSpPr>
          <p:nvPr>
            <p:ph type="ctrTitle"/>
          </p:nvPr>
        </p:nvSpPr>
        <p:spPr/>
        <p:txBody>
          <a:bodyPr/>
          <a:lstStyle/>
          <a:p>
            <a:endParaRPr lang="en-ZA"/>
          </a:p>
        </p:txBody>
      </p:sp>
      <p:sp>
        <p:nvSpPr>
          <p:cNvPr id="6" name="Text Placeholder 5">
            <a:extLst>
              <a:ext uri="{FF2B5EF4-FFF2-40B4-BE49-F238E27FC236}">
                <a16:creationId xmlns:a16="http://schemas.microsoft.com/office/drawing/2014/main" id="{BE4BF12A-34AC-DBC0-8577-9F7F644B1636}"/>
              </a:ext>
            </a:extLst>
          </p:cNvPr>
          <p:cNvSpPr>
            <a:spLocks noGrp="1"/>
          </p:cNvSpPr>
          <p:nvPr>
            <p:ph type="body" sz="quarter" idx="43"/>
          </p:nvPr>
        </p:nvSpPr>
        <p:spPr/>
        <p:txBody>
          <a:bodyPr/>
          <a:lstStyle/>
          <a:p>
            <a:endParaRPr lang="en-ZA"/>
          </a:p>
        </p:txBody>
      </p:sp>
      <p:sp>
        <p:nvSpPr>
          <p:cNvPr id="7" name="SmartArt Placeholder 6">
            <a:extLst>
              <a:ext uri="{FF2B5EF4-FFF2-40B4-BE49-F238E27FC236}">
                <a16:creationId xmlns:a16="http://schemas.microsoft.com/office/drawing/2014/main" id="{7D0F5CB8-3040-5DA7-8157-4DBE7D95E15F}"/>
              </a:ext>
            </a:extLst>
          </p:cNvPr>
          <p:cNvSpPr>
            <a:spLocks noGrp="1"/>
          </p:cNvSpPr>
          <p:nvPr>
            <p:ph type="dgm" sz="quarter" idx="40"/>
          </p:nvPr>
        </p:nvSpPr>
        <p:spPr/>
        <p:txBody>
          <a:bodyPr/>
          <a:lstStyle/>
          <a:p>
            <a:endParaRPr lang="en-ZA"/>
          </a:p>
        </p:txBody>
      </p:sp>
      <p:sp>
        <p:nvSpPr>
          <p:cNvPr id="8" name="SmartArt Placeholder 7">
            <a:extLst>
              <a:ext uri="{FF2B5EF4-FFF2-40B4-BE49-F238E27FC236}">
                <a16:creationId xmlns:a16="http://schemas.microsoft.com/office/drawing/2014/main" id="{C4B0D1C5-8AEE-4916-83CF-C02D7A3E8A56}"/>
              </a:ext>
            </a:extLst>
          </p:cNvPr>
          <p:cNvSpPr>
            <a:spLocks noGrp="1"/>
          </p:cNvSpPr>
          <p:nvPr>
            <p:ph type="dgm" sz="quarter" idx="44"/>
          </p:nvPr>
        </p:nvSpPr>
        <p:spPr/>
        <p:txBody>
          <a:bodyPr/>
          <a:lstStyle/>
          <a:p>
            <a:endParaRPr lang="en-ZA"/>
          </a:p>
        </p:txBody>
      </p:sp>
    </p:spTree>
    <p:extLst>
      <p:ext uri="{BB962C8B-B14F-4D97-AF65-F5344CB8AC3E}">
        <p14:creationId xmlns:p14="http://schemas.microsoft.com/office/powerpoint/2010/main" val="10025614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p08.s02">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E9161714-A42F-8025-666E-9A4A3FEB6840}"/>
              </a:ext>
            </a:extLst>
          </p:cNvPr>
          <p:cNvSpPr txBox="1">
            <a:spLocks/>
          </p:cNvSpPr>
          <p:nvPr userDrawn="1"/>
        </p:nvSpPr>
        <p:spPr>
          <a:xfrm>
            <a:off x="588170" y="527520"/>
            <a:ext cx="2860424" cy="664797"/>
          </a:xfrm>
          <a:prstGeom prst="rect">
            <a:avLst/>
          </a:prstGeom>
        </p:spPr>
        <p:txBody>
          <a:bodyPr wrap="square" lIns="0" tIns="0" rIns="0" bIns="0">
            <a:spAutoFit/>
          </a:bodyPr>
          <a:lstStyle>
            <a:lvl1pPr indent="0">
              <a:lnSpc>
                <a:spcPct val="90000"/>
              </a:lnSpc>
              <a:spcBef>
                <a:spcPts val="1000"/>
              </a:spcBef>
              <a:buFont typeface="Arial" panose="020B0604020202020204" pitchFamily="34" charset="0"/>
              <a:buNone/>
              <a:defRPr sz="2400" b="1" spc="40" baseline="0">
                <a:solidFill>
                  <a:schemeClr val="bg2">
                    <a:lumMod val="75000"/>
                  </a:schemeClr>
                </a:solidFill>
                <a:latin typeface="+mj-lt"/>
              </a:defRPr>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accent1"/>
                </a:solidFill>
              </a:rPr>
              <a:t>YOUR FEEDBACK HELPS US DRIVE</a:t>
            </a:r>
          </a:p>
        </p:txBody>
      </p:sp>
      <p:sp>
        <p:nvSpPr>
          <p:cNvPr id="34" name="Title 1">
            <a:extLst>
              <a:ext uri="{FF2B5EF4-FFF2-40B4-BE49-F238E27FC236}">
                <a16:creationId xmlns:a16="http://schemas.microsoft.com/office/drawing/2014/main" id="{7CB1637F-79F8-97C2-B9F2-35CA086C3C38}"/>
              </a:ext>
            </a:extLst>
          </p:cNvPr>
          <p:cNvSpPr txBox="1">
            <a:spLocks/>
          </p:cNvSpPr>
          <p:nvPr userDrawn="1"/>
        </p:nvSpPr>
        <p:spPr>
          <a:xfrm>
            <a:off x="572608" y="1603989"/>
            <a:ext cx="3377702" cy="443198"/>
          </a:xfrm>
          <a:prstGeom prst="rect">
            <a:avLst/>
          </a:prstGeom>
        </p:spPr>
        <p:txBody>
          <a:bodyPr wrap="square" lIns="0" tIns="0" rIns="0" bIns="0" anchor="t" anchorCtr="0">
            <a:spAutoFit/>
          </a:bodyPr>
          <a:lstStyle>
            <a:lvl1pPr algn="l"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3200" dirty="0">
                <a:solidFill>
                  <a:schemeClr val="accent3"/>
                </a:solidFill>
              </a:rPr>
              <a:t>IMPROVEMENT</a:t>
            </a:r>
          </a:p>
        </p:txBody>
      </p:sp>
      <p:sp>
        <p:nvSpPr>
          <p:cNvPr id="57" name="Title 1">
            <a:extLst>
              <a:ext uri="{FF2B5EF4-FFF2-40B4-BE49-F238E27FC236}">
                <a16:creationId xmlns:a16="http://schemas.microsoft.com/office/drawing/2014/main" id="{FCCC69B5-FAA6-282E-1C2E-A202B9418D12}"/>
              </a:ext>
            </a:extLst>
          </p:cNvPr>
          <p:cNvSpPr txBox="1">
            <a:spLocks/>
          </p:cNvSpPr>
          <p:nvPr userDrawn="1"/>
        </p:nvSpPr>
        <p:spPr>
          <a:xfrm>
            <a:off x="588165" y="2554923"/>
            <a:ext cx="1835637" cy="190052"/>
          </a:xfrm>
          <a:prstGeom prst="rect">
            <a:avLst/>
          </a:prstGeom>
        </p:spPr>
        <p:txBody>
          <a:bodyPr wrap="square" lIns="0" tIns="0" rIns="0" bIns="0">
            <a:spAutoFit/>
          </a:bodyPr>
          <a:lstStyle>
            <a:lvl1pPr lvl="0" indent="0">
              <a:lnSpc>
                <a:spcPts val="1600"/>
              </a:lnSpc>
              <a:spcBef>
                <a:spcPts val="1000"/>
              </a:spcBef>
              <a:buFont typeface="Calibri" panose="020F0502020204030204" pitchFamily="34" charset="0"/>
              <a:buNone/>
              <a:defRPr sz="1200" b="1" spc="30" baseline="0">
                <a:solidFill>
                  <a:schemeClr val="accent3"/>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accent5">
                    <a:lumMod val="40000"/>
                    <a:lumOff val="60000"/>
                  </a:schemeClr>
                </a:solidFill>
              </a:rPr>
              <a:t>Smollan Client Survey</a:t>
            </a:r>
          </a:p>
        </p:txBody>
      </p:sp>
      <p:sp>
        <p:nvSpPr>
          <p:cNvPr id="18" name="Title 1">
            <a:extLst>
              <a:ext uri="{FF2B5EF4-FFF2-40B4-BE49-F238E27FC236}">
                <a16:creationId xmlns:a16="http://schemas.microsoft.com/office/drawing/2014/main" id="{1543D5BB-1330-6EBD-0623-E0786CC640C0}"/>
              </a:ext>
            </a:extLst>
          </p:cNvPr>
          <p:cNvSpPr txBox="1">
            <a:spLocks noGrp="1" noRot="1" noMove="1" noResize="1" noEditPoints="1" noAdjustHandles="1" noChangeArrowheads="1" noChangeShapeType="1"/>
          </p:cNvSpPr>
          <p:nvPr userDrawn="1"/>
        </p:nvSpPr>
        <p:spPr>
          <a:xfrm>
            <a:off x="9901646" y="844731"/>
            <a:ext cx="1744163" cy="879565"/>
          </a:xfrm>
          <a:prstGeom prst="rect">
            <a:avLst/>
          </a:prstGeom>
        </p:spPr>
        <p:txBody>
          <a:bodyPr wrap="square" lIns="180000" tIns="180000" rIns="180000" bIns="180000" anchor="ctr" anchorCtr="0">
            <a:noAutofit/>
          </a:bodyPr>
          <a:lstStyle>
            <a:lvl1pPr lvl="0" indent="0" algn="ctr">
              <a:lnSpc>
                <a:spcPts val="1400"/>
              </a:lnSpc>
              <a:spcBef>
                <a:spcPts val="1000"/>
              </a:spcBef>
              <a:buFont typeface="Calibri" panose="020F0502020204030204" pitchFamily="34" charset="0"/>
              <a:buNone/>
              <a:defRPr sz="1200" spc="30" baseline="0">
                <a:solidFill>
                  <a:schemeClr val="accent5"/>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noProof="0" dirty="0">
                <a:solidFill>
                  <a:schemeClr val="accent2">
                    <a:lumMod val="50000"/>
                  </a:schemeClr>
                </a:solidFill>
              </a:rPr>
              <a:t>Our Action Plan will be presented back to you on:</a:t>
            </a:r>
          </a:p>
        </p:txBody>
      </p:sp>
      <p:sp>
        <p:nvSpPr>
          <p:cNvPr id="2" name="Text Placeholder 1">
            <a:extLst>
              <a:ext uri="{FF2B5EF4-FFF2-40B4-BE49-F238E27FC236}">
                <a16:creationId xmlns:a16="http://schemas.microsoft.com/office/drawing/2014/main" id="{E06A8CD4-3296-5165-8DD2-097E7F9183CD}"/>
              </a:ext>
            </a:extLst>
          </p:cNvPr>
          <p:cNvSpPr>
            <a:spLocks noGrp="1"/>
          </p:cNvSpPr>
          <p:nvPr>
            <p:ph type="body" sz="quarter" idx="38"/>
          </p:nvPr>
        </p:nvSpPr>
        <p:spPr/>
        <p:txBody>
          <a:bodyPr/>
          <a:lstStyle/>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p:txBody>
      </p:sp>
      <p:sp>
        <p:nvSpPr>
          <p:cNvPr id="3" name="Text Placeholder 2">
            <a:extLst>
              <a:ext uri="{FF2B5EF4-FFF2-40B4-BE49-F238E27FC236}">
                <a16:creationId xmlns:a16="http://schemas.microsoft.com/office/drawing/2014/main" id="{40A2F868-B748-0E76-8DDB-C7F1A802D410}"/>
              </a:ext>
            </a:extLst>
          </p:cNvPr>
          <p:cNvSpPr>
            <a:spLocks noGrp="1"/>
          </p:cNvSpPr>
          <p:nvPr>
            <p:ph type="body" sz="quarter" idx="41"/>
          </p:nvPr>
        </p:nvSpPr>
        <p:spPr/>
        <p:txBody>
          <a:bodyPr/>
          <a:lstStyle/>
          <a:p>
            <a:r>
              <a:rPr lang="en-ZA" dirty="0"/>
              <a:t>2024</a:t>
            </a:r>
          </a:p>
        </p:txBody>
      </p:sp>
      <p:sp>
        <p:nvSpPr>
          <p:cNvPr id="5" name="Text Placeholder 4">
            <a:extLst>
              <a:ext uri="{FF2B5EF4-FFF2-40B4-BE49-F238E27FC236}">
                <a16:creationId xmlns:a16="http://schemas.microsoft.com/office/drawing/2014/main" id="{721AEF79-E46A-6268-5482-E44FFC797D6C}"/>
              </a:ext>
            </a:extLst>
          </p:cNvPr>
          <p:cNvSpPr>
            <a:spLocks noGrp="1"/>
          </p:cNvSpPr>
          <p:nvPr>
            <p:ph type="body" sz="quarter" idx="42"/>
          </p:nvPr>
        </p:nvSpPr>
        <p:spPr>
          <a:xfrm>
            <a:off x="9901646" y="1843004"/>
            <a:ext cx="1737904" cy="187039"/>
          </a:xfrm>
        </p:spPr>
        <p:txBody>
          <a:bodyPr/>
          <a:lstStyle/>
          <a:p>
            <a:r>
              <a:rPr lang="en-ZA" dirty="0"/>
              <a:t>XX September 2024</a:t>
            </a:r>
          </a:p>
        </p:txBody>
      </p:sp>
      <p:graphicFrame>
        <p:nvGraphicFramePr>
          <p:cNvPr id="6" name="Chart Placeholder 14">
            <a:extLst>
              <a:ext uri="{FF2B5EF4-FFF2-40B4-BE49-F238E27FC236}">
                <a16:creationId xmlns:a16="http://schemas.microsoft.com/office/drawing/2014/main" id="{FB72781A-393A-433F-03D8-FCF18877FB3D}"/>
              </a:ext>
            </a:extLst>
          </p:cNvPr>
          <p:cNvGraphicFramePr>
            <a:graphicFrameLocks noGrp="1"/>
          </p:cNvGraphicFramePr>
          <p:nvPr>
            <p:ph type="chart" sz="quarter" idx="39"/>
            <p:extLst>
              <p:ext uri="{D42A27DB-BD31-4B8C-83A1-F6EECF244321}">
                <p14:modId xmlns:p14="http://schemas.microsoft.com/office/powerpoint/2010/main" val="487814094"/>
              </p:ext>
            </p:extLst>
          </p:nvPr>
        </p:nvGraphicFramePr>
        <p:xfrm>
          <a:off x="3059113" y="2805113"/>
          <a:ext cx="8378825" cy="34305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23791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p08.s03">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E9161714-A42F-8025-666E-9A4A3FEB6840}"/>
              </a:ext>
            </a:extLst>
          </p:cNvPr>
          <p:cNvSpPr txBox="1">
            <a:spLocks/>
          </p:cNvSpPr>
          <p:nvPr userDrawn="1"/>
        </p:nvSpPr>
        <p:spPr>
          <a:xfrm>
            <a:off x="588170" y="527520"/>
            <a:ext cx="2860424" cy="664797"/>
          </a:xfrm>
          <a:prstGeom prst="rect">
            <a:avLst/>
          </a:prstGeom>
        </p:spPr>
        <p:txBody>
          <a:bodyPr wrap="square" lIns="0" tIns="0" rIns="0" bIns="0">
            <a:spAutoFit/>
          </a:bodyPr>
          <a:lstStyle>
            <a:lvl1pPr indent="0">
              <a:lnSpc>
                <a:spcPct val="90000"/>
              </a:lnSpc>
              <a:spcBef>
                <a:spcPts val="1000"/>
              </a:spcBef>
              <a:buFont typeface="Arial" panose="020B0604020202020204" pitchFamily="34" charset="0"/>
              <a:buNone/>
              <a:defRPr sz="2400" b="1" spc="40" baseline="0">
                <a:solidFill>
                  <a:schemeClr val="bg2">
                    <a:lumMod val="75000"/>
                  </a:schemeClr>
                </a:solidFill>
                <a:latin typeface="+mj-lt"/>
              </a:defRPr>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accent1"/>
                </a:solidFill>
              </a:rPr>
              <a:t>YOUR FEEDBACK HELPS US DRIVE</a:t>
            </a:r>
          </a:p>
        </p:txBody>
      </p:sp>
      <p:sp>
        <p:nvSpPr>
          <p:cNvPr id="34" name="Title 1">
            <a:extLst>
              <a:ext uri="{FF2B5EF4-FFF2-40B4-BE49-F238E27FC236}">
                <a16:creationId xmlns:a16="http://schemas.microsoft.com/office/drawing/2014/main" id="{7CB1637F-79F8-97C2-B9F2-35CA086C3C38}"/>
              </a:ext>
            </a:extLst>
          </p:cNvPr>
          <p:cNvSpPr txBox="1">
            <a:spLocks/>
          </p:cNvSpPr>
          <p:nvPr userDrawn="1"/>
        </p:nvSpPr>
        <p:spPr>
          <a:xfrm>
            <a:off x="572608" y="1603989"/>
            <a:ext cx="3377702" cy="443198"/>
          </a:xfrm>
          <a:prstGeom prst="rect">
            <a:avLst/>
          </a:prstGeom>
        </p:spPr>
        <p:txBody>
          <a:bodyPr wrap="square" lIns="0" tIns="0" rIns="0" bIns="0" anchor="t" anchorCtr="0">
            <a:spAutoFit/>
          </a:bodyPr>
          <a:lstStyle>
            <a:lvl1pPr algn="l"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3200" dirty="0">
                <a:solidFill>
                  <a:schemeClr val="accent3"/>
                </a:solidFill>
              </a:rPr>
              <a:t>IMPROVEMENT</a:t>
            </a:r>
          </a:p>
        </p:txBody>
      </p:sp>
      <p:sp>
        <p:nvSpPr>
          <p:cNvPr id="57" name="Title 1">
            <a:extLst>
              <a:ext uri="{FF2B5EF4-FFF2-40B4-BE49-F238E27FC236}">
                <a16:creationId xmlns:a16="http://schemas.microsoft.com/office/drawing/2014/main" id="{FCCC69B5-FAA6-282E-1C2E-A202B9418D12}"/>
              </a:ext>
            </a:extLst>
          </p:cNvPr>
          <p:cNvSpPr txBox="1">
            <a:spLocks/>
          </p:cNvSpPr>
          <p:nvPr userDrawn="1"/>
        </p:nvSpPr>
        <p:spPr>
          <a:xfrm>
            <a:off x="588165" y="2554923"/>
            <a:ext cx="1835637" cy="190052"/>
          </a:xfrm>
          <a:prstGeom prst="rect">
            <a:avLst/>
          </a:prstGeom>
        </p:spPr>
        <p:txBody>
          <a:bodyPr wrap="square" lIns="0" tIns="0" rIns="0" bIns="0">
            <a:spAutoFit/>
          </a:bodyPr>
          <a:lstStyle>
            <a:lvl1pPr lvl="0" indent="0">
              <a:lnSpc>
                <a:spcPts val="1600"/>
              </a:lnSpc>
              <a:spcBef>
                <a:spcPts val="1000"/>
              </a:spcBef>
              <a:buFont typeface="Calibri" panose="020F0502020204030204" pitchFamily="34" charset="0"/>
              <a:buNone/>
              <a:defRPr sz="1200" b="1" spc="30" baseline="0">
                <a:solidFill>
                  <a:schemeClr val="accent3"/>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accent5">
                    <a:lumMod val="40000"/>
                    <a:lumOff val="60000"/>
                  </a:schemeClr>
                </a:solidFill>
              </a:rPr>
              <a:t>Smollan Client Survey</a:t>
            </a:r>
          </a:p>
        </p:txBody>
      </p:sp>
      <p:sp>
        <p:nvSpPr>
          <p:cNvPr id="15" name="Title 1">
            <a:extLst>
              <a:ext uri="{FF2B5EF4-FFF2-40B4-BE49-F238E27FC236}">
                <a16:creationId xmlns:a16="http://schemas.microsoft.com/office/drawing/2014/main" id="{3647DF32-8483-373B-3666-B614D741E9F1}"/>
              </a:ext>
            </a:extLst>
          </p:cNvPr>
          <p:cNvSpPr txBox="1">
            <a:spLocks/>
          </p:cNvSpPr>
          <p:nvPr userDrawn="1"/>
        </p:nvSpPr>
        <p:spPr>
          <a:xfrm>
            <a:off x="582566" y="5138057"/>
            <a:ext cx="1747156" cy="869406"/>
          </a:xfrm>
          <a:prstGeom prst="rect">
            <a:avLst/>
          </a:prstGeom>
        </p:spPr>
        <p:txBody>
          <a:bodyPr wrap="square" lIns="180000" tIns="180000" rIns="180000" bIns="180000" anchor="ctr" anchorCtr="0">
            <a:noAutofit/>
          </a:bodyPr>
          <a:lstStyle>
            <a:lvl1pPr lvl="0" indent="0" algn="ctr">
              <a:lnSpc>
                <a:spcPts val="1400"/>
              </a:lnSpc>
              <a:spcBef>
                <a:spcPts val="1000"/>
              </a:spcBef>
              <a:buFont typeface="Calibri" panose="020F0502020204030204" pitchFamily="34" charset="0"/>
              <a:buNone/>
              <a:defRPr sz="1200" spc="30" baseline="0">
                <a:solidFill>
                  <a:schemeClr val="accent5"/>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noProof="0" dirty="0"/>
              <a:t>Our Action Plan will be presented back to you on:</a:t>
            </a:r>
          </a:p>
        </p:txBody>
      </p:sp>
      <p:sp>
        <p:nvSpPr>
          <p:cNvPr id="2" name="Text Placeholder 1">
            <a:extLst>
              <a:ext uri="{FF2B5EF4-FFF2-40B4-BE49-F238E27FC236}">
                <a16:creationId xmlns:a16="http://schemas.microsoft.com/office/drawing/2014/main" id="{CD5D09AF-D034-A502-5F9E-91B366AAD711}"/>
              </a:ext>
            </a:extLst>
          </p:cNvPr>
          <p:cNvSpPr>
            <a:spLocks noGrp="1"/>
          </p:cNvSpPr>
          <p:nvPr>
            <p:ph type="body" sz="quarter" idx="41"/>
          </p:nvPr>
        </p:nvSpPr>
        <p:spPr/>
        <p:txBody>
          <a:bodyPr/>
          <a:lstStyle/>
          <a:p>
            <a:r>
              <a:rPr lang="en-ZA" dirty="0"/>
              <a:t>2024</a:t>
            </a:r>
          </a:p>
        </p:txBody>
      </p:sp>
      <p:sp>
        <p:nvSpPr>
          <p:cNvPr id="4" name="Text Placeholder 3">
            <a:extLst>
              <a:ext uri="{FF2B5EF4-FFF2-40B4-BE49-F238E27FC236}">
                <a16:creationId xmlns:a16="http://schemas.microsoft.com/office/drawing/2014/main" id="{CA3BCD14-FFA3-67F7-E0A3-55D5BC52E662}"/>
              </a:ext>
            </a:extLst>
          </p:cNvPr>
          <p:cNvSpPr>
            <a:spLocks noGrp="1"/>
          </p:cNvSpPr>
          <p:nvPr>
            <p:ph type="body" sz="quarter" idx="42"/>
          </p:nvPr>
        </p:nvSpPr>
        <p:spPr/>
        <p:txBody>
          <a:bodyPr/>
          <a:lstStyle/>
          <a:p>
            <a:endParaRPr lang="en-ZA"/>
          </a:p>
        </p:txBody>
      </p:sp>
      <p:sp>
        <p:nvSpPr>
          <p:cNvPr id="5" name="Text Placeholder 4">
            <a:extLst>
              <a:ext uri="{FF2B5EF4-FFF2-40B4-BE49-F238E27FC236}">
                <a16:creationId xmlns:a16="http://schemas.microsoft.com/office/drawing/2014/main" id="{E0D1403B-B1D4-9C21-A27B-2FE2CBCFDD93}"/>
              </a:ext>
            </a:extLst>
          </p:cNvPr>
          <p:cNvSpPr>
            <a:spLocks noGrp="1"/>
          </p:cNvSpPr>
          <p:nvPr>
            <p:ph type="body" sz="quarter" idx="38"/>
          </p:nvPr>
        </p:nvSpPr>
        <p:spPr/>
        <p:txBody>
          <a:bodyPr/>
          <a:lstStyle/>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p:txBody>
      </p:sp>
      <p:graphicFrame>
        <p:nvGraphicFramePr>
          <p:cNvPr id="6" name="Chart Placeholder 14">
            <a:extLst>
              <a:ext uri="{FF2B5EF4-FFF2-40B4-BE49-F238E27FC236}">
                <a16:creationId xmlns:a16="http://schemas.microsoft.com/office/drawing/2014/main" id="{EA2DBA4E-97FD-3828-EE0E-2DFF701FAB63}"/>
              </a:ext>
            </a:extLst>
          </p:cNvPr>
          <p:cNvGraphicFramePr>
            <a:graphicFrameLocks noGrp="1"/>
          </p:cNvGraphicFramePr>
          <p:nvPr>
            <p:ph type="chart" sz="quarter" idx="39"/>
            <p:extLst>
              <p:ext uri="{D42A27DB-BD31-4B8C-83A1-F6EECF244321}">
                <p14:modId xmlns:p14="http://schemas.microsoft.com/office/powerpoint/2010/main" val="2837651725"/>
              </p:ext>
            </p:extLst>
          </p:nvPr>
        </p:nvGraphicFramePr>
        <p:xfrm>
          <a:off x="3059113" y="2805113"/>
          <a:ext cx="8378825" cy="343058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321559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p08.s04">
    <p:spTree>
      <p:nvGrpSpPr>
        <p:cNvPr id="1" name=""/>
        <p:cNvGrpSpPr/>
        <p:nvPr/>
      </p:nvGrpSpPr>
      <p:grpSpPr>
        <a:xfrm>
          <a:off x="0" y="0"/>
          <a:ext cx="0" cy="0"/>
          <a:chOff x="0" y="0"/>
          <a:chExt cx="0" cy="0"/>
        </a:xfrm>
      </p:grpSpPr>
      <p:sp>
        <p:nvSpPr>
          <p:cNvPr id="37" name="Title 1">
            <a:extLst>
              <a:ext uri="{FF2B5EF4-FFF2-40B4-BE49-F238E27FC236}">
                <a16:creationId xmlns:a16="http://schemas.microsoft.com/office/drawing/2014/main" id="{51AF324E-D63B-ED0B-3956-3F4504DA68FF}"/>
              </a:ext>
            </a:extLst>
          </p:cNvPr>
          <p:cNvSpPr txBox="1">
            <a:spLocks noGrp="1" noRot="1" noMove="1" noResize="1" noEditPoints="1" noAdjustHandles="1" noChangeArrowheads="1" noChangeShapeType="1"/>
          </p:cNvSpPr>
          <p:nvPr userDrawn="1"/>
        </p:nvSpPr>
        <p:spPr>
          <a:xfrm>
            <a:off x="8130602" y="570796"/>
            <a:ext cx="1309490" cy="508473"/>
          </a:xfrm>
          <a:prstGeom prst="rect">
            <a:avLst/>
          </a:prstGeom>
          <a:solidFill>
            <a:schemeClr val="accent4"/>
          </a:solidFill>
        </p:spPr>
        <p:txBody>
          <a:bodyPr wrap="square" lIns="144000" tIns="108000" rIns="108000" bIns="108000" anchor="ctr" anchorCtr="0">
            <a:noAutofit/>
          </a:bodyPr>
          <a:lstStyle>
            <a:lvl1pPr lvl="0" indent="0">
              <a:lnSpc>
                <a:spcPts val="900"/>
              </a:lnSpc>
              <a:spcBef>
                <a:spcPts val="1000"/>
              </a:spcBef>
              <a:buFont typeface="Calibri" panose="020F0502020204030204" pitchFamily="34" charset="0"/>
              <a:buNone/>
              <a:defRPr sz="800" b="1" spc="40" baseline="0">
                <a:solidFill>
                  <a:schemeClr val="bg1"/>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noProof="0" dirty="0"/>
              <a:t>Our Action Plan will be presented back to you on:</a:t>
            </a:r>
          </a:p>
        </p:txBody>
      </p:sp>
      <p:sp>
        <p:nvSpPr>
          <p:cNvPr id="7" name="Title 1">
            <a:extLst>
              <a:ext uri="{FF2B5EF4-FFF2-40B4-BE49-F238E27FC236}">
                <a16:creationId xmlns:a16="http://schemas.microsoft.com/office/drawing/2014/main" id="{CEED7190-373F-0C2C-CF90-39443E4C7CB4}"/>
              </a:ext>
            </a:extLst>
          </p:cNvPr>
          <p:cNvSpPr txBox="1">
            <a:spLocks/>
          </p:cNvSpPr>
          <p:nvPr userDrawn="1"/>
        </p:nvSpPr>
        <p:spPr>
          <a:xfrm>
            <a:off x="588170" y="527520"/>
            <a:ext cx="4932413" cy="332399"/>
          </a:xfrm>
          <a:prstGeom prst="rect">
            <a:avLst/>
          </a:prstGeom>
        </p:spPr>
        <p:txBody>
          <a:bodyPr wrap="square" lIns="0" tIns="0" rIns="0" bIns="0">
            <a:spAutoFit/>
          </a:bodyPr>
          <a:lstStyle>
            <a:lvl1pPr indent="0">
              <a:lnSpc>
                <a:spcPct val="90000"/>
              </a:lnSpc>
              <a:spcBef>
                <a:spcPts val="1000"/>
              </a:spcBef>
              <a:buFont typeface="Arial" panose="020B0604020202020204" pitchFamily="34" charset="0"/>
              <a:buNone/>
              <a:defRPr sz="2400" b="1" spc="40" baseline="0">
                <a:solidFill>
                  <a:schemeClr val="bg2">
                    <a:lumMod val="75000"/>
                  </a:schemeClr>
                </a:solidFill>
                <a:latin typeface="+mj-lt"/>
              </a:defRPr>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accent1"/>
                </a:solidFill>
              </a:rPr>
              <a:t>YOUR FEEDBACK HELPS US</a:t>
            </a:r>
          </a:p>
        </p:txBody>
      </p:sp>
      <p:sp>
        <p:nvSpPr>
          <p:cNvPr id="8" name="Title 1">
            <a:extLst>
              <a:ext uri="{FF2B5EF4-FFF2-40B4-BE49-F238E27FC236}">
                <a16:creationId xmlns:a16="http://schemas.microsoft.com/office/drawing/2014/main" id="{0FB2A0B0-6B95-4580-5AB1-65F09367D7C9}"/>
              </a:ext>
            </a:extLst>
          </p:cNvPr>
          <p:cNvSpPr txBox="1">
            <a:spLocks/>
          </p:cNvSpPr>
          <p:nvPr userDrawn="1"/>
        </p:nvSpPr>
        <p:spPr>
          <a:xfrm>
            <a:off x="572608" y="859617"/>
            <a:ext cx="4947975" cy="443198"/>
          </a:xfrm>
          <a:prstGeom prst="rect">
            <a:avLst/>
          </a:prstGeom>
        </p:spPr>
        <p:txBody>
          <a:bodyPr wrap="square" lIns="0" tIns="0" rIns="0" bIns="0" anchor="t" anchorCtr="0">
            <a:spAutoFit/>
          </a:bodyPr>
          <a:lstStyle>
            <a:lvl1pPr algn="l"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3200" dirty="0">
                <a:solidFill>
                  <a:schemeClr val="accent3"/>
                </a:solidFill>
              </a:rPr>
              <a:t>DRIVE IMPROVEMENT</a:t>
            </a:r>
          </a:p>
        </p:txBody>
      </p:sp>
      <p:pic>
        <p:nvPicPr>
          <p:cNvPr id="38" name="Picture Placeholder 7" descr="A group of people standing in a hallway&#10;&#10;Description automatically generated">
            <a:extLst>
              <a:ext uri="{FF2B5EF4-FFF2-40B4-BE49-F238E27FC236}">
                <a16:creationId xmlns:a16="http://schemas.microsoft.com/office/drawing/2014/main" id="{AE5A8C2F-2576-A2EF-89E7-1429DF53483D}"/>
              </a:ext>
            </a:extLst>
          </p:cNvPr>
          <p:cNvPicPr>
            <a:picLocks noGrp="1" noChangeAspect="1"/>
          </p:cNvPicPr>
          <p:nvPr>
            <p:ph type="pic" sz="quarter" idx="31"/>
          </p:nvPr>
        </p:nvPicPr>
        <p:blipFill rotWithShape="1">
          <a:blip r:embed="rId2">
            <a:extLst>
              <a:ext uri="{28A0092B-C50C-407E-A947-70E740481C1C}">
                <a14:useLocalDpi xmlns:a14="http://schemas.microsoft.com/office/drawing/2010/main" val="0"/>
              </a:ext>
            </a:extLst>
          </a:blip>
          <a:srcRect l="22869" t="3436" r="34985" b="2110"/>
          <a:stretch/>
        </p:blipFill>
        <p:spPr>
          <a:xfrm>
            <a:off x="8130601" y="1204958"/>
            <a:ext cx="3508939" cy="5241106"/>
          </a:xfrm>
        </p:spPr>
      </p:pic>
      <p:sp>
        <p:nvSpPr>
          <p:cNvPr id="3" name="Text Placeholder 2">
            <a:extLst>
              <a:ext uri="{FF2B5EF4-FFF2-40B4-BE49-F238E27FC236}">
                <a16:creationId xmlns:a16="http://schemas.microsoft.com/office/drawing/2014/main" id="{38048638-F058-61BE-A44A-030304DD901D}"/>
              </a:ext>
            </a:extLst>
          </p:cNvPr>
          <p:cNvSpPr>
            <a:spLocks noGrp="1"/>
          </p:cNvSpPr>
          <p:nvPr>
            <p:ph type="body" sz="quarter" idx="38"/>
          </p:nvPr>
        </p:nvSpPr>
        <p:spPr/>
        <p:txBody>
          <a:bodyPr/>
          <a:lstStyle/>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p:txBody>
      </p:sp>
      <p:sp>
        <p:nvSpPr>
          <p:cNvPr id="5" name="Text Placeholder 4">
            <a:extLst>
              <a:ext uri="{FF2B5EF4-FFF2-40B4-BE49-F238E27FC236}">
                <a16:creationId xmlns:a16="http://schemas.microsoft.com/office/drawing/2014/main" id="{1C604384-494A-1936-EB03-B2C525F52CA4}"/>
              </a:ext>
            </a:extLst>
          </p:cNvPr>
          <p:cNvSpPr>
            <a:spLocks noGrp="1"/>
          </p:cNvSpPr>
          <p:nvPr>
            <p:ph type="body" sz="quarter" idx="42"/>
          </p:nvPr>
        </p:nvSpPr>
        <p:spPr/>
        <p:txBody>
          <a:bodyPr/>
          <a:lstStyle/>
          <a:p>
            <a:r>
              <a:rPr lang="en-US" dirty="0"/>
              <a:t>25 SEPTEMBER 2024</a:t>
            </a:r>
            <a:endParaRPr lang="en-ZA" dirty="0"/>
          </a:p>
        </p:txBody>
      </p:sp>
      <p:graphicFrame>
        <p:nvGraphicFramePr>
          <p:cNvPr id="6" name="Chart Placeholder 8">
            <a:extLst>
              <a:ext uri="{FF2B5EF4-FFF2-40B4-BE49-F238E27FC236}">
                <a16:creationId xmlns:a16="http://schemas.microsoft.com/office/drawing/2014/main" id="{7AE91DED-13D2-E2EC-110C-186A6B8E3F22}"/>
              </a:ext>
            </a:extLst>
          </p:cNvPr>
          <p:cNvGraphicFramePr>
            <a:graphicFrameLocks noGrp="1"/>
          </p:cNvGraphicFramePr>
          <p:nvPr>
            <p:ph type="chart" sz="quarter" idx="39"/>
            <p:extLst>
              <p:ext uri="{D42A27DB-BD31-4B8C-83A1-F6EECF244321}">
                <p14:modId xmlns:p14="http://schemas.microsoft.com/office/powerpoint/2010/main" val="1398083560"/>
              </p:ext>
            </p:extLst>
          </p:nvPr>
        </p:nvGraphicFramePr>
        <p:xfrm>
          <a:off x="588962" y="3559175"/>
          <a:ext cx="7248752" cy="30070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1005173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p08.s05">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EED7190-373F-0C2C-CF90-39443E4C7CB4}"/>
              </a:ext>
            </a:extLst>
          </p:cNvPr>
          <p:cNvSpPr txBox="1">
            <a:spLocks/>
          </p:cNvSpPr>
          <p:nvPr userDrawn="1"/>
        </p:nvSpPr>
        <p:spPr>
          <a:xfrm>
            <a:off x="588170" y="527520"/>
            <a:ext cx="4932413" cy="332399"/>
          </a:xfrm>
          <a:prstGeom prst="rect">
            <a:avLst/>
          </a:prstGeom>
        </p:spPr>
        <p:txBody>
          <a:bodyPr wrap="square" lIns="0" tIns="0" rIns="0" bIns="0">
            <a:spAutoFit/>
          </a:bodyPr>
          <a:lstStyle>
            <a:lvl1pPr indent="0">
              <a:lnSpc>
                <a:spcPct val="90000"/>
              </a:lnSpc>
              <a:spcBef>
                <a:spcPts val="1000"/>
              </a:spcBef>
              <a:buFont typeface="Arial" panose="020B0604020202020204" pitchFamily="34" charset="0"/>
              <a:buNone/>
              <a:defRPr sz="2400" b="1" spc="40" baseline="0">
                <a:solidFill>
                  <a:schemeClr val="bg2">
                    <a:lumMod val="75000"/>
                  </a:schemeClr>
                </a:solidFill>
                <a:latin typeface="+mj-lt"/>
              </a:defRPr>
            </a:lvl1pPr>
            <a:lvl2pPr indent="0">
              <a:lnSpc>
                <a:spcPct val="90000"/>
              </a:lnSpc>
              <a:spcBef>
                <a:spcPts val="500"/>
              </a:spcBef>
              <a:buFont typeface="Arial" panose="020B0604020202020204" pitchFamily="34" charset="0"/>
              <a:buNone/>
              <a:defRPr sz="2400"/>
            </a:lvl2pPr>
            <a:lvl3pPr indent="0">
              <a:lnSpc>
                <a:spcPct val="90000"/>
              </a:lnSpc>
              <a:spcBef>
                <a:spcPts val="500"/>
              </a:spcBef>
              <a:buFont typeface="Arial" panose="020B0604020202020204" pitchFamily="34" charset="0"/>
              <a:buNone/>
              <a:defRPr sz="2000"/>
            </a:lvl3pPr>
            <a:lvl4pPr indent="0">
              <a:lnSpc>
                <a:spcPct val="90000"/>
              </a:lnSpc>
              <a:spcBef>
                <a:spcPts val="500"/>
              </a:spcBef>
              <a:buFont typeface="Arial" panose="020B0604020202020204" pitchFamily="34" charset="0"/>
              <a:buNone/>
            </a:lvl4pPr>
            <a:lvl5pPr indent="0">
              <a:lnSpc>
                <a:spcPct val="90000"/>
              </a:lnSpc>
              <a:spcBef>
                <a:spcPts val="500"/>
              </a:spcBef>
              <a:buFont typeface="Arial" panose="020B0604020202020204" pitchFamily="34" charset="0"/>
              <a:buNone/>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dirty="0">
                <a:solidFill>
                  <a:schemeClr val="bg2">
                    <a:lumMod val="75000"/>
                  </a:schemeClr>
                </a:solidFill>
              </a:rPr>
              <a:t>YOUR FEEDBACK HELPS US</a:t>
            </a:r>
          </a:p>
        </p:txBody>
      </p:sp>
      <p:sp>
        <p:nvSpPr>
          <p:cNvPr id="8" name="Title 1">
            <a:extLst>
              <a:ext uri="{FF2B5EF4-FFF2-40B4-BE49-F238E27FC236}">
                <a16:creationId xmlns:a16="http://schemas.microsoft.com/office/drawing/2014/main" id="{0FB2A0B0-6B95-4580-5AB1-65F09367D7C9}"/>
              </a:ext>
            </a:extLst>
          </p:cNvPr>
          <p:cNvSpPr txBox="1">
            <a:spLocks/>
          </p:cNvSpPr>
          <p:nvPr userDrawn="1"/>
        </p:nvSpPr>
        <p:spPr>
          <a:xfrm>
            <a:off x="572608" y="859617"/>
            <a:ext cx="4947975" cy="443198"/>
          </a:xfrm>
          <a:prstGeom prst="rect">
            <a:avLst/>
          </a:prstGeom>
        </p:spPr>
        <p:txBody>
          <a:bodyPr wrap="square" lIns="0" tIns="0" rIns="0" bIns="0" anchor="t" anchorCtr="0">
            <a:spAutoFit/>
          </a:bodyPr>
          <a:lstStyle>
            <a:lvl1pPr algn="l" defTabSz="914400" rtl="0" eaLnBrk="1" latinLnBrk="0" hangingPunct="1">
              <a:lnSpc>
                <a:spcPct val="90000"/>
              </a:lnSpc>
              <a:spcBef>
                <a:spcPct val="0"/>
              </a:spcBef>
              <a:buNone/>
              <a:defRPr sz="2400" b="1" kern="1200" spc="40" baseline="0">
                <a:solidFill>
                  <a:schemeClr val="accent1"/>
                </a:solidFill>
                <a:latin typeface="+mj-lt"/>
                <a:ea typeface="+mj-ea"/>
                <a:cs typeface="+mj-cs"/>
              </a:defRPr>
            </a:lvl1pPr>
          </a:lstStyle>
          <a:p>
            <a:r>
              <a:rPr lang="en-GB" sz="3200" dirty="0">
                <a:solidFill>
                  <a:schemeClr val="bg1"/>
                </a:solidFill>
              </a:rPr>
              <a:t>DRIVE IMPROVEMENT</a:t>
            </a:r>
          </a:p>
        </p:txBody>
      </p:sp>
      <p:sp>
        <p:nvSpPr>
          <p:cNvPr id="17" name="Title 1">
            <a:extLst>
              <a:ext uri="{FF2B5EF4-FFF2-40B4-BE49-F238E27FC236}">
                <a16:creationId xmlns:a16="http://schemas.microsoft.com/office/drawing/2014/main" id="{75369392-D458-1DF6-3745-8B6005E51395}"/>
              </a:ext>
            </a:extLst>
          </p:cNvPr>
          <p:cNvSpPr txBox="1">
            <a:spLocks noGrp="1" noRot="1" noMove="1" noResize="1" noEditPoints="1" noAdjustHandles="1" noChangeArrowheads="1" noChangeShapeType="1"/>
          </p:cNvSpPr>
          <p:nvPr userDrawn="1"/>
        </p:nvSpPr>
        <p:spPr>
          <a:xfrm>
            <a:off x="8130602" y="570796"/>
            <a:ext cx="1309490" cy="634161"/>
          </a:xfrm>
          <a:prstGeom prst="rect">
            <a:avLst/>
          </a:prstGeom>
          <a:solidFill>
            <a:schemeClr val="accent4"/>
          </a:solidFill>
        </p:spPr>
        <p:txBody>
          <a:bodyPr wrap="square" lIns="144000" tIns="108000" rIns="108000" bIns="108000" anchor="ctr" anchorCtr="0">
            <a:noAutofit/>
          </a:bodyPr>
          <a:lstStyle>
            <a:lvl1pPr lvl="0" indent="0">
              <a:lnSpc>
                <a:spcPts val="900"/>
              </a:lnSpc>
              <a:spcBef>
                <a:spcPts val="1000"/>
              </a:spcBef>
              <a:buFont typeface="Calibri" panose="020F0502020204030204" pitchFamily="34" charset="0"/>
              <a:buNone/>
              <a:defRPr sz="800" b="1" spc="40" baseline="0">
                <a:solidFill>
                  <a:schemeClr val="bg1"/>
                </a:solidFill>
                <a:latin typeface="+mj-lt"/>
              </a:defRPr>
            </a:lvl1pPr>
            <a:lvl2pPr indent="0">
              <a:lnSpc>
                <a:spcPts val="1600"/>
              </a:lnSpc>
              <a:spcBef>
                <a:spcPts val="500"/>
              </a:spcBef>
              <a:buFont typeface="Arial" panose="020B0604020202020204" pitchFamily="34" charset="0"/>
              <a:buNone/>
              <a:defRPr sz="1200">
                <a:solidFill>
                  <a:schemeClr val="tx2">
                    <a:lumMod val="50000"/>
                  </a:schemeClr>
                </a:solidFill>
                <a:latin typeface="+mj-lt"/>
              </a:defRPr>
            </a:lvl2pPr>
            <a:lvl3pPr marL="1143000" indent="-228600">
              <a:lnSpc>
                <a:spcPct val="90000"/>
              </a:lnSpc>
              <a:spcBef>
                <a:spcPts val="500"/>
              </a:spcBef>
              <a:buFont typeface="Arial" panose="020B0604020202020204" pitchFamily="34" charset="0"/>
              <a:buChar char="•"/>
              <a:defRPr sz="1050">
                <a:solidFill>
                  <a:schemeClr val="accent5"/>
                </a:solidFill>
              </a:defRPr>
            </a:lvl3pPr>
            <a:lvl4pPr marL="1600200" indent="-228600">
              <a:lnSpc>
                <a:spcPct val="90000"/>
              </a:lnSpc>
              <a:spcBef>
                <a:spcPts val="500"/>
              </a:spcBef>
              <a:buFont typeface="Arial" panose="020B0604020202020204" pitchFamily="34" charset="0"/>
              <a:buChar char="•"/>
              <a:defRPr sz="1050">
                <a:solidFill>
                  <a:schemeClr val="accent5"/>
                </a:solidFill>
              </a:defRPr>
            </a:lvl4pPr>
            <a:lvl5pPr marL="2057400" indent="-228600">
              <a:lnSpc>
                <a:spcPct val="90000"/>
              </a:lnSpc>
              <a:spcBef>
                <a:spcPts val="500"/>
              </a:spcBef>
              <a:buFont typeface="Arial" panose="020B0604020202020204" pitchFamily="34" charset="0"/>
              <a:buChar char="•"/>
              <a:defRPr sz="1050">
                <a:solidFill>
                  <a:schemeClr val="accent5"/>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noProof="0" dirty="0"/>
              <a:t>Our Action Plan will be presented back to you on:</a:t>
            </a:r>
          </a:p>
        </p:txBody>
      </p:sp>
      <p:graphicFrame>
        <p:nvGraphicFramePr>
          <p:cNvPr id="5" name="Chart Placeholder 8">
            <a:extLst>
              <a:ext uri="{FF2B5EF4-FFF2-40B4-BE49-F238E27FC236}">
                <a16:creationId xmlns:a16="http://schemas.microsoft.com/office/drawing/2014/main" id="{245B5799-9C03-6332-CB9C-706AA859CFA1}"/>
              </a:ext>
            </a:extLst>
          </p:cNvPr>
          <p:cNvGraphicFramePr>
            <a:graphicFrameLocks/>
          </p:cNvGraphicFramePr>
          <p:nvPr>
            <p:extLst>
              <p:ext uri="{D42A27DB-BD31-4B8C-83A1-F6EECF244321}">
                <p14:modId xmlns:p14="http://schemas.microsoft.com/office/powerpoint/2010/main" val="1822903744"/>
              </p:ext>
            </p:extLst>
          </p:nvPr>
        </p:nvGraphicFramePr>
        <p:xfrm>
          <a:off x="588962" y="2201201"/>
          <a:ext cx="7065873" cy="4244863"/>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 Placeholder 1">
            <a:extLst>
              <a:ext uri="{FF2B5EF4-FFF2-40B4-BE49-F238E27FC236}">
                <a16:creationId xmlns:a16="http://schemas.microsoft.com/office/drawing/2014/main" id="{6379E1FA-300A-FCDA-82CD-62051956E4DA}"/>
              </a:ext>
            </a:extLst>
          </p:cNvPr>
          <p:cNvSpPr>
            <a:spLocks noGrp="1"/>
          </p:cNvSpPr>
          <p:nvPr>
            <p:ph type="body" sz="quarter" idx="38"/>
          </p:nvPr>
        </p:nvSpPr>
        <p:spPr/>
        <p:txBody>
          <a:bodyPr/>
          <a:lstStyle/>
          <a:p>
            <a:r>
              <a:rPr lang="en-GB" noProof="0" dirty="0"/>
              <a:t>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 Click to edit Master text styles Click to edit Master text styles Click to edit Master text styles…</a:t>
            </a:r>
          </a:p>
          <a:p>
            <a:r>
              <a:rPr lang="en-GB" noProof="0" dirty="0"/>
              <a:t>Click to edit Master text styles Click to edit Master text styles</a:t>
            </a:r>
          </a:p>
        </p:txBody>
      </p:sp>
      <p:sp>
        <p:nvSpPr>
          <p:cNvPr id="3" name="Text Placeholder 2">
            <a:extLst>
              <a:ext uri="{FF2B5EF4-FFF2-40B4-BE49-F238E27FC236}">
                <a16:creationId xmlns:a16="http://schemas.microsoft.com/office/drawing/2014/main" id="{15896F52-229F-CC4F-44EE-3C15203EDC45}"/>
              </a:ext>
            </a:extLst>
          </p:cNvPr>
          <p:cNvSpPr>
            <a:spLocks noGrp="1"/>
          </p:cNvSpPr>
          <p:nvPr>
            <p:ph type="body" sz="quarter" idx="42"/>
          </p:nvPr>
        </p:nvSpPr>
        <p:spPr/>
        <p:txBody>
          <a:bodyPr/>
          <a:lstStyle/>
          <a:p>
            <a:endParaRPr lang="en-ZA"/>
          </a:p>
        </p:txBody>
      </p:sp>
    </p:spTree>
    <p:extLst>
      <p:ext uri="{BB962C8B-B14F-4D97-AF65-F5344CB8AC3E}">
        <p14:creationId xmlns:p14="http://schemas.microsoft.com/office/powerpoint/2010/main" val="29865820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p09.s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DD76F-8D89-E42A-9292-5200AAF04B3B}"/>
              </a:ext>
            </a:extLst>
          </p:cNvPr>
          <p:cNvSpPr>
            <a:spLocks noGrp="1"/>
          </p:cNvSpPr>
          <p:nvPr>
            <p:ph type="ctrTitle"/>
          </p:nvPr>
        </p:nvSpPr>
        <p:spPr/>
        <p:txBody>
          <a:bodyPr/>
          <a:lstStyle/>
          <a:p>
            <a:r>
              <a:rPr lang="en-US" dirty="0"/>
              <a:t>OUR COMMITMENT TO </a:t>
            </a:r>
            <a:r>
              <a:rPr lang="en-US" dirty="0">
                <a:solidFill>
                  <a:srgbClr val="FFFF00"/>
                </a:solidFill>
              </a:rPr>
              <a:t>[CLIENT] </a:t>
            </a:r>
            <a:r>
              <a:rPr lang="en-US" dirty="0"/>
              <a:t>MEASURES</a:t>
            </a:r>
            <a:endParaRPr lang="en-GB" dirty="0"/>
          </a:p>
        </p:txBody>
      </p:sp>
      <p:sp>
        <p:nvSpPr>
          <p:cNvPr id="3" name="Text Placeholder 2">
            <a:extLst>
              <a:ext uri="{FF2B5EF4-FFF2-40B4-BE49-F238E27FC236}">
                <a16:creationId xmlns:a16="http://schemas.microsoft.com/office/drawing/2014/main" id="{49B315B4-0D06-94E2-4F64-E12529243F15}"/>
              </a:ext>
            </a:extLst>
          </p:cNvPr>
          <p:cNvSpPr>
            <a:spLocks noGrp="1"/>
          </p:cNvSpPr>
          <p:nvPr>
            <p:ph type="body" sz="quarter" idx="40"/>
          </p:nvPr>
        </p:nvSpPr>
        <p:spPr/>
        <p:txBody>
          <a:bodyPr/>
          <a:lstStyle/>
          <a:p>
            <a:r>
              <a:rPr lang="en-US" dirty="0"/>
              <a:t>YOUR KPI MEASURES</a:t>
            </a:r>
            <a:endParaRPr lang="en-GB" dirty="0"/>
          </a:p>
        </p:txBody>
      </p:sp>
      <p:sp>
        <p:nvSpPr>
          <p:cNvPr id="4" name="Text Placeholder 3">
            <a:extLst>
              <a:ext uri="{FF2B5EF4-FFF2-40B4-BE49-F238E27FC236}">
                <a16:creationId xmlns:a16="http://schemas.microsoft.com/office/drawing/2014/main" id="{53838EB3-775B-7264-266B-F40BB34A8AAF}"/>
              </a:ext>
            </a:extLst>
          </p:cNvPr>
          <p:cNvSpPr>
            <a:spLocks noGrp="1"/>
          </p:cNvSpPr>
          <p:nvPr>
            <p:ph type="body" sz="quarter" idx="41"/>
          </p:nvPr>
        </p:nvSpPr>
        <p:spPr>
          <a:xfrm>
            <a:off x="9989194"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
        <p:nvSpPr>
          <p:cNvPr id="5" name="Text Placeholder 4">
            <a:extLst>
              <a:ext uri="{FF2B5EF4-FFF2-40B4-BE49-F238E27FC236}">
                <a16:creationId xmlns:a16="http://schemas.microsoft.com/office/drawing/2014/main" id="{EA159750-275E-10A6-57D8-4F587F6A1D6A}"/>
              </a:ext>
            </a:extLst>
          </p:cNvPr>
          <p:cNvSpPr>
            <a:spLocks noGrp="1"/>
          </p:cNvSpPr>
          <p:nvPr>
            <p:ph type="body" sz="quarter" idx="42"/>
          </p:nvPr>
        </p:nvSpPr>
        <p:spPr>
          <a:xfrm>
            <a:off x="8121280"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
        <p:nvSpPr>
          <p:cNvPr id="6" name="Text Placeholder 5">
            <a:extLst>
              <a:ext uri="{FF2B5EF4-FFF2-40B4-BE49-F238E27FC236}">
                <a16:creationId xmlns:a16="http://schemas.microsoft.com/office/drawing/2014/main" id="{F14FEAA5-A7BA-61F1-EEE0-A56193718605}"/>
              </a:ext>
            </a:extLst>
          </p:cNvPr>
          <p:cNvSpPr>
            <a:spLocks noGrp="1"/>
          </p:cNvSpPr>
          <p:nvPr>
            <p:ph type="body" sz="quarter" idx="43"/>
          </p:nvPr>
        </p:nvSpPr>
        <p:spPr>
          <a:xfrm>
            <a:off x="6253365"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
        <p:nvSpPr>
          <p:cNvPr id="7" name="Text Placeholder 6">
            <a:extLst>
              <a:ext uri="{FF2B5EF4-FFF2-40B4-BE49-F238E27FC236}">
                <a16:creationId xmlns:a16="http://schemas.microsoft.com/office/drawing/2014/main" id="{9DDA5BD6-5FC4-1EBF-ECF2-8915B836DF20}"/>
              </a:ext>
            </a:extLst>
          </p:cNvPr>
          <p:cNvSpPr>
            <a:spLocks noGrp="1"/>
          </p:cNvSpPr>
          <p:nvPr>
            <p:ph type="body" sz="quarter" idx="44"/>
          </p:nvPr>
        </p:nvSpPr>
        <p:spPr>
          <a:xfrm>
            <a:off x="4385450"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
        <p:nvSpPr>
          <p:cNvPr id="8" name="Text Placeholder 7">
            <a:extLst>
              <a:ext uri="{FF2B5EF4-FFF2-40B4-BE49-F238E27FC236}">
                <a16:creationId xmlns:a16="http://schemas.microsoft.com/office/drawing/2014/main" id="{1D2CFC9B-7907-3C80-7F72-95465A0FA84A}"/>
              </a:ext>
            </a:extLst>
          </p:cNvPr>
          <p:cNvSpPr>
            <a:spLocks noGrp="1"/>
          </p:cNvSpPr>
          <p:nvPr>
            <p:ph type="body" sz="quarter" idx="45"/>
          </p:nvPr>
        </p:nvSpPr>
        <p:spPr>
          <a:xfrm>
            <a:off x="2517536"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
        <p:nvSpPr>
          <p:cNvPr id="9" name="Text Placeholder 8">
            <a:extLst>
              <a:ext uri="{FF2B5EF4-FFF2-40B4-BE49-F238E27FC236}">
                <a16:creationId xmlns:a16="http://schemas.microsoft.com/office/drawing/2014/main" id="{A847D4FA-5D26-2031-71EB-E18FA197BBA7}"/>
              </a:ext>
            </a:extLst>
          </p:cNvPr>
          <p:cNvSpPr>
            <a:spLocks noGrp="1"/>
          </p:cNvSpPr>
          <p:nvPr>
            <p:ph type="body" sz="quarter" idx="46"/>
          </p:nvPr>
        </p:nvSpPr>
        <p:spPr>
          <a:xfrm>
            <a:off x="649622" y="4333837"/>
            <a:ext cx="1440000" cy="1991164"/>
          </a:xfrm>
        </p:spPr>
        <p:txBody>
          <a:bodyPr/>
          <a:lstStyle/>
          <a:p>
            <a:r>
              <a:rPr lang="en-US" dirty="0"/>
              <a:t>MEASURE ONE</a:t>
            </a:r>
          </a:p>
          <a:p>
            <a:r>
              <a:rPr lang="en-US" dirty="0"/>
              <a:t>MEASURE TWO</a:t>
            </a:r>
            <a:endParaRPr lang="en-GB" dirty="0"/>
          </a:p>
          <a:p>
            <a:r>
              <a:rPr lang="en-US" dirty="0"/>
              <a:t>MEASURE THREE</a:t>
            </a:r>
          </a:p>
          <a:p>
            <a:r>
              <a:rPr lang="en-US" dirty="0"/>
              <a:t>MEASURE FOUR</a:t>
            </a:r>
            <a:endParaRPr lang="en-GB" dirty="0"/>
          </a:p>
          <a:p>
            <a:r>
              <a:rPr lang="en-US" dirty="0"/>
              <a:t>MEASURE FIVE</a:t>
            </a:r>
            <a:endParaRPr lang="en-GB" dirty="0"/>
          </a:p>
        </p:txBody>
      </p:sp>
    </p:spTree>
    <p:extLst>
      <p:ext uri="{BB962C8B-B14F-4D97-AF65-F5344CB8AC3E}">
        <p14:creationId xmlns:p14="http://schemas.microsoft.com/office/powerpoint/2010/main" val="202062096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p09.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0A7E-52AB-0453-819B-2D7F9E1953B8}"/>
              </a:ext>
            </a:extLst>
          </p:cNvPr>
          <p:cNvSpPr>
            <a:spLocks noGrp="1"/>
          </p:cNvSpPr>
          <p:nvPr>
            <p:ph type="ctrTitle"/>
          </p:nvPr>
        </p:nvSpPr>
        <p:spPr/>
        <p:txBody>
          <a:bodyPr/>
          <a:lstStyle/>
          <a:p>
            <a:r>
              <a:rPr lang="en-US" dirty="0"/>
              <a:t>SUGGESTED KPIs</a:t>
            </a:r>
            <a:endParaRPr lang="en-GB" dirty="0"/>
          </a:p>
        </p:txBody>
      </p:sp>
      <p:sp>
        <p:nvSpPr>
          <p:cNvPr id="3" name="Text Placeholder 2">
            <a:extLst>
              <a:ext uri="{FF2B5EF4-FFF2-40B4-BE49-F238E27FC236}">
                <a16:creationId xmlns:a16="http://schemas.microsoft.com/office/drawing/2014/main" id="{7CA3A730-1264-C5D7-F7AA-EF71F2A5EB99}"/>
              </a:ext>
            </a:extLst>
          </p:cNvPr>
          <p:cNvSpPr>
            <a:spLocks noGrp="1"/>
          </p:cNvSpPr>
          <p:nvPr>
            <p:ph type="body" sz="quarter" idx="81"/>
          </p:nvPr>
        </p:nvSpPr>
        <p:spPr>
          <a:xfrm>
            <a:off x="4784948" y="1112161"/>
            <a:ext cx="1332000" cy="359073"/>
          </a:xfrm>
        </p:spPr>
        <p:txBody>
          <a:bodyPr/>
          <a:lstStyle/>
          <a:p>
            <a:r>
              <a:rPr lang="en-US" dirty="0"/>
              <a:t>ONE – TWO LINE KPI</a:t>
            </a:r>
            <a:endParaRPr lang="en-GB" dirty="0"/>
          </a:p>
        </p:txBody>
      </p:sp>
      <p:sp>
        <p:nvSpPr>
          <p:cNvPr id="4" name="Text Placeholder 3">
            <a:extLst>
              <a:ext uri="{FF2B5EF4-FFF2-40B4-BE49-F238E27FC236}">
                <a16:creationId xmlns:a16="http://schemas.microsoft.com/office/drawing/2014/main" id="{49A3AE75-0D5F-0243-C2DC-1D255977C842}"/>
              </a:ext>
            </a:extLst>
          </p:cNvPr>
          <p:cNvSpPr>
            <a:spLocks noGrp="1"/>
          </p:cNvSpPr>
          <p:nvPr>
            <p:ph type="body" sz="quarter" idx="82"/>
          </p:nvPr>
        </p:nvSpPr>
        <p:spPr>
          <a:xfrm>
            <a:off x="7077075" y="1094079"/>
            <a:ext cx="4383823" cy="395236"/>
          </a:xfrm>
        </p:spPr>
        <p:txBody>
          <a:bodyPr/>
          <a:lstStyle/>
          <a:p>
            <a:r>
              <a:rPr lang="en-GB" noProof="0" dirty="0"/>
              <a:t>These KPIs can be co-created with [Client X]. These KPIs can be co-created with [Client X]</a:t>
            </a:r>
          </a:p>
        </p:txBody>
      </p:sp>
      <p:sp>
        <p:nvSpPr>
          <p:cNvPr id="5" name="Text Placeholder 4">
            <a:extLst>
              <a:ext uri="{FF2B5EF4-FFF2-40B4-BE49-F238E27FC236}">
                <a16:creationId xmlns:a16="http://schemas.microsoft.com/office/drawing/2014/main" id="{49AB3264-2AB0-BD7E-F612-466C48C04939}"/>
              </a:ext>
            </a:extLst>
          </p:cNvPr>
          <p:cNvSpPr>
            <a:spLocks noGrp="1"/>
          </p:cNvSpPr>
          <p:nvPr>
            <p:ph type="body" sz="quarter" idx="83"/>
          </p:nvPr>
        </p:nvSpPr>
        <p:spPr>
          <a:xfrm>
            <a:off x="588961" y="2952972"/>
            <a:ext cx="2830513" cy="487313"/>
          </a:xfrm>
        </p:spPr>
        <p:txBody>
          <a:bodyPr/>
          <a:lstStyle/>
          <a:p>
            <a:r>
              <a:rPr lang="en-US" dirty="0"/>
              <a:t>These KPIs can be co-created with </a:t>
            </a:r>
            <a:r>
              <a:rPr lang="en-US" dirty="0">
                <a:highlight>
                  <a:srgbClr val="FFFF00"/>
                </a:highlight>
              </a:rPr>
              <a:t>[Client]</a:t>
            </a:r>
            <a:endParaRPr lang="en-GB" dirty="0">
              <a:highlight>
                <a:srgbClr val="FFFF00"/>
              </a:highlight>
            </a:endParaRPr>
          </a:p>
        </p:txBody>
      </p:sp>
      <p:sp>
        <p:nvSpPr>
          <p:cNvPr id="6" name="Text Placeholder 5">
            <a:extLst>
              <a:ext uri="{FF2B5EF4-FFF2-40B4-BE49-F238E27FC236}">
                <a16:creationId xmlns:a16="http://schemas.microsoft.com/office/drawing/2014/main" id="{04C664E2-BED5-C49C-3769-35C3BDA75B5E}"/>
              </a:ext>
            </a:extLst>
          </p:cNvPr>
          <p:cNvSpPr>
            <a:spLocks noGrp="1"/>
          </p:cNvSpPr>
          <p:nvPr>
            <p:ph type="body" sz="quarter" idx="84"/>
          </p:nvPr>
        </p:nvSpPr>
        <p:spPr>
          <a:xfrm>
            <a:off x="4784948" y="2223839"/>
            <a:ext cx="1332000" cy="359073"/>
          </a:xfrm>
        </p:spPr>
        <p:txBody>
          <a:bodyPr/>
          <a:lstStyle/>
          <a:p>
            <a:r>
              <a:rPr lang="en-US" dirty="0"/>
              <a:t>ONE – TWO LINE KPI</a:t>
            </a:r>
            <a:endParaRPr lang="en-GB" dirty="0"/>
          </a:p>
        </p:txBody>
      </p:sp>
      <p:sp>
        <p:nvSpPr>
          <p:cNvPr id="7" name="Text Placeholder 6">
            <a:extLst>
              <a:ext uri="{FF2B5EF4-FFF2-40B4-BE49-F238E27FC236}">
                <a16:creationId xmlns:a16="http://schemas.microsoft.com/office/drawing/2014/main" id="{310C2267-6FFB-DF77-2676-6EC96E8F47AB}"/>
              </a:ext>
            </a:extLst>
          </p:cNvPr>
          <p:cNvSpPr>
            <a:spLocks noGrp="1"/>
          </p:cNvSpPr>
          <p:nvPr>
            <p:ph type="body" sz="quarter" idx="85"/>
          </p:nvPr>
        </p:nvSpPr>
        <p:spPr>
          <a:xfrm>
            <a:off x="7077075" y="2308349"/>
            <a:ext cx="4383823" cy="190052"/>
          </a:xfrm>
        </p:spPr>
        <p:txBody>
          <a:bodyPr/>
          <a:lstStyle/>
          <a:p>
            <a:r>
              <a:rPr lang="en-GB" noProof="0" dirty="0"/>
              <a:t>These KPIs can be co-created with [Client X]</a:t>
            </a:r>
          </a:p>
        </p:txBody>
      </p:sp>
      <p:sp>
        <p:nvSpPr>
          <p:cNvPr id="8" name="Text Placeholder 7">
            <a:extLst>
              <a:ext uri="{FF2B5EF4-FFF2-40B4-BE49-F238E27FC236}">
                <a16:creationId xmlns:a16="http://schemas.microsoft.com/office/drawing/2014/main" id="{01DF1511-7544-5056-40E1-30C813A9D0DD}"/>
              </a:ext>
            </a:extLst>
          </p:cNvPr>
          <p:cNvSpPr>
            <a:spLocks noGrp="1"/>
          </p:cNvSpPr>
          <p:nvPr>
            <p:ph type="body" sz="quarter" idx="86"/>
          </p:nvPr>
        </p:nvSpPr>
        <p:spPr>
          <a:xfrm>
            <a:off x="4784948" y="3335517"/>
            <a:ext cx="1332000" cy="359073"/>
          </a:xfrm>
        </p:spPr>
        <p:txBody>
          <a:bodyPr/>
          <a:lstStyle/>
          <a:p>
            <a:r>
              <a:rPr lang="en-US" dirty="0"/>
              <a:t>ONE – TWO LINE KPI</a:t>
            </a:r>
            <a:endParaRPr lang="en-GB" dirty="0"/>
          </a:p>
        </p:txBody>
      </p:sp>
      <p:sp>
        <p:nvSpPr>
          <p:cNvPr id="9" name="Text Placeholder 8">
            <a:extLst>
              <a:ext uri="{FF2B5EF4-FFF2-40B4-BE49-F238E27FC236}">
                <a16:creationId xmlns:a16="http://schemas.microsoft.com/office/drawing/2014/main" id="{1B5C7AC7-FB39-547F-0534-FBD1B4CE5124}"/>
              </a:ext>
            </a:extLst>
          </p:cNvPr>
          <p:cNvSpPr>
            <a:spLocks noGrp="1"/>
          </p:cNvSpPr>
          <p:nvPr>
            <p:ph type="body" sz="quarter" idx="87"/>
          </p:nvPr>
        </p:nvSpPr>
        <p:spPr>
          <a:xfrm>
            <a:off x="7077075" y="3420027"/>
            <a:ext cx="4383823" cy="190052"/>
          </a:xfrm>
        </p:spPr>
        <p:txBody>
          <a:bodyPr/>
          <a:lstStyle/>
          <a:p>
            <a:r>
              <a:rPr lang="en-GB" noProof="0" dirty="0"/>
              <a:t>These KPIs can be co-created with [Client X]</a:t>
            </a:r>
          </a:p>
        </p:txBody>
      </p:sp>
      <p:sp>
        <p:nvSpPr>
          <p:cNvPr id="10" name="Text Placeholder 9">
            <a:extLst>
              <a:ext uri="{FF2B5EF4-FFF2-40B4-BE49-F238E27FC236}">
                <a16:creationId xmlns:a16="http://schemas.microsoft.com/office/drawing/2014/main" id="{4D50110E-2F1C-4DD2-DE20-A7D669FB4212}"/>
              </a:ext>
            </a:extLst>
          </p:cNvPr>
          <p:cNvSpPr>
            <a:spLocks noGrp="1"/>
          </p:cNvSpPr>
          <p:nvPr>
            <p:ph type="body" sz="quarter" idx="88"/>
          </p:nvPr>
        </p:nvSpPr>
        <p:spPr>
          <a:xfrm>
            <a:off x="4784948" y="4447195"/>
            <a:ext cx="1332000" cy="359073"/>
          </a:xfrm>
        </p:spPr>
        <p:txBody>
          <a:bodyPr/>
          <a:lstStyle/>
          <a:p>
            <a:r>
              <a:rPr lang="en-US" dirty="0"/>
              <a:t>ONE – TWO LINE KPI</a:t>
            </a:r>
            <a:endParaRPr lang="en-GB" dirty="0"/>
          </a:p>
        </p:txBody>
      </p:sp>
      <p:sp>
        <p:nvSpPr>
          <p:cNvPr id="11" name="Text Placeholder 10">
            <a:extLst>
              <a:ext uri="{FF2B5EF4-FFF2-40B4-BE49-F238E27FC236}">
                <a16:creationId xmlns:a16="http://schemas.microsoft.com/office/drawing/2014/main" id="{AE82940E-8A94-5282-7E38-9B47E17CD910}"/>
              </a:ext>
            </a:extLst>
          </p:cNvPr>
          <p:cNvSpPr>
            <a:spLocks noGrp="1"/>
          </p:cNvSpPr>
          <p:nvPr>
            <p:ph type="body" sz="quarter" idx="89"/>
          </p:nvPr>
        </p:nvSpPr>
        <p:spPr>
          <a:xfrm>
            <a:off x="7077075" y="4429113"/>
            <a:ext cx="4383823" cy="395236"/>
          </a:xfrm>
        </p:spPr>
        <p:txBody>
          <a:bodyPr/>
          <a:lstStyle/>
          <a:p>
            <a:r>
              <a:rPr lang="en-GB" noProof="0" dirty="0"/>
              <a:t>These KPIs can be co-created with [Client X]. These KPIs can be co-created with [Client X]</a:t>
            </a:r>
          </a:p>
        </p:txBody>
      </p:sp>
      <p:sp>
        <p:nvSpPr>
          <p:cNvPr id="12" name="Text Placeholder 11">
            <a:extLst>
              <a:ext uri="{FF2B5EF4-FFF2-40B4-BE49-F238E27FC236}">
                <a16:creationId xmlns:a16="http://schemas.microsoft.com/office/drawing/2014/main" id="{7506BE56-4763-BC52-AA3F-4F40AC83CDF3}"/>
              </a:ext>
            </a:extLst>
          </p:cNvPr>
          <p:cNvSpPr>
            <a:spLocks noGrp="1"/>
          </p:cNvSpPr>
          <p:nvPr>
            <p:ph type="body" sz="quarter" idx="90"/>
          </p:nvPr>
        </p:nvSpPr>
        <p:spPr>
          <a:xfrm>
            <a:off x="4784948" y="5558873"/>
            <a:ext cx="1332000" cy="359073"/>
          </a:xfrm>
        </p:spPr>
        <p:txBody>
          <a:bodyPr/>
          <a:lstStyle/>
          <a:p>
            <a:r>
              <a:rPr lang="en-US" dirty="0"/>
              <a:t>ONE – TWO LINE KPI</a:t>
            </a:r>
            <a:endParaRPr lang="en-GB" dirty="0"/>
          </a:p>
        </p:txBody>
      </p:sp>
      <p:sp>
        <p:nvSpPr>
          <p:cNvPr id="13" name="Text Placeholder 12">
            <a:extLst>
              <a:ext uri="{FF2B5EF4-FFF2-40B4-BE49-F238E27FC236}">
                <a16:creationId xmlns:a16="http://schemas.microsoft.com/office/drawing/2014/main" id="{7B56E32D-C88E-F548-B33B-288330A5FC95}"/>
              </a:ext>
            </a:extLst>
          </p:cNvPr>
          <p:cNvSpPr>
            <a:spLocks noGrp="1"/>
          </p:cNvSpPr>
          <p:nvPr>
            <p:ph type="body" sz="quarter" idx="91"/>
          </p:nvPr>
        </p:nvSpPr>
        <p:spPr>
          <a:xfrm>
            <a:off x="7077075" y="5643383"/>
            <a:ext cx="4383823" cy="190052"/>
          </a:xfrm>
        </p:spPr>
        <p:txBody>
          <a:bodyPr/>
          <a:lstStyle/>
          <a:p>
            <a:r>
              <a:rPr lang="en-GB" noProof="0" dirty="0"/>
              <a:t>These KPIs can be co-created with [Client X]</a:t>
            </a:r>
          </a:p>
        </p:txBody>
      </p:sp>
    </p:spTree>
    <p:extLst>
      <p:ext uri="{BB962C8B-B14F-4D97-AF65-F5344CB8AC3E}">
        <p14:creationId xmlns:p14="http://schemas.microsoft.com/office/powerpoint/2010/main" val="119108149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p09.s0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A69932E-AD10-E9DE-88D9-53810EEEB2E0}"/>
              </a:ext>
            </a:extLst>
          </p:cNvPr>
          <p:cNvSpPr>
            <a:spLocks noGrp="1"/>
          </p:cNvSpPr>
          <p:nvPr>
            <p:ph type="body" sz="quarter" idx="96"/>
          </p:nvPr>
        </p:nvSpPr>
        <p:spPr>
          <a:xfrm>
            <a:off x="5293490" y="2576893"/>
            <a:ext cx="6342063" cy="526876"/>
          </a:xfrm>
        </p:spPr>
        <p:txBody>
          <a:bodyPr/>
          <a:lstStyle/>
          <a:p>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sp>
        <p:nvSpPr>
          <p:cNvPr id="3" name="Title 2">
            <a:extLst>
              <a:ext uri="{FF2B5EF4-FFF2-40B4-BE49-F238E27FC236}">
                <a16:creationId xmlns:a16="http://schemas.microsoft.com/office/drawing/2014/main" id="{7B28C589-133D-B7E1-F92D-985C6FF04436}"/>
              </a:ext>
            </a:extLst>
          </p:cNvPr>
          <p:cNvSpPr>
            <a:spLocks noGrp="1"/>
          </p:cNvSpPr>
          <p:nvPr>
            <p:ph type="ctrTitle"/>
          </p:nvPr>
        </p:nvSpPr>
        <p:spPr>
          <a:xfrm>
            <a:off x="588171" y="2572866"/>
            <a:ext cx="2831304" cy="664797"/>
          </a:xfrm>
        </p:spPr>
        <p:txBody>
          <a:bodyPr/>
          <a:lstStyle/>
          <a:p>
            <a:r>
              <a:rPr lang="en-ZA" dirty="0"/>
              <a:t>PERFORMANCE DRIVEN TEAM</a:t>
            </a:r>
            <a:endParaRPr lang="en-GB" dirty="0"/>
          </a:p>
        </p:txBody>
      </p:sp>
      <p:sp>
        <p:nvSpPr>
          <p:cNvPr id="4" name="Text Placeholder 3">
            <a:extLst>
              <a:ext uri="{FF2B5EF4-FFF2-40B4-BE49-F238E27FC236}">
                <a16:creationId xmlns:a16="http://schemas.microsoft.com/office/drawing/2014/main" id="{99C63346-B076-8581-5257-D71A7C7A96AA}"/>
              </a:ext>
            </a:extLst>
          </p:cNvPr>
          <p:cNvSpPr>
            <a:spLocks noGrp="1"/>
          </p:cNvSpPr>
          <p:nvPr>
            <p:ph type="body" sz="quarter" idx="83"/>
          </p:nvPr>
        </p:nvSpPr>
        <p:spPr>
          <a:xfrm>
            <a:off x="588961" y="3885103"/>
            <a:ext cx="2837903" cy="712246"/>
          </a:xfrm>
        </p:spPr>
        <p:txBody>
          <a:bodyPr/>
          <a:lstStyle/>
          <a:p>
            <a:r>
              <a:rPr lang="en-US" dirty="0"/>
              <a:t>The following principles underpin holistic Performance Management within Smollan</a:t>
            </a:r>
            <a:endParaRPr lang="en-GB" dirty="0"/>
          </a:p>
        </p:txBody>
      </p:sp>
      <p:sp>
        <p:nvSpPr>
          <p:cNvPr id="5" name="Text Placeholder 4">
            <a:extLst>
              <a:ext uri="{FF2B5EF4-FFF2-40B4-BE49-F238E27FC236}">
                <a16:creationId xmlns:a16="http://schemas.microsoft.com/office/drawing/2014/main" id="{5D521C57-B68E-3061-08E1-346A616E6C32}"/>
              </a:ext>
            </a:extLst>
          </p:cNvPr>
          <p:cNvSpPr>
            <a:spLocks noGrp="1"/>
          </p:cNvSpPr>
          <p:nvPr>
            <p:ph type="body" sz="quarter" idx="81"/>
          </p:nvPr>
        </p:nvSpPr>
        <p:spPr>
          <a:xfrm>
            <a:off x="4750823" y="1341554"/>
            <a:ext cx="1332000" cy="359073"/>
          </a:xfrm>
        </p:spPr>
        <p:txBody>
          <a:bodyPr/>
          <a:lstStyle/>
          <a:p>
            <a:r>
              <a:rPr lang="en-ZA" dirty="0"/>
              <a:t>HIGHLIGHT  CALLOUT 1</a:t>
            </a:r>
            <a:endParaRPr lang="en-GB" dirty="0"/>
          </a:p>
        </p:txBody>
      </p:sp>
      <p:sp>
        <p:nvSpPr>
          <p:cNvPr id="6" name="Text Placeholder 5">
            <a:extLst>
              <a:ext uri="{FF2B5EF4-FFF2-40B4-BE49-F238E27FC236}">
                <a16:creationId xmlns:a16="http://schemas.microsoft.com/office/drawing/2014/main" id="{8CD69832-10E5-4246-559D-59DCEB43BF19}"/>
              </a:ext>
            </a:extLst>
          </p:cNvPr>
          <p:cNvSpPr>
            <a:spLocks noGrp="1"/>
          </p:cNvSpPr>
          <p:nvPr>
            <p:ph type="body" sz="quarter" idx="93"/>
          </p:nvPr>
        </p:nvSpPr>
        <p:spPr>
          <a:xfrm>
            <a:off x="6555065" y="1341554"/>
            <a:ext cx="1332000" cy="359073"/>
          </a:xfrm>
        </p:spPr>
        <p:txBody>
          <a:bodyPr/>
          <a:lstStyle/>
          <a:p>
            <a:r>
              <a:rPr lang="en-ZA" dirty="0"/>
              <a:t>HIGHLIGHT  CALLOUT 2</a:t>
            </a:r>
            <a:endParaRPr lang="en-GB" dirty="0"/>
          </a:p>
        </p:txBody>
      </p:sp>
      <p:sp>
        <p:nvSpPr>
          <p:cNvPr id="7" name="Text Placeholder 6">
            <a:extLst>
              <a:ext uri="{FF2B5EF4-FFF2-40B4-BE49-F238E27FC236}">
                <a16:creationId xmlns:a16="http://schemas.microsoft.com/office/drawing/2014/main" id="{E54BED8A-8B29-90EC-7E05-71CB7F3D130F}"/>
              </a:ext>
            </a:extLst>
          </p:cNvPr>
          <p:cNvSpPr>
            <a:spLocks noGrp="1"/>
          </p:cNvSpPr>
          <p:nvPr>
            <p:ph type="body" sz="quarter" idx="94"/>
          </p:nvPr>
        </p:nvSpPr>
        <p:spPr>
          <a:xfrm>
            <a:off x="8363302" y="1341554"/>
            <a:ext cx="1332000" cy="359073"/>
          </a:xfrm>
        </p:spPr>
        <p:txBody>
          <a:bodyPr/>
          <a:lstStyle/>
          <a:p>
            <a:r>
              <a:rPr lang="en-ZA" dirty="0"/>
              <a:t>HIGHLIGHT  CALLOUT 3</a:t>
            </a:r>
            <a:endParaRPr lang="en-GB" dirty="0"/>
          </a:p>
        </p:txBody>
      </p:sp>
      <p:sp>
        <p:nvSpPr>
          <p:cNvPr id="8" name="Text Placeholder 7">
            <a:extLst>
              <a:ext uri="{FF2B5EF4-FFF2-40B4-BE49-F238E27FC236}">
                <a16:creationId xmlns:a16="http://schemas.microsoft.com/office/drawing/2014/main" id="{6613F199-A710-9320-9EAB-569A42BFA571}"/>
              </a:ext>
            </a:extLst>
          </p:cNvPr>
          <p:cNvSpPr>
            <a:spLocks noGrp="1"/>
          </p:cNvSpPr>
          <p:nvPr>
            <p:ph type="body" sz="quarter" idx="95"/>
          </p:nvPr>
        </p:nvSpPr>
        <p:spPr>
          <a:xfrm>
            <a:off x="10159553" y="1341554"/>
            <a:ext cx="1332000" cy="359073"/>
          </a:xfrm>
        </p:spPr>
        <p:txBody>
          <a:bodyPr/>
          <a:lstStyle/>
          <a:p>
            <a:r>
              <a:rPr lang="en-ZA" dirty="0"/>
              <a:t>HIGHLIGHT  CALLOUT 4</a:t>
            </a:r>
            <a:endParaRPr lang="en-GB" dirty="0"/>
          </a:p>
        </p:txBody>
      </p:sp>
      <p:sp>
        <p:nvSpPr>
          <p:cNvPr id="9" name="Text Placeholder 8">
            <a:extLst>
              <a:ext uri="{FF2B5EF4-FFF2-40B4-BE49-F238E27FC236}">
                <a16:creationId xmlns:a16="http://schemas.microsoft.com/office/drawing/2014/main" id="{17A561A5-4EC6-F080-833D-6FB176717202}"/>
              </a:ext>
            </a:extLst>
          </p:cNvPr>
          <p:cNvSpPr>
            <a:spLocks noGrp="1"/>
          </p:cNvSpPr>
          <p:nvPr>
            <p:ph type="body" sz="quarter" idx="97"/>
          </p:nvPr>
        </p:nvSpPr>
        <p:spPr>
          <a:xfrm>
            <a:off x="5293490" y="3570317"/>
            <a:ext cx="6342063" cy="526876"/>
          </a:xfrm>
        </p:spPr>
        <p:txBody>
          <a:bodyPr/>
          <a:lstStyle/>
          <a:p>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sp>
        <p:nvSpPr>
          <p:cNvPr id="10" name="Text Placeholder 9">
            <a:extLst>
              <a:ext uri="{FF2B5EF4-FFF2-40B4-BE49-F238E27FC236}">
                <a16:creationId xmlns:a16="http://schemas.microsoft.com/office/drawing/2014/main" id="{091612ED-0520-EC29-E9CD-7B870B3E1321}"/>
              </a:ext>
            </a:extLst>
          </p:cNvPr>
          <p:cNvSpPr>
            <a:spLocks noGrp="1"/>
          </p:cNvSpPr>
          <p:nvPr>
            <p:ph type="body" sz="quarter" idx="98"/>
          </p:nvPr>
        </p:nvSpPr>
        <p:spPr>
          <a:xfrm>
            <a:off x="5294455" y="4563741"/>
            <a:ext cx="6342063" cy="526876"/>
          </a:xfrm>
        </p:spPr>
        <p:txBody>
          <a:bodyPr/>
          <a:lstStyle/>
          <a:p>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sp>
        <p:nvSpPr>
          <p:cNvPr id="11" name="Text Placeholder 10">
            <a:extLst>
              <a:ext uri="{FF2B5EF4-FFF2-40B4-BE49-F238E27FC236}">
                <a16:creationId xmlns:a16="http://schemas.microsoft.com/office/drawing/2014/main" id="{331AC26F-55E1-9C15-A6AE-1220288746DA}"/>
              </a:ext>
            </a:extLst>
          </p:cNvPr>
          <p:cNvSpPr>
            <a:spLocks noGrp="1"/>
          </p:cNvSpPr>
          <p:nvPr>
            <p:ph type="body" sz="quarter" idx="99"/>
          </p:nvPr>
        </p:nvSpPr>
        <p:spPr>
          <a:xfrm>
            <a:off x="5293490" y="5557165"/>
            <a:ext cx="6342063" cy="526876"/>
          </a:xfrm>
        </p:spPr>
        <p:txBody>
          <a:bodyPr/>
          <a:lstStyle/>
          <a:p>
            <a:r>
              <a:rPr lang="en-US" dirty="0"/>
              <a:t>Insert your text here. No longer than 3 lines maximum. Insert your text here. No more than 3 lines maximum. Insert your text here. No longer than 3 lines maximum. Insert your text here. No more than 3 lines maximum.</a:t>
            </a:r>
            <a:endParaRPr lang="en-GB" dirty="0"/>
          </a:p>
        </p:txBody>
      </p:sp>
    </p:spTree>
    <p:extLst>
      <p:ext uri="{BB962C8B-B14F-4D97-AF65-F5344CB8AC3E}">
        <p14:creationId xmlns:p14="http://schemas.microsoft.com/office/powerpoint/2010/main" val="184718113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p09.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484B2B0-B86F-6AF8-F775-82C61720368C}"/>
              </a:ext>
            </a:extLst>
          </p:cNvPr>
          <p:cNvSpPr>
            <a:spLocks noGrp="1"/>
          </p:cNvSpPr>
          <p:nvPr>
            <p:ph type="body" sz="quarter" idx="96"/>
          </p:nvPr>
        </p:nvSpPr>
        <p:spPr>
          <a:xfrm>
            <a:off x="5293490" y="2666661"/>
            <a:ext cx="6342063" cy="347339"/>
          </a:xfrm>
        </p:spPr>
        <p:txBody>
          <a:bodyPr/>
          <a:lstStyle/>
          <a:p>
            <a:r>
              <a:rPr lang="en-US" dirty="0"/>
              <a:t>Insert your text here. No longer than 2 lines maximum. Insert your text here. No more than 2 lines maximum. Insert your text here. No longer than 2 lines maximum. </a:t>
            </a:r>
            <a:endParaRPr lang="en-GB" dirty="0"/>
          </a:p>
        </p:txBody>
      </p:sp>
      <p:sp>
        <p:nvSpPr>
          <p:cNvPr id="3" name="Title 2">
            <a:extLst>
              <a:ext uri="{FF2B5EF4-FFF2-40B4-BE49-F238E27FC236}">
                <a16:creationId xmlns:a16="http://schemas.microsoft.com/office/drawing/2014/main" id="{2C873FA4-9EE5-60FC-C90C-A7CAD562B6A3}"/>
              </a:ext>
            </a:extLst>
          </p:cNvPr>
          <p:cNvSpPr>
            <a:spLocks noGrp="1"/>
          </p:cNvSpPr>
          <p:nvPr>
            <p:ph type="ctrTitle"/>
          </p:nvPr>
        </p:nvSpPr>
        <p:spPr/>
        <p:txBody>
          <a:bodyPr/>
          <a:lstStyle/>
          <a:p>
            <a:r>
              <a:rPr lang="en-ZA" dirty="0"/>
              <a:t>PERFORMANCE DRIVEN TEAM</a:t>
            </a:r>
            <a:endParaRPr lang="en-GB" dirty="0"/>
          </a:p>
        </p:txBody>
      </p:sp>
      <p:sp>
        <p:nvSpPr>
          <p:cNvPr id="4" name="Text Placeholder 3">
            <a:extLst>
              <a:ext uri="{FF2B5EF4-FFF2-40B4-BE49-F238E27FC236}">
                <a16:creationId xmlns:a16="http://schemas.microsoft.com/office/drawing/2014/main" id="{BDE5AD44-891A-9EDF-444F-85E3D674FBF4}"/>
              </a:ext>
            </a:extLst>
          </p:cNvPr>
          <p:cNvSpPr>
            <a:spLocks noGrp="1"/>
          </p:cNvSpPr>
          <p:nvPr>
            <p:ph type="body" sz="quarter" idx="83"/>
          </p:nvPr>
        </p:nvSpPr>
        <p:spPr>
          <a:xfrm>
            <a:off x="588961" y="3885103"/>
            <a:ext cx="2837903" cy="712246"/>
          </a:xfrm>
        </p:spPr>
        <p:txBody>
          <a:bodyPr/>
          <a:lstStyle/>
          <a:p>
            <a:r>
              <a:rPr lang="en-US" dirty="0"/>
              <a:t>The following principles underpin holistic Performance Management within Smollan</a:t>
            </a:r>
            <a:endParaRPr lang="en-GB" dirty="0"/>
          </a:p>
        </p:txBody>
      </p:sp>
      <p:sp>
        <p:nvSpPr>
          <p:cNvPr id="5" name="Text Placeholder 4">
            <a:extLst>
              <a:ext uri="{FF2B5EF4-FFF2-40B4-BE49-F238E27FC236}">
                <a16:creationId xmlns:a16="http://schemas.microsoft.com/office/drawing/2014/main" id="{2C36E46C-9547-9F16-D03C-0D64F1644E68}"/>
              </a:ext>
            </a:extLst>
          </p:cNvPr>
          <p:cNvSpPr>
            <a:spLocks noGrp="1"/>
          </p:cNvSpPr>
          <p:nvPr>
            <p:ph type="body" sz="quarter" idx="81"/>
          </p:nvPr>
        </p:nvSpPr>
        <p:spPr>
          <a:xfrm>
            <a:off x="5437490" y="1341554"/>
            <a:ext cx="1332000" cy="359073"/>
          </a:xfrm>
        </p:spPr>
        <p:txBody>
          <a:bodyPr/>
          <a:lstStyle/>
          <a:p>
            <a:r>
              <a:rPr lang="en-ZA" dirty="0"/>
              <a:t>HIGHLIGHT  CALLOUT 1</a:t>
            </a:r>
            <a:endParaRPr lang="en-GB" dirty="0"/>
          </a:p>
        </p:txBody>
      </p:sp>
      <p:sp>
        <p:nvSpPr>
          <p:cNvPr id="6" name="Text Placeholder 5">
            <a:extLst>
              <a:ext uri="{FF2B5EF4-FFF2-40B4-BE49-F238E27FC236}">
                <a16:creationId xmlns:a16="http://schemas.microsoft.com/office/drawing/2014/main" id="{BFB3347D-B6AA-3E15-B0A1-20712FF9F2C0}"/>
              </a:ext>
            </a:extLst>
          </p:cNvPr>
          <p:cNvSpPr>
            <a:spLocks noGrp="1"/>
          </p:cNvSpPr>
          <p:nvPr>
            <p:ph type="body" sz="quarter" idx="93"/>
          </p:nvPr>
        </p:nvSpPr>
        <p:spPr>
          <a:xfrm>
            <a:off x="7483313" y="1341554"/>
            <a:ext cx="1332000" cy="359073"/>
          </a:xfrm>
        </p:spPr>
        <p:txBody>
          <a:bodyPr/>
          <a:lstStyle/>
          <a:p>
            <a:r>
              <a:rPr lang="en-ZA" dirty="0"/>
              <a:t>HIGHLIGHT  CALLOUT 2</a:t>
            </a:r>
            <a:endParaRPr lang="en-GB" dirty="0"/>
          </a:p>
        </p:txBody>
      </p:sp>
      <p:sp>
        <p:nvSpPr>
          <p:cNvPr id="7" name="Text Placeholder 6">
            <a:extLst>
              <a:ext uri="{FF2B5EF4-FFF2-40B4-BE49-F238E27FC236}">
                <a16:creationId xmlns:a16="http://schemas.microsoft.com/office/drawing/2014/main" id="{26057C60-957A-752B-0D72-F330FBD9B165}"/>
              </a:ext>
            </a:extLst>
          </p:cNvPr>
          <p:cNvSpPr>
            <a:spLocks noGrp="1"/>
          </p:cNvSpPr>
          <p:nvPr>
            <p:ph type="body" sz="quarter" idx="94"/>
          </p:nvPr>
        </p:nvSpPr>
        <p:spPr>
          <a:xfrm>
            <a:off x="9529136" y="1341554"/>
            <a:ext cx="1332000" cy="359073"/>
          </a:xfrm>
        </p:spPr>
        <p:txBody>
          <a:bodyPr/>
          <a:lstStyle/>
          <a:p>
            <a:r>
              <a:rPr lang="en-ZA" dirty="0"/>
              <a:t>HIGHLIGHT  CALLOUT 3</a:t>
            </a:r>
            <a:endParaRPr lang="en-GB" dirty="0"/>
          </a:p>
        </p:txBody>
      </p:sp>
      <p:sp>
        <p:nvSpPr>
          <p:cNvPr id="8" name="Text Placeholder 7">
            <a:extLst>
              <a:ext uri="{FF2B5EF4-FFF2-40B4-BE49-F238E27FC236}">
                <a16:creationId xmlns:a16="http://schemas.microsoft.com/office/drawing/2014/main" id="{0E613F74-07BB-0A2F-73C7-4A58B55E0F30}"/>
              </a:ext>
            </a:extLst>
          </p:cNvPr>
          <p:cNvSpPr>
            <a:spLocks noGrp="1"/>
          </p:cNvSpPr>
          <p:nvPr>
            <p:ph type="body" sz="quarter" idx="97"/>
          </p:nvPr>
        </p:nvSpPr>
        <p:spPr>
          <a:xfrm>
            <a:off x="5293490" y="3460370"/>
            <a:ext cx="6342063" cy="347339"/>
          </a:xfrm>
        </p:spPr>
        <p:txBody>
          <a:bodyPr/>
          <a:lstStyle/>
          <a:p>
            <a:r>
              <a:rPr lang="en-US" dirty="0"/>
              <a:t>Insert your text here. No longer than 2 lines maximum. Insert your text here. No more than 2 lines maximum. Insert your text here. No longer than 2 lines maximum. </a:t>
            </a:r>
            <a:endParaRPr lang="en-GB" dirty="0"/>
          </a:p>
        </p:txBody>
      </p:sp>
      <p:sp>
        <p:nvSpPr>
          <p:cNvPr id="9" name="Text Placeholder 8">
            <a:extLst>
              <a:ext uri="{FF2B5EF4-FFF2-40B4-BE49-F238E27FC236}">
                <a16:creationId xmlns:a16="http://schemas.microsoft.com/office/drawing/2014/main" id="{C1777B15-02C1-C18D-83C0-F63D3427B906}"/>
              </a:ext>
            </a:extLst>
          </p:cNvPr>
          <p:cNvSpPr>
            <a:spLocks noGrp="1"/>
          </p:cNvSpPr>
          <p:nvPr>
            <p:ph type="body" sz="quarter" idx="98"/>
          </p:nvPr>
        </p:nvSpPr>
        <p:spPr>
          <a:xfrm>
            <a:off x="5293490" y="4275586"/>
            <a:ext cx="6342063" cy="347339"/>
          </a:xfrm>
        </p:spPr>
        <p:txBody>
          <a:bodyPr/>
          <a:lstStyle/>
          <a:p>
            <a:r>
              <a:rPr lang="en-US" dirty="0"/>
              <a:t>Insert your text here. No longer than 2 lines maximum. Insert your text here. No more than 2 lines maximum. Insert your text here. No longer than 2 lines maximum. </a:t>
            </a:r>
            <a:endParaRPr lang="en-GB" dirty="0"/>
          </a:p>
        </p:txBody>
      </p:sp>
      <p:sp>
        <p:nvSpPr>
          <p:cNvPr id="10" name="Text Placeholder 9">
            <a:extLst>
              <a:ext uri="{FF2B5EF4-FFF2-40B4-BE49-F238E27FC236}">
                <a16:creationId xmlns:a16="http://schemas.microsoft.com/office/drawing/2014/main" id="{E8B3009F-A999-51FB-460B-020C6CABC41E}"/>
              </a:ext>
            </a:extLst>
          </p:cNvPr>
          <p:cNvSpPr>
            <a:spLocks noGrp="1"/>
          </p:cNvSpPr>
          <p:nvPr>
            <p:ph type="body" sz="quarter" idx="99"/>
          </p:nvPr>
        </p:nvSpPr>
        <p:spPr>
          <a:xfrm>
            <a:off x="5293490" y="5093540"/>
            <a:ext cx="6342063" cy="347339"/>
          </a:xfrm>
        </p:spPr>
        <p:txBody>
          <a:bodyPr/>
          <a:lstStyle/>
          <a:p>
            <a:r>
              <a:rPr lang="en-US" dirty="0"/>
              <a:t>Insert your text here. No longer than 2 lines maximum. Insert your text here. No more than 2 lines maximum. Insert your text here. No longer than 2 lines maximum. </a:t>
            </a:r>
            <a:endParaRPr lang="en-GB" dirty="0"/>
          </a:p>
        </p:txBody>
      </p:sp>
      <p:sp>
        <p:nvSpPr>
          <p:cNvPr id="11" name="Text Placeholder 10">
            <a:extLst>
              <a:ext uri="{FF2B5EF4-FFF2-40B4-BE49-F238E27FC236}">
                <a16:creationId xmlns:a16="http://schemas.microsoft.com/office/drawing/2014/main" id="{FDE06299-DA51-FB07-2629-C9A47AFF94AE}"/>
              </a:ext>
            </a:extLst>
          </p:cNvPr>
          <p:cNvSpPr>
            <a:spLocks noGrp="1"/>
          </p:cNvSpPr>
          <p:nvPr>
            <p:ph type="body" sz="quarter" idx="100"/>
          </p:nvPr>
        </p:nvSpPr>
        <p:spPr>
          <a:xfrm>
            <a:off x="5293490" y="5913754"/>
            <a:ext cx="6342063" cy="347339"/>
          </a:xfrm>
        </p:spPr>
        <p:txBody>
          <a:bodyPr/>
          <a:lstStyle/>
          <a:p>
            <a:r>
              <a:rPr lang="en-US" dirty="0"/>
              <a:t>Insert your text here. No longer than 2 lines maximum. Insert your text here. No more than 2 lines maximum. Insert your text here. No longer than 2 lines maximum. </a:t>
            </a:r>
            <a:endParaRPr lang="en-GB" dirty="0"/>
          </a:p>
        </p:txBody>
      </p:sp>
    </p:spTree>
    <p:extLst>
      <p:ext uri="{BB962C8B-B14F-4D97-AF65-F5344CB8AC3E}">
        <p14:creationId xmlns:p14="http://schemas.microsoft.com/office/powerpoint/2010/main" val="171071044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p09.s0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FB579-D6BE-60F7-0EE3-07CE3D9494F8}"/>
              </a:ext>
            </a:extLst>
          </p:cNvPr>
          <p:cNvSpPr>
            <a:spLocks noGrp="1"/>
          </p:cNvSpPr>
          <p:nvPr>
            <p:ph type="ctrTitle"/>
          </p:nvPr>
        </p:nvSpPr>
        <p:spPr/>
        <p:txBody>
          <a:bodyPr/>
          <a:lstStyle/>
          <a:p>
            <a:r>
              <a:rPr lang="en-US" dirty="0"/>
              <a:t>BUSINESS KPIs</a:t>
            </a:r>
            <a:endParaRPr lang="en-GB" dirty="0"/>
          </a:p>
        </p:txBody>
      </p:sp>
      <p:sp>
        <p:nvSpPr>
          <p:cNvPr id="3" name="Text Placeholder 2">
            <a:extLst>
              <a:ext uri="{FF2B5EF4-FFF2-40B4-BE49-F238E27FC236}">
                <a16:creationId xmlns:a16="http://schemas.microsoft.com/office/drawing/2014/main" id="{1C4E08F9-486F-CF1C-581B-6CA8F02A83AC}"/>
              </a:ext>
            </a:extLst>
          </p:cNvPr>
          <p:cNvSpPr>
            <a:spLocks noGrp="1"/>
          </p:cNvSpPr>
          <p:nvPr>
            <p:ph type="body" sz="quarter" idx="83"/>
          </p:nvPr>
        </p:nvSpPr>
        <p:spPr>
          <a:xfrm>
            <a:off x="588961" y="1507349"/>
            <a:ext cx="3259139" cy="730969"/>
          </a:xfrm>
        </p:spPr>
        <p:txBody>
          <a:bodyPr/>
          <a:lstStyle/>
          <a:p>
            <a:r>
              <a:rPr lang="en-US" dirty="0"/>
              <a:t>These KPIs can be co-created with </a:t>
            </a:r>
            <a:r>
              <a:rPr lang="en-US" dirty="0">
                <a:highlight>
                  <a:srgbClr val="FFFF00"/>
                </a:highlight>
              </a:rPr>
              <a:t>[Client] </a:t>
            </a:r>
            <a:r>
              <a:rPr lang="en-US" dirty="0"/>
              <a:t>to drive Business and Team Performance</a:t>
            </a:r>
            <a:endParaRPr lang="en-GB" dirty="0"/>
          </a:p>
        </p:txBody>
      </p:sp>
      <p:sp>
        <p:nvSpPr>
          <p:cNvPr id="4" name="Text Placeholder 3">
            <a:extLst>
              <a:ext uri="{FF2B5EF4-FFF2-40B4-BE49-F238E27FC236}">
                <a16:creationId xmlns:a16="http://schemas.microsoft.com/office/drawing/2014/main" id="{9834D9EB-81A8-D53C-98F6-937A320D78D5}"/>
              </a:ext>
            </a:extLst>
          </p:cNvPr>
          <p:cNvSpPr>
            <a:spLocks noGrp="1"/>
          </p:cNvSpPr>
          <p:nvPr>
            <p:ph type="body" sz="quarter" idx="87"/>
          </p:nvPr>
        </p:nvSpPr>
        <p:spPr/>
        <p:txBody>
          <a:bodyPr/>
          <a:lstStyle/>
          <a:p>
            <a:endParaRPr lang="en-GB"/>
          </a:p>
        </p:txBody>
      </p:sp>
      <p:sp>
        <p:nvSpPr>
          <p:cNvPr id="5" name="Text Placeholder 4">
            <a:extLst>
              <a:ext uri="{FF2B5EF4-FFF2-40B4-BE49-F238E27FC236}">
                <a16:creationId xmlns:a16="http://schemas.microsoft.com/office/drawing/2014/main" id="{84CAB478-1DB6-0E99-3727-E0425DAAA71D}"/>
              </a:ext>
            </a:extLst>
          </p:cNvPr>
          <p:cNvSpPr>
            <a:spLocks noGrp="1"/>
          </p:cNvSpPr>
          <p:nvPr>
            <p:ph type="body" sz="quarter" idx="81"/>
          </p:nvPr>
        </p:nvSpPr>
        <p:spPr>
          <a:xfrm>
            <a:off x="4784948" y="744917"/>
            <a:ext cx="1332000" cy="359073"/>
          </a:xfrm>
        </p:spPr>
        <p:txBody>
          <a:bodyPr/>
          <a:lstStyle/>
          <a:p>
            <a:r>
              <a:rPr lang="en-US" dirty="0"/>
              <a:t>TWO-LINE SPACE HERE</a:t>
            </a:r>
            <a:endParaRPr lang="en-GB" dirty="0"/>
          </a:p>
        </p:txBody>
      </p:sp>
      <p:sp>
        <p:nvSpPr>
          <p:cNvPr id="6" name="Text Placeholder 5">
            <a:extLst>
              <a:ext uri="{FF2B5EF4-FFF2-40B4-BE49-F238E27FC236}">
                <a16:creationId xmlns:a16="http://schemas.microsoft.com/office/drawing/2014/main" id="{9321607C-504A-1DFE-EB22-AD56A3D90D89}"/>
              </a:ext>
            </a:extLst>
          </p:cNvPr>
          <p:cNvSpPr>
            <a:spLocks noGrp="1"/>
          </p:cNvSpPr>
          <p:nvPr>
            <p:ph type="body" sz="quarter" idx="97"/>
          </p:nvPr>
        </p:nvSpPr>
        <p:spPr>
          <a:xfrm>
            <a:off x="6957510" y="751549"/>
            <a:ext cx="4500563" cy="345800"/>
          </a:xfrm>
        </p:spPr>
        <p:txBody>
          <a:bodyPr/>
          <a:lstStyle/>
          <a:p>
            <a:r>
              <a:rPr lang="en-US" dirty="0"/>
              <a:t>Insert your text here. No longer than 2 lines maximum. Insert your text here. No longer than 2 lines maximum. </a:t>
            </a:r>
            <a:endParaRPr lang="en-GB" dirty="0"/>
          </a:p>
        </p:txBody>
      </p:sp>
      <p:sp>
        <p:nvSpPr>
          <p:cNvPr id="7" name="Text Placeholder 6">
            <a:extLst>
              <a:ext uri="{FF2B5EF4-FFF2-40B4-BE49-F238E27FC236}">
                <a16:creationId xmlns:a16="http://schemas.microsoft.com/office/drawing/2014/main" id="{24DF7563-B31E-B6F3-3B6A-A702EA6945D6}"/>
              </a:ext>
            </a:extLst>
          </p:cNvPr>
          <p:cNvSpPr>
            <a:spLocks noGrp="1"/>
          </p:cNvSpPr>
          <p:nvPr>
            <p:ph type="body" sz="quarter" idx="98"/>
          </p:nvPr>
        </p:nvSpPr>
        <p:spPr>
          <a:xfrm>
            <a:off x="4784948" y="1610466"/>
            <a:ext cx="1332000" cy="359073"/>
          </a:xfrm>
        </p:spPr>
        <p:txBody>
          <a:bodyPr/>
          <a:lstStyle/>
          <a:p>
            <a:r>
              <a:rPr lang="en-US" dirty="0"/>
              <a:t>TWO-LINE SPACE HERE</a:t>
            </a:r>
            <a:endParaRPr lang="en-GB" dirty="0"/>
          </a:p>
        </p:txBody>
      </p:sp>
      <p:sp>
        <p:nvSpPr>
          <p:cNvPr id="8" name="Text Placeholder 7">
            <a:extLst>
              <a:ext uri="{FF2B5EF4-FFF2-40B4-BE49-F238E27FC236}">
                <a16:creationId xmlns:a16="http://schemas.microsoft.com/office/drawing/2014/main" id="{687E5EA9-F5F7-09FD-9000-DF9FA0BDC05A}"/>
              </a:ext>
            </a:extLst>
          </p:cNvPr>
          <p:cNvSpPr>
            <a:spLocks noGrp="1"/>
          </p:cNvSpPr>
          <p:nvPr>
            <p:ph type="body" sz="quarter" idx="99"/>
          </p:nvPr>
        </p:nvSpPr>
        <p:spPr>
          <a:xfrm>
            <a:off x="6957510" y="1617098"/>
            <a:ext cx="4500563" cy="345800"/>
          </a:xfrm>
        </p:spPr>
        <p:txBody>
          <a:bodyPr/>
          <a:lstStyle/>
          <a:p>
            <a:r>
              <a:rPr lang="en-US" dirty="0"/>
              <a:t>Insert your text here. No longer than 2 lines maximum. Insert your text here. No longer than 2 lines maximum. </a:t>
            </a:r>
            <a:endParaRPr lang="en-GB" dirty="0"/>
          </a:p>
        </p:txBody>
      </p:sp>
      <p:sp>
        <p:nvSpPr>
          <p:cNvPr id="9" name="Text Placeholder 8">
            <a:extLst>
              <a:ext uri="{FF2B5EF4-FFF2-40B4-BE49-F238E27FC236}">
                <a16:creationId xmlns:a16="http://schemas.microsoft.com/office/drawing/2014/main" id="{E3F097A8-7C8B-7235-8B49-EF5922888C57}"/>
              </a:ext>
            </a:extLst>
          </p:cNvPr>
          <p:cNvSpPr>
            <a:spLocks noGrp="1"/>
          </p:cNvSpPr>
          <p:nvPr>
            <p:ph type="body" sz="quarter" idx="100"/>
          </p:nvPr>
        </p:nvSpPr>
        <p:spPr>
          <a:xfrm>
            <a:off x="4784948" y="2472679"/>
            <a:ext cx="1332000" cy="359073"/>
          </a:xfrm>
        </p:spPr>
        <p:txBody>
          <a:bodyPr/>
          <a:lstStyle/>
          <a:p>
            <a:r>
              <a:rPr lang="en-US" dirty="0"/>
              <a:t>TWO-LINE SPACE HERE</a:t>
            </a:r>
            <a:endParaRPr lang="en-GB" dirty="0"/>
          </a:p>
        </p:txBody>
      </p:sp>
      <p:sp>
        <p:nvSpPr>
          <p:cNvPr id="10" name="Text Placeholder 9">
            <a:extLst>
              <a:ext uri="{FF2B5EF4-FFF2-40B4-BE49-F238E27FC236}">
                <a16:creationId xmlns:a16="http://schemas.microsoft.com/office/drawing/2014/main" id="{5C916CEF-0227-6956-9D8A-13D155E076EC}"/>
              </a:ext>
            </a:extLst>
          </p:cNvPr>
          <p:cNvSpPr>
            <a:spLocks noGrp="1"/>
          </p:cNvSpPr>
          <p:nvPr>
            <p:ph type="body" sz="quarter" idx="101"/>
          </p:nvPr>
        </p:nvSpPr>
        <p:spPr>
          <a:xfrm>
            <a:off x="6957510" y="2479311"/>
            <a:ext cx="4500563" cy="345800"/>
          </a:xfrm>
        </p:spPr>
        <p:txBody>
          <a:bodyPr/>
          <a:lstStyle/>
          <a:p>
            <a:r>
              <a:rPr lang="en-US" dirty="0"/>
              <a:t>Insert your text here. No longer than 2 lines maximum. Insert your text here. No longer than 2 lines maximum. </a:t>
            </a:r>
            <a:endParaRPr lang="en-GB" dirty="0"/>
          </a:p>
        </p:txBody>
      </p:sp>
      <p:sp>
        <p:nvSpPr>
          <p:cNvPr id="11" name="Text Placeholder 10">
            <a:extLst>
              <a:ext uri="{FF2B5EF4-FFF2-40B4-BE49-F238E27FC236}">
                <a16:creationId xmlns:a16="http://schemas.microsoft.com/office/drawing/2014/main" id="{9486ED12-953F-15E9-CB94-AEA648F19407}"/>
              </a:ext>
            </a:extLst>
          </p:cNvPr>
          <p:cNvSpPr>
            <a:spLocks noGrp="1"/>
          </p:cNvSpPr>
          <p:nvPr>
            <p:ph type="body" sz="quarter" idx="102"/>
          </p:nvPr>
        </p:nvSpPr>
        <p:spPr>
          <a:xfrm>
            <a:off x="4784948" y="3328483"/>
            <a:ext cx="1332000" cy="359073"/>
          </a:xfrm>
        </p:spPr>
        <p:txBody>
          <a:bodyPr/>
          <a:lstStyle/>
          <a:p>
            <a:r>
              <a:rPr lang="en-US" dirty="0"/>
              <a:t>TWO-LINE SPACE HERE</a:t>
            </a:r>
            <a:endParaRPr lang="en-GB" dirty="0"/>
          </a:p>
        </p:txBody>
      </p:sp>
      <p:sp>
        <p:nvSpPr>
          <p:cNvPr id="12" name="Text Placeholder 11">
            <a:extLst>
              <a:ext uri="{FF2B5EF4-FFF2-40B4-BE49-F238E27FC236}">
                <a16:creationId xmlns:a16="http://schemas.microsoft.com/office/drawing/2014/main" id="{351F4EA6-F9D8-3637-3F65-3CFFD68C7D15}"/>
              </a:ext>
            </a:extLst>
          </p:cNvPr>
          <p:cNvSpPr>
            <a:spLocks noGrp="1"/>
          </p:cNvSpPr>
          <p:nvPr>
            <p:ph type="body" sz="quarter" idx="103"/>
          </p:nvPr>
        </p:nvSpPr>
        <p:spPr>
          <a:xfrm>
            <a:off x="6957510" y="3335115"/>
            <a:ext cx="4500563" cy="345800"/>
          </a:xfrm>
        </p:spPr>
        <p:txBody>
          <a:bodyPr/>
          <a:lstStyle/>
          <a:p>
            <a:r>
              <a:rPr lang="en-US" dirty="0"/>
              <a:t>Insert your text here. No longer than 2 lines maximum. Insert your text here. No longer than 2 lines maximum. </a:t>
            </a:r>
            <a:endParaRPr lang="en-GB" dirty="0"/>
          </a:p>
        </p:txBody>
      </p:sp>
      <p:sp>
        <p:nvSpPr>
          <p:cNvPr id="13" name="Text Placeholder 12">
            <a:extLst>
              <a:ext uri="{FF2B5EF4-FFF2-40B4-BE49-F238E27FC236}">
                <a16:creationId xmlns:a16="http://schemas.microsoft.com/office/drawing/2014/main" id="{2B7CD453-2856-2BE3-7AAC-49EAAC477194}"/>
              </a:ext>
            </a:extLst>
          </p:cNvPr>
          <p:cNvSpPr>
            <a:spLocks noGrp="1"/>
          </p:cNvSpPr>
          <p:nvPr>
            <p:ph type="body" sz="quarter" idx="104"/>
          </p:nvPr>
        </p:nvSpPr>
        <p:spPr>
          <a:xfrm>
            <a:off x="4784948" y="4186404"/>
            <a:ext cx="1332000" cy="359073"/>
          </a:xfrm>
        </p:spPr>
        <p:txBody>
          <a:bodyPr/>
          <a:lstStyle/>
          <a:p>
            <a:r>
              <a:rPr lang="en-US" dirty="0"/>
              <a:t>TWO-LINE SPACE HERE</a:t>
            </a:r>
            <a:endParaRPr lang="en-GB" dirty="0"/>
          </a:p>
        </p:txBody>
      </p:sp>
      <p:sp>
        <p:nvSpPr>
          <p:cNvPr id="14" name="Text Placeholder 13">
            <a:extLst>
              <a:ext uri="{FF2B5EF4-FFF2-40B4-BE49-F238E27FC236}">
                <a16:creationId xmlns:a16="http://schemas.microsoft.com/office/drawing/2014/main" id="{D5B5EEB8-D5B2-E9BB-5671-608D8783D0CA}"/>
              </a:ext>
            </a:extLst>
          </p:cNvPr>
          <p:cNvSpPr>
            <a:spLocks noGrp="1"/>
          </p:cNvSpPr>
          <p:nvPr>
            <p:ph type="body" sz="quarter" idx="105"/>
          </p:nvPr>
        </p:nvSpPr>
        <p:spPr>
          <a:xfrm>
            <a:off x="6957510" y="4193036"/>
            <a:ext cx="4500563" cy="345800"/>
          </a:xfrm>
        </p:spPr>
        <p:txBody>
          <a:bodyPr/>
          <a:lstStyle/>
          <a:p>
            <a:r>
              <a:rPr lang="en-US" dirty="0"/>
              <a:t>Insert your text here. No longer than 2 lines maximum. Insert your text here. No longer than 2 lines maximum. </a:t>
            </a:r>
            <a:endParaRPr lang="en-GB" dirty="0"/>
          </a:p>
        </p:txBody>
      </p:sp>
      <p:sp>
        <p:nvSpPr>
          <p:cNvPr id="15" name="Text Placeholder 14">
            <a:extLst>
              <a:ext uri="{FF2B5EF4-FFF2-40B4-BE49-F238E27FC236}">
                <a16:creationId xmlns:a16="http://schemas.microsoft.com/office/drawing/2014/main" id="{00876468-4307-01D7-A0C9-9F2E9F8A8729}"/>
              </a:ext>
            </a:extLst>
          </p:cNvPr>
          <p:cNvSpPr>
            <a:spLocks noGrp="1"/>
          </p:cNvSpPr>
          <p:nvPr>
            <p:ph type="body" sz="quarter" idx="106"/>
          </p:nvPr>
        </p:nvSpPr>
        <p:spPr>
          <a:xfrm>
            <a:off x="4784948" y="5056067"/>
            <a:ext cx="1332000" cy="359073"/>
          </a:xfrm>
        </p:spPr>
        <p:txBody>
          <a:bodyPr/>
          <a:lstStyle/>
          <a:p>
            <a:r>
              <a:rPr lang="en-US" dirty="0"/>
              <a:t>TWO-LINE SPACE HERE</a:t>
            </a:r>
            <a:endParaRPr lang="en-GB" dirty="0"/>
          </a:p>
        </p:txBody>
      </p:sp>
      <p:sp>
        <p:nvSpPr>
          <p:cNvPr id="16" name="Text Placeholder 15">
            <a:extLst>
              <a:ext uri="{FF2B5EF4-FFF2-40B4-BE49-F238E27FC236}">
                <a16:creationId xmlns:a16="http://schemas.microsoft.com/office/drawing/2014/main" id="{E2D93287-6DFA-B334-D6C6-7DC7D809F45D}"/>
              </a:ext>
            </a:extLst>
          </p:cNvPr>
          <p:cNvSpPr>
            <a:spLocks noGrp="1"/>
          </p:cNvSpPr>
          <p:nvPr>
            <p:ph type="body" sz="quarter" idx="107"/>
          </p:nvPr>
        </p:nvSpPr>
        <p:spPr>
          <a:xfrm>
            <a:off x="6957510" y="5062699"/>
            <a:ext cx="4500563" cy="345800"/>
          </a:xfrm>
        </p:spPr>
        <p:txBody>
          <a:bodyPr/>
          <a:lstStyle/>
          <a:p>
            <a:r>
              <a:rPr lang="en-US" dirty="0"/>
              <a:t>Insert your text here. No longer than 2 lines maximum. Insert your text here. No longer than 2 lines maximum. </a:t>
            </a:r>
            <a:endParaRPr lang="en-GB" dirty="0"/>
          </a:p>
        </p:txBody>
      </p:sp>
      <p:sp>
        <p:nvSpPr>
          <p:cNvPr id="17" name="Text Placeholder 16">
            <a:extLst>
              <a:ext uri="{FF2B5EF4-FFF2-40B4-BE49-F238E27FC236}">
                <a16:creationId xmlns:a16="http://schemas.microsoft.com/office/drawing/2014/main" id="{40899B98-8753-75B4-145B-E9077E4901F9}"/>
              </a:ext>
            </a:extLst>
          </p:cNvPr>
          <p:cNvSpPr>
            <a:spLocks noGrp="1"/>
          </p:cNvSpPr>
          <p:nvPr>
            <p:ph type="body" sz="quarter" idx="108"/>
          </p:nvPr>
        </p:nvSpPr>
        <p:spPr>
          <a:xfrm>
            <a:off x="4784948" y="5905900"/>
            <a:ext cx="1332000" cy="359073"/>
          </a:xfrm>
        </p:spPr>
        <p:txBody>
          <a:bodyPr/>
          <a:lstStyle/>
          <a:p>
            <a:r>
              <a:rPr lang="en-US" dirty="0"/>
              <a:t>TWO-LINE SPACE HERE</a:t>
            </a:r>
            <a:endParaRPr lang="en-GB" dirty="0"/>
          </a:p>
        </p:txBody>
      </p:sp>
      <p:sp>
        <p:nvSpPr>
          <p:cNvPr id="18" name="Text Placeholder 17">
            <a:extLst>
              <a:ext uri="{FF2B5EF4-FFF2-40B4-BE49-F238E27FC236}">
                <a16:creationId xmlns:a16="http://schemas.microsoft.com/office/drawing/2014/main" id="{72FA557D-A274-A51E-C5E0-6BBB6EAFC3A6}"/>
              </a:ext>
            </a:extLst>
          </p:cNvPr>
          <p:cNvSpPr>
            <a:spLocks noGrp="1"/>
          </p:cNvSpPr>
          <p:nvPr>
            <p:ph type="body" sz="quarter" idx="109"/>
          </p:nvPr>
        </p:nvSpPr>
        <p:spPr>
          <a:xfrm>
            <a:off x="6957510" y="5912532"/>
            <a:ext cx="4500563" cy="345800"/>
          </a:xfrm>
        </p:spPr>
        <p:txBody>
          <a:bodyPr/>
          <a:lstStyle/>
          <a:p>
            <a:r>
              <a:rPr lang="en-US" dirty="0"/>
              <a:t>Insert your text here. No longer than 2 lines maximum. Insert your text here. No longer than 2 lines maximum. </a:t>
            </a:r>
            <a:endParaRPr lang="en-GB" dirty="0"/>
          </a:p>
        </p:txBody>
      </p:sp>
    </p:spTree>
    <p:extLst>
      <p:ext uri="{BB962C8B-B14F-4D97-AF65-F5344CB8AC3E}">
        <p14:creationId xmlns:p14="http://schemas.microsoft.com/office/powerpoint/2010/main" val="404408548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p09.s07">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78DFEF17-F2EF-C011-BD13-CA34A8D0BF2B}"/>
              </a:ext>
            </a:extLst>
          </p:cNvPr>
          <p:cNvGraphicFramePr>
            <a:graphicFrameLocks noGrp="1"/>
          </p:cNvGraphicFramePr>
          <p:nvPr userDrawn="1">
            <p:extLst>
              <p:ext uri="{D42A27DB-BD31-4B8C-83A1-F6EECF244321}">
                <p14:modId xmlns:p14="http://schemas.microsoft.com/office/powerpoint/2010/main" val="985168149"/>
              </p:ext>
            </p:extLst>
          </p:nvPr>
        </p:nvGraphicFramePr>
        <p:xfrm>
          <a:off x="588166" y="1770563"/>
          <a:ext cx="6696980" cy="4690051"/>
        </p:xfrm>
        <a:graphic>
          <a:graphicData uri="http://schemas.openxmlformats.org/drawingml/2006/table">
            <a:tbl>
              <a:tblPr firstRow="1" bandRow="1">
                <a:tableStyleId>{5940675A-B579-460E-94D1-54222C63F5DA}</a:tableStyleId>
              </a:tblPr>
              <a:tblGrid>
                <a:gridCol w="2992522">
                  <a:extLst>
                    <a:ext uri="{9D8B030D-6E8A-4147-A177-3AD203B41FA5}">
                      <a16:colId xmlns:a16="http://schemas.microsoft.com/office/drawing/2014/main" val="321356251"/>
                    </a:ext>
                  </a:extLst>
                </a:gridCol>
                <a:gridCol w="3704458">
                  <a:extLst>
                    <a:ext uri="{9D8B030D-6E8A-4147-A177-3AD203B41FA5}">
                      <a16:colId xmlns:a16="http://schemas.microsoft.com/office/drawing/2014/main" val="1943802666"/>
                    </a:ext>
                  </a:extLst>
                </a:gridCol>
              </a:tblGrid>
              <a:tr h="328471">
                <a:tc>
                  <a:txBody>
                    <a:bodyPr/>
                    <a:lstStyle/>
                    <a:p>
                      <a:r>
                        <a:rPr lang="en-US" sz="1300" b="1" spc="40" baseline="0" dirty="0">
                          <a:solidFill>
                            <a:schemeClr val="bg1"/>
                          </a:solidFill>
                          <a:latin typeface="+mj-lt"/>
                        </a:rPr>
                        <a:t>OBJECTIVE</a:t>
                      </a:r>
                      <a:endParaRPr lang="en-GB" sz="1300" b="1" spc="40" baseline="0" dirty="0">
                        <a:solidFill>
                          <a:schemeClr val="bg1"/>
                        </a:solidFill>
                        <a:latin typeface="+mj-lt"/>
                      </a:endParaRPr>
                    </a:p>
                  </a:txBody>
                  <a:tcPr marT="36000" marB="360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r>
                        <a:rPr lang="en-US" sz="1300" b="1" spc="40" baseline="0" dirty="0">
                          <a:solidFill>
                            <a:schemeClr val="bg1"/>
                          </a:solidFill>
                          <a:latin typeface="+mj-lt"/>
                        </a:rPr>
                        <a:t>KEY RESULT</a:t>
                      </a:r>
                      <a:endParaRPr lang="en-GB" sz="1300" b="1" spc="40" baseline="0" dirty="0">
                        <a:solidFill>
                          <a:schemeClr val="bg1"/>
                        </a:solidFill>
                        <a:latin typeface="+mj-lt"/>
                      </a:endParaRPr>
                    </a:p>
                  </a:txBody>
                  <a:tcPr marT="36000" marB="360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2352006070"/>
                  </a:ext>
                </a:extLst>
              </a:tr>
              <a:tr h="1087882">
                <a:tc>
                  <a:txBody>
                    <a:bodyPr/>
                    <a:lstStyle/>
                    <a:p>
                      <a:pPr marL="0" marR="0" lvl="0" indent="0" algn="l" defTabSz="914400" rtl="0" eaLnBrk="1" fontAlgn="auto" latinLnBrk="0" hangingPunct="1">
                        <a:lnSpc>
                          <a:spcPts val="1400"/>
                        </a:lnSpc>
                        <a:spcBef>
                          <a:spcPts val="400"/>
                        </a:spcBef>
                        <a:spcAft>
                          <a:spcPts val="0"/>
                        </a:spcAft>
                        <a:buClrTx/>
                        <a:buSzTx/>
                        <a:buFontTx/>
                        <a:buNone/>
                        <a:tabLst/>
                        <a:defRPr/>
                      </a:pPr>
                      <a:r>
                        <a:rPr lang="en-US" sz="1100" b="1" kern="1200" spc="40" baseline="0" dirty="0">
                          <a:solidFill>
                            <a:schemeClr val="accent1"/>
                          </a:solidFill>
                          <a:latin typeface="+mj-lt"/>
                          <a:ea typeface="+mn-ea"/>
                          <a:cs typeface="+mn-cs"/>
                        </a:rPr>
                        <a:t>Service Perception</a:t>
                      </a:r>
                    </a:p>
                    <a:p>
                      <a:pPr marL="0" marR="0" lvl="0" indent="0" algn="l" defTabSz="914400" rtl="0" eaLnBrk="1" fontAlgn="auto" latinLnBrk="0" hangingPunct="1">
                        <a:lnSpc>
                          <a:spcPts val="1400"/>
                        </a:lnSpc>
                        <a:spcBef>
                          <a:spcPts val="400"/>
                        </a:spcBef>
                        <a:spcAft>
                          <a:spcPts val="0"/>
                        </a:spcAft>
                        <a:buClrTx/>
                        <a:buSzTx/>
                        <a:buFontTx/>
                        <a:buNone/>
                        <a:tabLst/>
                        <a:defRPr/>
                      </a:pPr>
                      <a:endParaRPr lang="en-US" sz="1100" b="1" kern="1200" spc="40" baseline="0" dirty="0">
                        <a:solidFill>
                          <a:schemeClr val="accent1"/>
                        </a:solidFill>
                        <a:latin typeface="+mj-lt"/>
                        <a:ea typeface="+mn-ea"/>
                        <a:cs typeface="+mn-cs"/>
                      </a:endParaRPr>
                    </a:p>
                    <a:p>
                      <a:pPr>
                        <a:lnSpc>
                          <a:spcPts val="1400"/>
                        </a:lnSpc>
                        <a:spcBef>
                          <a:spcPts val="400"/>
                        </a:spcBef>
                        <a:spcAft>
                          <a:spcPts val="0"/>
                        </a:spcAft>
                      </a:pPr>
                      <a:r>
                        <a:rPr lang="en-US" sz="1100" dirty="0">
                          <a:solidFill>
                            <a:schemeClr val="accent5">
                              <a:lumMod val="50000"/>
                            </a:schemeClr>
                          </a:solidFill>
                          <a:latin typeface="+mj-lt"/>
                        </a:rPr>
                        <a:t>Your objective goes here. Your objective goes here. </a:t>
                      </a:r>
                      <a:r>
                        <a:rPr lang="en-US" sz="1100" kern="1200" dirty="0">
                          <a:solidFill>
                            <a:schemeClr val="accent5">
                              <a:lumMod val="50000"/>
                            </a:schemeClr>
                          </a:solidFill>
                          <a:latin typeface="+mj-lt"/>
                          <a:ea typeface="+mn-ea"/>
                          <a:cs typeface="+mn-cs"/>
                        </a:rPr>
                        <a:t>Your objective goes here. </a:t>
                      </a:r>
                      <a:endParaRPr lang="en-GB" sz="1100" dirty="0">
                        <a:solidFill>
                          <a:schemeClr val="accent5">
                            <a:lumMod val="50000"/>
                          </a:schemeClr>
                        </a:solidFill>
                        <a:latin typeface="+mj-lt"/>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marL="171450" indent="-171450">
                        <a:lnSpc>
                          <a:spcPts val="1400"/>
                        </a:lnSpc>
                        <a:buFont typeface="Arial" panose="020B0604020202020204" pitchFamily="34" charset="0"/>
                        <a:buChar char="•"/>
                      </a:pPr>
                      <a:r>
                        <a:rPr lang="en-US" sz="1000" dirty="0">
                          <a:latin typeface="+mj-lt"/>
                        </a:rPr>
                        <a:t>Key result one</a:t>
                      </a:r>
                    </a:p>
                    <a:p>
                      <a:pPr marL="171450" indent="-171450">
                        <a:lnSpc>
                          <a:spcPts val="1400"/>
                        </a:lnSpc>
                        <a:buFont typeface="Arial" panose="020B0604020202020204" pitchFamily="34" charset="0"/>
                        <a:buChar char="•"/>
                      </a:pPr>
                      <a:r>
                        <a:rPr lang="en-US" sz="1000" dirty="0">
                          <a:latin typeface="+mj-lt"/>
                        </a:rPr>
                        <a:t>Key result two</a:t>
                      </a:r>
                    </a:p>
                    <a:p>
                      <a:pPr marL="171450" indent="-171450">
                        <a:lnSpc>
                          <a:spcPts val="1400"/>
                        </a:lnSpc>
                        <a:buFont typeface="Arial" panose="020B0604020202020204" pitchFamily="34" charset="0"/>
                        <a:buChar char="•"/>
                      </a:pPr>
                      <a:r>
                        <a:rPr lang="en-US" sz="1000" dirty="0">
                          <a:latin typeface="+mj-lt"/>
                        </a:rPr>
                        <a:t>Key result three</a:t>
                      </a:r>
                    </a:p>
                    <a:p>
                      <a:pPr marL="171450" indent="-171450">
                        <a:lnSpc>
                          <a:spcPts val="1400"/>
                        </a:lnSpc>
                        <a:buFont typeface="Arial" panose="020B0604020202020204" pitchFamily="34" charset="0"/>
                        <a:buChar char="•"/>
                      </a:pPr>
                      <a:r>
                        <a:rPr lang="en-US" sz="1000" dirty="0">
                          <a:latin typeface="+mj-lt"/>
                        </a:rPr>
                        <a:t>Key result four</a:t>
                      </a:r>
                    </a:p>
                    <a:p>
                      <a:pPr marL="171450" indent="-171450">
                        <a:lnSpc>
                          <a:spcPts val="1400"/>
                        </a:lnSpc>
                        <a:buFont typeface="Arial" panose="020B0604020202020204" pitchFamily="34" charset="0"/>
                        <a:buChar char="•"/>
                      </a:pPr>
                      <a:r>
                        <a:rPr lang="en-US" sz="1000" dirty="0">
                          <a:latin typeface="+mj-lt"/>
                        </a:rPr>
                        <a:t>Key result five</a:t>
                      </a:r>
                      <a:endParaRPr lang="en-GB" sz="1000" dirty="0">
                        <a:latin typeface="+mj-lt"/>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272352181"/>
                  </a:ext>
                </a:extLst>
              </a:tr>
              <a:tr h="1087882">
                <a:tc>
                  <a:txBody>
                    <a:bodyPr/>
                    <a:lstStyle/>
                    <a:p>
                      <a:pPr marL="0" marR="0" lvl="0" indent="0" algn="l" defTabSz="914400" rtl="0" eaLnBrk="1" fontAlgn="auto" latinLnBrk="0" hangingPunct="1">
                        <a:lnSpc>
                          <a:spcPts val="1400"/>
                        </a:lnSpc>
                        <a:spcBef>
                          <a:spcPts val="400"/>
                        </a:spcBef>
                        <a:spcAft>
                          <a:spcPts val="0"/>
                        </a:spcAft>
                        <a:buClrTx/>
                        <a:buSzTx/>
                        <a:buFontTx/>
                        <a:buNone/>
                        <a:tabLst/>
                        <a:defRPr/>
                      </a:pPr>
                      <a:r>
                        <a:rPr lang="en-US" sz="1100" b="1" kern="1200" spc="40" baseline="0" dirty="0">
                          <a:solidFill>
                            <a:schemeClr val="accent1"/>
                          </a:solidFill>
                          <a:latin typeface="+mj-lt"/>
                          <a:ea typeface="+mn-ea"/>
                          <a:cs typeface="+mn-cs"/>
                        </a:rPr>
                        <a:t>Product Perception</a:t>
                      </a:r>
                    </a:p>
                    <a:p>
                      <a:pPr marL="0" marR="0" lvl="0" indent="0" algn="l" defTabSz="914400" rtl="0" eaLnBrk="1" fontAlgn="auto" latinLnBrk="0" hangingPunct="1">
                        <a:lnSpc>
                          <a:spcPts val="1400"/>
                        </a:lnSpc>
                        <a:spcBef>
                          <a:spcPts val="400"/>
                        </a:spcBef>
                        <a:spcAft>
                          <a:spcPts val="0"/>
                        </a:spcAft>
                        <a:buClrTx/>
                        <a:buSzTx/>
                        <a:buFontTx/>
                        <a:buNone/>
                        <a:tabLst/>
                        <a:defRPr/>
                      </a:pPr>
                      <a:endParaRPr lang="en-GB" sz="1100" b="1" kern="1200" spc="40" baseline="0" dirty="0">
                        <a:solidFill>
                          <a:schemeClr val="accent1"/>
                        </a:solidFill>
                        <a:latin typeface="+mj-lt"/>
                        <a:ea typeface="+mn-ea"/>
                        <a:cs typeface="+mn-cs"/>
                      </a:endParaRPr>
                    </a:p>
                    <a:p>
                      <a:pPr marL="0" marR="0" lvl="0" indent="0" algn="l" defTabSz="914400" rtl="0" eaLnBrk="1" fontAlgn="auto" latinLnBrk="0" hangingPunct="1">
                        <a:lnSpc>
                          <a:spcPts val="1400"/>
                        </a:lnSpc>
                        <a:spcBef>
                          <a:spcPts val="400"/>
                        </a:spcBef>
                        <a:spcAft>
                          <a:spcPts val="0"/>
                        </a:spcAft>
                        <a:buClrTx/>
                        <a:buSzTx/>
                        <a:buFontTx/>
                        <a:buNone/>
                        <a:tabLst/>
                        <a:defRPr/>
                      </a:pPr>
                      <a:r>
                        <a:rPr lang="en-US" sz="1100" kern="1200" dirty="0">
                          <a:solidFill>
                            <a:schemeClr val="accent5">
                              <a:lumMod val="50000"/>
                            </a:schemeClr>
                          </a:solidFill>
                          <a:latin typeface="+mj-lt"/>
                          <a:ea typeface="+mn-ea"/>
                          <a:cs typeface="+mn-cs"/>
                        </a:rPr>
                        <a:t>Your objective goes here. Your objective goes here. Your objective goes here. </a:t>
                      </a:r>
                      <a:endParaRPr lang="en-GB" sz="1100" kern="1200" dirty="0">
                        <a:solidFill>
                          <a:schemeClr val="accent5">
                            <a:lumMod val="50000"/>
                          </a:schemeClr>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one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two</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three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four</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five</a:t>
                      </a:r>
                      <a:endParaRPr lang="en-GB" sz="1000" kern="1200" dirty="0">
                        <a:solidFill>
                          <a:schemeClr val="tx1"/>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18052818"/>
                  </a:ext>
                </a:extLst>
              </a:tr>
              <a:tr h="1087882">
                <a:tc>
                  <a:txBody>
                    <a:bodyPr/>
                    <a:lstStyle/>
                    <a:p>
                      <a:pPr marL="0" marR="0" lvl="0" indent="0" algn="l" defTabSz="914400" rtl="0" eaLnBrk="1" fontAlgn="auto" latinLnBrk="0" hangingPunct="1">
                        <a:lnSpc>
                          <a:spcPts val="1400"/>
                        </a:lnSpc>
                        <a:spcBef>
                          <a:spcPts val="400"/>
                        </a:spcBef>
                        <a:spcAft>
                          <a:spcPts val="0"/>
                        </a:spcAft>
                        <a:buClrTx/>
                        <a:buSzTx/>
                        <a:buFontTx/>
                        <a:buNone/>
                        <a:tabLst/>
                        <a:defRPr/>
                      </a:pPr>
                      <a:r>
                        <a:rPr lang="en-US" sz="1100" b="1" kern="1200" spc="40" baseline="0" dirty="0">
                          <a:solidFill>
                            <a:schemeClr val="accent1"/>
                          </a:solidFill>
                          <a:latin typeface="+mj-lt"/>
                          <a:ea typeface="+mn-ea"/>
                          <a:cs typeface="+mn-cs"/>
                        </a:rPr>
                        <a:t>Service Impact</a:t>
                      </a:r>
                    </a:p>
                    <a:p>
                      <a:pPr marL="0" marR="0" lvl="0" indent="0" algn="l" defTabSz="914400" rtl="0" eaLnBrk="1" fontAlgn="auto" latinLnBrk="0" hangingPunct="1">
                        <a:lnSpc>
                          <a:spcPts val="1400"/>
                        </a:lnSpc>
                        <a:spcBef>
                          <a:spcPts val="400"/>
                        </a:spcBef>
                        <a:spcAft>
                          <a:spcPts val="0"/>
                        </a:spcAft>
                        <a:buClrTx/>
                        <a:buSzTx/>
                        <a:buFontTx/>
                        <a:buNone/>
                        <a:tabLst/>
                        <a:defRPr/>
                      </a:pPr>
                      <a:endParaRPr lang="en-GB" sz="1100" b="1" kern="1200" spc="40" baseline="0" dirty="0">
                        <a:solidFill>
                          <a:schemeClr val="accent1"/>
                        </a:solidFill>
                        <a:latin typeface="+mj-lt"/>
                        <a:ea typeface="+mn-ea"/>
                        <a:cs typeface="+mn-cs"/>
                      </a:endParaRPr>
                    </a:p>
                    <a:p>
                      <a:pPr marL="0" marR="0" lvl="0" indent="0" algn="l" defTabSz="914400" rtl="0" eaLnBrk="1" fontAlgn="auto" latinLnBrk="0" hangingPunct="1">
                        <a:lnSpc>
                          <a:spcPts val="1400"/>
                        </a:lnSpc>
                        <a:spcBef>
                          <a:spcPts val="400"/>
                        </a:spcBef>
                        <a:spcAft>
                          <a:spcPts val="0"/>
                        </a:spcAft>
                        <a:buClrTx/>
                        <a:buSzTx/>
                        <a:buFontTx/>
                        <a:buNone/>
                        <a:tabLst/>
                        <a:defRPr/>
                      </a:pPr>
                      <a:r>
                        <a:rPr lang="en-US" sz="1100" kern="1200" dirty="0">
                          <a:solidFill>
                            <a:schemeClr val="accent5">
                              <a:lumMod val="50000"/>
                            </a:schemeClr>
                          </a:solidFill>
                          <a:latin typeface="+mj-lt"/>
                          <a:ea typeface="+mn-ea"/>
                          <a:cs typeface="+mn-cs"/>
                        </a:rPr>
                        <a:t>Your objective goes here. Your objective goes here. Your objective goes here. </a:t>
                      </a:r>
                      <a:endParaRPr lang="en-GB" sz="1100" kern="1200" dirty="0">
                        <a:solidFill>
                          <a:schemeClr val="accent5">
                            <a:lumMod val="50000"/>
                          </a:schemeClr>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one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two</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three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four</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five</a:t>
                      </a:r>
                      <a:endParaRPr lang="en-GB" sz="1000" kern="1200" dirty="0">
                        <a:solidFill>
                          <a:schemeClr val="tx1"/>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68404583"/>
                  </a:ext>
                </a:extLst>
              </a:tr>
              <a:tr h="1087882">
                <a:tc>
                  <a:txBody>
                    <a:bodyPr/>
                    <a:lstStyle/>
                    <a:p>
                      <a:pPr marL="0" marR="0" lvl="0" indent="0" algn="l" defTabSz="914400" rtl="0" eaLnBrk="1" fontAlgn="auto" latinLnBrk="0" hangingPunct="1">
                        <a:lnSpc>
                          <a:spcPts val="1400"/>
                        </a:lnSpc>
                        <a:spcBef>
                          <a:spcPts val="400"/>
                        </a:spcBef>
                        <a:spcAft>
                          <a:spcPts val="0"/>
                        </a:spcAft>
                        <a:buClrTx/>
                        <a:buSzTx/>
                        <a:buFontTx/>
                        <a:buNone/>
                        <a:tabLst/>
                        <a:defRPr/>
                      </a:pPr>
                      <a:r>
                        <a:rPr lang="en-US" sz="1100" b="1" kern="1200" spc="40" baseline="0" dirty="0">
                          <a:solidFill>
                            <a:schemeClr val="accent1"/>
                          </a:solidFill>
                          <a:latin typeface="+mj-lt"/>
                          <a:ea typeface="+mn-ea"/>
                          <a:cs typeface="+mn-cs"/>
                        </a:rPr>
                        <a:t>Brand Alignment</a:t>
                      </a:r>
                    </a:p>
                    <a:p>
                      <a:pPr marL="0" marR="0" lvl="0" indent="0" algn="l" defTabSz="914400" rtl="0" eaLnBrk="1" fontAlgn="auto" latinLnBrk="0" hangingPunct="1">
                        <a:lnSpc>
                          <a:spcPts val="1400"/>
                        </a:lnSpc>
                        <a:spcBef>
                          <a:spcPts val="400"/>
                        </a:spcBef>
                        <a:spcAft>
                          <a:spcPts val="0"/>
                        </a:spcAft>
                        <a:buClrTx/>
                        <a:buSzTx/>
                        <a:buFontTx/>
                        <a:buNone/>
                        <a:tabLst/>
                        <a:defRPr/>
                      </a:pPr>
                      <a:endParaRPr lang="en-GB" sz="1100" b="1" kern="1200" spc="40" baseline="0" dirty="0">
                        <a:solidFill>
                          <a:schemeClr val="accent1"/>
                        </a:solidFill>
                        <a:latin typeface="+mj-lt"/>
                        <a:ea typeface="+mn-ea"/>
                        <a:cs typeface="+mn-cs"/>
                      </a:endParaRPr>
                    </a:p>
                    <a:p>
                      <a:pPr marL="0" marR="0" lvl="0" indent="0" algn="l" defTabSz="914400" rtl="0" eaLnBrk="1" fontAlgn="auto" latinLnBrk="0" hangingPunct="1">
                        <a:lnSpc>
                          <a:spcPts val="1400"/>
                        </a:lnSpc>
                        <a:spcBef>
                          <a:spcPts val="400"/>
                        </a:spcBef>
                        <a:spcAft>
                          <a:spcPts val="0"/>
                        </a:spcAft>
                        <a:buClrTx/>
                        <a:buSzTx/>
                        <a:buFontTx/>
                        <a:buNone/>
                        <a:tabLst/>
                        <a:defRPr/>
                      </a:pPr>
                      <a:r>
                        <a:rPr lang="en-US" sz="1100" kern="1200" dirty="0">
                          <a:solidFill>
                            <a:schemeClr val="accent5">
                              <a:lumMod val="50000"/>
                            </a:schemeClr>
                          </a:solidFill>
                          <a:latin typeface="+mj-lt"/>
                          <a:ea typeface="+mn-ea"/>
                          <a:cs typeface="+mn-cs"/>
                        </a:rPr>
                        <a:t>Your objective goes here. Your objective goes here. Your objective goes here. </a:t>
                      </a:r>
                      <a:endParaRPr lang="en-GB" sz="1100" kern="1200" dirty="0">
                        <a:solidFill>
                          <a:schemeClr val="accent5">
                            <a:lumMod val="50000"/>
                          </a:schemeClr>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a:txBody>
                    <a:bodyPr/>
                    <a:lstStyle/>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one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two</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three</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four</a:t>
                      </a:r>
                    </a:p>
                    <a:p>
                      <a:pPr marL="171450" indent="-171450" algn="l" defTabSz="914400" rtl="0" eaLnBrk="1" latinLnBrk="0" hangingPunct="1">
                        <a:lnSpc>
                          <a:spcPts val="1400"/>
                        </a:lnSpc>
                        <a:buFont typeface="Arial" panose="020B0604020202020204" pitchFamily="34" charset="0"/>
                        <a:buChar char="•"/>
                      </a:pPr>
                      <a:r>
                        <a:rPr lang="en-US" sz="1000" kern="1200" dirty="0">
                          <a:solidFill>
                            <a:schemeClr val="tx1"/>
                          </a:solidFill>
                          <a:latin typeface="+mj-lt"/>
                          <a:ea typeface="+mn-ea"/>
                          <a:cs typeface="+mn-cs"/>
                        </a:rPr>
                        <a:t>Key result five</a:t>
                      </a:r>
                      <a:endParaRPr lang="en-GB" sz="1000" kern="1200" dirty="0">
                        <a:solidFill>
                          <a:schemeClr val="tx1"/>
                        </a:solidFill>
                        <a:latin typeface="+mj-lt"/>
                        <a:ea typeface="+mn-ea"/>
                        <a:cs typeface="+mn-cs"/>
                      </a:endParaRPr>
                    </a:p>
                  </a:txBody>
                  <a:tcPr marT="108000" marB="10800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981773826"/>
                  </a:ext>
                </a:extLst>
              </a:tr>
            </a:tbl>
          </a:graphicData>
        </a:graphic>
      </p:graphicFrame>
      <p:sp>
        <p:nvSpPr>
          <p:cNvPr id="2" name="Title 1">
            <a:extLst>
              <a:ext uri="{FF2B5EF4-FFF2-40B4-BE49-F238E27FC236}">
                <a16:creationId xmlns:a16="http://schemas.microsoft.com/office/drawing/2014/main" id="{0AB54B4A-77CA-9BB1-70DA-1B10E3488CD1}"/>
              </a:ext>
            </a:extLst>
          </p:cNvPr>
          <p:cNvSpPr>
            <a:spLocks noGrp="1"/>
          </p:cNvSpPr>
          <p:nvPr>
            <p:ph type="ctrTitle"/>
          </p:nvPr>
        </p:nvSpPr>
        <p:spPr/>
        <p:txBody>
          <a:bodyPr/>
          <a:lstStyle/>
          <a:p>
            <a:r>
              <a:rPr lang="en-US" dirty="0"/>
              <a:t>HOW WE WILL MEASURE SUCCESS</a:t>
            </a:r>
            <a:endParaRPr lang="en-GB" dirty="0"/>
          </a:p>
        </p:txBody>
      </p:sp>
      <p:sp>
        <p:nvSpPr>
          <p:cNvPr id="3" name="Text Placeholder 2">
            <a:extLst>
              <a:ext uri="{FF2B5EF4-FFF2-40B4-BE49-F238E27FC236}">
                <a16:creationId xmlns:a16="http://schemas.microsoft.com/office/drawing/2014/main" id="{24B132CB-6711-E8F1-58D5-EC4F5C903236}"/>
              </a:ext>
            </a:extLst>
          </p:cNvPr>
          <p:cNvSpPr>
            <a:spLocks noGrp="1"/>
          </p:cNvSpPr>
          <p:nvPr>
            <p:ph type="body" sz="quarter" idx="103"/>
          </p:nvPr>
        </p:nvSpPr>
        <p:spPr>
          <a:xfrm>
            <a:off x="8332149" y="2220143"/>
            <a:ext cx="3307395" cy="884409"/>
          </a:xfrm>
        </p:spPr>
        <p:txBody>
          <a:bodyPr/>
          <a:lstStyle/>
          <a:p>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4" name="Text Placeholder 3">
            <a:extLst>
              <a:ext uri="{FF2B5EF4-FFF2-40B4-BE49-F238E27FC236}">
                <a16:creationId xmlns:a16="http://schemas.microsoft.com/office/drawing/2014/main" id="{D3412686-89A8-9D39-7F55-6BE8345B9D5D}"/>
              </a:ext>
            </a:extLst>
          </p:cNvPr>
          <p:cNvSpPr>
            <a:spLocks noGrp="1"/>
          </p:cNvSpPr>
          <p:nvPr>
            <p:ph type="body" sz="quarter" idx="104"/>
          </p:nvPr>
        </p:nvSpPr>
        <p:spPr>
          <a:xfrm>
            <a:off x="8332149" y="3286943"/>
            <a:ext cx="3307395" cy="884409"/>
          </a:xfrm>
        </p:spPr>
        <p:txBody>
          <a:bodyPr/>
          <a:lstStyle/>
          <a:p>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5" name="Text Placeholder 4">
            <a:extLst>
              <a:ext uri="{FF2B5EF4-FFF2-40B4-BE49-F238E27FC236}">
                <a16:creationId xmlns:a16="http://schemas.microsoft.com/office/drawing/2014/main" id="{213FECFF-E926-3376-7797-BCEF375880F3}"/>
              </a:ext>
            </a:extLst>
          </p:cNvPr>
          <p:cNvSpPr>
            <a:spLocks noGrp="1"/>
          </p:cNvSpPr>
          <p:nvPr>
            <p:ph type="body" sz="quarter" idx="105"/>
          </p:nvPr>
        </p:nvSpPr>
        <p:spPr>
          <a:xfrm>
            <a:off x="8332149" y="4396472"/>
            <a:ext cx="3307395" cy="884409"/>
          </a:xfrm>
        </p:spPr>
        <p:txBody>
          <a:bodyPr/>
          <a:lstStyle/>
          <a:p>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
        <p:nvSpPr>
          <p:cNvPr id="7" name="Text Placeholder 5">
            <a:extLst>
              <a:ext uri="{FF2B5EF4-FFF2-40B4-BE49-F238E27FC236}">
                <a16:creationId xmlns:a16="http://schemas.microsoft.com/office/drawing/2014/main" id="{EE138333-2ED8-9331-15A1-1571D561D9E4}"/>
              </a:ext>
            </a:extLst>
          </p:cNvPr>
          <p:cNvSpPr>
            <a:spLocks noGrp="1"/>
          </p:cNvSpPr>
          <p:nvPr>
            <p:ph type="body" sz="quarter" idx="106"/>
          </p:nvPr>
        </p:nvSpPr>
        <p:spPr>
          <a:xfrm>
            <a:off x="8332149" y="5497455"/>
            <a:ext cx="3307395" cy="884409"/>
          </a:xfrm>
        </p:spPr>
        <p:txBody>
          <a:bodyPr/>
          <a:lstStyle/>
          <a:p>
            <a:r>
              <a:rPr lang="en-US" dirty="0"/>
              <a:t>Insert your text here. No longer than 5 lines maximum. Insert your text here. No longer than 5 lines please. Insert your text here. No longer than 5 lines maximum. Insert your text here. No longer than 5 lines please.</a:t>
            </a:r>
            <a:endParaRPr lang="en-GB" dirty="0"/>
          </a:p>
        </p:txBody>
      </p:sp>
    </p:spTree>
    <p:extLst>
      <p:ext uri="{BB962C8B-B14F-4D97-AF65-F5344CB8AC3E}">
        <p14:creationId xmlns:p14="http://schemas.microsoft.com/office/powerpoint/2010/main" val="29711112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p09.s08">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3B22804-EB76-72D4-003E-3331B7A0F883}"/>
              </a:ext>
            </a:extLst>
          </p:cNvPr>
          <p:cNvGraphicFramePr>
            <a:graphicFrameLocks noGrp="1"/>
          </p:cNvGraphicFramePr>
          <p:nvPr userDrawn="1">
            <p:extLst>
              <p:ext uri="{D42A27DB-BD31-4B8C-83A1-F6EECF244321}">
                <p14:modId xmlns:p14="http://schemas.microsoft.com/office/powerpoint/2010/main" val="3372876991"/>
              </p:ext>
            </p:extLst>
          </p:nvPr>
        </p:nvGraphicFramePr>
        <p:xfrm>
          <a:off x="588167" y="1770563"/>
          <a:ext cx="11051376" cy="4690800"/>
        </p:xfrm>
        <a:graphic>
          <a:graphicData uri="http://schemas.openxmlformats.org/drawingml/2006/table">
            <a:tbl>
              <a:tblPr/>
              <a:tblGrid>
                <a:gridCol w="1578768">
                  <a:extLst>
                    <a:ext uri="{9D8B030D-6E8A-4147-A177-3AD203B41FA5}">
                      <a16:colId xmlns:a16="http://schemas.microsoft.com/office/drawing/2014/main" val="742853801"/>
                    </a:ext>
                  </a:extLst>
                </a:gridCol>
                <a:gridCol w="1578768">
                  <a:extLst>
                    <a:ext uri="{9D8B030D-6E8A-4147-A177-3AD203B41FA5}">
                      <a16:colId xmlns:a16="http://schemas.microsoft.com/office/drawing/2014/main" val="2749462187"/>
                    </a:ext>
                  </a:extLst>
                </a:gridCol>
                <a:gridCol w="1578768">
                  <a:extLst>
                    <a:ext uri="{9D8B030D-6E8A-4147-A177-3AD203B41FA5}">
                      <a16:colId xmlns:a16="http://schemas.microsoft.com/office/drawing/2014/main" val="3632033013"/>
                    </a:ext>
                  </a:extLst>
                </a:gridCol>
                <a:gridCol w="1578768">
                  <a:extLst>
                    <a:ext uri="{9D8B030D-6E8A-4147-A177-3AD203B41FA5}">
                      <a16:colId xmlns:a16="http://schemas.microsoft.com/office/drawing/2014/main" val="2600863937"/>
                    </a:ext>
                  </a:extLst>
                </a:gridCol>
                <a:gridCol w="1578768">
                  <a:extLst>
                    <a:ext uri="{9D8B030D-6E8A-4147-A177-3AD203B41FA5}">
                      <a16:colId xmlns:a16="http://schemas.microsoft.com/office/drawing/2014/main" val="3941941945"/>
                    </a:ext>
                  </a:extLst>
                </a:gridCol>
                <a:gridCol w="1578768">
                  <a:extLst>
                    <a:ext uri="{9D8B030D-6E8A-4147-A177-3AD203B41FA5}">
                      <a16:colId xmlns:a16="http://schemas.microsoft.com/office/drawing/2014/main" val="500466014"/>
                    </a:ext>
                  </a:extLst>
                </a:gridCol>
                <a:gridCol w="1578768">
                  <a:extLst>
                    <a:ext uri="{9D8B030D-6E8A-4147-A177-3AD203B41FA5}">
                      <a16:colId xmlns:a16="http://schemas.microsoft.com/office/drawing/2014/main" val="3467361855"/>
                    </a:ext>
                  </a:extLst>
                </a:gridCol>
              </a:tblGrid>
              <a:tr h="247915">
                <a:tc rowSpan="2">
                  <a:txBody>
                    <a:bodyPr/>
                    <a:lstStyle/>
                    <a:p>
                      <a:pPr algn="ctr" fontAlgn="ctr"/>
                      <a:r>
                        <a:rPr lang="en-ZA" sz="1000" b="1" i="0" u="none" strike="noStrike" spc="40" baseline="0" dirty="0">
                          <a:solidFill>
                            <a:srgbClr val="FFFFFF"/>
                          </a:solidFill>
                          <a:effectLst/>
                          <a:latin typeface="+mj-lt"/>
                        </a:rPr>
                        <a:t>STRATEGIC PRIORITIES</a:t>
                      </a:r>
                    </a:p>
                  </a:txBody>
                  <a:tcPr marL="4131" marR="4131" marT="0" marB="0" anchor="ctr">
                    <a:lnL w="12700" cap="flat" cmpd="sng" algn="ctr">
                      <a:no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rowSpan="2" gridSpan="2">
                  <a:txBody>
                    <a:bodyPr/>
                    <a:lstStyle/>
                    <a:p>
                      <a:pPr algn="ctr" fontAlgn="ctr"/>
                      <a:r>
                        <a:rPr lang="en-ZA" sz="1000" b="1" i="0" u="none" strike="noStrike" spc="40" baseline="0" dirty="0">
                          <a:solidFill>
                            <a:srgbClr val="FFFFFF"/>
                          </a:solidFill>
                          <a:effectLst/>
                          <a:latin typeface="+mj-lt"/>
                        </a:rPr>
                        <a:t>KPI</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rowSpan="2" hMerge="1">
                  <a:txBody>
                    <a:bodyPr/>
                    <a:lstStyle/>
                    <a:p>
                      <a:endParaRPr lang="en-ZA"/>
                    </a:p>
                  </a:txBody>
                  <a:tcPr/>
                </a:tc>
                <a:tc rowSpan="2">
                  <a:txBody>
                    <a:bodyPr/>
                    <a:lstStyle/>
                    <a:p>
                      <a:pPr algn="ctr" fontAlgn="ctr"/>
                      <a:r>
                        <a:rPr lang="en-GB" sz="1000" b="1" i="0" u="none" strike="noStrike" spc="40" baseline="0" noProof="0" dirty="0">
                          <a:solidFill>
                            <a:schemeClr val="bg1">
                              <a:lumMod val="95000"/>
                            </a:schemeClr>
                          </a:solidFill>
                          <a:effectLst/>
                          <a:latin typeface="+mj-lt"/>
                        </a:rPr>
                        <a:t>WEIGHTING</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rowSpan="2">
                  <a:txBody>
                    <a:bodyPr/>
                    <a:lstStyle/>
                    <a:p>
                      <a:pPr algn="ctr" fontAlgn="ctr"/>
                      <a:r>
                        <a:rPr lang="en-GB" sz="1000" b="1" i="0" u="none" strike="noStrike" spc="40" baseline="0" noProof="0" dirty="0">
                          <a:solidFill>
                            <a:schemeClr val="bg1">
                              <a:lumMod val="95000"/>
                            </a:schemeClr>
                          </a:solidFill>
                          <a:effectLst/>
                          <a:latin typeface="+mj-lt"/>
                        </a:rPr>
                        <a:t>TARGET</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gridSpan="2">
                  <a:txBody>
                    <a:bodyPr/>
                    <a:lstStyle/>
                    <a:p>
                      <a:pPr algn="ctr" fontAlgn="ctr"/>
                      <a:r>
                        <a:rPr lang="en-GB" sz="1000" b="1" i="0" u="none" strike="noStrike" spc="40" baseline="0" noProof="0" dirty="0">
                          <a:solidFill>
                            <a:schemeClr val="bg1"/>
                          </a:solidFill>
                          <a:effectLst/>
                          <a:latin typeface="+mj-lt"/>
                        </a:rPr>
                        <a:t>YTD </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hMerge="1">
                  <a:txBody>
                    <a:bodyPr/>
                    <a:lstStyle/>
                    <a:p>
                      <a:endParaRPr lang="en-ZA"/>
                    </a:p>
                  </a:txBody>
                  <a:tcPr/>
                </a:tc>
                <a:extLst>
                  <a:ext uri="{0D108BD9-81ED-4DB2-BD59-A6C34878D82A}">
                    <a16:rowId xmlns:a16="http://schemas.microsoft.com/office/drawing/2014/main" val="3384767911"/>
                  </a:ext>
                </a:extLst>
              </a:tr>
              <a:tr h="247915">
                <a:tc vMerge="1">
                  <a:txBody>
                    <a:bodyPr/>
                    <a:lstStyle/>
                    <a:p>
                      <a:endParaRPr lang="en-ZA"/>
                    </a:p>
                  </a:txBody>
                  <a:tcPr/>
                </a:tc>
                <a:tc gridSpan="2" vMerge="1">
                  <a:txBody>
                    <a:bodyPr/>
                    <a:lstStyle/>
                    <a:p>
                      <a:endParaRPr lang="en-ZA"/>
                    </a:p>
                  </a:txBody>
                  <a:tcPr/>
                </a:tc>
                <a:tc hMerge="1" vMerge="1">
                  <a:txBody>
                    <a:bodyPr/>
                    <a:lstStyle/>
                    <a:p>
                      <a:endParaRPr lang="en-ZA"/>
                    </a:p>
                  </a:txBody>
                  <a:tcPr/>
                </a:tc>
                <a:tc vMerge="1">
                  <a:txBody>
                    <a:bodyPr/>
                    <a:lstStyle/>
                    <a:p>
                      <a:endParaRPr lang="en-ZA"/>
                    </a:p>
                  </a:txBody>
                  <a:tcPr/>
                </a:tc>
                <a:tc vMerge="1">
                  <a:txBody>
                    <a:bodyPr/>
                    <a:lstStyle/>
                    <a:p>
                      <a:endParaRPr lang="en-ZA"/>
                    </a:p>
                  </a:txBody>
                  <a:tcPr/>
                </a:tc>
                <a:tc>
                  <a:txBody>
                    <a:bodyPr/>
                    <a:lstStyle/>
                    <a:p>
                      <a:pPr algn="ctr" fontAlgn="ctr"/>
                      <a:r>
                        <a:rPr lang="en-GB" sz="900" b="1" i="0" u="none" strike="noStrike" spc="40" baseline="0" noProof="0" dirty="0">
                          <a:solidFill>
                            <a:schemeClr val="bg1">
                              <a:lumMod val="95000"/>
                            </a:schemeClr>
                          </a:solidFill>
                          <a:effectLst/>
                          <a:latin typeface="+mj-lt"/>
                        </a:rPr>
                        <a:t>SCORE</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fontAlgn="ctr"/>
                      <a:r>
                        <a:rPr lang="en-GB" sz="900" b="1" i="0" u="none" strike="noStrike" spc="40" baseline="0" noProof="0" dirty="0">
                          <a:solidFill>
                            <a:schemeClr val="bg1">
                              <a:lumMod val="95000"/>
                            </a:schemeClr>
                          </a:solidFill>
                          <a:effectLst/>
                          <a:latin typeface="+mj-lt"/>
                        </a:rPr>
                        <a:t>ACTUAL ACHIVED</a:t>
                      </a:r>
                    </a:p>
                  </a:txBody>
                  <a:tcPr marL="4131" marR="4131" marT="0" marB="0" anchor="ctr">
                    <a:lnL w="12700" cap="flat" cmpd="sng" algn="ctr">
                      <a:solidFill>
                        <a:schemeClr val="tx1">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801828464"/>
                  </a:ext>
                </a:extLst>
              </a:tr>
              <a:tr h="489588">
                <a:tc>
                  <a:txBody>
                    <a:bodyPr/>
                    <a:lstStyle/>
                    <a:p>
                      <a:pPr algn="ctr" fontAlgn="b"/>
                      <a:r>
                        <a:rPr lang="en-GB" sz="1000" b="1" i="0" u="none" strike="noStrike" spc="40" baseline="0" noProof="0" dirty="0">
                          <a:solidFill>
                            <a:schemeClr val="accent1"/>
                          </a:solidFill>
                          <a:effectLst/>
                          <a:latin typeface="+mj-lt"/>
                        </a:rPr>
                        <a:t>REVENUE MANAGEMENT</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000" b="0" i="0" u="none" strike="noStrike" spc="40" baseline="0" noProof="0" dirty="0">
                          <a:solidFill>
                            <a:schemeClr val="accent5">
                              <a:lumMod val="50000"/>
                            </a:schemeClr>
                          </a:solidFill>
                          <a:effectLst/>
                          <a:latin typeface="+mj-lt"/>
                        </a:rPr>
                        <a:t>VALUE  SALES</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000" b="0" i="0" u="none" strike="noStrike" spc="40" baseline="0" noProof="0" dirty="0">
                          <a:solidFill>
                            <a:schemeClr val="accent5"/>
                          </a:solidFill>
                          <a:effectLst/>
                          <a:latin typeface="+mj-lt"/>
                        </a:rPr>
                        <a:t>Value % growth over previous year</a:t>
                      </a: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10%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4%</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1314849219"/>
                  </a:ext>
                </a:extLst>
              </a:tr>
              <a:tr h="776326">
                <a:tc>
                  <a:txBody>
                    <a:bodyPr/>
                    <a:lstStyle/>
                    <a:p>
                      <a:pPr algn="ctr" fontAlgn="b"/>
                      <a:r>
                        <a:rPr lang="en-GB" sz="1000" b="1" i="0" u="none" strike="noStrike" spc="40" baseline="0" noProof="0" dirty="0">
                          <a:solidFill>
                            <a:schemeClr val="accent1"/>
                          </a:solidFill>
                          <a:effectLst/>
                          <a:latin typeface="+mj-lt"/>
                        </a:rPr>
                        <a:t>RIGHT STORE</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000" b="0" i="0" u="none" strike="noStrike" spc="40" baseline="0" noProof="0" dirty="0">
                          <a:solidFill>
                            <a:schemeClr val="accent5">
                              <a:lumMod val="50000"/>
                            </a:schemeClr>
                          </a:solidFill>
                          <a:effectLst/>
                          <a:latin typeface="+mj-lt"/>
                        </a:rPr>
                        <a:t>CALL COMPLIANCE</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GB" sz="1000" b="0" i="0" u="none" strike="noStrike" spc="40" baseline="0" noProof="0" dirty="0">
                          <a:solidFill>
                            <a:schemeClr val="accent5"/>
                          </a:solidFill>
                          <a:effectLst/>
                          <a:latin typeface="+mj-lt"/>
                        </a:rPr>
                        <a:t>Call compliance conduct on survey in a every store on a monthly basis</a:t>
                      </a: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5%</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95%</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1837089516"/>
                  </a:ext>
                </a:extLst>
              </a:tr>
              <a:tr h="972937">
                <a:tc rowSpan="4">
                  <a:txBody>
                    <a:bodyPr/>
                    <a:lstStyle/>
                    <a:p>
                      <a:pPr algn="ctr" fontAlgn="ctr"/>
                      <a:r>
                        <a:rPr lang="en-GB" sz="1000" b="1" i="0" u="none" strike="noStrike" spc="40" baseline="0" noProof="0" dirty="0">
                          <a:solidFill>
                            <a:schemeClr val="accent1"/>
                          </a:solidFill>
                          <a:effectLst/>
                          <a:latin typeface="+mj-lt"/>
                        </a:rPr>
                        <a:t>PERFECT STORE (OPEX)</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0" u="none" strike="noStrike" spc="40" baseline="0" noProof="0" dirty="0">
                          <a:solidFill>
                            <a:schemeClr val="accent5">
                              <a:lumMod val="50000"/>
                            </a:schemeClr>
                          </a:solidFill>
                          <a:effectLst/>
                          <a:latin typeface="+mj-lt"/>
                        </a:rPr>
                        <a:t>PRODUCT</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GB" sz="1000" b="0" i="0" u="none" strike="noStrike" spc="40" baseline="0" noProof="0" dirty="0">
                          <a:solidFill>
                            <a:schemeClr val="accent5"/>
                          </a:solidFill>
                          <a:effectLst/>
                          <a:latin typeface="+mj-lt"/>
                        </a:rPr>
                        <a:t>ON SHELF AVAILIBILITY on Main Shelf based on listed and ranged SKUs per Account</a:t>
                      </a: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25%</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98%</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84491280"/>
                  </a:ext>
                </a:extLst>
              </a:tr>
              <a:tr h="731264">
                <a:tc vMerge="1">
                  <a:txBody>
                    <a:bodyPr/>
                    <a:lstStyle/>
                    <a:p>
                      <a:endParaRPr lang="en-ZA"/>
                    </a:p>
                  </a:txBody>
                  <a:tcPr/>
                </a:tc>
                <a:tc rowSpan="3">
                  <a:txBody>
                    <a:bodyPr/>
                    <a:lstStyle/>
                    <a:p>
                      <a:pPr algn="ctr" fontAlgn="ctr"/>
                      <a:r>
                        <a:rPr lang="en-GB" sz="1000" b="0" i="0" u="none" strike="noStrike" spc="40" baseline="0" noProof="0" dirty="0">
                          <a:solidFill>
                            <a:schemeClr val="accent5">
                              <a:lumMod val="50000"/>
                            </a:schemeClr>
                          </a:solidFill>
                          <a:effectLst/>
                          <a:latin typeface="+mj-lt"/>
                        </a:rPr>
                        <a:t>PLACEMENT</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t"/>
                      <a:r>
                        <a:rPr lang="en-GB" sz="1000" b="0" i="0" u="none" strike="noStrike" spc="40" baseline="0" noProof="0" dirty="0">
                          <a:solidFill>
                            <a:schemeClr val="accent5"/>
                          </a:solidFill>
                          <a:effectLst/>
                          <a:latin typeface="+mj-lt"/>
                        </a:rPr>
                        <a:t>NPD Distribution           60% month 1                90% month 2 </a:t>
                      </a: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5%</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90%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899092590"/>
                  </a:ext>
                </a:extLst>
              </a:tr>
              <a:tr h="408285">
                <a:tc vMerge="1">
                  <a:txBody>
                    <a:bodyPr/>
                    <a:lstStyle/>
                    <a:p>
                      <a:endParaRPr lang="en-ZA"/>
                    </a:p>
                  </a:txBody>
                  <a:tcPr>
                    <a:lnT w="12700" cap="flat" cmpd="sng" algn="ctr">
                      <a:solidFill>
                        <a:schemeClr val="tx1"/>
                      </a:solidFill>
                      <a:prstDash val="solid"/>
                      <a:round/>
                      <a:headEnd type="none" w="med" len="med"/>
                      <a:tailEnd type="none" w="med" len="med"/>
                    </a:lnT>
                  </a:tcPr>
                </a:tc>
                <a:tc vMerge="1">
                  <a:txBody>
                    <a:bodyPr/>
                    <a:lstStyle/>
                    <a:p>
                      <a:endParaRPr lang="en-ZA"/>
                    </a:p>
                  </a:txBody>
                  <a:tcPr>
                    <a:lnT w="12700" cap="flat" cmpd="sng" algn="ctr">
                      <a:solidFill>
                        <a:schemeClr val="tx1"/>
                      </a:solidFill>
                      <a:prstDash val="solid"/>
                      <a:round/>
                      <a:headEnd type="none" w="med" len="med"/>
                      <a:tailEnd type="none" w="med" len="med"/>
                    </a:lnT>
                  </a:tcPr>
                </a:tc>
                <a:tc>
                  <a:txBody>
                    <a:bodyPr/>
                    <a:lstStyle/>
                    <a:p>
                      <a:pPr algn="ctr" fontAlgn="ctr"/>
                      <a:r>
                        <a:rPr lang="en-GB" sz="1000" b="0" i="0" u="none" strike="noStrike" spc="40" baseline="0" noProof="0" dirty="0">
                          <a:solidFill>
                            <a:schemeClr val="accent5"/>
                          </a:solidFill>
                          <a:effectLst/>
                          <a:latin typeface="+mj-lt"/>
                        </a:rPr>
                        <a:t>Share of shelf </a:t>
                      </a:r>
                      <a:endParaRPr lang="en-GB" sz="1000" b="0" i="0" u="none" strike="noStrike" spc="40" baseline="0" noProof="0" dirty="0">
                        <a:solidFill>
                          <a:schemeClr val="accent5"/>
                        </a:solidFill>
                        <a:effectLst/>
                        <a:highlight>
                          <a:srgbClr val="FFFF00"/>
                        </a:highlight>
                        <a:latin typeface="+mj-lt"/>
                      </a:endParaRP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15%</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50%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2207303350"/>
                  </a:ext>
                </a:extLst>
              </a:tr>
              <a:tr h="408285">
                <a:tc vMerge="1">
                  <a:txBody>
                    <a:bodyPr/>
                    <a:lstStyle/>
                    <a:p>
                      <a:endParaRPr lang="en-ZA"/>
                    </a:p>
                  </a:txBody>
                  <a:tcPr/>
                </a:tc>
                <a:tc vMerge="1">
                  <a:txBody>
                    <a:bodyPr/>
                    <a:lstStyle/>
                    <a:p>
                      <a:endParaRPr lang="en-ZA"/>
                    </a:p>
                  </a:txBody>
                  <a:tcPr/>
                </a:tc>
                <a:tc>
                  <a:txBody>
                    <a:bodyPr/>
                    <a:lstStyle/>
                    <a:p>
                      <a:pPr algn="ctr" fontAlgn="ctr"/>
                      <a:r>
                        <a:rPr lang="en-GB" sz="1000" b="0" i="0" u="none" strike="noStrike" spc="40" baseline="0" noProof="0" dirty="0">
                          <a:solidFill>
                            <a:schemeClr val="accent5"/>
                          </a:solidFill>
                          <a:effectLst/>
                          <a:latin typeface="+mj-lt"/>
                        </a:rPr>
                        <a:t>Best Shelf</a:t>
                      </a:r>
                      <a:endParaRPr lang="en-GB" sz="1000" b="0" i="0" u="none" strike="noStrike" spc="40" baseline="0" noProof="0" dirty="0">
                        <a:solidFill>
                          <a:schemeClr val="accent5"/>
                        </a:solidFill>
                        <a:effectLst/>
                        <a:highlight>
                          <a:srgbClr val="FFFF00"/>
                        </a:highlight>
                        <a:latin typeface="+mj-lt"/>
                      </a:endParaRPr>
                    </a:p>
                  </a:txBody>
                  <a:tcPr marL="72000" marR="72000"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000" b="0" i="1" u="none" strike="noStrike" spc="40" baseline="0" noProof="0" dirty="0">
                          <a:solidFill>
                            <a:schemeClr val="bg1">
                              <a:lumMod val="95000"/>
                            </a:schemeClr>
                          </a:solidFill>
                          <a:effectLst/>
                          <a:latin typeface="+mj-lt"/>
                        </a:rPr>
                        <a:t>10%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100000"/>
                      </a:schemeClr>
                    </a:solidFill>
                  </a:tcPr>
                </a:tc>
                <a:tc>
                  <a:txBody>
                    <a:bodyPr/>
                    <a:lstStyle/>
                    <a:p>
                      <a:pPr algn="ctr" fontAlgn="ctr"/>
                      <a:r>
                        <a:rPr lang="en-GB" sz="1000" b="1" i="1" u="none" strike="noStrike" spc="40" baseline="0" noProof="0" dirty="0">
                          <a:solidFill>
                            <a:schemeClr val="bg1">
                              <a:lumMod val="95000"/>
                            </a:schemeClr>
                          </a:solidFill>
                          <a:effectLst/>
                          <a:latin typeface="+mj-lt"/>
                        </a:rPr>
                        <a:t>100%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EBF7FF"/>
                    </a:solidFill>
                  </a:tcPr>
                </a:tc>
                <a:tc>
                  <a:txBody>
                    <a:bodyPr/>
                    <a:lstStyle/>
                    <a:p>
                      <a:pPr algn="ctr" fontAlgn="ctr"/>
                      <a:endParaRPr lang="en-GB" sz="1000" b="0" i="0" u="none" strike="noStrike" spc="40" baseline="0" noProof="0" dirty="0">
                        <a:solidFill>
                          <a:schemeClr val="bg1">
                            <a:lumMod val="95000"/>
                          </a:schemeClr>
                        </a:solidFill>
                        <a:effectLst/>
                        <a:latin typeface="+mj-lt"/>
                      </a:endParaRPr>
                    </a:p>
                  </a:txBody>
                  <a:tcPr marL="4131" marR="4131" marT="4131"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rgbClr val="EBF7FF"/>
                    </a:solidFill>
                  </a:tcPr>
                </a:tc>
                <a:extLst>
                  <a:ext uri="{0D108BD9-81ED-4DB2-BD59-A6C34878D82A}">
                    <a16:rowId xmlns:a16="http://schemas.microsoft.com/office/drawing/2014/main" val="3183837888"/>
                  </a:ext>
                </a:extLst>
              </a:tr>
              <a:tr h="408285">
                <a:tc>
                  <a:txBody>
                    <a:bodyPr/>
                    <a:lstStyle/>
                    <a:p>
                      <a:pPr algn="ctr" fontAlgn="ctr"/>
                      <a:r>
                        <a:rPr lang="en-ZA" sz="1000" b="1" i="0" u="none" strike="noStrike" spc="40" baseline="0" dirty="0">
                          <a:solidFill>
                            <a:srgbClr val="FFFFFF"/>
                          </a:solidFill>
                          <a:effectLst/>
                          <a:latin typeface="+mj-lt"/>
                        </a:rPr>
                        <a:t> </a:t>
                      </a:r>
                    </a:p>
                  </a:txBody>
                  <a:tcPr marL="4131" marR="4131" marT="413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ZA" sz="1000" b="1" i="0" u="none" strike="noStrike" spc="40" baseline="0" dirty="0">
                          <a:solidFill>
                            <a:srgbClr val="FFFFFF"/>
                          </a:solidFill>
                          <a:effectLst/>
                          <a:latin typeface="+mj-lt"/>
                        </a:rPr>
                        <a:t> </a:t>
                      </a:r>
                    </a:p>
                  </a:txBody>
                  <a:tcPr marL="4131" marR="4131" marT="4131" marB="0" anchor="ctr">
                    <a:lnL w="12700" cap="flat" cmpd="sng" algn="ctr">
                      <a:solidFill>
                        <a:schemeClr val="bg1"/>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GB" sz="1000" b="1" i="0" u="none" strike="noStrike" spc="40" baseline="0" noProof="0" dirty="0">
                          <a:solidFill>
                            <a:srgbClr val="FFFFFF"/>
                          </a:solidFill>
                          <a:effectLst/>
                          <a:latin typeface="+mj-lt"/>
                        </a:rPr>
                        <a:t>TOTAL</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r>
                        <a:rPr lang="en-GB" sz="1000" b="1" i="0" u="none" strike="noStrike" spc="40" baseline="0" noProof="0" dirty="0">
                          <a:solidFill>
                            <a:schemeClr val="bg1"/>
                          </a:solidFill>
                          <a:effectLst/>
                          <a:latin typeface="+mj-lt"/>
                        </a:rPr>
                        <a:t>100%</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r>
                        <a:rPr lang="en-GB" sz="1000" b="1" i="0" u="none" strike="noStrike" spc="40" baseline="0" noProof="0" dirty="0">
                          <a:solidFill>
                            <a:srgbClr val="FFFFFF"/>
                          </a:solidFill>
                          <a:effectLst/>
                          <a:latin typeface="+mj-lt"/>
                        </a:rPr>
                        <a:t> </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r>
                        <a:rPr lang="en-GB" sz="1000" b="1" i="0" u="none" strike="noStrike" spc="40" baseline="0" noProof="0" dirty="0">
                          <a:solidFill>
                            <a:srgbClr val="FFFFFF"/>
                          </a:solidFill>
                          <a:effectLst/>
                          <a:latin typeface="+mj-lt"/>
                        </a:rPr>
                        <a:t> </a:t>
                      </a: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solidFill>
                        <a:schemeClr val="tx1">
                          <a:lumMod val="40000"/>
                          <a:lumOff val="60000"/>
                        </a:schemeClr>
                      </a:solid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tc>
                  <a:txBody>
                    <a:bodyPr/>
                    <a:lstStyle/>
                    <a:p>
                      <a:pPr algn="ctr" fontAlgn="ctr"/>
                      <a:endParaRPr lang="en-GB" sz="1000" b="1" i="0" u="none" strike="noStrike" spc="40" baseline="0" noProof="0" dirty="0">
                        <a:solidFill>
                          <a:srgbClr val="FFFFFF"/>
                        </a:solidFill>
                        <a:effectLst/>
                        <a:latin typeface="+mj-lt"/>
                      </a:endParaRPr>
                    </a:p>
                  </a:txBody>
                  <a:tcPr marL="4131" marR="4131" marT="4131" marB="0" anchor="ctr">
                    <a:lnL w="12700" cap="flat" cmpd="sng" algn="ctr">
                      <a:solidFill>
                        <a:schemeClr val="tx1">
                          <a:lumMod val="40000"/>
                          <a:lumOff val="6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100000"/>
                      </a:schemeClr>
                    </a:solidFill>
                  </a:tcPr>
                </a:tc>
                <a:extLst>
                  <a:ext uri="{0D108BD9-81ED-4DB2-BD59-A6C34878D82A}">
                    <a16:rowId xmlns:a16="http://schemas.microsoft.com/office/drawing/2014/main" val="2627237369"/>
                  </a:ext>
                </a:extLst>
              </a:tr>
            </a:tbl>
          </a:graphicData>
        </a:graphic>
      </p:graphicFrame>
      <p:sp>
        <p:nvSpPr>
          <p:cNvPr id="3" name="Title 1">
            <a:extLst>
              <a:ext uri="{FF2B5EF4-FFF2-40B4-BE49-F238E27FC236}">
                <a16:creationId xmlns:a16="http://schemas.microsoft.com/office/drawing/2014/main" id="{8DB79591-07A1-FBFD-7692-3DD9A5539A68}"/>
              </a:ext>
            </a:extLst>
          </p:cNvPr>
          <p:cNvSpPr>
            <a:spLocks noGrp="1"/>
          </p:cNvSpPr>
          <p:nvPr>
            <p:ph type="ctrTitle"/>
          </p:nvPr>
        </p:nvSpPr>
        <p:spPr/>
        <p:txBody>
          <a:bodyPr/>
          <a:lstStyle/>
          <a:p>
            <a:r>
              <a:rPr lang="en-US" dirty="0"/>
              <a:t>KPIs TO BE CO-CREATED</a:t>
            </a:r>
            <a:endParaRPr lang="en-GB" dirty="0"/>
          </a:p>
        </p:txBody>
      </p:sp>
    </p:spTree>
    <p:extLst>
      <p:ext uri="{BB962C8B-B14F-4D97-AF65-F5344CB8AC3E}">
        <p14:creationId xmlns:p14="http://schemas.microsoft.com/office/powerpoint/2010/main" val="264519693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p09.s0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CBCF-C168-709A-7AD1-F6D56294713F}"/>
              </a:ext>
            </a:extLst>
          </p:cNvPr>
          <p:cNvSpPr>
            <a:spLocks noGrp="1"/>
          </p:cNvSpPr>
          <p:nvPr>
            <p:ph type="ctrTitle"/>
          </p:nvPr>
        </p:nvSpPr>
        <p:spPr/>
        <p:txBody>
          <a:bodyPr/>
          <a:lstStyle/>
          <a:p>
            <a:r>
              <a:rPr lang="en-US" dirty="0"/>
              <a:t>INSERT YOUR ONE LINE HEADING HERE</a:t>
            </a:r>
            <a:endParaRPr lang="en-GB" dirty="0"/>
          </a:p>
        </p:txBody>
      </p:sp>
      <p:sp>
        <p:nvSpPr>
          <p:cNvPr id="3" name="Text Placeholder 2">
            <a:extLst>
              <a:ext uri="{FF2B5EF4-FFF2-40B4-BE49-F238E27FC236}">
                <a16:creationId xmlns:a16="http://schemas.microsoft.com/office/drawing/2014/main" id="{EB79A674-EFEE-55D7-D582-2EBD912D0BB1}"/>
              </a:ext>
            </a:extLst>
          </p:cNvPr>
          <p:cNvSpPr>
            <a:spLocks noGrp="1"/>
          </p:cNvSpPr>
          <p:nvPr>
            <p:ph type="body" sz="quarter" idx="83"/>
          </p:nvPr>
        </p:nvSpPr>
        <p:spPr>
          <a:xfrm>
            <a:off x="588166" y="1784061"/>
            <a:ext cx="7346757" cy="224933"/>
          </a:xfrm>
        </p:spPr>
        <p:txBody>
          <a:bodyPr/>
          <a:lstStyle/>
          <a:p>
            <a:r>
              <a:rPr lang="en-US" dirty="0"/>
              <a:t>INSERT YOUR HEADING FOR THE IMAGE YOU ADD BELOW:</a:t>
            </a:r>
            <a:endParaRPr lang="en-GB" dirty="0"/>
          </a:p>
        </p:txBody>
      </p:sp>
      <p:sp>
        <p:nvSpPr>
          <p:cNvPr id="4" name="Text Placeholder 3">
            <a:extLst>
              <a:ext uri="{FF2B5EF4-FFF2-40B4-BE49-F238E27FC236}">
                <a16:creationId xmlns:a16="http://schemas.microsoft.com/office/drawing/2014/main" id="{30461515-9D37-C6B3-F5E8-CD2FB6A75BAD}"/>
              </a:ext>
            </a:extLst>
          </p:cNvPr>
          <p:cNvSpPr>
            <a:spLocks noGrp="1"/>
          </p:cNvSpPr>
          <p:nvPr>
            <p:ph type="body" sz="quarter" idx="84"/>
          </p:nvPr>
        </p:nvSpPr>
        <p:spPr/>
        <p:txBody>
          <a:bodyPr/>
          <a:lstStyle/>
          <a:p>
            <a:r>
              <a:rPr lang="en-US" dirty="0"/>
              <a:t>Metric example here</a:t>
            </a:r>
            <a:endParaRPr lang="en-GB" dirty="0"/>
          </a:p>
        </p:txBody>
      </p:sp>
      <p:sp>
        <p:nvSpPr>
          <p:cNvPr id="5" name="Text Placeholder 4">
            <a:extLst>
              <a:ext uri="{FF2B5EF4-FFF2-40B4-BE49-F238E27FC236}">
                <a16:creationId xmlns:a16="http://schemas.microsoft.com/office/drawing/2014/main" id="{0AB1DB9D-321B-A3DC-36DC-094D36C03D11}"/>
              </a:ext>
            </a:extLst>
          </p:cNvPr>
          <p:cNvSpPr>
            <a:spLocks noGrp="1"/>
          </p:cNvSpPr>
          <p:nvPr>
            <p:ph type="body" sz="quarter" idx="40"/>
          </p:nvPr>
        </p:nvSpPr>
        <p:spPr>
          <a:xfrm>
            <a:off x="8638156" y="1801822"/>
            <a:ext cx="2667930" cy="410369"/>
          </a:xfrm>
        </p:spPr>
        <p:txBody>
          <a:bodyPr/>
          <a:lstStyle/>
          <a:p>
            <a:r>
              <a:rPr lang="en-GB" noProof="0" dirty="0"/>
              <a:t>Metrics are co-created with our Clients, examples below:</a:t>
            </a:r>
          </a:p>
        </p:txBody>
      </p:sp>
      <p:sp>
        <p:nvSpPr>
          <p:cNvPr id="6" name="Text Placeholder 5">
            <a:extLst>
              <a:ext uri="{FF2B5EF4-FFF2-40B4-BE49-F238E27FC236}">
                <a16:creationId xmlns:a16="http://schemas.microsoft.com/office/drawing/2014/main" id="{D830E8AC-9D5F-A8C8-D26A-3FC7CC6DA0C7}"/>
              </a:ext>
            </a:extLst>
          </p:cNvPr>
          <p:cNvSpPr>
            <a:spLocks noGrp="1"/>
          </p:cNvSpPr>
          <p:nvPr>
            <p:ph type="body" sz="quarter" idx="85"/>
          </p:nvPr>
        </p:nvSpPr>
        <p:spPr>
          <a:xfrm>
            <a:off x="9083482" y="3405218"/>
            <a:ext cx="2556064" cy="224933"/>
          </a:xfrm>
        </p:spPr>
        <p:txBody>
          <a:bodyPr/>
          <a:lstStyle/>
          <a:p>
            <a:r>
              <a:rPr lang="en-US" dirty="0"/>
              <a:t>Metric example here</a:t>
            </a:r>
            <a:endParaRPr lang="en-GB" dirty="0"/>
          </a:p>
        </p:txBody>
      </p:sp>
      <p:sp>
        <p:nvSpPr>
          <p:cNvPr id="7" name="Text Placeholder 6">
            <a:extLst>
              <a:ext uri="{FF2B5EF4-FFF2-40B4-BE49-F238E27FC236}">
                <a16:creationId xmlns:a16="http://schemas.microsoft.com/office/drawing/2014/main" id="{EC1A1CC3-454C-8FFD-5216-D9FC3DA73DEC}"/>
              </a:ext>
            </a:extLst>
          </p:cNvPr>
          <p:cNvSpPr>
            <a:spLocks noGrp="1"/>
          </p:cNvSpPr>
          <p:nvPr>
            <p:ph type="body" sz="quarter" idx="86"/>
          </p:nvPr>
        </p:nvSpPr>
        <p:spPr>
          <a:xfrm>
            <a:off x="9083482" y="4052522"/>
            <a:ext cx="2556064" cy="224933"/>
          </a:xfrm>
        </p:spPr>
        <p:txBody>
          <a:bodyPr/>
          <a:lstStyle/>
          <a:p>
            <a:r>
              <a:rPr lang="en-US" dirty="0"/>
              <a:t>Metric example here</a:t>
            </a:r>
            <a:endParaRPr lang="en-GB" dirty="0"/>
          </a:p>
        </p:txBody>
      </p:sp>
      <p:sp>
        <p:nvSpPr>
          <p:cNvPr id="8" name="Text Placeholder 7">
            <a:extLst>
              <a:ext uri="{FF2B5EF4-FFF2-40B4-BE49-F238E27FC236}">
                <a16:creationId xmlns:a16="http://schemas.microsoft.com/office/drawing/2014/main" id="{B5937A64-3B48-9FB3-2CE0-A5B313D77443}"/>
              </a:ext>
            </a:extLst>
          </p:cNvPr>
          <p:cNvSpPr>
            <a:spLocks noGrp="1"/>
          </p:cNvSpPr>
          <p:nvPr>
            <p:ph type="body" sz="quarter" idx="87"/>
          </p:nvPr>
        </p:nvSpPr>
        <p:spPr>
          <a:xfrm>
            <a:off x="9083482" y="4683788"/>
            <a:ext cx="2556064" cy="224933"/>
          </a:xfrm>
        </p:spPr>
        <p:txBody>
          <a:bodyPr/>
          <a:lstStyle/>
          <a:p>
            <a:r>
              <a:rPr lang="en-US" dirty="0"/>
              <a:t>Metric example here</a:t>
            </a:r>
            <a:endParaRPr lang="en-GB" dirty="0"/>
          </a:p>
        </p:txBody>
      </p:sp>
      <p:sp>
        <p:nvSpPr>
          <p:cNvPr id="9" name="Text Placeholder 8">
            <a:extLst>
              <a:ext uri="{FF2B5EF4-FFF2-40B4-BE49-F238E27FC236}">
                <a16:creationId xmlns:a16="http://schemas.microsoft.com/office/drawing/2014/main" id="{A9572A47-18E1-FBE5-E8E7-1A22A1A7C4FB}"/>
              </a:ext>
            </a:extLst>
          </p:cNvPr>
          <p:cNvSpPr>
            <a:spLocks noGrp="1"/>
          </p:cNvSpPr>
          <p:nvPr>
            <p:ph type="body" sz="quarter" idx="88"/>
          </p:nvPr>
        </p:nvSpPr>
        <p:spPr>
          <a:xfrm>
            <a:off x="9083482" y="5314469"/>
            <a:ext cx="2556064" cy="224933"/>
          </a:xfrm>
        </p:spPr>
        <p:txBody>
          <a:bodyPr/>
          <a:lstStyle/>
          <a:p>
            <a:r>
              <a:rPr lang="en-US" dirty="0"/>
              <a:t>Metric example here</a:t>
            </a:r>
            <a:endParaRPr lang="en-GB" dirty="0"/>
          </a:p>
        </p:txBody>
      </p:sp>
      <p:sp>
        <p:nvSpPr>
          <p:cNvPr id="10" name="Text Placeholder 9">
            <a:extLst>
              <a:ext uri="{FF2B5EF4-FFF2-40B4-BE49-F238E27FC236}">
                <a16:creationId xmlns:a16="http://schemas.microsoft.com/office/drawing/2014/main" id="{91113933-71DF-2FD0-F615-194E6E2E8443}"/>
              </a:ext>
            </a:extLst>
          </p:cNvPr>
          <p:cNvSpPr>
            <a:spLocks noGrp="1"/>
          </p:cNvSpPr>
          <p:nvPr>
            <p:ph type="body" sz="quarter" idx="89"/>
          </p:nvPr>
        </p:nvSpPr>
        <p:spPr>
          <a:xfrm>
            <a:off x="9083482" y="5953976"/>
            <a:ext cx="2556064" cy="224933"/>
          </a:xfrm>
        </p:spPr>
        <p:txBody>
          <a:bodyPr/>
          <a:lstStyle/>
          <a:p>
            <a:r>
              <a:rPr lang="en-US" dirty="0"/>
              <a:t>Metric example here</a:t>
            </a:r>
            <a:endParaRPr lang="en-GB" dirty="0"/>
          </a:p>
        </p:txBody>
      </p:sp>
      <p:sp>
        <p:nvSpPr>
          <p:cNvPr id="15" name="Picture Placeholder 14">
            <a:extLst>
              <a:ext uri="{FF2B5EF4-FFF2-40B4-BE49-F238E27FC236}">
                <a16:creationId xmlns:a16="http://schemas.microsoft.com/office/drawing/2014/main" id="{3FB26810-4E24-4635-6940-8CE6376FC99A}"/>
              </a:ext>
            </a:extLst>
          </p:cNvPr>
          <p:cNvSpPr>
            <a:spLocks noGrp="1"/>
          </p:cNvSpPr>
          <p:nvPr>
            <p:ph type="pic" sz="quarter" idx="65"/>
          </p:nvPr>
        </p:nvSpPr>
        <p:spPr/>
        <p:txBody>
          <a:bodyPr/>
          <a:lstStyle/>
          <a:p>
            <a:endParaRPr lang="en-GB"/>
          </a:p>
        </p:txBody>
      </p:sp>
    </p:spTree>
    <p:extLst>
      <p:ext uri="{BB962C8B-B14F-4D97-AF65-F5344CB8AC3E}">
        <p14:creationId xmlns:p14="http://schemas.microsoft.com/office/powerpoint/2010/main" val="260502855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p10.s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B212C-95A8-4A0A-96A8-E31CA7B1236C}"/>
              </a:ext>
            </a:extLst>
          </p:cNvPr>
          <p:cNvSpPr>
            <a:spLocks noGrp="1"/>
          </p:cNvSpPr>
          <p:nvPr>
            <p:ph type="ctrTitle"/>
          </p:nvPr>
        </p:nvSpPr>
        <p:spPr/>
        <p:txBody>
          <a:bodyPr/>
          <a:lstStyle/>
          <a:p>
            <a:r>
              <a:rPr lang="en-US" dirty="0"/>
              <a:t>3 STEP PROCESS HEADING HERE</a:t>
            </a:r>
            <a:endParaRPr lang="en-ZA" dirty="0"/>
          </a:p>
        </p:txBody>
      </p:sp>
      <p:sp>
        <p:nvSpPr>
          <p:cNvPr id="3" name="Text Placeholder 2">
            <a:extLst>
              <a:ext uri="{FF2B5EF4-FFF2-40B4-BE49-F238E27FC236}">
                <a16:creationId xmlns:a16="http://schemas.microsoft.com/office/drawing/2014/main" id="{28579432-D2FA-A5DE-1741-7F2F15E70FC4}"/>
              </a:ext>
            </a:extLst>
          </p:cNvPr>
          <p:cNvSpPr>
            <a:spLocks noGrp="1"/>
          </p:cNvSpPr>
          <p:nvPr>
            <p:ph type="body" sz="quarter" idx="40"/>
          </p:nvPr>
        </p:nvSpPr>
        <p:spPr/>
        <p:txBody>
          <a:bodyPr/>
          <a:lstStyle/>
          <a:p>
            <a:r>
              <a:rPr lang="en-US" dirty="0"/>
              <a:t>ADD YOUR SUB-HEADING HERE</a:t>
            </a:r>
            <a:endParaRPr lang="en-ZA" dirty="0"/>
          </a:p>
        </p:txBody>
      </p:sp>
      <p:sp>
        <p:nvSpPr>
          <p:cNvPr id="4" name="Text Placeholder 3">
            <a:extLst>
              <a:ext uri="{FF2B5EF4-FFF2-40B4-BE49-F238E27FC236}">
                <a16:creationId xmlns:a16="http://schemas.microsoft.com/office/drawing/2014/main" id="{7FC243C1-6141-540A-4854-6B5A0F8250C8}"/>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5" name="Text Placeholder 4">
            <a:extLst>
              <a:ext uri="{FF2B5EF4-FFF2-40B4-BE49-F238E27FC236}">
                <a16:creationId xmlns:a16="http://schemas.microsoft.com/office/drawing/2014/main" id="{352A37CA-69E0-1177-92E2-46ABFF383034}"/>
              </a:ext>
            </a:extLst>
          </p:cNvPr>
          <p:cNvSpPr>
            <a:spLocks noGrp="1"/>
          </p:cNvSpPr>
          <p:nvPr>
            <p:ph type="body" sz="quarter" idx="77"/>
          </p:nvPr>
        </p:nvSpPr>
        <p:spPr>
          <a:xfrm>
            <a:off x="1218308" y="4107961"/>
            <a:ext cx="2813850" cy="654025"/>
          </a:xfrm>
        </p:spPr>
        <p:txBody>
          <a:bodyPr/>
          <a:lstStyle/>
          <a:p>
            <a:r>
              <a:rPr lang="en-US" dirty="0"/>
              <a:t>INSERT YOUR MAIN CONCEPT HEADING OR COPY HERE</a:t>
            </a:r>
            <a:endParaRPr lang="en-ZA" dirty="0"/>
          </a:p>
        </p:txBody>
      </p:sp>
      <p:sp>
        <p:nvSpPr>
          <p:cNvPr id="6" name="Text Placeholder 5">
            <a:extLst>
              <a:ext uri="{FF2B5EF4-FFF2-40B4-BE49-F238E27FC236}">
                <a16:creationId xmlns:a16="http://schemas.microsoft.com/office/drawing/2014/main" id="{E87E6A6E-614C-7C6E-B891-5E1A837AE1F5}"/>
              </a:ext>
            </a:extLst>
          </p:cNvPr>
          <p:cNvSpPr>
            <a:spLocks noGrp="1"/>
          </p:cNvSpPr>
          <p:nvPr>
            <p:ph type="body" sz="quarter" idx="78"/>
          </p:nvPr>
        </p:nvSpPr>
        <p:spPr>
          <a:xfrm>
            <a:off x="4704479" y="4107961"/>
            <a:ext cx="2813850" cy="654025"/>
          </a:xfrm>
        </p:spPr>
        <p:txBody>
          <a:bodyPr/>
          <a:lstStyle/>
          <a:p>
            <a:r>
              <a:rPr lang="en-US" dirty="0"/>
              <a:t>INSERT YOUR MAIN CONCEPT HEADING OR COPY HERE</a:t>
            </a:r>
            <a:endParaRPr lang="en-ZA" dirty="0"/>
          </a:p>
        </p:txBody>
      </p:sp>
      <p:sp>
        <p:nvSpPr>
          <p:cNvPr id="7" name="Text Placeholder 6">
            <a:extLst>
              <a:ext uri="{FF2B5EF4-FFF2-40B4-BE49-F238E27FC236}">
                <a16:creationId xmlns:a16="http://schemas.microsoft.com/office/drawing/2014/main" id="{FC1B3E67-8884-E593-F55F-532382EEF0CF}"/>
              </a:ext>
            </a:extLst>
          </p:cNvPr>
          <p:cNvSpPr>
            <a:spLocks noGrp="1"/>
          </p:cNvSpPr>
          <p:nvPr>
            <p:ph type="body" sz="quarter" idx="79"/>
          </p:nvPr>
        </p:nvSpPr>
        <p:spPr>
          <a:xfrm>
            <a:off x="8192709" y="4107961"/>
            <a:ext cx="2813850" cy="654025"/>
          </a:xfrm>
        </p:spPr>
        <p:txBody>
          <a:bodyPr/>
          <a:lstStyle/>
          <a:p>
            <a:r>
              <a:rPr lang="en-US" dirty="0"/>
              <a:t>INSERT YOUR MAIN CONCEPT HEADING OR COPY HERE</a:t>
            </a:r>
            <a:endParaRPr lang="en-ZA" dirty="0"/>
          </a:p>
        </p:txBody>
      </p:sp>
      <p:sp>
        <p:nvSpPr>
          <p:cNvPr id="8" name="Text Placeholder 7">
            <a:extLst>
              <a:ext uri="{FF2B5EF4-FFF2-40B4-BE49-F238E27FC236}">
                <a16:creationId xmlns:a16="http://schemas.microsoft.com/office/drawing/2014/main" id="{708ECF07-6B02-A20E-275D-02309D4B927A}"/>
              </a:ext>
            </a:extLst>
          </p:cNvPr>
          <p:cNvSpPr>
            <a:spLocks noGrp="1"/>
          </p:cNvSpPr>
          <p:nvPr>
            <p:ph type="body" sz="quarter" idx="59"/>
          </p:nvPr>
        </p:nvSpPr>
        <p:spPr>
          <a:xfrm>
            <a:off x="1218307" y="5104146"/>
            <a:ext cx="2813850" cy="525337"/>
          </a:xfrm>
        </p:spPr>
        <p:txBody>
          <a:bodyPr/>
          <a:lstStyle/>
          <a:p>
            <a:r>
              <a:rPr lang="en-US" b="1" dirty="0"/>
              <a:t>ADD DESCRIPTIVE TEXT HERE </a:t>
            </a:r>
            <a:r>
              <a:rPr lang="en-US" dirty="0"/>
              <a:t>CAN BE OVER THREE LINES IF YOU WISH</a:t>
            </a:r>
            <a:endParaRPr lang="en-ZA" dirty="0"/>
          </a:p>
        </p:txBody>
      </p:sp>
      <p:sp>
        <p:nvSpPr>
          <p:cNvPr id="9" name="Text Placeholder 8">
            <a:extLst>
              <a:ext uri="{FF2B5EF4-FFF2-40B4-BE49-F238E27FC236}">
                <a16:creationId xmlns:a16="http://schemas.microsoft.com/office/drawing/2014/main" id="{963D71F2-8084-1F05-5AEC-3B55DD08ED2D}"/>
              </a:ext>
            </a:extLst>
          </p:cNvPr>
          <p:cNvSpPr>
            <a:spLocks noGrp="1"/>
          </p:cNvSpPr>
          <p:nvPr>
            <p:ph type="body" sz="quarter" idx="80"/>
          </p:nvPr>
        </p:nvSpPr>
        <p:spPr>
          <a:xfrm>
            <a:off x="4706536" y="5104146"/>
            <a:ext cx="2813850" cy="525337"/>
          </a:xfrm>
        </p:spPr>
        <p:txBody>
          <a:bodyPr/>
          <a:lstStyle/>
          <a:p>
            <a:r>
              <a:rPr lang="en-US" b="1" dirty="0"/>
              <a:t>ADD DESCRIPTIVE TEXT HERE </a:t>
            </a:r>
            <a:r>
              <a:rPr lang="en-US" dirty="0"/>
              <a:t>CAN BE OVER THREE LINES IF YOU WISH</a:t>
            </a:r>
            <a:endParaRPr lang="en-ZA" dirty="0"/>
          </a:p>
        </p:txBody>
      </p:sp>
      <p:sp>
        <p:nvSpPr>
          <p:cNvPr id="10" name="Text Placeholder 9">
            <a:extLst>
              <a:ext uri="{FF2B5EF4-FFF2-40B4-BE49-F238E27FC236}">
                <a16:creationId xmlns:a16="http://schemas.microsoft.com/office/drawing/2014/main" id="{6ECA2DDF-0484-4ABB-260C-06C13EF639BD}"/>
              </a:ext>
            </a:extLst>
          </p:cNvPr>
          <p:cNvSpPr>
            <a:spLocks noGrp="1"/>
          </p:cNvSpPr>
          <p:nvPr>
            <p:ph type="body" sz="quarter" idx="81"/>
          </p:nvPr>
        </p:nvSpPr>
        <p:spPr>
          <a:xfrm>
            <a:off x="8192708" y="5104146"/>
            <a:ext cx="2813850" cy="525337"/>
          </a:xfrm>
        </p:spPr>
        <p:txBody>
          <a:bodyPr/>
          <a:lstStyle/>
          <a:p>
            <a:r>
              <a:rPr lang="en-US" b="1" dirty="0"/>
              <a:t>ADD DESCRIPTIVE TEXT HERE </a:t>
            </a:r>
            <a:r>
              <a:rPr lang="en-US" dirty="0"/>
              <a:t>CAN BE OVER THREE LINES IF YOU WISH</a:t>
            </a:r>
            <a:endParaRPr lang="en-ZA" dirty="0"/>
          </a:p>
        </p:txBody>
      </p:sp>
    </p:spTree>
    <p:extLst>
      <p:ext uri="{BB962C8B-B14F-4D97-AF65-F5344CB8AC3E}">
        <p14:creationId xmlns:p14="http://schemas.microsoft.com/office/powerpoint/2010/main" val="39221609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p10.s0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75F1FA-2015-2807-2544-3392C9218BAF}"/>
              </a:ext>
            </a:extLst>
          </p:cNvPr>
          <p:cNvSpPr>
            <a:spLocks noGrp="1"/>
          </p:cNvSpPr>
          <p:nvPr>
            <p:ph type="body" sz="quarter" idx="82"/>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3" name="Title 2">
            <a:extLst>
              <a:ext uri="{FF2B5EF4-FFF2-40B4-BE49-F238E27FC236}">
                <a16:creationId xmlns:a16="http://schemas.microsoft.com/office/drawing/2014/main" id="{6977F592-564B-B92A-3E8D-A51CFA029D9D}"/>
              </a:ext>
            </a:extLst>
          </p:cNvPr>
          <p:cNvSpPr>
            <a:spLocks noGrp="1"/>
          </p:cNvSpPr>
          <p:nvPr>
            <p:ph type="ctrTitle"/>
          </p:nvPr>
        </p:nvSpPr>
        <p:spPr/>
        <p:txBody>
          <a:bodyPr/>
          <a:lstStyle/>
          <a:p>
            <a:r>
              <a:rPr lang="en-US" dirty="0"/>
              <a:t>3 STEP PROCESS HEADING HERE</a:t>
            </a:r>
            <a:endParaRPr lang="en-ZA" dirty="0"/>
          </a:p>
        </p:txBody>
      </p:sp>
      <p:sp>
        <p:nvSpPr>
          <p:cNvPr id="4" name="Text Placeholder 3">
            <a:extLst>
              <a:ext uri="{FF2B5EF4-FFF2-40B4-BE49-F238E27FC236}">
                <a16:creationId xmlns:a16="http://schemas.microsoft.com/office/drawing/2014/main" id="{CACE0E94-E12C-88DD-D34A-EDD01606FCCD}"/>
              </a:ext>
            </a:extLst>
          </p:cNvPr>
          <p:cNvSpPr>
            <a:spLocks noGrp="1"/>
          </p:cNvSpPr>
          <p:nvPr>
            <p:ph type="body" sz="quarter" idx="40"/>
          </p:nvPr>
        </p:nvSpPr>
        <p:spPr/>
        <p:txBody>
          <a:bodyPr/>
          <a:lstStyle/>
          <a:p>
            <a:r>
              <a:rPr lang="en-US" dirty="0"/>
              <a:t>ADD YOUR SUB-HEADING HERE</a:t>
            </a:r>
            <a:endParaRPr lang="en-ZA" dirty="0"/>
          </a:p>
        </p:txBody>
      </p:sp>
      <p:sp>
        <p:nvSpPr>
          <p:cNvPr id="5" name="Text Placeholder 4">
            <a:extLst>
              <a:ext uri="{FF2B5EF4-FFF2-40B4-BE49-F238E27FC236}">
                <a16:creationId xmlns:a16="http://schemas.microsoft.com/office/drawing/2014/main" id="{5CC212A4-4625-EAAF-8E78-A90BEC8158D0}"/>
              </a:ext>
            </a:extLst>
          </p:cNvPr>
          <p:cNvSpPr>
            <a:spLocks noGrp="1"/>
          </p:cNvSpPr>
          <p:nvPr>
            <p:ph type="body" sz="quarter" idx="77"/>
          </p:nvPr>
        </p:nvSpPr>
        <p:spPr>
          <a:xfrm>
            <a:off x="1218308" y="4107961"/>
            <a:ext cx="2813850" cy="654025"/>
          </a:xfrm>
        </p:spPr>
        <p:txBody>
          <a:bodyPr/>
          <a:lstStyle/>
          <a:p>
            <a:r>
              <a:rPr lang="en-US" dirty="0"/>
              <a:t>INSERT YOUR MAIN CONCEPT HEADING OR COPY HERE</a:t>
            </a:r>
            <a:endParaRPr lang="en-ZA" dirty="0"/>
          </a:p>
        </p:txBody>
      </p:sp>
      <p:sp>
        <p:nvSpPr>
          <p:cNvPr id="6" name="Text Placeholder 5">
            <a:extLst>
              <a:ext uri="{FF2B5EF4-FFF2-40B4-BE49-F238E27FC236}">
                <a16:creationId xmlns:a16="http://schemas.microsoft.com/office/drawing/2014/main" id="{E27978C1-7B3A-C377-3756-CD6189FFB1F3}"/>
              </a:ext>
            </a:extLst>
          </p:cNvPr>
          <p:cNvSpPr>
            <a:spLocks noGrp="1"/>
          </p:cNvSpPr>
          <p:nvPr>
            <p:ph type="body" sz="quarter" idx="78"/>
          </p:nvPr>
        </p:nvSpPr>
        <p:spPr>
          <a:xfrm>
            <a:off x="4704479" y="4107961"/>
            <a:ext cx="2813850" cy="654025"/>
          </a:xfrm>
        </p:spPr>
        <p:txBody>
          <a:bodyPr/>
          <a:lstStyle/>
          <a:p>
            <a:r>
              <a:rPr lang="en-US" dirty="0"/>
              <a:t>INSERT YOUR MAIN CONCEPT HEADING OR COPY HERE</a:t>
            </a:r>
            <a:endParaRPr lang="en-ZA" dirty="0"/>
          </a:p>
        </p:txBody>
      </p:sp>
      <p:sp>
        <p:nvSpPr>
          <p:cNvPr id="7" name="Text Placeholder 6">
            <a:extLst>
              <a:ext uri="{FF2B5EF4-FFF2-40B4-BE49-F238E27FC236}">
                <a16:creationId xmlns:a16="http://schemas.microsoft.com/office/drawing/2014/main" id="{A9B44305-CFF8-106C-BA76-8E56DB62BA8F}"/>
              </a:ext>
            </a:extLst>
          </p:cNvPr>
          <p:cNvSpPr>
            <a:spLocks noGrp="1"/>
          </p:cNvSpPr>
          <p:nvPr>
            <p:ph type="body" sz="quarter" idx="79"/>
          </p:nvPr>
        </p:nvSpPr>
        <p:spPr>
          <a:xfrm>
            <a:off x="8192709" y="4107961"/>
            <a:ext cx="2813850" cy="654025"/>
          </a:xfrm>
        </p:spPr>
        <p:txBody>
          <a:bodyPr/>
          <a:lstStyle/>
          <a:p>
            <a:r>
              <a:rPr lang="en-US" dirty="0"/>
              <a:t>INSERT YOUR MAIN CONCEPT HEADING OR COPY HERE</a:t>
            </a:r>
            <a:endParaRPr lang="en-ZA" dirty="0"/>
          </a:p>
        </p:txBody>
      </p:sp>
      <p:sp>
        <p:nvSpPr>
          <p:cNvPr id="8" name="Text Placeholder 7">
            <a:extLst>
              <a:ext uri="{FF2B5EF4-FFF2-40B4-BE49-F238E27FC236}">
                <a16:creationId xmlns:a16="http://schemas.microsoft.com/office/drawing/2014/main" id="{60C0A9CB-4090-DF27-B99E-852A45FDA34A}"/>
              </a:ext>
            </a:extLst>
          </p:cNvPr>
          <p:cNvSpPr>
            <a:spLocks noGrp="1"/>
          </p:cNvSpPr>
          <p:nvPr>
            <p:ph type="body" sz="quarter" idx="59"/>
          </p:nvPr>
        </p:nvSpPr>
        <p:spPr>
          <a:xfrm>
            <a:off x="1218307" y="5104146"/>
            <a:ext cx="2813850" cy="525337"/>
          </a:xfrm>
        </p:spPr>
        <p:txBody>
          <a:bodyPr/>
          <a:lstStyle/>
          <a:p>
            <a:r>
              <a:rPr lang="en-US" b="1" dirty="0"/>
              <a:t>ADD DESCRIPTIVE TEXT HERE </a:t>
            </a:r>
            <a:r>
              <a:rPr lang="en-US" dirty="0"/>
              <a:t>CAN BE OVER THREE LINES IF YOU WISH</a:t>
            </a:r>
            <a:endParaRPr lang="en-ZA" dirty="0"/>
          </a:p>
        </p:txBody>
      </p:sp>
      <p:sp>
        <p:nvSpPr>
          <p:cNvPr id="9" name="Text Placeholder 8">
            <a:extLst>
              <a:ext uri="{FF2B5EF4-FFF2-40B4-BE49-F238E27FC236}">
                <a16:creationId xmlns:a16="http://schemas.microsoft.com/office/drawing/2014/main" id="{CED37B58-30CB-385C-F4AC-321922C3316C}"/>
              </a:ext>
            </a:extLst>
          </p:cNvPr>
          <p:cNvSpPr>
            <a:spLocks noGrp="1"/>
          </p:cNvSpPr>
          <p:nvPr>
            <p:ph type="body" sz="quarter" idx="80"/>
          </p:nvPr>
        </p:nvSpPr>
        <p:spPr>
          <a:xfrm>
            <a:off x="4706536" y="5104146"/>
            <a:ext cx="2813850" cy="525337"/>
          </a:xfrm>
        </p:spPr>
        <p:txBody>
          <a:bodyPr/>
          <a:lstStyle/>
          <a:p>
            <a:r>
              <a:rPr lang="en-US" b="1" dirty="0"/>
              <a:t>ADD DESCRIPTIVE TEXT HERE </a:t>
            </a:r>
            <a:r>
              <a:rPr lang="en-US" dirty="0"/>
              <a:t>CAN BE OVER THREE LINES IF YOU WISH</a:t>
            </a:r>
            <a:endParaRPr lang="en-ZA" dirty="0"/>
          </a:p>
        </p:txBody>
      </p:sp>
      <p:sp>
        <p:nvSpPr>
          <p:cNvPr id="10" name="Text Placeholder 9">
            <a:extLst>
              <a:ext uri="{FF2B5EF4-FFF2-40B4-BE49-F238E27FC236}">
                <a16:creationId xmlns:a16="http://schemas.microsoft.com/office/drawing/2014/main" id="{273711E0-508A-7224-D4F7-97D61B6B5B01}"/>
              </a:ext>
            </a:extLst>
          </p:cNvPr>
          <p:cNvSpPr>
            <a:spLocks noGrp="1"/>
          </p:cNvSpPr>
          <p:nvPr>
            <p:ph type="body" sz="quarter" idx="81"/>
          </p:nvPr>
        </p:nvSpPr>
        <p:spPr>
          <a:xfrm>
            <a:off x="8192708" y="5104146"/>
            <a:ext cx="2813850" cy="525337"/>
          </a:xfrm>
        </p:spPr>
        <p:txBody>
          <a:bodyPr/>
          <a:lstStyle/>
          <a:p>
            <a:r>
              <a:rPr lang="en-US" b="1" dirty="0"/>
              <a:t>ADD DESCRIPTIVE TEXT HERE </a:t>
            </a:r>
            <a:r>
              <a:rPr lang="en-US" dirty="0"/>
              <a:t>CAN BE OVER THREE LINES IF YOU WISH</a:t>
            </a:r>
            <a:endParaRPr lang="en-ZA" dirty="0"/>
          </a:p>
        </p:txBody>
      </p:sp>
    </p:spTree>
    <p:extLst>
      <p:ext uri="{BB962C8B-B14F-4D97-AF65-F5344CB8AC3E}">
        <p14:creationId xmlns:p14="http://schemas.microsoft.com/office/powerpoint/2010/main" val="286683679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p10.s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8381A-87C8-8927-373A-D88B805E63EE}"/>
              </a:ext>
            </a:extLst>
          </p:cNvPr>
          <p:cNvSpPr>
            <a:spLocks noGrp="1"/>
          </p:cNvSpPr>
          <p:nvPr>
            <p:ph type="ctrTitle"/>
          </p:nvPr>
        </p:nvSpPr>
        <p:spPr/>
        <p:txBody>
          <a:bodyPr/>
          <a:lstStyle/>
          <a:p>
            <a:r>
              <a:rPr lang="en-US" dirty="0"/>
              <a:t>3 / 4 STEP PROCESS HEADING HERE</a:t>
            </a:r>
            <a:endParaRPr lang="en-ZA" dirty="0"/>
          </a:p>
        </p:txBody>
      </p:sp>
      <p:sp>
        <p:nvSpPr>
          <p:cNvPr id="3" name="Text Placeholder 2">
            <a:extLst>
              <a:ext uri="{FF2B5EF4-FFF2-40B4-BE49-F238E27FC236}">
                <a16:creationId xmlns:a16="http://schemas.microsoft.com/office/drawing/2014/main" id="{B1C52C1E-4D1D-80CD-897A-E034217ED6C8}"/>
              </a:ext>
            </a:extLst>
          </p:cNvPr>
          <p:cNvSpPr>
            <a:spLocks noGrp="1"/>
          </p:cNvSpPr>
          <p:nvPr>
            <p:ph type="body" sz="quarter" idx="40"/>
          </p:nvPr>
        </p:nvSpPr>
        <p:spPr/>
        <p:txBody>
          <a:bodyPr/>
          <a:lstStyle/>
          <a:p>
            <a:r>
              <a:rPr lang="en-US" dirty="0"/>
              <a:t>Add your sub-heading or intro here</a:t>
            </a:r>
            <a:endParaRPr lang="en-ZA" dirty="0"/>
          </a:p>
        </p:txBody>
      </p:sp>
      <p:sp>
        <p:nvSpPr>
          <p:cNvPr id="4" name="Text Placeholder 3">
            <a:extLst>
              <a:ext uri="{FF2B5EF4-FFF2-40B4-BE49-F238E27FC236}">
                <a16:creationId xmlns:a16="http://schemas.microsoft.com/office/drawing/2014/main" id="{8290B631-01E5-F1F8-01B7-1A88B2291BCE}"/>
              </a:ext>
            </a:extLst>
          </p:cNvPr>
          <p:cNvSpPr>
            <a:spLocks noGrp="1"/>
          </p:cNvSpPr>
          <p:nvPr>
            <p:ph type="body" sz="quarter" idx="49"/>
          </p:nvPr>
        </p:nvSpPr>
        <p:spPr/>
        <p:txBody>
          <a:bodyPr/>
          <a:lstStyle/>
          <a:p>
            <a:r>
              <a:rPr lang="en-US" dirty="0"/>
              <a:t>HEADING</a:t>
            </a:r>
            <a:endParaRPr lang="en-ZA" dirty="0"/>
          </a:p>
        </p:txBody>
      </p:sp>
      <p:sp>
        <p:nvSpPr>
          <p:cNvPr id="5" name="Text Placeholder 4">
            <a:extLst>
              <a:ext uri="{FF2B5EF4-FFF2-40B4-BE49-F238E27FC236}">
                <a16:creationId xmlns:a16="http://schemas.microsoft.com/office/drawing/2014/main" id="{117609C3-2305-D046-ECDC-BEA9BFCDDDB5}"/>
              </a:ext>
            </a:extLst>
          </p:cNvPr>
          <p:cNvSpPr>
            <a:spLocks noGrp="1"/>
          </p:cNvSpPr>
          <p:nvPr>
            <p:ph type="body" sz="quarter" idx="50"/>
          </p:nvPr>
        </p:nvSpPr>
        <p:spPr/>
        <p:txBody>
          <a:bodyPr/>
          <a:lstStyle/>
          <a:p>
            <a:r>
              <a:rPr lang="en-US" dirty="0"/>
              <a:t>HEADING</a:t>
            </a:r>
            <a:endParaRPr lang="en-ZA" dirty="0"/>
          </a:p>
        </p:txBody>
      </p:sp>
      <p:sp>
        <p:nvSpPr>
          <p:cNvPr id="6" name="Text Placeholder 5">
            <a:extLst>
              <a:ext uri="{FF2B5EF4-FFF2-40B4-BE49-F238E27FC236}">
                <a16:creationId xmlns:a16="http://schemas.microsoft.com/office/drawing/2014/main" id="{52D9B813-E5BF-51F9-763B-E4624F5B3C88}"/>
              </a:ext>
            </a:extLst>
          </p:cNvPr>
          <p:cNvSpPr>
            <a:spLocks noGrp="1"/>
          </p:cNvSpPr>
          <p:nvPr>
            <p:ph type="body" sz="quarter" idx="51"/>
          </p:nvPr>
        </p:nvSpPr>
        <p:spPr/>
        <p:txBody>
          <a:bodyPr/>
          <a:lstStyle/>
          <a:p>
            <a:r>
              <a:rPr lang="en-US" dirty="0"/>
              <a:t>HEADING</a:t>
            </a:r>
            <a:endParaRPr lang="en-ZA" dirty="0"/>
          </a:p>
        </p:txBody>
      </p:sp>
      <p:sp>
        <p:nvSpPr>
          <p:cNvPr id="7" name="Text Placeholder 6">
            <a:extLst>
              <a:ext uri="{FF2B5EF4-FFF2-40B4-BE49-F238E27FC236}">
                <a16:creationId xmlns:a16="http://schemas.microsoft.com/office/drawing/2014/main" id="{E5EB52AC-7881-8348-C5CD-7AE9BB265E86}"/>
              </a:ext>
            </a:extLst>
          </p:cNvPr>
          <p:cNvSpPr>
            <a:spLocks noGrp="1"/>
          </p:cNvSpPr>
          <p:nvPr>
            <p:ph type="body" sz="quarter" idx="52"/>
          </p:nvPr>
        </p:nvSpPr>
        <p:spPr/>
        <p:txBody>
          <a:bodyPr/>
          <a:lstStyle/>
          <a:p>
            <a:r>
              <a:rPr lang="en-US" dirty="0"/>
              <a:t>HEADING</a:t>
            </a:r>
            <a:endParaRPr lang="en-ZA" dirty="0"/>
          </a:p>
        </p:txBody>
      </p:sp>
      <p:sp>
        <p:nvSpPr>
          <p:cNvPr id="8" name="Text Placeholder 7">
            <a:extLst>
              <a:ext uri="{FF2B5EF4-FFF2-40B4-BE49-F238E27FC236}">
                <a16:creationId xmlns:a16="http://schemas.microsoft.com/office/drawing/2014/main" id="{12C97C92-9EED-06B9-3E17-C246E7701C89}"/>
              </a:ext>
            </a:extLst>
          </p:cNvPr>
          <p:cNvSpPr>
            <a:spLocks noGrp="1"/>
          </p:cNvSpPr>
          <p:nvPr>
            <p:ph type="body" sz="quarter" idx="53"/>
          </p:nvPr>
        </p:nvSpPr>
        <p:spPr/>
        <p:txBody>
          <a:bodyPr/>
          <a:lstStyle/>
          <a:p>
            <a:r>
              <a:rPr lang="en-US" dirty="0"/>
              <a:t>Phase 1</a:t>
            </a:r>
            <a:endParaRPr lang="en-ZA" dirty="0"/>
          </a:p>
        </p:txBody>
      </p:sp>
      <p:sp>
        <p:nvSpPr>
          <p:cNvPr id="9" name="Text Placeholder 8">
            <a:extLst>
              <a:ext uri="{FF2B5EF4-FFF2-40B4-BE49-F238E27FC236}">
                <a16:creationId xmlns:a16="http://schemas.microsoft.com/office/drawing/2014/main" id="{B0D0118C-FD07-01BB-4879-7150848524D3}"/>
              </a:ext>
            </a:extLst>
          </p:cNvPr>
          <p:cNvSpPr>
            <a:spLocks noGrp="1"/>
          </p:cNvSpPr>
          <p:nvPr>
            <p:ph type="body" sz="quarter" idx="54"/>
          </p:nvPr>
        </p:nvSpPr>
        <p:spPr/>
        <p:txBody>
          <a:bodyPr/>
          <a:lstStyle/>
          <a:p>
            <a:r>
              <a:rPr lang="en-US" dirty="0"/>
              <a:t>Phase 2</a:t>
            </a:r>
            <a:endParaRPr lang="en-ZA" dirty="0"/>
          </a:p>
        </p:txBody>
      </p:sp>
      <p:sp>
        <p:nvSpPr>
          <p:cNvPr id="10" name="Text Placeholder 9">
            <a:extLst>
              <a:ext uri="{FF2B5EF4-FFF2-40B4-BE49-F238E27FC236}">
                <a16:creationId xmlns:a16="http://schemas.microsoft.com/office/drawing/2014/main" id="{696C2949-6316-E5B4-4280-BAC501882952}"/>
              </a:ext>
            </a:extLst>
          </p:cNvPr>
          <p:cNvSpPr>
            <a:spLocks noGrp="1"/>
          </p:cNvSpPr>
          <p:nvPr>
            <p:ph type="body" sz="quarter" idx="55"/>
          </p:nvPr>
        </p:nvSpPr>
        <p:spPr/>
        <p:txBody>
          <a:bodyPr/>
          <a:lstStyle/>
          <a:p>
            <a:r>
              <a:rPr lang="en-US" dirty="0"/>
              <a:t>Phase 3</a:t>
            </a:r>
            <a:endParaRPr lang="en-ZA" dirty="0"/>
          </a:p>
        </p:txBody>
      </p:sp>
      <p:sp>
        <p:nvSpPr>
          <p:cNvPr id="11" name="Text Placeholder 10">
            <a:extLst>
              <a:ext uri="{FF2B5EF4-FFF2-40B4-BE49-F238E27FC236}">
                <a16:creationId xmlns:a16="http://schemas.microsoft.com/office/drawing/2014/main" id="{DE21557F-1C23-B2D9-C3D1-312389D5A0ED}"/>
              </a:ext>
            </a:extLst>
          </p:cNvPr>
          <p:cNvSpPr>
            <a:spLocks noGrp="1"/>
          </p:cNvSpPr>
          <p:nvPr>
            <p:ph type="body" sz="quarter" idx="56"/>
          </p:nvPr>
        </p:nvSpPr>
        <p:spPr/>
        <p:txBody>
          <a:bodyPr/>
          <a:lstStyle/>
          <a:p>
            <a:r>
              <a:rPr lang="en-US" dirty="0"/>
              <a:t>Phase 4</a:t>
            </a:r>
            <a:endParaRPr lang="en-ZA" dirty="0"/>
          </a:p>
        </p:txBody>
      </p:sp>
      <p:sp>
        <p:nvSpPr>
          <p:cNvPr id="12" name="Text Placeholder 11">
            <a:extLst>
              <a:ext uri="{FF2B5EF4-FFF2-40B4-BE49-F238E27FC236}">
                <a16:creationId xmlns:a16="http://schemas.microsoft.com/office/drawing/2014/main" id="{7023CA58-AD91-DB32-6234-D04FDCB1A780}"/>
              </a:ext>
            </a:extLst>
          </p:cNvPr>
          <p:cNvSpPr>
            <a:spLocks noGrp="1"/>
          </p:cNvSpPr>
          <p:nvPr>
            <p:ph type="body" sz="quarter" idx="57"/>
          </p:nvPr>
        </p:nvSpPr>
        <p:spPr/>
        <p:txBody>
          <a:bodyPr/>
          <a:lstStyle/>
          <a:p>
            <a:r>
              <a:rPr lang="en-US" dirty="0">
                <a:solidFill>
                  <a:schemeClr val="accent5">
                    <a:lumMod val="50000"/>
                  </a:schemeClr>
                </a:solidFill>
              </a:rPr>
              <a:t>HEADING 1</a:t>
            </a:r>
            <a:endParaRPr lang="en-ZA" dirty="0">
              <a:solidFill>
                <a:schemeClr val="accent5">
                  <a:lumMod val="50000"/>
                </a:schemeClr>
              </a:solidFill>
            </a:endParaRPr>
          </a:p>
        </p:txBody>
      </p:sp>
      <p:sp>
        <p:nvSpPr>
          <p:cNvPr id="13" name="Text Placeholder 12">
            <a:extLst>
              <a:ext uri="{FF2B5EF4-FFF2-40B4-BE49-F238E27FC236}">
                <a16:creationId xmlns:a16="http://schemas.microsoft.com/office/drawing/2014/main" id="{8819DDB6-69C5-9876-EC42-8839E800778F}"/>
              </a:ext>
            </a:extLst>
          </p:cNvPr>
          <p:cNvSpPr>
            <a:spLocks noGrp="1"/>
          </p:cNvSpPr>
          <p:nvPr>
            <p:ph type="body" sz="quarter" idx="58"/>
          </p:nvPr>
        </p:nvSpPr>
        <p:spPr>
          <a:xfrm>
            <a:off x="1011169" y="4377167"/>
            <a:ext cx="1620000" cy="187039"/>
          </a:xfrm>
        </p:spPr>
        <p:txBody>
          <a:bodyPr/>
          <a:lstStyle/>
          <a:p>
            <a:r>
              <a:rPr lang="en-US" dirty="0">
                <a:solidFill>
                  <a:schemeClr val="accent5">
                    <a:lumMod val="50000"/>
                  </a:schemeClr>
                </a:solidFill>
              </a:rPr>
              <a:t>HEADING 2</a:t>
            </a:r>
            <a:endParaRPr lang="en-ZA" dirty="0">
              <a:solidFill>
                <a:schemeClr val="accent5">
                  <a:lumMod val="50000"/>
                </a:schemeClr>
              </a:solidFill>
            </a:endParaRPr>
          </a:p>
        </p:txBody>
      </p:sp>
      <p:sp>
        <p:nvSpPr>
          <p:cNvPr id="14" name="Text Placeholder 13">
            <a:extLst>
              <a:ext uri="{FF2B5EF4-FFF2-40B4-BE49-F238E27FC236}">
                <a16:creationId xmlns:a16="http://schemas.microsoft.com/office/drawing/2014/main" id="{717F9F3E-46FB-40AA-2B84-99BC15C81702}"/>
              </a:ext>
            </a:extLst>
          </p:cNvPr>
          <p:cNvSpPr>
            <a:spLocks noGrp="1"/>
          </p:cNvSpPr>
          <p:nvPr>
            <p:ph type="body" sz="quarter" idx="59"/>
          </p:nvPr>
        </p:nvSpPr>
        <p:spPr>
          <a:xfrm>
            <a:off x="1011169" y="5694069"/>
            <a:ext cx="1620000" cy="187039"/>
          </a:xfrm>
        </p:spPr>
        <p:txBody>
          <a:bodyPr/>
          <a:lstStyle/>
          <a:p>
            <a:r>
              <a:rPr lang="en-US" dirty="0">
                <a:solidFill>
                  <a:schemeClr val="accent5">
                    <a:lumMod val="50000"/>
                  </a:schemeClr>
                </a:solidFill>
              </a:rPr>
              <a:t>HEADING 3</a:t>
            </a:r>
            <a:endParaRPr lang="en-ZA" dirty="0">
              <a:solidFill>
                <a:schemeClr val="accent5">
                  <a:lumMod val="50000"/>
                </a:schemeClr>
              </a:solidFill>
            </a:endParaRPr>
          </a:p>
        </p:txBody>
      </p:sp>
      <p:sp>
        <p:nvSpPr>
          <p:cNvPr id="15" name="Text Placeholder 14">
            <a:extLst>
              <a:ext uri="{FF2B5EF4-FFF2-40B4-BE49-F238E27FC236}">
                <a16:creationId xmlns:a16="http://schemas.microsoft.com/office/drawing/2014/main" id="{AAFE5566-AE35-CCAA-08C3-C4E19FE3C851}"/>
              </a:ext>
            </a:extLst>
          </p:cNvPr>
          <p:cNvSpPr>
            <a:spLocks noGrp="1"/>
          </p:cNvSpPr>
          <p:nvPr>
            <p:ph type="body" sz="quarter" idx="60"/>
          </p:nvPr>
        </p:nvSpPr>
        <p:spPr/>
        <p:txBody>
          <a:bodyPr/>
          <a:lstStyle/>
          <a:p>
            <a:r>
              <a:rPr lang="en-US" dirty="0"/>
              <a:t>Click to edit Master text styles of your description here</a:t>
            </a:r>
            <a:endParaRPr lang="en-ZA" dirty="0"/>
          </a:p>
          <a:p>
            <a:r>
              <a:rPr lang="en-US" dirty="0"/>
              <a:t>Click to edit Master text styles</a:t>
            </a:r>
            <a:endParaRPr lang="en-ZA" dirty="0"/>
          </a:p>
        </p:txBody>
      </p:sp>
      <p:sp>
        <p:nvSpPr>
          <p:cNvPr id="16" name="Text Placeholder 15">
            <a:extLst>
              <a:ext uri="{FF2B5EF4-FFF2-40B4-BE49-F238E27FC236}">
                <a16:creationId xmlns:a16="http://schemas.microsoft.com/office/drawing/2014/main" id="{A7B42BC2-1602-53D2-ABBC-C96BB6963C8D}"/>
              </a:ext>
            </a:extLst>
          </p:cNvPr>
          <p:cNvSpPr>
            <a:spLocks noGrp="1"/>
          </p:cNvSpPr>
          <p:nvPr>
            <p:ph type="body" sz="quarter" idx="61"/>
          </p:nvPr>
        </p:nvSpPr>
        <p:spPr/>
        <p:txBody>
          <a:bodyPr/>
          <a:lstStyle/>
          <a:p>
            <a:r>
              <a:rPr lang="en-US" dirty="0"/>
              <a:t>Click to edit Master text styles</a:t>
            </a:r>
          </a:p>
          <a:p>
            <a:r>
              <a:rPr lang="en-US" dirty="0"/>
              <a:t>Click to edit Master text styles</a:t>
            </a:r>
            <a:endParaRPr lang="en-ZA" dirty="0"/>
          </a:p>
        </p:txBody>
      </p:sp>
      <p:sp>
        <p:nvSpPr>
          <p:cNvPr id="17" name="Text Placeholder 16">
            <a:extLst>
              <a:ext uri="{FF2B5EF4-FFF2-40B4-BE49-F238E27FC236}">
                <a16:creationId xmlns:a16="http://schemas.microsoft.com/office/drawing/2014/main" id="{35B86D4C-CE1A-FACB-2608-26EB0CFDA470}"/>
              </a:ext>
            </a:extLst>
          </p:cNvPr>
          <p:cNvSpPr>
            <a:spLocks noGrp="1"/>
          </p:cNvSpPr>
          <p:nvPr>
            <p:ph type="body" sz="quarter" idx="62"/>
          </p:nvPr>
        </p:nvSpPr>
        <p:spPr/>
        <p:txBody>
          <a:bodyPr/>
          <a:lstStyle/>
          <a:p>
            <a:r>
              <a:rPr lang="en-US" dirty="0"/>
              <a:t>Click to edit Master text styles</a:t>
            </a:r>
          </a:p>
          <a:p>
            <a:r>
              <a:rPr lang="en-US" dirty="0"/>
              <a:t>Click to edit Master text styles of your description here</a:t>
            </a:r>
            <a:endParaRPr lang="en-ZA" dirty="0"/>
          </a:p>
          <a:p>
            <a:r>
              <a:rPr lang="en-US" dirty="0"/>
              <a:t>Click to edit Master text styles</a:t>
            </a:r>
            <a:endParaRPr lang="en-ZA" dirty="0"/>
          </a:p>
        </p:txBody>
      </p:sp>
      <p:sp>
        <p:nvSpPr>
          <p:cNvPr id="18" name="Text Placeholder 17">
            <a:extLst>
              <a:ext uri="{FF2B5EF4-FFF2-40B4-BE49-F238E27FC236}">
                <a16:creationId xmlns:a16="http://schemas.microsoft.com/office/drawing/2014/main" id="{E22E3E6A-6CD7-E001-735D-A62523BD6E96}"/>
              </a:ext>
            </a:extLst>
          </p:cNvPr>
          <p:cNvSpPr>
            <a:spLocks noGrp="1"/>
          </p:cNvSpPr>
          <p:nvPr>
            <p:ph type="body" sz="quarter" idx="63"/>
          </p:nvPr>
        </p:nvSpPr>
        <p:spPr/>
        <p:txBody>
          <a:bodyPr/>
          <a:lstStyle/>
          <a:p>
            <a:r>
              <a:rPr lang="en-US" dirty="0"/>
              <a:t>Click to edit Master text styles</a:t>
            </a:r>
          </a:p>
          <a:p>
            <a:r>
              <a:rPr lang="en-US" dirty="0"/>
              <a:t>Click to edit Master text styles of your description here</a:t>
            </a:r>
            <a:endParaRPr lang="en-ZA" dirty="0"/>
          </a:p>
        </p:txBody>
      </p:sp>
      <p:sp>
        <p:nvSpPr>
          <p:cNvPr id="19" name="Text Placeholder 18">
            <a:extLst>
              <a:ext uri="{FF2B5EF4-FFF2-40B4-BE49-F238E27FC236}">
                <a16:creationId xmlns:a16="http://schemas.microsoft.com/office/drawing/2014/main" id="{4386452B-646B-66CD-8B90-F18779BC5E0E}"/>
              </a:ext>
            </a:extLst>
          </p:cNvPr>
          <p:cNvSpPr>
            <a:spLocks noGrp="1"/>
          </p:cNvSpPr>
          <p:nvPr>
            <p:ph type="body" sz="quarter" idx="64"/>
          </p:nvPr>
        </p:nvSpPr>
        <p:spPr/>
        <p:txBody>
          <a:bodyPr/>
          <a:lstStyle/>
          <a:p>
            <a:r>
              <a:rPr lang="en-US" dirty="0"/>
              <a:t>Click to edit Master text styles</a:t>
            </a:r>
          </a:p>
          <a:p>
            <a:r>
              <a:rPr lang="en-US" dirty="0"/>
              <a:t>Click to edit Master text styles of your description here</a:t>
            </a:r>
            <a:endParaRPr lang="en-ZA" dirty="0"/>
          </a:p>
          <a:p>
            <a:r>
              <a:rPr lang="en-US" dirty="0"/>
              <a:t>Click to edit Master text styles</a:t>
            </a:r>
            <a:endParaRPr lang="en-ZA" dirty="0"/>
          </a:p>
        </p:txBody>
      </p:sp>
      <p:sp>
        <p:nvSpPr>
          <p:cNvPr id="20" name="Text Placeholder 19">
            <a:extLst>
              <a:ext uri="{FF2B5EF4-FFF2-40B4-BE49-F238E27FC236}">
                <a16:creationId xmlns:a16="http://schemas.microsoft.com/office/drawing/2014/main" id="{54BD5252-07D1-318F-051F-41AC0236CA06}"/>
              </a:ext>
            </a:extLst>
          </p:cNvPr>
          <p:cNvSpPr>
            <a:spLocks noGrp="1"/>
          </p:cNvSpPr>
          <p:nvPr>
            <p:ph type="body" sz="quarter" idx="65"/>
          </p:nvPr>
        </p:nvSpPr>
        <p:spPr/>
        <p:txBody>
          <a:bodyPr/>
          <a:lstStyle/>
          <a:p>
            <a:r>
              <a:rPr lang="en-US" dirty="0"/>
              <a:t>Click to edit Master text styles</a:t>
            </a:r>
          </a:p>
          <a:p>
            <a:r>
              <a:rPr lang="en-US" dirty="0"/>
              <a:t>Click to edit Master text styles</a:t>
            </a:r>
            <a:endParaRPr lang="en-ZA" dirty="0"/>
          </a:p>
        </p:txBody>
      </p:sp>
      <p:sp>
        <p:nvSpPr>
          <p:cNvPr id="21" name="Text Placeholder 20">
            <a:extLst>
              <a:ext uri="{FF2B5EF4-FFF2-40B4-BE49-F238E27FC236}">
                <a16:creationId xmlns:a16="http://schemas.microsoft.com/office/drawing/2014/main" id="{5D59C912-6939-2CE3-5CE7-C8C356A7072D}"/>
              </a:ext>
            </a:extLst>
          </p:cNvPr>
          <p:cNvSpPr>
            <a:spLocks noGrp="1"/>
          </p:cNvSpPr>
          <p:nvPr>
            <p:ph type="body" sz="quarter" idx="66"/>
          </p:nvPr>
        </p:nvSpPr>
        <p:spPr/>
        <p:txBody>
          <a:bodyPr/>
          <a:lstStyle/>
          <a:p>
            <a:r>
              <a:rPr lang="en-US" dirty="0"/>
              <a:t>Click to edit Master text styles</a:t>
            </a:r>
            <a:endParaRPr lang="en-ZA" dirty="0"/>
          </a:p>
        </p:txBody>
      </p:sp>
      <p:sp>
        <p:nvSpPr>
          <p:cNvPr id="22" name="Text Placeholder 21">
            <a:extLst>
              <a:ext uri="{FF2B5EF4-FFF2-40B4-BE49-F238E27FC236}">
                <a16:creationId xmlns:a16="http://schemas.microsoft.com/office/drawing/2014/main" id="{4F47C8DC-136B-1617-B4B0-D64B11878D17}"/>
              </a:ext>
            </a:extLst>
          </p:cNvPr>
          <p:cNvSpPr>
            <a:spLocks noGrp="1"/>
          </p:cNvSpPr>
          <p:nvPr>
            <p:ph type="body" sz="quarter" idx="67"/>
          </p:nvPr>
        </p:nvSpPr>
        <p:spPr/>
        <p:txBody>
          <a:bodyPr/>
          <a:lstStyle/>
          <a:p>
            <a:r>
              <a:rPr lang="en-US" dirty="0"/>
              <a:t>Click to edit Master text styles</a:t>
            </a:r>
          </a:p>
          <a:p>
            <a:r>
              <a:rPr lang="en-US" dirty="0"/>
              <a:t>Click to edit Master text styles of your description here</a:t>
            </a:r>
            <a:endParaRPr lang="en-ZA" dirty="0"/>
          </a:p>
        </p:txBody>
      </p:sp>
      <p:sp>
        <p:nvSpPr>
          <p:cNvPr id="23" name="Text Placeholder 22">
            <a:extLst>
              <a:ext uri="{FF2B5EF4-FFF2-40B4-BE49-F238E27FC236}">
                <a16:creationId xmlns:a16="http://schemas.microsoft.com/office/drawing/2014/main" id="{45F09F00-8A9B-5978-F35D-1E8438BB43FE}"/>
              </a:ext>
            </a:extLst>
          </p:cNvPr>
          <p:cNvSpPr>
            <a:spLocks noGrp="1"/>
          </p:cNvSpPr>
          <p:nvPr>
            <p:ph type="body" sz="quarter" idx="68"/>
          </p:nvPr>
        </p:nvSpPr>
        <p:spPr/>
        <p:txBody>
          <a:bodyPr/>
          <a:lstStyle/>
          <a:p>
            <a:r>
              <a:rPr lang="en-US" dirty="0"/>
              <a:t>Click to edit Master text styles of your description here</a:t>
            </a:r>
            <a:endParaRPr lang="en-ZA" dirty="0"/>
          </a:p>
        </p:txBody>
      </p:sp>
      <p:sp>
        <p:nvSpPr>
          <p:cNvPr id="24" name="Text Placeholder 23">
            <a:extLst>
              <a:ext uri="{FF2B5EF4-FFF2-40B4-BE49-F238E27FC236}">
                <a16:creationId xmlns:a16="http://schemas.microsoft.com/office/drawing/2014/main" id="{B1832889-E8DB-17A1-A8C3-4B2987414F6F}"/>
              </a:ext>
            </a:extLst>
          </p:cNvPr>
          <p:cNvSpPr>
            <a:spLocks noGrp="1"/>
          </p:cNvSpPr>
          <p:nvPr>
            <p:ph type="body" sz="quarter" idx="69"/>
          </p:nvPr>
        </p:nvSpPr>
        <p:spPr/>
        <p:txBody>
          <a:bodyPr/>
          <a:lstStyle/>
          <a:p>
            <a:r>
              <a:rPr lang="en-US" dirty="0"/>
              <a:t>Click to edit Master text styles of your description here</a:t>
            </a:r>
            <a:endParaRPr lang="en-ZA" dirty="0"/>
          </a:p>
        </p:txBody>
      </p:sp>
      <p:sp>
        <p:nvSpPr>
          <p:cNvPr id="25" name="Text Placeholder 24">
            <a:extLst>
              <a:ext uri="{FF2B5EF4-FFF2-40B4-BE49-F238E27FC236}">
                <a16:creationId xmlns:a16="http://schemas.microsoft.com/office/drawing/2014/main" id="{B5B94BF1-4F68-E771-D662-23F8A06D6D08}"/>
              </a:ext>
            </a:extLst>
          </p:cNvPr>
          <p:cNvSpPr>
            <a:spLocks noGrp="1"/>
          </p:cNvSpPr>
          <p:nvPr>
            <p:ph type="body" sz="quarter" idx="70"/>
          </p:nvPr>
        </p:nvSpPr>
        <p:spPr/>
        <p:txBody>
          <a:bodyPr/>
          <a:lstStyle/>
          <a:p>
            <a:r>
              <a:rPr lang="en-US" dirty="0"/>
              <a:t>Click to edit Master text styles of your description here</a:t>
            </a:r>
            <a:endParaRPr lang="en-ZA" dirty="0"/>
          </a:p>
        </p:txBody>
      </p:sp>
      <p:sp>
        <p:nvSpPr>
          <p:cNvPr id="26" name="Text Placeholder 25">
            <a:extLst>
              <a:ext uri="{FF2B5EF4-FFF2-40B4-BE49-F238E27FC236}">
                <a16:creationId xmlns:a16="http://schemas.microsoft.com/office/drawing/2014/main" id="{89586EDE-F6B1-78CC-8594-7EF7BF1C45C8}"/>
              </a:ext>
            </a:extLst>
          </p:cNvPr>
          <p:cNvSpPr>
            <a:spLocks noGrp="1"/>
          </p:cNvSpPr>
          <p:nvPr>
            <p:ph type="body" sz="quarter" idx="71"/>
          </p:nvPr>
        </p:nvSpPr>
        <p:spPr/>
        <p:txBody>
          <a:bodyPr/>
          <a:lstStyle/>
          <a:p>
            <a:r>
              <a:rPr lang="en-US" dirty="0"/>
              <a:t>Click to edit Master text styles</a:t>
            </a:r>
          </a:p>
          <a:p>
            <a:r>
              <a:rPr lang="en-US" dirty="0"/>
              <a:t>Click to edit Master text styles of your description here</a:t>
            </a:r>
            <a:endParaRPr lang="en-ZA" dirty="0"/>
          </a:p>
        </p:txBody>
      </p:sp>
    </p:spTree>
    <p:extLst>
      <p:ext uri="{BB962C8B-B14F-4D97-AF65-F5344CB8AC3E}">
        <p14:creationId xmlns:p14="http://schemas.microsoft.com/office/powerpoint/2010/main" val="317929010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p10.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FDEC563-BD9D-9862-6D13-9F46A7AE15A0}"/>
              </a:ext>
            </a:extLst>
          </p:cNvPr>
          <p:cNvSpPr>
            <a:spLocks noGrp="1"/>
          </p:cNvSpPr>
          <p:nvPr>
            <p:ph type="body" sz="quarter" idx="39"/>
          </p:nvPr>
        </p:nvSpPr>
        <p:spPr/>
        <p:txBody>
          <a:bodyPr/>
          <a:lstStyle/>
          <a:p>
            <a:r>
              <a:rPr lang="en-ZA" dirty="0"/>
              <a:t>Add your description in this space. This can be bullets or paragraphs, depending on what you would like to say.</a:t>
            </a:r>
          </a:p>
          <a:p>
            <a:r>
              <a:rPr lang="en-ZA" dirty="0"/>
              <a:t>Add your description in this space. Add your description in this space . This can be bullets or paragraphs, depending on what you would like to say.</a:t>
            </a:r>
          </a:p>
          <a:p>
            <a:r>
              <a:rPr lang="en-ZA" dirty="0"/>
              <a:t>Add your description in this space. This can be bullets or paragraphs, depending on what you would like to say.</a:t>
            </a:r>
          </a:p>
          <a:p>
            <a:r>
              <a:rPr lang="en-ZA" dirty="0"/>
              <a:t>Add your description in this space. This can be bullets or paragraphs, depending on what you would like to say.</a:t>
            </a:r>
          </a:p>
          <a:p>
            <a:r>
              <a:rPr lang="en-ZA" dirty="0"/>
              <a:t>Add your description in this space. </a:t>
            </a:r>
          </a:p>
          <a:p>
            <a:r>
              <a:rPr lang="en-ZA" dirty="0"/>
              <a:t>Add your description in this space. This can be bullets or paragraphs, depending on what you would like to say.</a:t>
            </a:r>
          </a:p>
        </p:txBody>
      </p:sp>
      <p:sp>
        <p:nvSpPr>
          <p:cNvPr id="3" name="Title 2">
            <a:extLst>
              <a:ext uri="{FF2B5EF4-FFF2-40B4-BE49-F238E27FC236}">
                <a16:creationId xmlns:a16="http://schemas.microsoft.com/office/drawing/2014/main" id="{B4C26923-0374-08CB-33FF-EDF44515EFFA}"/>
              </a:ext>
            </a:extLst>
          </p:cNvPr>
          <p:cNvSpPr>
            <a:spLocks noGrp="1"/>
          </p:cNvSpPr>
          <p:nvPr>
            <p:ph type="ctrTitle"/>
          </p:nvPr>
        </p:nvSpPr>
        <p:spPr/>
        <p:txBody>
          <a:bodyPr/>
          <a:lstStyle/>
          <a:p>
            <a:r>
              <a:rPr lang="en-US" dirty="0"/>
              <a:t>4 STEP PROCESS DIAGRAM SLIDE</a:t>
            </a:r>
            <a:endParaRPr lang="en-ZA" dirty="0"/>
          </a:p>
        </p:txBody>
      </p:sp>
      <p:sp>
        <p:nvSpPr>
          <p:cNvPr id="5" name="Text Placeholder 4">
            <a:extLst>
              <a:ext uri="{FF2B5EF4-FFF2-40B4-BE49-F238E27FC236}">
                <a16:creationId xmlns:a16="http://schemas.microsoft.com/office/drawing/2014/main" id="{E4CEE774-5E94-AFC3-7A6A-41708116649B}"/>
              </a:ext>
            </a:extLst>
          </p:cNvPr>
          <p:cNvSpPr>
            <a:spLocks noGrp="1"/>
          </p:cNvSpPr>
          <p:nvPr>
            <p:ph type="body" sz="quarter" idx="59"/>
          </p:nvPr>
        </p:nvSpPr>
        <p:spPr>
          <a:xfrm>
            <a:off x="1288869" y="1766041"/>
            <a:ext cx="1809024" cy="1295739"/>
          </a:xfrm>
        </p:spPr>
        <p:txBody>
          <a:bodyPr/>
          <a:lstStyle/>
          <a:p>
            <a:pPr lvl="0" algn="l"/>
            <a:r>
              <a:rPr lang="en-US" dirty="0"/>
              <a:t>Add descriptive text here Add descriptive text here Add descriptive text here Add descriptive text here </a:t>
            </a:r>
          </a:p>
          <a:p>
            <a:pPr lvl="0" algn="l"/>
            <a:r>
              <a:rPr lang="en-US" dirty="0"/>
              <a:t>Add descriptive text here Add descriptive text here Add descriptive text here Add descriptive text here </a:t>
            </a:r>
            <a:endParaRPr lang="en-ZA" dirty="0"/>
          </a:p>
        </p:txBody>
      </p:sp>
      <p:sp>
        <p:nvSpPr>
          <p:cNvPr id="6" name="Text Placeholder 5">
            <a:extLst>
              <a:ext uri="{FF2B5EF4-FFF2-40B4-BE49-F238E27FC236}">
                <a16:creationId xmlns:a16="http://schemas.microsoft.com/office/drawing/2014/main" id="{E2DE74B6-3DAA-5057-338D-F88FD730AA6B}"/>
              </a:ext>
            </a:extLst>
          </p:cNvPr>
          <p:cNvSpPr>
            <a:spLocks noGrp="1"/>
          </p:cNvSpPr>
          <p:nvPr>
            <p:ph type="body" sz="quarter" idx="49"/>
          </p:nvPr>
        </p:nvSpPr>
        <p:spPr>
          <a:xfrm>
            <a:off x="1288870" y="995503"/>
            <a:ext cx="1809024" cy="359073"/>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568F08EA-3BEC-D9DE-3EFF-8FC5786D0157}"/>
              </a:ext>
            </a:extLst>
          </p:cNvPr>
          <p:cNvSpPr>
            <a:spLocks noGrp="1"/>
          </p:cNvSpPr>
          <p:nvPr>
            <p:ph type="body" sz="quarter" idx="63"/>
          </p:nvPr>
        </p:nvSpPr>
        <p:spPr>
          <a:xfrm>
            <a:off x="4476206" y="1766041"/>
            <a:ext cx="1819950" cy="991041"/>
          </a:xfrm>
        </p:spPr>
        <p:txBody>
          <a:bodyPr/>
          <a:lstStyle/>
          <a:p>
            <a:pPr lvl="0" algn="l"/>
            <a:r>
              <a:rPr lang="en-US" dirty="0"/>
              <a:t>Add descriptive text here Add descriptive text here Add descriptive text here Add descriptive text here </a:t>
            </a:r>
          </a:p>
          <a:p>
            <a:pPr lvl="0" algn="l"/>
            <a:r>
              <a:rPr lang="en-US" dirty="0"/>
              <a:t>Add descriptive text here Add descriptive text here Add descriptive text here Add descriptive text here </a:t>
            </a:r>
            <a:endParaRPr lang="en-ZA" dirty="0"/>
          </a:p>
        </p:txBody>
      </p:sp>
      <p:sp>
        <p:nvSpPr>
          <p:cNvPr id="8" name="Text Placeholder 7">
            <a:extLst>
              <a:ext uri="{FF2B5EF4-FFF2-40B4-BE49-F238E27FC236}">
                <a16:creationId xmlns:a16="http://schemas.microsoft.com/office/drawing/2014/main" id="{D89C0D42-E76D-720B-EBDB-07DE07418EB2}"/>
              </a:ext>
            </a:extLst>
          </p:cNvPr>
          <p:cNvSpPr>
            <a:spLocks noGrp="1"/>
          </p:cNvSpPr>
          <p:nvPr>
            <p:ph type="body" sz="quarter" idx="64"/>
          </p:nvPr>
        </p:nvSpPr>
        <p:spPr>
          <a:xfrm>
            <a:off x="4476206" y="995503"/>
            <a:ext cx="1819950" cy="359073"/>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D6941D9E-77B9-4952-044C-078B4990CC52}"/>
              </a:ext>
            </a:extLst>
          </p:cNvPr>
          <p:cNvSpPr>
            <a:spLocks noGrp="1"/>
          </p:cNvSpPr>
          <p:nvPr>
            <p:ph type="body" sz="quarter" idx="65"/>
          </p:nvPr>
        </p:nvSpPr>
        <p:spPr>
          <a:xfrm>
            <a:off x="1288869" y="4874285"/>
            <a:ext cx="1809024" cy="991041"/>
          </a:xfrm>
        </p:spPr>
        <p:txBody>
          <a:bodyPr/>
          <a:lstStyle/>
          <a:p>
            <a:pPr lvl="0" algn="l"/>
            <a:r>
              <a:rPr lang="en-US" dirty="0"/>
              <a:t>Add descriptive text here Add descriptive text here Add descriptive text here Add descriptive text here </a:t>
            </a:r>
          </a:p>
          <a:p>
            <a:pPr lvl="0" algn="l"/>
            <a:r>
              <a:rPr lang="en-US" dirty="0"/>
              <a:t>Add descriptive text here Add descriptive text here Add descriptive text here Add descriptive text here </a:t>
            </a:r>
            <a:endParaRPr lang="en-ZA" dirty="0"/>
          </a:p>
        </p:txBody>
      </p:sp>
      <p:sp>
        <p:nvSpPr>
          <p:cNvPr id="10" name="Text Placeholder 9">
            <a:extLst>
              <a:ext uri="{FF2B5EF4-FFF2-40B4-BE49-F238E27FC236}">
                <a16:creationId xmlns:a16="http://schemas.microsoft.com/office/drawing/2014/main" id="{41F965F2-7DAF-FDD7-6104-5A1F1A5AC6D8}"/>
              </a:ext>
            </a:extLst>
          </p:cNvPr>
          <p:cNvSpPr>
            <a:spLocks noGrp="1"/>
          </p:cNvSpPr>
          <p:nvPr>
            <p:ph type="body" sz="quarter" idx="66"/>
          </p:nvPr>
        </p:nvSpPr>
        <p:spPr>
          <a:xfrm>
            <a:off x="1288870" y="4103747"/>
            <a:ext cx="1809023" cy="359073"/>
          </a:xfrm>
        </p:spPr>
        <p:txBody>
          <a:bodyPr/>
          <a:lstStyle/>
          <a:p>
            <a:r>
              <a:rPr lang="en-US" dirty="0"/>
              <a:t>Click to edit heading over two lines only</a:t>
            </a:r>
            <a:endParaRPr lang="en-ZA" dirty="0"/>
          </a:p>
        </p:txBody>
      </p:sp>
      <p:sp>
        <p:nvSpPr>
          <p:cNvPr id="11" name="Text Placeholder 10">
            <a:extLst>
              <a:ext uri="{FF2B5EF4-FFF2-40B4-BE49-F238E27FC236}">
                <a16:creationId xmlns:a16="http://schemas.microsoft.com/office/drawing/2014/main" id="{A8808E9D-91C2-B528-9D2F-30EC3F395F99}"/>
              </a:ext>
            </a:extLst>
          </p:cNvPr>
          <p:cNvSpPr>
            <a:spLocks noGrp="1"/>
          </p:cNvSpPr>
          <p:nvPr>
            <p:ph type="body" sz="quarter" idx="67"/>
          </p:nvPr>
        </p:nvSpPr>
        <p:spPr>
          <a:xfrm>
            <a:off x="4476206" y="4874285"/>
            <a:ext cx="1819950" cy="991041"/>
          </a:xfrm>
        </p:spPr>
        <p:txBody>
          <a:bodyPr/>
          <a:lstStyle/>
          <a:p>
            <a:pPr lvl="0" algn="l"/>
            <a:r>
              <a:rPr lang="en-US" dirty="0"/>
              <a:t>Add descriptive text here Add descriptive text here Add descriptive text here Add descriptive text here </a:t>
            </a:r>
          </a:p>
          <a:p>
            <a:pPr lvl="0" algn="l"/>
            <a:r>
              <a:rPr lang="en-US" dirty="0"/>
              <a:t>Add descriptive text here Add descriptive text here Add descriptive text here Add descriptive text here </a:t>
            </a:r>
            <a:endParaRPr lang="en-ZA" dirty="0"/>
          </a:p>
        </p:txBody>
      </p:sp>
      <p:sp>
        <p:nvSpPr>
          <p:cNvPr id="12" name="Text Placeholder 11">
            <a:extLst>
              <a:ext uri="{FF2B5EF4-FFF2-40B4-BE49-F238E27FC236}">
                <a16:creationId xmlns:a16="http://schemas.microsoft.com/office/drawing/2014/main" id="{381B1F5D-DB22-1354-22EC-6FB75C3DD2A8}"/>
              </a:ext>
            </a:extLst>
          </p:cNvPr>
          <p:cNvSpPr>
            <a:spLocks noGrp="1"/>
          </p:cNvSpPr>
          <p:nvPr>
            <p:ph type="body" sz="quarter" idx="68"/>
          </p:nvPr>
        </p:nvSpPr>
        <p:spPr>
          <a:xfrm>
            <a:off x="4476206" y="4103747"/>
            <a:ext cx="1819950" cy="359073"/>
          </a:xfrm>
        </p:spPr>
        <p:txBody>
          <a:bodyPr/>
          <a:lstStyle/>
          <a:p>
            <a:r>
              <a:rPr lang="en-US" dirty="0"/>
              <a:t>Click to edit heading over two lines only</a:t>
            </a:r>
            <a:endParaRPr lang="en-ZA" dirty="0"/>
          </a:p>
        </p:txBody>
      </p:sp>
      <p:sp>
        <p:nvSpPr>
          <p:cNvPr id="14" name="Text Placeholder 15">
            <a:extLst>
              <a:ext uri="{FF2B5EF4-FFF2-40B4-BE49-F238E27FC236}">
                <a16:creationId xmlns:a16="http://schemas.microsoft.com/office/drawing/2014/main" id="{17239AA5-A00B-A758-C46C-49A9CB50DE1B}"/>
              </a:ext>
            </a:extLst>
          </p:cNvPr>
          <p:cNvSpPr>
            <a:spLocks noGrp="1"/>
          </p:cNvSpPr>
          <p:nvPr>
            <p:ph type="body" sz="quarter" idx="57" hasCustomPrompt="1"/>
          </p:nvPr>
        </p:nvSpPr>
        <p:spPr>
          <a:xfrm>
            <a:off x="7187015" y="2731772"/>
            <a:ext cx="4452525" cy="560603"/>
          </a:xfrm>
          <a:prstGeom prst="rect">
            <a:avLst/>
          </a:prstGeom>
        </p:spPr>
        <p:txBody>
          <a:bodyPr lIns="0" tIns="0" rIns="0" bIns="0">
            <a:spAutoFit/>
          </a:bodyPr>
          <a:lstStyle>
            <a:lvl1pPr marL="0" indent="0" algn="l">
              <a:lnSpc>
                <a:spcPts val="1500"/>
              </a:lnSpc>
              <a:spcBef>
                <a:spcPts val="0"/>
              </a:spcBef>
              <a:buNone/>
              <a:defRPr sz="1050" spc="40" baseline="0">
                <a:solidFill>
                  <a:schemeClr val="accent5">
                    <a:lumMod val="50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b="1" dirty="0"/>
              <a:t>Insert introductory text here. </a:t>
            </a:r>
            <a:br>
              <a:rPr lang="en-US" dirty="0"/>
            </a:br>
            <a:r>
              <a:rPr lang="en-US" dirty="0"/>
              <a:t>No longer than 3 lines maximum. Insert introductory text here. No longer than 3 lines maximum. </a:t>
            </a:r>
            <a:endParaRPr lang="en-ZA" dirty="0"/>
          </a:p>
        </p:txBody>
      </p:sp>
    </p:spTree>
    <p:extLst>
      <p:ext uri="{BB962C8B-B14F-4D97-AF65-F5344CB8AC3E}">
        <p14:creationId xmlns:p14="http://schemas.microsoft.com/office/powerpoint/2010/main" val="205024926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p10.s06">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96EA5045-DE63-EA42-9419-29C4B4C90579}"/>
              </a:ext>
            </a:extLst>
          </p:cNvPr>
          <p:cNvSpPr/>
          <p:nvPr userDrawn="1"/>
        </p:nvSpPr>
        <p:spPr>
          <a:xfrm>
            <a:off x="588166" y="2080792"/>
            <a:ext cx="2520000" cy="347054"/>
          </a:xfrm>
          <a:prstGeom prst="rect">
            <a:avLst/>
          </a:prstGeom>
          <a:solidFill>
            <a:schemeClr val="accent3"/>
          </a:solidFill>
          <a:ln w="158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tIns="36000" bIns="36000" rtlCol="0" anchor="ctr"/>
          <a:lstStyle/>
          <a:p>
            <a:pPr algn="ctr"/>
            <a:r>
              <a:rPr lang="en-US" sz="1100" b="1" spc="40" baseline="0" dirty="0">
                <a:latin typeface="+mj-lt"/>
              </a:rPr>
              <a:t>STEP 1</a:t>
            </a:r>
            <a:endParaRPr lang="en-ZA" sz="1100" b="1" spc="40" baseline="0" dirty="0">
              <a:latin typeface="+mj-lt"/>
            </a:endParaRPr>
          </a:p>
        </p:txBody>
      </p:sp>
      <p:sp>
        <p:nvSpPr>
          <p:cNvPr id="25" name="Rectangle 24">
            <a:extLst>
              <a:ext uri="{FF2B5EF4-FFF2-40B4-BE49-F238E27FC236}">
                <a16:creationId xmlns:a16="http://schemas.microsoft.com/office/drawing/2014/main" id="{AC4D3A00-2AEF-F998-2BE9-2DD017DA91D7}"/>
              </a:ext>
            </a:extLst>
          </p:cNvPr>
          <p:cNvSpPr/>
          <p:nvPr userDrawn="1"/>
        </p:nvSpPr>
        <p:spPr>
          <a:xfrm>
            <a:off x="3431958" y="2080793"/>
            <a:ext cx="2520000" cy="347054"/>
          </a:xfrm>
          <a:prstGeom prst="rect">
            <a:avLst/>
          </a:prstGeom>
          <a:solidFill>
            <a:schemeClr val="accent4"/>
          </a:solidFill>
          <a:ln w="158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tIns="36000" bIns="36000" rtlCol="0" anchor="ctr"/>
          <a:lstStyle/>
          <a:p>
            <a:pPr algn="ctr"/>
            <a:r>
              <a:rPr lang="en-US" sz="1100" b="1" spc="40" baseline="0" dirty="0">
                <a:latin typeface="+mj-lt"/>
              </a:rPr>
              <a:t>STEP 2</a:t>
            </a:r>
            <a:endParaRPr lang="en-ZA" sz="1100" b="1" spc="40" baseline="0" dirty="0">
              <a:latin typeface="+mj-lt"/>
            </a:endParaRPr>
          </a:p>
        </p:txBody>
      </p:sp>
      <p:sp>
        <p:nvSpPr>
          <p:cNvPr id="26" name="Rectangle 25">
            <a:extLst>
              <a:ext uri="{FF2B5EF4-FFF2-40B4-BE49-F238E27FC236}">
                <a16:creationId xmlns:a16="http://schemas.microsoft.com/office/drawing/2014/main" id="{4742C65E-7E22-B4DA-780C-DF153C86972B}"/>
              </a:ext>
            </a:extLst>
          </p:cNvPr>
          <p:cNvSpPr/>
          <p:nvPr userDrawn="1"/>
        </p:nvSpPr>
        <p:spPr>
          <a:xfrm>
            <a:off x="6275750" y="2080793"/>
            <a:ext cx="2520000" cy="347054"/>
          </a:xfrm>
          <a:prstGeom prst="rect">
            <a:avLst/>
          </a:prstGeom>
          <a:solidFill>
            <a:schemeClr val="accent2"/>
          </a:solidFill>
          <a:ln w="158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tIns="36000" bIns="36000" rtlCol="0" anchor="ctr"/>
          <a:lstStyle/>
          <a:p>
            <a:pPr algn="ctr"/>
            <a:r>
              <a:rPr lang="en-US" sz="1100" b="1" spc="40" baseline="0" dirty="0">
                <a:latin typeface="+mj-lt"/>
              </a:rPr>
              <a:t>STEP 3</a:t>
            </a:r>
            <a:endParaRPr lang="en-ZA" sz="1100" b="1" spc="40" baseline="0" dirty="0">
              <a:latin typeface="+mj-lt"/>
            </a:endParaRPr>
          </a:p>
        </p:txBody>
      </p:sp>
      <p:sp>
        <p:nvSpPr>
          <p:cNvPr id="28" name="Rectangle 27">
            <a:extLst>
              <a:ext uri="{FF2B5EF4-FFF2-40B4-BE49-F238E27FC236}">
                <a16:creationId xmlns:a16="http://schemas.microsoft.com/office/drawing/2014/main" id="{E3AE0493-2047-BD8E-7536-9EEFB2B4E33D}"/>
              </a:ext>
            </a:extLst>
          </p:cNvPr>
          <p:cNvSpPr/>
          <p:nvPr userDrawn="1"/>
        </p:nvSpPr>
        <p:spPr>
          <a:xfrm>
            <a:off x="9119541" y="2080792"/>
            <a:ext cx="2520000" cy="347054"/>
          </a:xfrm>
          <a:prstGeom prst="rect">
            <a:avLst/>
          </a:prstGeom>
          <a:solidFill>
            <a:schemeClr val="accent6"/>
          </a:solidFill>
          <a:ln w="158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tIns="36000" bIns="36000" rtlCol="0" anchor="ctr"/>
          <a:lstStyle/>
          <a:p>
            <a:pPr algn="ctr"/>
            <a:r>
              <a:rPr lang="en-US" sz="1100" b="1" spc="40" baseline="0" dirty="0">
                <a:latin typeface="+mj-lt"/>
              </a:rPr>
              <a:t>STEP 4</a:t>
            </a:r>
            <a:endParaRPr lang="en-ZA" sz="1100" b="1" spc="40" baseline="0" dirty="0">
              <a:latin typeface="+mj-lt"/>
            </a:endParaRPr>
          </a:p>
        </p:txBody>
      </p:sp>
      <p:sp>
        <p:nvSpPr>
          <p:cNvPr id="2" name="Text Placeholder 1">
            <a:extLst>
              <a:ext uri="{FF2B5EF4-FFF2-40B4-BE49-F238E27FC236}">
                <a16:creationId xmlns:a16="http://schemas.microsoft.com/office/drawing/2014/main" id="{8C0E305F-F487-0E47-7C58-90FA92C2F1AD}"/>
              </a:ext>
            </a:extLst>
          </p:cNvPr>
          <p:cNvSpPr>
            <a:spLocks noGrp="1"/>
          </p:cNvSpPr>
          <p:nvPr>
            <p:ph type="body" sz="quarter" idx="57"/>
          </p:nvPr>
        </p:nvSpPr>
        <p:spPr/>
        <p:txBody>
          <a:bodyPr/>
          <a:lstStyle/>
          <a:p>
            <a:pPr lvl="0"/>
            <a:r>
              <a:rPr lang="en-US" dirty="0"/>
              <a:t>Insert descriptive text here. No longer than 2 lines maximum. Insert descriptive text here. No longer than 2 lines of copy maximum. Insert descriptive text here.</a:t>
            </a:r>
            <a:br>
              <a:rPr lang="en-US" dirty="0"/>
            </a:br>
            <a:r>
              <a:rPr lang="en-US" dirty="0"/>
              <a:t>No longer than 2 lines of copy maximum. Insert descriptive text here. No longer than 2 lines please. Insert descriptive text here.</a:t>
            </a:r>
            <a:endParaRPr lang="en-ZA" dirty="0"/>
          </a:p>
        </p:txBody>
      </p:sp>
      <p:sp>
        <p:nvSpPr>
          <p:cNvPr id="3" name="Title 2">
            <a:extLst>
              <a:ext uri="{FF2B5EF4-FFF2-40B4-BE49-F238E27FC236}">
                <a16:creationId xmlns:a16="http://schemas.microsoft.com/office/drawing/2014/main" id="{AFB3FECB-AE58-3569-5D01-A473E3B10DCD}"/>
              </a:ext>
            </a:extLst>
          </p:cNvPr>
          <p:cNvSpPr>
            <a:spLocks noGrp="1"/>
          </p:cNvSpPr>
          <p:nvPr>
            <p:ph type="ctrTitle"/>
          </p:nvPr>
        </p:nvSpPr>
        <p:spPr/>
        <p:txBody>
          <a:bodyPr/>
          <a:lstStyle/>
          <a:p>
            <a:r>
              <a:rPr lang="en-US" dirty="0"/>
              <a:t>4 STEP PROCESS DIAGRAM SLIDE</a:t>
            </a:r>
            <a:endParaRPr lang="en-ZA" dirty="0"/>
          </a:p>
        </p:txBody>
      </p:sp>
      <p:sp>
        <p:nvSpPr>
          <p:cNvPr id="4" name="Text Placeholder 3">
            <a:extLst>
              <a:ext uri="{FF2B5EF4-FFF2-40B4-BE49-F238E27FC236}">
                <a16:creationId xmlns:a16="http://schemas.microsoft.com/office/drawing/2014/main" id="{29C5B74A-9F99-C6A8-788C-97F30A71AE62}"/>
              </a:ext>
            </a:extLst>
          </p:cNvPr>
          <p:cNvSpPr>
            <a:spLocks noGrp="1"/>
          </p:cNvSpPr>
          <p:nvPr>
            <p:ph type="body" sz="quarter" idx="40"/>
          </p:nvPr>
        </p:nvSpPr>
        <p:spPr>
          <a:xfrm>
            <a:off x="588166" y="972641"/>
            <a:ext cx="11051375" cy="214161"/>
          </a:xfrm>
        </p:spPr>
        <p:txBody>
          <a:bodyPr/>
          <a:lstStyle/>
          <a:p>
            <a:r>
              <a:rPr lang="en-US" dirty="0"/>
              <a:t>SUB-HEADING FOR SLIDE GOES HERE</a:t>
            </a:r>
            <a:endParaRPr lang="en-ZA" dirty="0"/>
          </a:p>
        </p:txBody>
      </p:sp>
      <p:sp>
        <p:nvSpPr>
          <p:cNvPr id="5" name="Text Placeholder 4">
            <a:extLst>
              <a:ext uri="{FF2B5EF4-FFF2-40B4-BE49-F238E27FC236}">
                <a16:creationId xmlns:a16="http://schemas.microsoft.com/office/drawing/2014/main" id="{621BEE9B-EAF1-934F-C9DB-311679D78AFF}"/>
              </a:ext>
            </a:extLst>
          </p:cNvPr>
          <p:cNvSpPr>
            <a:spLocks noGrp="1"/>
          </p:cNvSpPr>
          <p:nvPr>
            <p:ph type="body" sz="quarter" idx="42"/>
          </p:nvPr>
        </p:nvSpPr>
        <p:spPr>
          <a:xfrm>
            <a:off x="588166" y="1679682"/>
            <a:ext cx="11051375" cy="193066"/>
          </a:xfrm>
        </p:spPr>
        <p:txBody>
          <a:bodyPr/>
          <a:lstStyle/>
          <a:p>
            <a:r>
              <a:rPr lang="en-US" sz="1300" dirty="0"/>
              <a:t>Process Title Goes here</a:t>
            </a:r>
            <a:endParaRPr lang="en-ZA" sz="1300" dirty="0"/>
          </a:p>
        </p:txBody>
      </p:sp>
      <p:sp>
        <p:nvSpPr>
          <p:cNvPr id="6" name="Text Placeholder 5">
            <a:extLst>
              <a:ext uri="{FF2B5EF4-FFF2-40B4-BE49-F238E27FC236}">
                <a16:creationId xmlns:a16="http://schemas.microsoft.com/office/drawing/2014/main" id="{D6BB3DDD-D054-670C-29EA-6BB82F8F4F2C}"/>
              </a:ext>
            </a:extLst>
          </p:cNvPr>
          <p:cNvSpPr>
            <a:spLocks noGrp="1"/>
          </p:cNvSpPr>
          <p:nvPr>
            <p:ph type="body" sz="quarter" idx="49"/>
          </p:nvPr>
        </p:nvSpPr>
        <p:spPr>
          <a:xfrm>
            <a:off x="848969" y="2637641"/>
            <a:ext cx="1998395" cy="304699"/>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8E946D02-2210-2757-9960-C50D6E90054D}"/>
              </a:ext>
            </a:extLst>
          </p:cNvPr>
          <p:cNvSpPr>
            <a:spLocks noGrp="1"/>
          </p:cNvSpPr>
          <p:nvPr>
            <p:ph type="body" sz="quarter" idx="61"/>
          </p:nvPr>
        </p:nvSpPr>
        <p:spPr>
          <a:xfrm>
            <a:off x="3701958" y="2637641"/>
            <a:ext cx="1980000" cy="304699"/>
          </a:xfrm>
        </p:spPr>
        <p:txBody>
          <a:bodyPr/>
          <a:lstStyle/>
          <a:p>
            <a:r>
              <a:rPr lang="en-US" dirty="0"/>
              <a:t>Click to edit heading over two lines only</a:t>
            </a:r>
            <a:endParaRPr lang="en-ZA" dirty="0"/>
          </a:p>
        </p:txBody>
      </p:sp>
      <p:sp>
        <p:nvSpPr>
          <p:cNvPr id="8" name="Text Placeholder 7">
            <a:extLst>
              <a:ext uri="{FF2B5EF4-FFF2-40B4-BE49-F238E27FC236}">
                <a16:creationId xmlns:a16="http://schemas.microsoft.com/office/drawing/2014/main" id="{39A6EDD3-33E7-A035-BCED-CE8C20822246}"/>
              </a:ext>
            </a:extLst>
          </p:cNvPr>
          <p:cNvSpPr>
            <a:spLocks noGrp="1"/>
          </p:cNvSpPr>
          <p:nvPr>
            <p:ph type="body" sz="quarter" idx="63"/>
          </p:nvPr>
        </p:nvSpPr>
        <p:spPr>
          <a:xfrm>
            <a:off x="6549415" y="2637641"/>
            <a:ext cx="1980000" cy="304699"/>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1860003D-3AA0-4DB7-5BC4-5CB4D41B231B}"/>
              </a:ext>
            </a:extLst>
          </p:cNvPr>
          <p:cNvSpPr>
            <a:spLocks noGrp="1"/>
          </p:cNvSpPr>
          <p:nvPr>
            <p:ph type="body" sz="quarter" idx="65"/>
          </p:nvPr>
        </p:nvSpPr>
        <p:spPr>
          <a:xfrm>
            <a:off x="9389541" y="2637641"/>
            <a:ext cx="1980000" cy="304699"/>
          </a:xfrm>
        </p:spPr>
        <p:txBody>
          <a:bodyPr/>
          <a:lstStyle/>
          <a:p>
            <a:r>
              <a:rPr lang="en-US" dirty="0"/>
              <a:t>Click to edit heading over two lines only</a:t>
            </a:r>
            <a:endParaRPr lang="en-ZA" dirty="0"/>
          </a:p>
        </p:txBody>
      </p:sp>
      <p:sp>
        <p:nvSpPr>
          <p:cNvPr id="10" name="Text Placeholder 9">
            <a:extLst>
              <a:ext uri="{FF2B5EF4-FFF2-40B4-BE49-F238E27FC236}">
                <a16:creationId xmlns:a16="http://schemas.microsoft.com/office/drawing/2014/main" id="{E8BE3540-C8A2-AE93-F467-638DB4A99F08}"/>
              </a:ext>
            </a:extLst>
          </p:cNvPr>
          <p:cNvSpPr>
            <a:spLocks noGrp="1"/>
          </p:cNvSpPr>
          <p:nvPr>
            <p:ph type="body" sz="quarter" idx="81"/>
          </p:nvPr>
        </p:nvSpPr>
        <p:spPr/>
        <p:txBody>
          <a:bodyPr/>
          <a:lstStyle/>
          <a:p>
            <a:r>
              <a:rPr lang="en-US" dirty="0"/>
              <a:t>You can add a timeframe or other information here if you wish</a:t>
            </a:r>
            <a:endParaRPr lang="en-ZA" dirty="0"/>
          </a:p>
        </p:txBody>
      </p:sp>
      <p:sp>
        <p:nvSpPr>
          <p:cNvPr id="11" name="Text Placeholder 10">
            <a:extLst>
              <a:ext uri="{FF2B5EF4-FFF2-40B4-BE49-F238E27FC236}">
                <a16:creationId xmlns:a16="http://schemas.microsoft.com/office/drawing/2014/main" id="{B1596455-BBDD-0A1E-4D03-FA6225784E06}"/>
              </a:ext>
            </a:extLst>
          </p:cNvPr>
          <p:cNvSpPr>
            <a:spLocks noGrp="1"/>
          </p:cNvSpPr>
          <p:nvPr>
            <p:ph type="body" sz="quarter" idx="76"/>
          </p:nvPr>
        </p:nvSpPr>
        <p:spPr>
          <a:xfrm>
            <a:off x="588166" y="3147556"/>
            <a:ext cx="2520000" cy="541188"/>
          </a:xfrm>
        </p:spPr>
        <p:txBody>
          <a:bodyPr/>
          <a:lstStyle/>
          <a:p>
            <a:r>
              <a:rPr lang="en-US" dirty="0"/>
              <a:t>Bullets or copy goes here…</a:t>
            </a:r>
            <a:endParaRPr lang="en-ZA" dirty="0"/>
          </a:p>
        </p:txBody>
      </p:sp>
      <p:sp>
        <p:nvSpPr>
          <p:cNvPr id="12" name="Text Placeholder 11">
            <a:extLst>
              <a:ext uri="{FF2B5EF4-FFF2-40B4-BE49-F238E27FC236}">
                <a16:creationId xmlns:a16="http://schemas.microsoft.com/office/drawing/2014/main" id="{8286F543-591B-31A8-8FB4-BDC2E826ABAB}"/>
              </a:ext>
            </a:extLst>
          </p:cNvPr>
          <p:cNvSpPr>
            <a:spLocks noGrp="1"/>
          </p:cNvSpPr>
          <p:nvPr>
            <p:ph type="body" sz="quarter" idx="82"/>
          </p:nvPr>
        </p:nvSpPr>
        <p:spPr>
          <a:xfrm>
            <a:off x="3431958" y="3147556"/>
            <a:ext cx="2520000" cy="541188"/>
          </a:xfrm>
        </p:spPr>
        <p:txBody>
          <a:bodyPr/>
          <a:lstStyle/>
          <a:p>
            <a:r>
              <a:rPr lang="en-US" dirty="0"/>
              <a:t>Bullets or copy goes here…</a:t>
            </a:r>
            <a:endParaRPr lang="en-ZA" dirty="0"/>
          </a:p>
        </p:txBody>
      </p:sp>
      <p:sp>
        <p:nvSpPr>
          <p:cNvPr id="13" name="Text Placeholder 12">
            <a:extLst>
              <a:ext uri="{FF2B5EF4-FFF2-40B4-BE49-F238E27FC236}">
                <a16:creationId xmlns:a16="http://schemas.microsoft.com/office/drawing/2014/main" id="{EAC1CA06-60F6-A67A-C691-B01FA1774195}"/>
              </a:ext>
            </a:extLst>
          </p:cNvPr>
          <p:cNvSpPr>
            <a:spLocks noGrp="1"/>
          </p:cNvSpPr>
          <p:nvPr>
            <p:ph type="body" sz="quarter" idx="83"/>
          </p:nvPr>
        </p:nvSpPr>
        <p:spPr>
          <a:xfrm>
            <a:off x="6275750" y="3147556"/>
            <a:ext cx="2520000" cy="541188"/>
          </a:xfrm>
        </p:spPr>
        <p:txBody>
          <a:bodyPr/>
          <a:lstStyle/>
          <a:p>
            <a:r>
              <a:rPr lang="en-US" dirty="0"/>
              <a:t>Bullets or copy goes here…</a:t>
            </a:r>
            <a:endParaRPr lang="en-ZA" dirty="0"/>
          </a:p>
        </p:txBody>
      </p:sp>
      <p:sp>
        <p:nvSpPr>
          <p:cNvPr id="14" name="Text Placeholder 13">
            <a:extLst>
              <a:ext uri="{FF2B5EF4-FFF2-40B4-BE49-F238E27FC236}">
                <a16:creationId xmlns:a16="http://schemas.microsoft.com/office/drawing/2014/main" id="{8CE6B7B5-3123-0FE2-0D01-E6BAF9729418}"/>
              </a:ext>
            </a:extLst>
          </p:cNvPr>
          <p:cNvSpPr>
            <a:spLocks noGrp="1"/>
          </p:cNvSpPr>
          <p:nvPr>
            <p:ph type="body" sz="quarter" idx="84"/>
          </p:nvPr>
        </p:nvSpPr>
        <p:spPr>
          <a:xfrm>
            <a:off x="9119541" y="3147556"/>
            <a:ext cx="2520000" cy="541188"/>
          </a:xfrm>
        </p:spPr>
        <p:txBody>
          <a:bodyPr/>
          <a:lstStyle/>
          <a:p>
            <a:r>
              <a:rPr lang="en-US" dirty="0"/>
              <a:t>Bullets or copy goes here…</a:t>
            </a:r>
            <a:endParaRPr lang="en-ZA" dirty="0"/>
          </a:p>
        </p:txBody>
      </p:sp>
    </p:spTree>
    <p:extLst>
      <p:ext uri="{BB962C8B-B14F-4D97-AF65-F5344CB8AC3E}">
        <p14:creationId xmlns:p14="http://schemas.microsoft.com/office/powerpoint/2010/main" val="36260514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p10.s07">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A23DDD-10CC-2CD4-2298-7415F3BE9A0F}"/>
              </a:ext>
            </a:extLst>
          </p:cNvPr>
          <p:cNvSpPr>
            <a:spLocks noGrp="1"/>
          </p:cNvSpPr>
          <p:nvPr>
            <p:ph type="body" sz="quarter" idx="82"/>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3" name="Title 2">
            <a:extLst>
              <a:ext uri="{FF2B5EF4-FFF2-40B4-BE49-F238E27FC236}">
                <a16:creationId xmlns:a16="http://schemas.microsoft.com/office/drawing/2014/main" id="{7DAA0B06-2194-165F-7493-D392841CB2A6}"/>
              </a:ext>
            </a:extLst>
          </p:cNvPr>
          <p:cNvSpPr>
            <a:spLocks noGrp="1"/>
          </p:cNvSpPr>
          <p:nvPr>
            <p:ph type="ctrTitle"/>
          </p:nvPr>
        </p:nvSpPr>
        <p:spPr/>
        <p:txBody>
          <a:bodyPr/>
          <a:lstStyle/>
          <a:p>
            <a:r>
              <a:rPr lang="en-US" dirty="0"/>
              <a:t>5 STEP PROCESS DIAGRAM SLIDE</a:t>
            </a:r>
            <a:endParaRPr lang="en-ZA" dirty="0"/>
          </a:p>
        </p:txBody>
      </p:sp>
      <p:sp>
        <p:nvSpPr>
          <p:cNvPr id="4" name="Text Placeholder 3">
            <a:extLst>
              <a:ext uri="{FF2B5EF4-FFF2-40B4-BE49-F238E27FC236}">
                <a16:creationId xmlns:a16="http://schemas.microsoft.com/office/drawing/2014/main" id="{8D8FE81C-7361-4C07-1E00-328DD19A0263}"/>
              </a:ext>
            </a:extLst>
          </p:cNvPr>
          <p:cNvSpPr>
            <a:spLocks noGrp="1"/>
          </p:cNvSpPr>
          <p:nvPr>
            <p:ph type="body" sz="quarter" idx="40"/>
          </p:nvPr>
        </p:nvSpPr>
        <p:spPr/>
        <p:txBody>
          <a:bodyPr/>
          <a:lstStyle/>
          <a:p>
            <a:r>
              <a:rPr lang="en-US" dirty="0"/>
              <a:t>SUB-HEADING FOR SLIDE GOES HERE</a:t>
            </a:r>
            <a:endParaRPr lang="en-ZA" dirty="0"/>
          </a:p>
        </p:txBody>
      </p:sp>
      <p:sp>
        <p:nvSpPr>
          <p:cNvPr id="5" name="Text Placeholder 4">
            <a:extLst>
              <a:ext uri="{FF2B5EF4-FFF2-40B4-BE49-F238E27FC236}">
                <a16:creationId xmlns:a16="http://schemas.microsoft.com/office/drawing/2014/main" id="{FC37155E-EA5C-D238-8768-9F863F75504E}"/>
              </a:ext>
            </a:extLst>
          </p:cNvPr>
          <p:cNvSpPr>
            <a:spLocks noGrp="1"/>
          </p:cNvSpPr>
          <p:nvPr>
            <p:ph type="body" sz="quarter" idx="49"/>
          </p:nvPr>
        </p:nvSpPr>
        <p:spPr>
          <a:xfrm>
            <a:off x="587374" y="3476300"/>
            <a:ext cx="2160000" cy="304699"/>
          </a:xfrm>
        </p:spPr>
        <p:txBody>
          <a:bodyPr/>
          <a:lstStyle/>
          <a:p>
            <a:r>
              <a:rPr lang="en-US" dirty="0"/>
              <a:t>Click to edit heading over two lines only</a:t>
            </a:r>
            <a:endParaRPr lang="en-ZA" dirty="0"/>
          </a:p>
        </p:txBody>
      </p:sp>
      <p:sp>
        <p:nvSpPr>
          <p:cNvPr id="6" name="Text Placeholder 5">
            <a:extLst>
              <a:ext uri="{FF2B5EF4-FFF2-40B4-BE49-F238E27FC236}">
                <a16:creationId xmlns:a16="http://schemas.microsoft.com/office/drawing/2014/main" id="{055C1418-7DD3-8C59-E078-015D8BEEEC00}"/>
              </a:ext>
            </a:extLst>
          </p:cNvPr>
          <p:cNvSpPr>
            <a:spLocks noGrp="1"/>
          </p:cNvSpPr>
          <p:nvPr>
            <p:ph type="body" sz="quarter" idx="76"/>
          </p:nvPr>
        </p:nvSpPr>
        <p:spPr>
          <a:xfrm>
            <a:off x="2810615" y="3476300"/>
            <a:ext cx="2159999" cy="304699"/>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49A9F3EC-0296-A1AA-4DD9-35B9DBC32669}"/>
              </a:ext>
            </a:extLst>
          </p:cNvPr>
          <p:cNvSpPr>
            <a:spLocks noGrp="1"/>
          </p:cNvSpPr>
          <p:nvPr>
            <p:ph type="body" sz="quarter" idx="77"/>
          </p:nvPr>
        </p:nvSpPr>
        <p:spPr>
          <a:xfrm>
            <a:off x="5033854" y="3476300"/>
            <a:ext cx="2159999" cy="304699"/>
          </a:xfrm>
        </p:spPr>
        <p:txBody>
          <a:bodyPr/>
          <a:lstStyle/>
          <a:p>
            <a:r>
              <a:rPr lang="en-US" dirty="0"/>
              <a:t>Click to edit heading over two lines only</a:t>
            </a:r>
            <a:endParaRPr lang="en-ZA" dirty="0"/>
          </a:p>
        </p:txBody>
      </p:sp>
      <p:sp>
        <p:nvSpPr>
          <p:cNvPr id="8" name="Text Placeholder 7">
            <a:extLst>
              <a:ext uri="{FF2B5EF4-FFF2-40B4-BE49-F238E27FC236}">
                <a16:creationId xmlns:a16="http://schemas.microsoft.com/office/drawing/2014/main" id="{13AB6C44-8F16-4373-8205-5F55C715B4B8}"/>
              </a:ext>
            </a:extLst>
          </p:cNvPr>
          <p:cNvSpPr>
            <a:spLocks noGrp="1"/>
          </p:cNvSpPr>
          <p:nvPr>
            <p:ph type="body" sz="quarter" idx="78"/>
          </p:nvPr>
        </p:nvSpPr>
        <p:spPr>
          <a:xfrm>
            <a:off x="7257094" y="3476300"/>
            <a:ext cx="2159998" cy="304699"/>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740C18CA-D132-5866-939A-1767FAC16708}"/>
              </a:ext>
            </a:extLst>
          </p:cNvPr>
          <p:cNvSpPr>
            <a:spLocks noGrp="1"/>
          </p:cNvSpPr>
          <p:nvPr>
            <p:ph type="body" sz="quarter" idx="59"/>
          </p:nvPr>
        </p:nvSpPr>
        <p:spPr>
          <a:xfrm>
            <a:off x="587375" y="5935191"/>
            <a:ext cx="2159999" cy="290849"/>
          </a:xfrm>
        </p:spPr>
        <p:txBody>
          <a:bodyPr/>
          <a:lstStyle/>
          <a:p>
            <a:r>
              <a:rPr lang="en-ZA" dirty="0"/>
              <a:t>Add 2-line detail / description in this space here for above point. </a:t>
            </a:r>
          </a:p>
        </p:txBody>
      </p:sp>
      <p:sp>
        <p:nvSpPr>
          <p:cNvPr id="10" name="Text Placeholder 9">
            <a:extLst>
              <a:ext uri="{FF2B5EF4-FFF2-40B4-BE49-F238E27FC236}">
                <a16:creationId xmlns:a16="http://schemas.microsoft.com/office/drawing/2014/main" id="{001B04CF-3E09-94CA-CEAE-40C0A0778EAA}"/>
              </a:ext>
            </a:extLst>
          </p:cNvPr>
          <p:cNvSpPr>
            <a:spLocks noGrp="1"/>
          </p:cNvSpPr>
          <p:nvPr>
            <p:ph type="body" sz="quarter" idx="60"/>
          </p:nvPr>
        </p:nvSpPr>
        <p:spPr>
          <a:xfrm>
            <a:off x="2810683" y="5935191"/>
            <a:ext cx="2153245" cy="290849"/>
          </a:xfrm>
        </p:spPr>
        <p:txBody>
          <a:bodyPr/>
          <a:lstStyle/>
          <a:p>
            <a:r>
              <a:rPr lang="en-ZA" dirty="0"/>
              <a:t>Add 2-line detail / description in this space here for above point. </a:t>
            </a:r>
          </a:p>
        </p:txBody>
      </p:sp>
      <p:sp>
        <p:nvSpPr>
          <p:cNvPr id="11" name="Text Placeholder 10">
            <a:extLst>
              <a:ext uri="{FF2B5EF4-FFF2-40B4-BE49-F238E27FC236}">
                <a16:creationId xmlns:a16="http://schemas.microsoft.com/office/drawing/2014/main" id="{95916F1E-F88D-894B-471E-11A6FCB696E3}"/>
              </a:ext>
            </a:extLst>
          </p:cNvPr>
          <p:cNvSpPr>
            <a:spLocks noGrp="1"/>
          </p:cNvSpPr>
          <p:nvPr>
            <p:ph type="body" sz="quarter" idx="62"/>
          </p:nvPr>
        </p:nvSpPr>
        <p:spPr>
          <a:xfrm>
            <a:off x="5033854" y="5935191"/>
            <a:ext cx="2159999" cy="290849"/>
          </a:xfrm>
        </p:spPr>
        <p:txBody>
          <a:bodyPr/>
          <a:lstStyle/>
          <a:p>
            <a:r>
              <a:rPr lang="en-ZA" dirty="0"/>
              <a:t>Add 2-line detail / description in this space here for above point. </a:t>
            </a:r>
          </a:p>
        </p:txBody>
      </p:sp>
      <p:sp>
        <p:nvSpPr>
          <p:cNvPr id="12" name="Text Placeholder 11">
            <a:extLst>
              <a:ext uri="{FF2B5EF4-FFF2-40B4-BE49-F238E27FC236}">
                <a16:creationId xmlns:a16="http://schemas.microsoft.com/office/drawing/2014/main" id="{7F949EA6-65E0-18C7-FE2E-A6AD6D2E9B22}"/>
              </a:ext>
            </a:extLst>
          </p:cNvPr>
          <p:cNvSpPr>
            <a:spLocks noGrp="1"/>
          </p:cNvSpPr>
          <p:nvPr>
            <p:ph type="body" sz="quarter" idx="64"/>
          </p:nvPr>
        </p:nvSpPr>
        <p:spPr>
          <a:xfrm>
            <a:off x="7257094" y="5935191"/>
            <a:ext cx="2159998" cy="290849"/>
          </a:xfrm>
        </p:spPr>
        <p:txBody>
          <a:bodyPr/>
          <a:lstStyle/>
          <a:p>
            <a:r>
              <a:rPr lang="en-ZA" dirty="0"/>
              <a:t>Add 2-line detail / description in this space here for above point. </a:t>
            </a:r>
          </a:p>
        </p:txBody>
      </p:sp>
      <p:sp>
        <p:nvSpPr>
          <p:cNvPr id="13" name="Text Placeholder 12">
            <a:extLst>
              <a:ext uri="{FF2B5EF4-FFF2-40B4-BE49-F238E27FC236}">
                <a16:creationId xmlns:a16="http://schemas.microsoft.com/office/drawing/2014/main" id="{C30EDC63-753A-3FED-1C08-00827B4F90C0}"/>
              </a:ext>
            </a:extLst>
          </p:cNvPr>
          <p:cNvSpPr>
            <a:spLocks noGrp="1"/>
          </p:cNvSpPr>
          <p:nvPr>
            <p:ph type="body" sz="quarter" idx="80"/>
          </p:nvPr>
        </p:nvSpPr>
        <p:spPr>
          <a:xfrm>
            <a:off x="9476040" y="3476300"/>
            <a:ext cx="2159999" cy="304699"/>
          </a:xfrm>
        </p:spPr>
        <p:txBody>
          <a:bodyPr/>
          <a:lstStyle/>
          <a:p>
            <a:r>
              <a:rPr lang="en-US" dirty="0"/>
              <a:t>Click to edit heading over two lines only</a:t>
            </a:r>
            <a:endParaRPr lang="en-ZA" dirty="0"/>
          </a:p>
        </p:txBody>
      </p:sp>
      <p:sp>
        <p:nvSpPr>
          <p:cNvPr id="14" name="Text Placeholder 13">
            <a:extLst>
              <a:ext uri="{FF2B5EF4-FFF2-40B4-BE49-F238E27FC236}">
                <a16:creationId xmlns:a16="http://schemas.microsoft.com/office/drawing/2014/main" id="{83CC9452-0BC6-DF6A-2F43-26B1BDDE4816}"/>
              </a:ext>
            </a:extLst>
          </p:cNvPr>
          <p:cNvSpPr>
            <a:spLocks noGrp="1"/>
          </p:cNvSpPr>
          <p:nvPr>
            <p:ph type="body" sz="quarter" idx="81"/>
          </p:nvPr>
        </p:nvSpPr>
        <p:spPr>
          <a:xfrm>
            <a:off x="9476040" y="5935191"/>
            <a:ext cx="2159999" cy="290849"/>
          </a:xfrm>
        </p:spPr>
        <p:txBody>
          <a:bodyPr/>
          <a:lstStyle/>
          <a:p>
            <a:r>
              <a:rPr lang="en-ZA" dirty="0"/>
              <a:t>Add 2-line detail / description in this space here for above point. </a:t>
            </a:r>
          </a:p>
        </p:txBody>
      </p:sp>
      <p:sp>
        <p:nvSpPr>
          <p:cNvPr id="15" name="Text Placeholder 14">
            <a:extLst>
              <a:ext uri="{FF2B5EF4-FFF2-40B4-BE49-F238E27FC236}">
                <a16:creationId xmlns:a16="http://schemas.microsoft.com/office/drawing/2014/main" id="{C5193E64-1758-10DF-1E57-E55528455F2E}"/>
              </a:ext>
            </a:extLst>
          </p:cNvPr>
          <p:cNvSpPr>
            <a:spLocks noGrp="1"/>
          </p:cNvSpPr>
          <p:nvPr>
            <p:ph type="body" sz="quarter" idx="39"/>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6" name="Text Placeholder 15">
            <a:extLst>
              <a:ext uri="{FF2B5EF4-FFF2-40B4-BE49-F238E27FC236}">
                <a16:creationId xmlns:a16="http://schemas.microsoft.com/office/drawing/2014/main" id="{608C9F3F-3D98-7119-020A-26FE601C8C2F}"/>
              </a:ext>
            </a:extLst>
          </p:cNvPr>
          <p:cNvSpPr>
            <a:spLocks noGrp="1"/>
          </p:cNvSpPr>
          <p:nvPr>
            <p:ph type="body" sz="quarter" idx="83"/>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7" name="Text Placeholder 16">
            <a:extLst>
              <a:ext uri="{FF2B5EF4-FFF2-40B4-BE49-F238E27FC236}">
                <a16:creationId xmlns:a16="http://schemas.microsoft.com/office/drawing/2014/main" id="{675132B8-CD0A-1F09-4398-5D77253B3F82}"/>
              </a:ext>
            </a:extLst>
          </p:cNvPr>
          <p:cNvSpPr>
            <a:spLocks noGrp="1"/>
          </p:cNvSpPr>
          <p:nvPr>
            <p:ph type="body" sz="quarter" idx="84"/>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8" name="Text Placeholder 17">
            <a:extLst>
              <a:ext uri="{FF2B5EF4-FFF2-40B4-BE49-F238E27FC236}">
                <a16:creationId xmlns:a16="http://schemas.microsoft.com/office/drawing/2014/main" id="{8138E4CD-0DF8-B1D9-FA96-10638ACF0F5F}"/>
              </a:ext>
            </a:extLst>
          </p:cNvPr>
          <p:cNvSpPr>
            <a:spLocks noGrp="1"/>
          </p:cNvSpPr>
          <p:nvPr>
            <p:ph type="body" sz="quarter" idx="85"/>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9" name="Text Placeholder 18">
            <a:extLst>
              <a:ext uri="{FF2B5EF4-FFF2-40B4-BE49-F238E27FC236}">
                <a16:creationId xmlns:a16="http://schemas.microsoft.com/office/drawing/2014/main" id="{A494C76E-C75A-775A-3574-C574A34A2841}"/>
              </a:ext>
            </a:extLst>
          </p:cNvPr>
          <p:cNvSpPr>
            <a:spLocks noGrp="1"/>
          </p:cNvSpPr>
          <p:nvPr>
            <p:ph type="body" sz="quarter" idx="86"/>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Tree>
    <p:extLst>
      <p:ext uri="{BB962C8B-B14F-4D97-AF65-F5344CB8AC3E}">
        <p14:creationId xmlns:p14="http://schemas.microsoft.com/office/powerpoint/2010/main" val="316073281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p10.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319D25-AE8A-EB07-5512-C9BCD1BCDF26}"/>
              </a:ext>
            </a:extLst>
          </p:cNvPr>
          <p:cNvSpPr>
            <a:spLocks noGrp="1"/>
          </p:cNvSpPr>
          <p:nvPr>
            <p:ph type="body" sz="quarter" idx="82"/>
          </p:nvPr>
        </p:nvSpPr>
        <p:spPr>
          <a:xfrm>
            <a:off x="587375" y="1747932"/>
            <a:ext cx="11052175" cy="185500"/>
          </a:xfrm>
        </p:spPr>
        <p:txBody>
          <a:bodyPr/>
          <a:lstStyle/>
          <a:p>
            <a:r>
              <a:rPr lang="en-US" b="1" dirty="0"/>
              <a:t>Insert introductory text here. No longer than 1 line maximum. Insert introductory text here. No longer than 1 line of copy maximum.</a:t>
            </a:r>
            <a:endParaRPr lang="en-ZA" dirty="0"/>
          </a:p>
        </p:txBody>
      </p:sp>
      <p:sp>
        <p:nvSpPr>
          <p:cNvPr id="3" name="Title 2">
            <a:extLst>
              <a:ext uri="{FF2B5EF4-FFF2-40B4-BE49-F238E27FC236}">
                <a16:creationId xmlns:a16="http://schemas.microsoft.com/office/drawing/2014/main" id="{19C03114-82E1-3849-90E1-F95ACAE9CF04}"/>
              </a:ext>
            </a:extLst>
          </p:cNvPr>
          <p:cNvSpPr>
            <a:spLocks noGrp="1"/>
          </p:cNvSpPr>
          <p:nvPr>
            <p:ph type="ctrTitle"/>
          </p:nvPr>
        </p:nvSpPr>
        <p:spPr/>
        <p:txBody>
          <a:bodyPr/>
          <a:lstStyle/>
          <a:p>
            <a:r>
              <a:rPr lang="en-US" dirty="0"/>
              <a:t>5 STEP PROCESS DIAGRAM SLIDE</a:t>
            </a:r>
            <a:endParaRPr lang="en-ZA" dirty="0"/>
          </a:p>
        </p:txBody>
      </p:sp>
      <p:sp>
        <p:nvSpPr>
          <p:cNvPr id="4" name="Text Placeholder 3">
            <a:extLst>
              <a:ext uri="{FF2B5EF4-FFF2-40B4-BE49-F238E27FC236}">
                <a16:creationId xmlns:a16="http://schemas.microsoft.com/office/drawing/2014/main" id="{E6AD2336-D256-4336-2843-F4D19187C3EC}"/>
              </a:ext>
            </a:extLst>
          </p:cNvPr>
          <p:cNvSpPr>
            <a:spLocks noGrp="1"/>
          </p:cNvSpPr>
          <p:nvPr>
            <p:ph type="body" sz="quarter" idx="40"/>
          </p:nvPr>
        </p:nvSpPr>
        <p:spPr/>
        <p:txBody>
          <a:bodyPr/>
          <a:lstStyle/>
          <a:p>
            <a:r>
              <a:rPr lang="en-US" dirty="0"/>
              <a:t>SUB-HEADING FOR SLIDE GOES HERE</a:t>
            </a:r>
            <a:endParaRPr lang="en-ZA" dirty="0"/>
          </a:p>
        </p:txBody>
      </p:sp>
      <p:sp>
        <p:nvSpPr>
          <p:cNvPr id="5" name="Text Placeholder 4">
            <a:extLst>
              <a:ext uri="{FF2B5EF4-FFF2-40B4-BE49-F238E27FC236}">
                <a16:creationId xmlns:a16="http://schemas.microsoft.com/office/drawing/2014/main" id="{F430655B-75B1-BF28-9EB8-92D8776E6F5E}"/>
              </a:ext>
            </a:extLst>
          </p:cNvPr>
          <p:cNvSpPr>
            <a:spLocks noGrp="1"/>
          </p:cNvSpPr>
          <p:nvPr>
            <p:ph type="body" sz="quarter" idx="49"/>
          </p:nvPr>
        </p:nvSpPr>
        <p:spPr>
          <a:xfrm>
            <a:off x="587374" y="4659337"/>
            <a:ext cx="2159995" cy="341050"/>
          </a:xfrm>
        </p:spPr>
        <p:txBody>
          <a:bodyPr/>
          <a:lstStyle/>
          <a:p>
            <a:r>
              <a:rPr lang="en-US" dirty="0"/>
              <a:t>Click to edit heading over two lines only</a:t>
            </a:r>
            <a:endParaRPr lang="en-ZA" dirty="0"/>
          </a:p>
        </p:txBody>
      </p:sp>
      <p:sp>
        <p:nvSpPr>
          <p:cNvPr id="6" name="Text Placeholder 5">
            <a:extLst>
              <a:ext uri="{FF2B5EF4-FFF2-40B4-BE49-F238E27FC236}">
                <a16:creationId xmlns:a16="http://schemas.microsoft.com/office/drawing/2014/main" id="{99D0ABD2-EFFC-0AF9-F157-3CC46252DBA7}"/>
              </a:ext>
            </a:extLst>
          </p:cNvPr>
          <p:cNvSpPr>
            <a:spLocks noGrp="1"/>
          </p:cNvSpPr>
          <p:nvPr>
            <p:ph type="body" sz="quarter" idx="76"/>
          </p:nvPr>
        </p:nvSpPr>
        <p:spPr>
          <a:xfrm>
            <a:off x="2810615" y="4659337"/>
            <a:ext cx="2159999" cy="341050"/>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5AA73411-8821-3C55-060B-59666956185E}"/>
              </a:ext>
            </a:extLst>
          </p:cNvPr>
          <p:cNvSpPr>
            <a:spLocks noGrp="1"/>
          </p:cNvSpPr>
          <p:nvPr>
            <p:ph type="body" sz="quarter" idx="77"/>
          </p:nvPr>
        </p:nvSpPr>
        <p:spPr>
          <a:xfrm>
            <a:off x="5033854" y="4659337"/>
            <a:ext cx="2159999" cy="341050"/>
          </a:xfrm>
        </p:spPr>
        <p:txBody>
          <a:bodyPr/>
          <a:lstStyle/>
          <a:p>
            <a:r>
              <a:rPr lang="en-US" dirty="0"/>
              <a:t>Click to edit heading over two lines only</a:t>
            </a:r>
            <a:endParaRPr lang="en-ZA" dirty="0"/>
          </a:p>
        </p:txBody>
      </p:sp>
      <p:sp>
        <p:nvSpPr>
          <p:cNvPr id="8" name="Text Placeholder 7">
            <a:extLst>
              <a:ext uri="{FF2B5EF4-FFF2-40B4-BE49-F238E27FC236}">
                <a16:creationId xmlns:a16="http://schemas.microsoft.com/office/drawing/2014/main" id="{73577CCF-0957-721C-EB98-8D345AE948C0}"/>
              </a:ext>
            </a:extLst>
          </p:cNvPr>
          <p:cNvSpPr>
            <a:spLocks noGrp="1"/>
          </p:cNvSpPr>
          <p:nvPr>
            <p:ph type="body" sz="quarter" idx="78"/>
          </p:nvPr>
        </p:nvSpPr>
        <p:spPr>
          <a:xfrm>
            <a:off x="7257094" y="4659337"/>
            <a:ext cx="2159998" cy="341050"/>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0781C78F-E665-1C01-B2F7-5099A5A11667}"/>
              </a:ext>
            </a:extLst>
          </p:cNvPr>
          <p:cNvSpPr>
            <a:spLocks noGrp="1"/>
          </p:cNvSpPr>
          <p:nvPr>
            <p:ph type="body" sz="quarter" idx="59"/>
          </p:nvPr>
        </p:nvSpPr>
        <p:spPr>
          <a:xfrm>
            <a:off x="587375" y="5450631"/>
            <a:ext cx="2159999" cy="778418"/>
          </a:xfrm>
        </p:spPr>
        <p:txBody>
          <a:bodyPr/>
          <a:lstStyle/>
          <a:p>
            <a:pPr lvl="0"/>
            <a:r>
              <a:rPr lang="en-US" b="1" dirty="0"/>
              <a:t>Add descriptive text here </a:t>
            </a:r>
          </a:p>
          <a:p>
            <a:pPr lvl="0"/>
            <a:r>
              <a:rPr lang="en-US" dirty="0"/>
              <a:t>Add descriptive text here Add descriptive text here Add descriptive text here </a:t>
            </a:r>
            <a:br>
              <a:rPr lang="en-US" dirty="0"/>
            </a:br>
            <a:r>
              <a:rPr lang="en-US" dirty="0"/>
              <a:t>Add descriptive text here.</a:t>
            </a:r>
            <a:endParaRPr lang="en-ZA" dirty="0"/>
          </a:p>
        </p:txBody>
      </p:sp>
      <p:sp>
        <p:nvSpPr>
          <p:cNvPr id="10" name="Text Placeholder 9">
            <a:extLst>
              <a:ext uri="{FF2B5EF4-FFF2-40B4-BE49-F238E27FC236}">
                <a16:creationId xmlns:a16="http://schemas.microsoft.com/office/drawing/2014/main" id="{FF27B4FF-BB1A-E99B-2F95-F694C8A41683}"/>
              </a:ext>
            </a:extLst>
          </p:cNvPr>
          <p:cNvSpPr>
            <a:spLocks noGrp="1"/>
          </p:cNvSpPr>
          <p:nvPr>
            <p:ph type="body" sz="quarter" idx="60"/>
          </p:nvPr>
        </p:nvSpPr>
        <p:spPr>
          <a:xfrm>
            <a:off x="2810683" y="5450631"/>
            <a:ext cx="2153245" cy="778418"/>
          </a:xfrm>
        </p:spPr>
        <p:txBody>
          <a:bodyPr/>
          <a:lstStyle/>
          <a:p>
            <a:pPr lvl="0"/>
            <a:r>
              <a:rPr lang="en-US" b="1" dirty="0"/>
              <a:t>Add descriptive text here </a:t>
            </a:r>
          </a:p>
          <a:p>
            <a:pPr lvl="0"/>
            <a:r>
              <a:rPr lang="en-US" dirty="0"/>
              <a:t>Add descriptive text here Add descriptive text here Add descriptive text here </a:t>
            </a:r>
            <a:br>
              <a:rPr lang="en-US" dirty="0"/>
            </a:br>
            <a:r>
              <a:rPr lang="en-US" dirty="0"/>
              <a:t>Add descriptive text here.</a:t>
            </a:r>
            <a:endParaRPr lang="en-ZA" dirty="0"/>
          </a:p>
        </p:txBody>
      </p:sp>
      <p:sp>
        <p:nvSpPr>
          <p:cNvPr id="11" name="Text Placeholder 10">
            <a:extLst>
              <a:ext uri="{FF2B5EF4-FFF2-40B4-BE49-F238E27FC236}">
                <a16:creationId xmlns:a16="http://schemas.microsoft.com/office/drawing/2014/main" id="{A98CA17E-535D-C4D1-2F4F-C857C80AE093}"/>
              </a:ext>
            </a:extLst>
          </p:cNvPr>
          <p:cNvSpPr>
            <a:spLocks noGrp="1"/>
          </p:cNvSpPr>
          <p:nvPr>
            <p:ph type="body" sz="quarter" idx="62"/>
          </p:nvPr>
        </p:nvSpPr>
        <p:spPr>
          <a:xfrm>
            <a:off x="5033854" y="5450631"/>
            <a:ext cx="2159999" cy="778418"/>
          </a:xfrm>
        </p:spPr>
        <p:txBody>
          <a:bodyPr/>
          <a:lstStyle/>
          <a:p>
            <a:pPr lvl="0"/>
            <a:r>
              <a:rPr lang="en-US" b="1" dirty="0"/>
              <a:t>Add descriptive text here </a:t>
            </a:r>
          </a:p>
          <a:p>
            <a:pPr lvl="0"/>
            <a:r>
              <a:rPr lang="en-US" dirty="0"/>
              <a:t>Add descriptive text here Add descriptive text here Add descriptive text here </a:t>
            </a:r>
            <a:br>
              <a:rPr lang="en-US" dirty="0"/>
            </a:br>
            <a:r>
              <a:rPr lang="en-US" dirty="0"/>
              <a:t>Add descriptive text here.</a:t>
            </a:r>
            <a:endParaRPr lang="en-ZA" dirty="0"/>
          </a:p>
        </p:txBody>
      </p:sp>
      <p:sp>
        <p:nvSpPr>
          <p:cNvPr id="12" name="Text Placeholder 11">
            <a:extLst>
              <a:ext uri="{FF2B5EF4-FFF2-40B4-BE49-F238E27FC236}">
                <a16:creationId xmlns:a16="http://schemas.microsoft.com/office/drawing/2014/main" id="{27D980A8-3CC0-80C6-476A-F6D877F74E38}"/>
              </a:ext>
            </a:extLst>
          </p:cNvPr>
          <p:cNvSpPr>
            <a:spLocks noGrp="1"/>
          </p:cNvSpPr>
          <p:nvPr>
            <p:ph type="body" sz="quarter" idx="64"/>
          </p:nvPr>
        </p:nvSpPr>
        <p:spPr>
          <a:xfrm>
            <a:off x="7257094" y="5450631"/>
            <a:ext cx="2159998" cy="778418"/>
          </a:xfrm>
        </p:spPr>
        <p:txBody>
          <a:bodyPr/>
          <a:lstStyle/>
          <a:p>
            <a:pPr lvl="0"/>
            <a:r>
              <a:rPr lang="en-US" b="1" dirty="0"/>
              <a:t>Add descriptive text here </a:t>
            </a:r>
          </a:p>
          <a:p>
            <a:pPr lvl="0"/>
            <a:r>
              <a:rPr lang="en-US" dirty="0"/>
              <a:t>Add descriptive text here Add descriptive text here Add descriptive text here </a:t>
            </a:r>
            <a:br>
              <a:rPr lang="en-US" dirty="0"/>
            </a:br>
            <a:r>
              <a:rPr lang="en-US" dirty="0"/>
              <a:t>Add descriptive text here.</a:t>
            </a:r>
            <a:endParaRPr lang="en-ZA" dirty="0"/>
          </a:p>
        </p:txBody>
      </p:sp>
      <p:sp>
        <p:nvSpPr>
          <p:cNvPr id="13" name="Text Placeholder 12">
            <a:extLst>
              <a:ext uri="{FF2B5EF4-FFF2-40B4-BE49-F238E27FC236}">
                <a16:creationId xmlns:a16="http://schemas.microsoft.com/office/drawing/2014/main" id="{FA4DF3F8-0FB7-D1E8-ED48-0DB74341CA64}"/>
              </a:ext>
            </a:extLst>
          </p:cNvPr>
          <p:cNvSpPr>
            <a:spLocks noGrp="1"/>
          </p:cNvSpPr>
          <p:nvPr>
            <p:ph type="body" sz="quarter" idx="80"/>
          </p:nvPr>
        </p:nvSpPr>
        <p:spPr>
          <a:xfrm>
            <a:off x="9476040" y="4659337"/>
            <a:ext cx="2159999" cy="341050"/>
          </a:xfrm>
        </p:spPr>
        <p:txBody>
          <a:bodyPr/>
          <a:lstStyle/>
          <a:p>
            <a:r>
              <a:rPr lang="en-US" dirty="0"/>
              <a:t>Click to edit heading over two lines only</a:t>
            </a:r>
            <a:endParaRPr lang="en-ZA" dirty="0"/>
          </a:p>
        </p:txBody>
      </p:sp>
      <p:sp>
        <p:nvSpPr>
          <p:cNvPr id="14" name="Text Placeholder 13">
            <a:extLst>
              <a:ext uri="{FF2B5EF4-FFF2-40B4-BE49-F238E27FC236}">
                <a16:creationId xmlns:a16="http://schemas.microsoft.com/office/drawing/2014/main" id="{A93CAAB8-5822-2C5E-B709-7DB4209631BB}"/>
              </a:ext>
            </a:extLst>
          </p:cNvPr>
          <p:cNvSpPr>
            <a:spLocks noGrp="1"/>
          </p:cNvSpPr>
          <p:nvPr>
            <p:ph type="body" sz="quarter" idx="81"/>
          </p:nvPr>
        </p:nvSpPr>
        <p:spPr>
          <a:xfrm>
            <a:off x="9476040" y="5450631"/>
            <a:ext cx="2159999" cy="778418"/>
          </a:xfrm>
        </p:spPr>
        <p:txBody>
          <a:bodyPr/>
          <a:lstStyle/>
          <a:p>
            <a:pPr lvl="0"/>
            <a:r>
              <a:rPr lang="en-US" b="1" dirty="0"/>
              <a:t>Add descriptive text here </a:t>
            </a:r>
          </a:p>
          <a:p>
            <a:pPr lvl="0"/>
            <a:r>
              <a:rPr lang="en-US" dirty="0"/>
              <a:t>Add descriptive text here Add descriptive text here Add descriptive text here </a:t>
            </a:r>
            <a:br>
              <a:rPr lang="en-US" dirty="0"/>
            </a:br>
            <a:r>
              <a:rPr lang="en-US" dirty="0"/>
              <a:t>Add descriptive text here.</a:t>
            </a:r>
            <a:endParaRPr lang="en-ZA" dirty="0"/>
          </a:p>
        </p:txBody>
      </p:sp>
      <p:sp>
        <p:nvSpPr>
          <p:cNvPr id="15" name="Picture Placeholder 14">
            <a:extLst>
              <a:ext uri="{FF2B5EF4-FFF2-40B4-BE49-F238E27FC236}">
                <a16:creationId xmlns:a16="http://schemas.microsoft.com/office/drawing/2014/main" id="{8970D3F1-23C4-A182-4D1D-2E1457F4D030}"/>
              </a:ext>
            </a:extLst>
          </p:cNvPr>
          <p:cNvSpPr>
            <a:spLocks noGrp="1"/>
          </p:cNvSpPr>
          <p:nvPr>
            <p:ph type="pic" sz="quarter" idx="87"/>
          </p:nvPr>
        </p:nvSpPr>
        <p:spPr/>
        <p:txBody>
          <a:bodyPr/>
          <a:lstStyle/>
          <a:p>
            <a:pPr marL="0" indent="0">
              <a:buNone/>
            </a:pPr>
            <a:endParaRPr lang="en-ZA"/>
          </a:p>
        </p:txBody>
      </p:sp>
      <p:sp>
        <p:nvSpPr>
          <p:cNvPr id="16" name="Picture Placeholder 15">
            <a:extLst>
              <a:ext uri="{FF2B5EF4-FFF2-40B4-BE49-F238E27FC236}">
                <a16:creationId xmlns:a16="http://schemas.microsoft.com/office/drawing/2014/main" id="{4D3FC6A4-1296-0498-6DBD-ED140A7BF1B3}"/>
              </a:ext>
            </a:extLst>
          </p:cNvPr>
          <p:cNvSpPr>
            <a:spLocks noGrp="1"/>
          </p:cNvSpPr>
          <p:nvPr>
            <p:ph type="pic" sz="quarter" idx="88"/>
          </p:nvPr>
        </p:nvSpPr>
        <p:spPr/>
        <p:txBody>
          <a:bodyPr/>
          <a:lstStyle/>
          <a:p>
            <a:pPr marL="0" indent="0">
              <a:buNone/>
            </a:pPr>
            <a:endParaRPr lang="en-ZA"/>
          </a:p>
        </p:txBody>
      </p:sp>
      <p:sp>
        <p:nvSpPr>
          <p:cNvPr id="17" name="Picture Placeholder 16">
            <a:extLst>
              <a:ext uri="{FF2B5EF4-FFF2-40B4-BE49-F238E27FC236}">
                <a16:creationId xmlns:a16="http://schemas.microsoft.com/office/drawing/2014/main" id="{90B604AF-E902-D28E-5C09-ADE768FD04FE}"/>
              </a:ext>
            </a:extLst>
          </p:cNvPr>
          <p:cNvSpPr>
            <a:spLocks noGrp="1"/>
          </p:cNvSpPr>
          <p:nvPr>
            <p:ph type="pic" sz="quarter" idx="89"/>
          </p:nvPr>
        </p:nvSpPr>
        <p:spPr/>
        <p:txBody>
          <a:bodyPr/>
          <a:lstStyle/>
          <a:p>
            <a:pPr marL="0" indent="0">
              <a:buNone/>
            </a:pPr>
            <a:endParaRPr lang="en-ZA"/>
          </a:p>
        </p:txBody>
      </p:sp>
      <p:sp>
        <p:nvSpPr>
          <p:cNvPr id="18" name="Picture Placeholder 17">
            <a:extLst>
              <a:ext uri="{FF2B5EF4-FFF2-40B4-BE49-F238E27FC236}">
                <a16:creationId xmlns:a16="http://schemas.microsoft.com/office/drawing/2014/main" id="{B631D48D-3BB2-118C-9CD8-E0BB77A708A2}"/>
              </a:ext>
            </a:extLst>
          </p:cNvPr>
          <p:cNvSpPr>
            <a:spLocks noGrp="1"/>
          </p:cNvSpPr>
          <p:nvPr>
            <p:ph type="pic" sz="quarter" idx="90"/>
          </p:nvPr>
        </p:nvSpPr>
        <p:spPr/>
        <p:txBody>
          <a:bodyPr/>
          <a:lstStyle/>
          <a:p>
            <a:pPr marL="0" indent="0">
              <a:buNone/>
            </a:pPr>
            <a:endParaRPr lang="en-ZA"/>
          </a:p>
        </p:txBody>
      </p:sp>
      <p:sp>
        <p:nvSpPr>
          <p:cNvPr id="19" name="Picture Placeholder 18">
            <a:extLst>
              <a:ext uri="{FF2B5EF4-FFF2-40B4-BE49-F238E27FC236}">
                <a16:creationId xmlns:a16="http://schemas.microsoft.com/office/drawing/2014/main" id="{00CD377A-F533-948D-42E2-933B2DB46E24}"/>
              </a:ext>
            </a:extLst>
          </p:cNvPr>
          <p:cNvSpPr>
            <a:spLocks noGrp="1"/>
          </p:cNvSpPr>
          <p:nvPr>
            <p:ph type="pic" sz="quarter" idx="91"/>
          </p:nvPr>
        </p:nvSpPr>
        <p:spPr/>
        <p:txBody>
          <a:bodyPr/>
          <a:lstStyle/>
          <a:p>
            <a:pPr marL="0" indent="0">
              <a:buNone/>
            </a:pPr>
            <a:endParaRPr lang="en-ZA"/>
          </a:p>
        </p:txBody>
      </p:sp>
    </p:spTree>
    <p:extLst>
      <p:ext uri="{BB962C8B-B14F-4D97-AF65-F5344CB8AC3E}">
        <p14:creationId xmlns:p14="http://schemas.microsoft.com/office/powerpoint/2010/main" val="185686760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p10.s0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40A1-1905-9EC6-D707-E7D19D11226D}"/>
              </a:ext>
            </a:extLst>
          </p:cNvPr>
          <p:cNvSpPr>
            <a:spLocks noGrp="1"/>
          </p:cNvSpPr>
          <p:nvPr>
            <p:ph type="ctrTitle"/>
          </p:nvPr>
        </p:nvSpPr>
        <p:spPr/>
        <p:txBody>
          <a:bodyPr/>
          <a:lstStyle/>
          <a:p>
            <a:r>
              <a:rPr lang="en-ZA" dirty="0"/>
              <a:t>CLEAN 6 STEP PROCESS DIAGRAM </a:t>
            </a:r>
            <a:r>
              <a:rPr lang="en-US" dirty="0"/>
              <a:t>SLIDE</a:t>
            </a:r>
            <a:endParaRPr lang="en-ZA" dirty="0"/>
          </a:p>
        </p:txBody>
      </p:sp>
      <p:sp>
        <p:nvSpPr>
          <p:cNvPr id="3" name="Text Placeholder 2">
            <a:extLst>
              <a:ext uri="{FF2B5EF4-FFF2-40B4-BE49-F238E27FC236}">
                <a16:creationId xmlns:a16="http://schemas.microsoft.com/office/drawing/2014/main" id="{81286E30-F244-19FC-1BAE-FDB3DCB64523}"/>
              </a:ext>
            </a:extLst>
          </p:cNvPr>
          <p:cNvSpPr>
            <a:spLocks noGrp="1"/>
          </p:cNvSpPr>
          <p:nvPr>
            <p:ph type="body" sz="quarter" idx="58"/>
          </p:nvPr>
        </p:nvSpPr>
        <p:spPr>
          <a:xfrm>
            <a:off x="7579532" y="3714891"/>
            <a:ext cx="759519" cy="423193"/>
          </a:xfrm>
        </p:spPr>
        <p:txBody>
          <a:bodyPr/>
          <a:lstStyle/>
          <a:p>
            <a:r>
              <a:rPr lang="en-ZA" dirty="0">
                <a:solidFill>
                  <a:schemeClr val="accent5">
                    <a:lumMod val="50000"/>
                  </a:schemeClr>
                </a:solidFill>
              </a:rPr>
              <a:t>SHORT HEADING HERE</a:t>
            </a:r>
          </a:p>
        </p:txBody>
      </p:sp>
      <p:sp>
        <p:nvSpPr>
          <p:cNvPr id="4" name="Text Placeholder 3">
            <a:extLst>
              <a:ext uri="{FF2B5EF4-FFF2-40B4-BE49-F238E27FC236}">
                <a16:creationId xmlns:a16="http://schemas.microsoft.com/office/drawing/2014/main" id="{5A168F1C-DFFD-6792-9F44-CE15A5A77D77}"/>
              </a:ext>
            </a:extLst>
          </p:cNvPr>
          <p:cNvSpPr>
            <a:spLocks noGrp="1"/>
          </p:cNvSpPr>
          <p:nvPr>
            <p:ph type="body" sz="quarter" idx="61"/>
          </p:nvPr>
        </p:nvSpPr>
        <p:spPr>
          <a:xfrm>
            <a:off x="3956771" y="3714891"/>
            <a:ext cx="759519" cy="423193"/>
          </a:xfrm>
        </p:spPr>
        <p:txBody>
          <a:bodyPr/>
          <a:lstStyle/>
          <a:p>
            <a:r>
              <a:rPr lang="en-ZA" dirty="0">
                <a:solidFill>
                  <a:schemeClr val="accent5">
                    <a:lumMod val="50000"/>
                  </a:schemeClr>
                </a:solidFill>
              </a:rPr>
              <a:t>SHORT HEADING HERE</a:t>
            </a:r>
          </a:p>
        </p:txBody>
      </p:sp>
      <p:sp>
        <p:nvSpPr>
          <p:cNvPr id="5" name="Text Placeholder 4">
            <a:extLst>
              <a:ext uri="{FF2B5EF4-FFF2-40B4-BE49-F238E27FC236}">
                <a16:creationId xmlns:a16="http://schemas.microsoft.com/office/drawing/2014/main" id="{07ACFEF3-144A-05D9-7252-C7ABB3A6F902}"/>
              </a:ext>
            </a:extLst>
          </p:cNvPr>
          <p:cNvSpPr>
            <a:spLocks noGrp="1"/>
          </p:cNvSpPr>
          <p:nvPr>
            <p:ph type="body" sz="quarter" idx="39"/>
          </p:nvPr>
        </p:nvSpPr>
        <p:spPr/>
        <p:txBody>
          <a:bodyPr/>
          <a:lstStyle/>
          <a:p>
            <a:r>
              <a:rPr lang="en-ZA" dirty="0"/>
              <a:t>Add your sub-heading</a:t>
            </a:r>
          </a:p>
        </p:txBody>
      </p:sp>
      <p:sp>
        <p:nvSpPr>
          <p:cNvPr id="6" name="Text Placeholder 5">
            <a:extLst>
              <a:ext uri="{FF2B5EF4-FFF2-40B4-BE49-F238E27FC236}">
                <a16:creationId xmlns:a16="http://schemas.microsoft.com/office/drawing/2014/main" id="{C422923F-819B-6E19-6794-D18A8AE6B093}"/>
              </a:ext>
            </a:extLst>
          </p:cNvPr>
          <p:cNvSpPr>
            <a:spLocks noGrp="1"/>
          </p:cNvSpPr>
          <p:nvPr>
            <p:ph type="body" sz="quarter" idx="64"/>
          </p:nvPr>
        </p:nvSpPr>
        <p:spPr/>
        <p:txBody>
          <a:bodyPr/>
          <a:lstStyle/>
          <a:p>
            <a:r>
              <a:rPr lang="en-ZA" dirty="0"/>
              <a:t>Add your sub-heading</a:t>
            </a:r>
          </a:p>
        </p:txBody>
      </p:sp>
      <p:sp>
        <p:nvSpPr>
          <p:cNvPr id="7" name="Text Placeholder 6">
            <a:extLst>
              <a:ext uri="{FF2B5EF4-FFF2-40B4-BE49-F238E27FC236}">
                <a16:creationId xmlns:a16="http://schemas.microsoft.com/office/drawing/2014/main" id="{D15C8A27-AE0D-6274-9BA6-6278DD19ECB5}"/>
              </a:ext>
            </a:extLst>
          </p:cNvPr>
          <p:cNvSpPr>
            <a:spLocks noGrp="1"/>
          </p:cNvSpPr>
          <p:nvPr>
            <p:ph type="body" sz="quarter" idx="65"/>
          </p:nvPr>
        </p:nvSpPr>
        <p:spPr/>
        <p:txBody>
          <a:bodyPr/>
          <a:lstStyle/>
          <a:p>
            <a:r>
              <a:rPr lang="en-ZA" dirty="0"/>
              <a:t>Add your sub-heading</a:t>
            </a:r>
          </a:p>
        </p:txBody>
      </p:sp>
      <p:sp>
        <p:nvSpPr>
          <p:cNvPr id="8" name="Text Placeholder 7">
            <a:extLst>
              <a:ext uri="{FF2B5EF4-FFF2-40B4-BE49-F238E27FC236}">
                <a16:creationId xmlns:a16="http://schemas.microsoft.com/office/drawing/2014/main" id="{6E1D94B3-E941-551E-2926-D8A9F372B071}"/>
              </a:ext>
            </a:extLst>
          </p:cNvPr>
          <p:cNvSpPr>
            <a:spLocks noGrp="1"/>
          </p:cNvSpPr>
          <p:nvPr>
            <p:ph type="body" sz="quarter" idx="66"/>
          </p:nvPr>
        </p:nvSpPr>
        <p:spPr>
          <a:xfrm>
            <a:off x="9417268" y="1724964"/>
            <a:ext cx="2222263" cy="581698"/>
          </a:xfrm>
        </p:spPr>
        <p:txBody>
          <a:bodyPr/>
          <a:lstStyle/>
          <a:p>
            <a:r>
              <a:rPr lang="en-ZA" dirty="0"/>
              <a:t>Add your description in this space here for point. This can be bullets or paragraphs, depending on what you would like to say.</a:t>
            </a:r>
          </a:p>
        </p:txBody>
      </p:sp>
      <p:sp>
        <p:nvSpPr>
          <p:cNvPr id="9" name="Text Placeholder 8">
            <a:extLst>
              <a:ext uri="{FF2B5EF4-FFF2-40B4-BE49-F238E27FC236}">
                <a16:creationId xmlns:a16="http://schemas.microsoft.com/office/drawing/2014/main" id="{D1390A95-0422-FCB6-564F-FCA3BA8045DB}"/>
              </a:ext>
            </a:extLst>
          </p:cNvPr>
          <p:cNvSpPr>
            <a:spLocks noGrp="1"/>
          </p:cNvSpPr>
          <p:nvPr>
            <p:ph type="body" sz="quarter" idx="67"/>
          </p:nvPr>
        </p:nvSpPr>
        <p:spPr>
          <a:xfrm>
            <a:off x="9429202" y="3556845"/>
            <a:ext cx="2222263" cy="581698"/>
          </a:xfrm>
        </p:spPr>
        <p:txBody>
          <a:bodyPr/>
          <a:lstStyle/>
          <a:p>
            <a:r>
              <a:rPr lang="en-ZA" dirty="0"/>
              <a:t>Add your description in this space here for point. This can be bullets or paragraphs, depending on what you would like to say.</a:t>
            </a:r>
          </a:p>
        </p:txBody>
      </p:sp>
      <p:sp>
        <p:nvSpPr>
          <p:cNvPr id="10" name="Text Placeholder 9">
            <a:extLst>
              <a:ext uri="{FF2B5EF4-FFF2-40B4-BE49-F238E27FC236}">
                <a16:creationId xmlns:a16="http://schemas.microsoft.com/office/drawing/2014/main" id="{54BB1EF0-5EA4-23C5-8B4D-7A6F7F79E9D8}"/>
              </a:ext>
            </a:extLst>
          </p:cNvPr>
          <p:cNvSpPr>
            <a:spLocks noGrp="1"/>
          </p:cNvSpPr>
          <p:nvPr>
            <p:ph type="body" sz="quarter" idx="68"/>
          </p:nvPr>
        </p:nvSpPr>
        <p:spPr>
          <a:xfrm>
            <a:off x="9429202" y="5395859"/>
            <a:ext cx="2222263" cy="581698"/>
          </a:xfrm>
        </p:spPr>
        <p:txBody>
          <a:bodyPr/>
          <a:lstStyle/>
          <a:p>
            <a:r>
              <a:rPr lang="en-ZA" dirty="0"/>
              <a:t>Add your description in this space here for point. This can be bullets or paragraphs, depending on what you would like to say.</a:t>
            </a:r>
          </a:p>
        </p:txBody>
      </p:sp>
      <p:sp>
        <p:nvSpPr>
          <p:cNvPr id="11" name="Text Placeholder 10">
            <a:extLst>
              <a:ext uri="{FF2B5EF4-FFF2-40B4-BE49-F238E27FC236}">
                <a16:creationId xmlns:a16="http://schemas.microsoft.com/office/drawing/2014/main" id="{454AFEAE-D58D-A1C0-6EBA-6B0206B2838B}"/>
              </a:ext>
            </a:extLst>
          </p:cNvPr>
          <p:cNvSpPr>
            <a:spLocks noGrp="1"/>
          </p:cNvSpPr>
          <p:nvPr>
            <p:ph type="body" sz="quarter" idx="4294967295"/>
          </p:nvPr>
        </p:nvSpPr>
        <p:spPr>
          <a:xfrm>
            <a:off x="581159" y="1495869"/>
            <a:ext cx="2222277" cy="153888"/>
          </a:xfrm>
          <a:prstGeom prst="rect">
            <a:avLst/>
          </a:prstGeom>
        </p:spPr>
        <p:txBody>
          <a:bodyPr/>
          <a:lstStyle/>
          <a:p>
            <a:r>
              <a:rPr lang="en-ZA" dirty="0"/>
              <a:t>Add your sub-heading</a:t>
            </a:r>
          </a:p>
        </p:txBody>
      </p:sp>
      <p:sp>
        <p:nvSpPr>
          <p:cNvPr id="12" name="Text Placeholder 11">
            <a:extLst>
              <a:ext uri="{FF2B5EF4-FFF2-40B4-BE49-F238E27FC236}">
                <a16:creationId xmlns:a16="http://schemas.microsoft.com/office/drawing/2014/main" id="{551794C9-B1A7-1280-EEF1-48FACB926209}"/>
              </a:ext>
            </a:extLst>
          </p:cNvPr>
          <p:cNvSpPr>
            <a:spLocks noGrp="1"/>
          </p:cNvSpPr>
          <p:nvPr>
            <p:ph type="body" sz="quarter" idx="70"/>
          </p:nvPr>
        </p:nvSpPr>
        <p:spPr/>
        <p:txBody>
          <a:bodyPr/>
          <a:lstStyle/>
          <a:p>
            <a:r>
              <a:rPr lang="en-ZA" dirty="0"/>
              <a:t>Add your sub-heading</a:t>
            </a:r>
          </a:p>
        </p:txBody>
      </p:sp>
      <p:sp>
        <p:nvSpPr>
          <p:cNvPr id="13" name="Text Placeholder 12">
            <a:extLst>
              <a:ext uri="{FF2B5EF4-FFF2-40B4-BE49-F238E27FC236}">
                <a16:creationId xmlns:a16="http://schemas.microsoft.com/office/drawing/2014/main" id="{4E2A48CE-A148-A046-ABEC-08B0F3D731E9}"/>
              </a:ext>
            </a:extLst>
          </p:cNvPr>
          <p:cNvSpPr>
            <a:spLocks noGrp="1"/>
          </p:cNvSpPr>
          <p:nvPr>
            <p:ph type="body" sz="quarter" idx="71"/>
          </p:nvPr>
        </p:nvSpPr>
        <p:spPr/>
        <p:txBody>
          <a:bodyPr/>
          <a:lstStyle/>
          <a:p>
            <a:r>
              <a:rPr lang="en-ZA" dirty="0"/>
              <a:t>Add your sub-heading</a:t>
            </a:r>
          </a:p>
        </p:txBody>
      </p:sp>
      <p:sp>
        <p:nvSpPr>
          <p:cNvPr id="14" name="Text Placeholder 13">
            <a:extLst>
              <a:ext uri="{FF2B5EF4-FFF2-40B4-BE49-F238E27FC236}">
                <a16:creationId xmlns:a16="http://schemas.microsoft.com/office/drawing/2014/main" id="{E3806B9E-B1AA-DE23-2AAC-C477A6D22EE1}"/>
              </a:ext>
            </a:extLst>
          </p:cNvPr>
          <p:cNvSpPr>
            <a:spLocks noGrp="1"/>
          </p:cNvSpPr>
          <p:nvPr>
            <p:ph type="body" sz="quarter" idx="72"/>
          </p:nvPr>
        </p:nvSpPr>
        <p:spPr>
          <a:xfrm>
            <a:off x="581159" y="1724964"/>
            <a:ext cx="2222263" cy="581698"/>
          </a:xfrm>
        </p:spPr>
        <p:txBody>
          <a:bodyPr/>
          <a:lstStyle/>
          <a:p>
            <a:r>
              <a:rPr lang="en-ZA" dirty="0"/>
              <a:t>Add your description in this space here for point. This can be bullets or paragraphs, depending on what you would like to say.</a:t>
            </a:r>
          </a:p>
        </p:txBody>
      </p:sp>
      <p:sp>
        <p:nvSpPr>
          <p:cNvPr id="15" name="Text Placeholder 14">
            <a:extLst>
              <a:ext uri="{FF2B5EF4-FFF2-40B4-BE49-F238E27FC236}">
                <a16:creationId xmlns:a16="http://schemas.microsoft.com/office/drawing/2014/main" id="{7A1B3752-2262-4C77-3B7B-8F1375620926}"/>
              </a:ext>
            </a:extLst>
          </p:cNvPr>
          <p:cNvSpPr>
            <a:spLocks noGrp="1"/>
          </p:cNvSpPr>
          <p:nvPr>
            <p:ph type="body" sz="quarter" idx="73"/>
          </p:nvPr>
        </p:nvSpPr>
        <p:spPr>
          <a:xfrm>
            <a:off x="593093" y="3556845"/>
            <a:ext cx="2222263" cy="581698"/>
          </a:xfrm>
        </p:spPr>
        <p:txBody>
          <a:bodyPr/>
          <a:lstStyle/>
          <a:p>
            <a:r>
              <a:rPr lang="en-ZA" dirty="0"/>
              <a:t>Add your description in this space here for point. This can be bullets or paragraphs, depending on what you would like to say.</a:t>
            </a:r>
          </a:p>
        </p:txBody>
      </p:sp>
      <p:sp>
        <p:nvSpPr>
          <p:cNvPr id="16" name="Text Placeholder 15">
            <a:extLst>
              <a:ext uri="{FF2B5EF4-FFF2-40B4-BE49-F238E27FC236}">
                <a16:creationId xmlns:a16="http://schemas.microsoft.com/office/drawing/2014/main" id="{104ADE38-EE0E-A487-CF51-9692C0B7DED5}"/>
              </a:ext>
            </a:extLst>
          </p:cNvPr>
          <p:cNvSpPr>
            <a:spLocks noGrp="1"/>
          </p:cNvSpPr>
          <p:nvPr>
            <p:ph type="body" sz="quarter" idx="74"/>
          </p:nvPr>
        </p:nvSpPr>
        <p:spPr>
          <a:xfrm>
            <a:off x="593093" y="5395859"/>
            <a:ext cx="2222263" cy="581698"/>
          </a:xfrm>
        </p:spPr>
        <p:txBody>
          <a:bodyPr/>
          <a:lstStyle/>
          <a:p>
            <a:r>
              <a:rPr lang="en-ZA" dirty="0"/>
              <a:t>Add your description in this space here for point. This can be bullets or paragraphs, depending on what you would like to say.</a:t>
            </a:r>
          </a:p>
        </p:txBody>
      </p:sp>
      <p:sp>
        <p:nvSpPr>
          <p:cNvPr id="17" name="Text Placeholder 16">
            <a:extLst>
              <a:ext uri="{FF2B5EF4-FFF2-40B4-BE49-F238E27FC236}">
                <a16:creationId xmlns:a16="http://schemas.microsoft.com/office/drawing/2014/main" id="{710AB4FA-BABB-43C0-7832-523364445AEF}"/>
              </a:ext>
            </a:extLst>
          </p:cNvPr>
          <p:cNvSpPr>
            <a:spLocks noGrp="1"/>
          </p:cNvSpPr>
          <p:nvPr>
            <p:ph type="body" sz="quarter" idx="76"/>
          </p:nvPr>
        </p:nvSpPr>
        <p:spPr>
          <a:xfrm>
            <a:off x="4796256" y="2176095"/>
            <a:ext cx="997793" cy="423193"/>
          </a:xfrm>
        </p:spPr>
        <p:txBody>
          <a:bodyPr/>
          <a:lstStyle/>
          <a:p>
            <a:r>
              <a:rPr lang="en-ZA" dirty="0">
                <a:solidFill>
                  <a:schemeClr val="accent5">
                    <a:lumMod val="50000"/>
                  </a:schemeClr>
                </a:solidFill>
              </a:rPr>
              <a:t>SHORT HEADING HERE</a:t>
            </a:r>
          </a:p>
        </p:txBody>
      </p:sp>
      <p:sp>
        <p:nvSpPr>
          <p:cNvPr id="18" name="Text Placeholder 17">
            <a:extLst>
              <a:ext uri="{FF2B5EF4-FFF2-40B4-BE49-F238E27FC236}">
                <a16:creationId xmlns:a16="http://schemas.microsoft.com/office/drawing/2014/main" id="{7D821E34-81FB-5432-3C2C-CA1452F42F3D}"/>
              </a:ext>
            </a:extLst>
          </p:cNvPr>
          <p:cNvSpPr>
            <a:spLocks noGrp="1"/>
          </p:cNvSpPr>
          <p:nvPr>
            <p:ph type="body" sz="quarter" idx="77"/>
          </p:nvPr>
        </p:nvSpPr>
        <p:spPr>
          <a:xfrm>
            <a:off x="6515941" y="2176095"/>
            <a:ext cx="997793" cy="423193"/>
          </a:xfrm>
        </p:spPr>
        <p:txBody>
          <a:bodyPr/>
          <a:lstStyle/>
          <a:p>
            <a:r>
              <a:rPr lang="en-ZA" dirty="0">
                <a:solidFill>
                  <a:schemeClr val="accent5">
                    <a:lumMod val="50000"/>
                  </a:schemeClr>
                </a:solidFill>
              </a:rPr>
              <a:t>SHORT HEADING HERE</a:t>
            </a:r>
          </a:p>
        </p:txBody>
      </p:sp>
      <p:sp>
        <p:nvSpPr>
          <p:cNvPr id="19" name="Text Placeholder 18">
            <a:extLst>
              <a:ext uri="{FF2B5EF4-FFF2-40B4-BE49-F238E27FC236}">
                <a16:creationId xmlns:a16="http://schemas.microsoft.com/office/drawing/2014/main" id="{EBE04BD5-3F7D-B832-6645-54DFB444C99A}"/>
              </a:ext>
            </a:extLst>
          </p:cNvPr>
          <p:cNvSpPr>
            <a:spLocks noGrp="1"/>
          </p:cNvSpPr>
          <p:nvPr>
            <p:ph type="body" sz="quarter" idx="78"/>
          </p:nvPr>
        </p:nvSpPr>
        <p:spPr>
          <a:xfrm>
            <a:off x="4796256" y="5292572"/>
            <a:ext cx="997793" cy="423193"/>
          </a:xfrm>
        </p:spPr>
        <p:txBody>
          <a:bodyPr/>
          <a:lstStyle/>
          <a:p>
            <a:r>
              <a:rPr lang="en-ZA" dirty="0">
                <a:solidFill>
                  <a:schemeClr val="accent5">
                    <a:lumMod val="50000"/>
                  </a:schemeClr>
                </a:solidFill>
              </a:rPr>
              <a:t>SHORT HEADING HERE</a:t>
            </a:r>
          </a:p>
        </p:txBody>
      </p:sp>
      <p:sp>
        <p:nvSpPr>
          <p:cNvPr id="20" name="Text Placeholder 19">
            <a:extLst>
              <a:ext uri="{FF2B5EF4-FFF2-40B4-BE49-F238E27FC236}">
                <a16:creationId xmlns:a16="http://schemas.microsoft.com/office/drawing/2014/main" id="{659FB90E-8093-5450-54FD-47FF929E0AE9}"/>
              </a:ext>
            </a:extLst>
          </p:cNvPr>
          <p:cNvSpPr>
            <a:spLocks noGrp="1"/>
          </p:cNvSpPr>
          <p:nvPr>
            <p:ph type="body" sz="quarter" idx="79"/>
          </p:nvPr>
        </p:nvSpPr>
        <p:spPr>
          <a:xfrm>
            <a:off x="6515941" y="5292572"/>
            <a:ext cx="997793" cy="423193"/>
          </a:xfrm>
        </p:spPr>
        <p:txBody>
          <a:bodyPr/>
          <a:lstStyle/>
          <a:p>
            <a:r>
              <a:rPr lang="en-ZA" dirty="0">
                <a:solidFill>
                  <a:schemeClr val="accent5">
                    <a:lumMod val="50000"/>
                  </a:schemeClr>
                </a:solidFill>
              </a:rPr>
              <a:t>SHORT HEADING HERE</a:t>
            </a:r>
          </a:p>
        </p:txBody>
      </p:sp>
    </p:spTree>
    <p:extLst>
      <p:ext uri="{BB962C8B-B14F-4D97-AF65-F5344CB8AC3E}">
        <p14:creationId xmlns:p14="http://schemas.microsoft.com/office/powerpoint/2010/main" val="138024425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p10.s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3C295-A836-2815-3ABA-9119545BCDE8}"/>
              </a:ext>
            </a:extLst>
          </p:cNvPr>
          <p:cNvSpPr>
            <a:spLocks noGrp="1"/>
          </p:cNvSpPr>
          <p:nvPr>
            <p:ph type="ctrTitle"/>
          </p:nvPr>
        </p:nvSpPr>
        <p:spPr/>
        <p:txBody>
          <a:bodyPr/>
          <a:lstStyle/>
          <a:p>
            <a:r>
              <a:rPr lang="en-US" dirty="0"/>
              <a:t>6-7 STEP PROCESS DIAGRAM SLIDE</a:t>
            </a:r>
            <a:endParaRPr lang="en-ZA" dirty="0"/>
          </a:p>
        </p:txBody>
      </p:sp>
      <p:sp>
        <p:nvSpPr>
          <p:cNvPr id="3" name="Text Placeholder 2">
            <a:extLst>
              <a:ext uri="{FF2B5EF4-FFF2-40B4-BE49-F238E27FC236}">
                <a16:creationId xmlns:a16="http://schemas.microsoft.com/office/drawing/2014/main" id="{C6E6A0D2-BA6F-E056-0B08-AC6500028994}"/>
              </a:ext>
            </a:extLst>
          </p:cNvPr>
          <p:cNvSpPr>
            <a:spLocks noGrp="1"/>
          </p:cNvSpPr>
          <p:nvPr>
            <p:ph type="body" sz="quarter" idx="40"/>
          </p:nvPr>
        </p:nvSpPr>
        <p:spPr/>
        <p:txBody>
          <a:bodyPr/>
          <a:lstStyle/>
          <a:p>
            <a:r>
              <a:rPr lang="en-US" dirty="0"/>
              <a:t>ENTER A SUB-HEADING HERE</a:t>
            </a:r>
            <a:endParaRPr lang="en-ZA" dirty="0"/>
          </a:p>
        </p:txBody>
      </p:sp>
      <p:sp>
        <p:nvSpPr>
          <p:cNvPr id="4" name="Text Placeholder 3">
            <a:extLst>
              <a:ext uri="{FF2B5EF4-FFF2-40B4-BE49-F238E27FC236}">
                <a16:creationId xmlns:a16="http://schemas.microsoft.com/office/drawing/2014/main" id="{9EA16210-9023-D5BE-C959-E7540973A2A1}"/>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5" name="Text Placeholder 4">
            <a:extLst>
              <a:ext uri="{FF2B5EF4-FFF2-40B4-BE49-F238E27FC236}">
                <a16:creationId xmlns:a16="http://schemas.microsoft.com/office/drawing/2014/main" id="{C748EB90-F4AC-3DCE-EE3A-2025BC2B3C35}"/>
              </a:ext>
            </a:extLst>
          </p:cNvPr>
          <p:cNvSpPr>
            <a:spLocks noGrp="1"/>
          </p:cNvSpPr>
          <p:nvPr>
            <p:ph type="body" sz="quarter" idx="58"/>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a:p>
            <a:endParaRPr lang="en-ZA" dirty="0"/>
          </a:p>
        </p:txBody>
      </p:sp>
      <p:sp>
        <p:nvSpPr>
          <p:cNvPr id="6" name="Text Placeholder 5">
            <a:extLst>
              <a:ext uri="{FF2B5EF4-FFF2-40B4-BE49-F238E27FC236}">
                <a16:creationId xmlns:a16="http://schemas.microsoft.com/office/drawing/2014/main" id="{9606FF93-AE33-2ECE-9321-BFA4401A2C9F}"/>
              </a:ext>
            </a:extLst>
          </p:cNvPr>
          <p:cNvSpPr>
            <a:spLocks noGrp="1"/>
          </p:cNvSpPr>
          <p:nvPr>
            <p:ph type="body" sz="quarter" idx="59"/>
          </p:nvPr>
        </p:nvSpPr>
        <p:spPr>
          <a:xfrm>
            <a:off x="587416" y="3686934"/>
            <a:ext cx="1454606" cy="307777"/>
          </a:xfrm>
        </p:spPr>
        <p:txBody>
          <a:bodyPr/>
          <a:lstStyle/>
          <a:p>
            <a:r>
              <a:rPr lang="en-US" dirty="0"/>
              <a:t>ENTER TWO LINE HEADING</a:t>
            </a:r>
            <a:endParaRPr lang="en-ZA" dirty="0"/>
          </a:p>
        </p:txBody>
      </p:sp>
      <p:sp>
        <p:nvSpPr>
          <p:cNvPr id="7" name="Text Placeholder 6">
            <a:extLst>
              <a:ext uri="{FF2B5EF4-FFF2-40B4-BE49-F238E27FC236}">
                <a16:creationId xmlns:a16="http://schemas.microsoft.com/office/drawing/2014/main" id="{176F461F-A8FE-E0BA-D3C2-D339FD7BA355}"/>
              </a:ext>
            </a:extLst>
          </p:cNvPr>
          <p:cNvSpPr>
            <a:spLocks noGrp="1"/>
          </p:cNvSpPr>
          <p:nvPr>
            <p:ph type="body" sz="quarter" idx="70"/>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a:p>
            <a:pPr marL="0" indent="0">
              <a:buNone/>
            </a:pPr>
            <a:endParaRPr lang="en-ZA" dirty="0"/>
          </a:p>
        </p:txBody>
      </p:sp>
      <p:sp>
        <p:nvSpPr>
          <p:cNvPr id="8" name="Text Placeholder 7">
            <a:extLst>
              <a:ext uri="{FF2B5EF4-FFF2-40B4-BE49-F238E27FC236}">
                <a16:creationId xmlns:a16="http://schemas.microsoft.com/office/drawing/2014/main" id="{8C74D9F3-D4F6-F544-6528-73010D71EB5E}"/>
              </a:ext>
            </a:extLst>
          </p:cNvPr>
          <p:cNvSpPr>
            <a:spLocks noGrp="1"/>
          </p:cNvSpPr>
          <p:nvPr>
            <p:ph type="body" sz="quarter" idx="71"/>
          </p:nvPr>
        </p:nvSpPr>
        <p:spPr/>
        <p:txBody>
          <a:bodyPr/>
          <a:lstStyle/>
          <a:p>
            <a:pPr marL="0" indent="0">
              <a:buNone/>
            </a:pPr>
            <a:r>
              <a:rPr lang="en-US" dirty="0"/>
              <a:t>Or you can make this a paragraph description – whatever you need.</a:t>
            </a:r>
          </a:p>
          <a:p>
            <a:pPr marL="0" indent="0">
              <a:buNone/>
            </a:pPr>
            <a:r>
              <a:rPr lang="en-US" dirty="0"/>
              <a:t>Or you can make this a paragraph description, as needed.</a:t>
            </a:r>
            <a:endParaRPr lang="en-ZA" dirty="0"/>
          </a:p>
          <a:p>
            <a:pPr marL="0" indent="0">
              <a:buNone/>
            </a:pPr>
            <a:r>
              <a:rPr lang="en-US" dirty="0"/>
              <a:t>Or you can make this a paragraph description..</a:t>
            </a:r>
            <a:endParaRPr lang="en-ZA" dirty="0"/>
          </a:p>
        </p:txBody>
      </p:sp>
      <p:sp>
        <p:nvSpPr>
          <p:cNvPr id="9" name="Text Placeholder 8">
            <a:extLst>
              <a:ext uri="{FF2B5EF4-FFF2-40B4-BE49-F238E27FC236}">
                <a16:creationId xmlns:a16="http://schemas.microsoft.com/office/drawing/2014/main" id="{3B8C4037-BE3B-A79F-DA73-B6654E3D4781}"/>
              </a:ext>
            </a:extLst>
          </p:cNvPr>
          <p:cNvSpPr>
            <a:spLocks noGrp="1"/>
          </p:cNvSpPr>
          <p:nvPr>
            <p:ph type="body" sz="quarter" idx="72"/>
          </p:nvPr>
        </p:nvSpPr>
        <p:spPr/>
        <p:txBody>
          <a:bodyPr/>
          <a:lstStyle/>
          <a:p>
            <a:pPr marL="0" indent="0">
              <a:buNone/>
            </a:pPr>
            <a:r>
              <a:rPr lang="en-US" dirty="0"/>
              <a:t>Or you can make this a paragraph description – whatever you need.</a:t>
            </a:r>
          </a:p>
          <a:p>
            <a:pPr marL="0" indent="0">
              <a:buNone/>
            </a:pPr>
            <a:r>
              <a:rPr lang="en-US" dirty="0"/>
              <a:t>Or you can make this a paragraph description, as needed.</a:t>
            </a:r>
            <a:endParaRPr lang="en-ZA" dirty="0"/>
          </a:p>
          <a:p>
            <a:pPr marL="0" indent="0">
              <a:buNone/>
            </a:pPr>
            <a:r>
              <a:rPr lang="en-US" dirty="0"/>
              <a:t>Or you can make this a paragraph description..</a:t>
            </a:r>
            <a:endParaRPr lang="en-ZA" dirty="0"/>
          </a:p>
          <a:p>
            <a:pPr marL="0" indent="0">
              <a:buNone/>
            </a:pPr>
            <a:endParaRPr lang="en-ZA" dirty="0"/>
          </a:p>
        </p:txBody>
      </p:sp>
      <p:sp>
        <p:nvSpPr>
          <p:cNvPr id="10" name="Text Placeholder 9">
            <a:extLst>
              <a:ext uri="{FF2B5EF4-FFF2-40B4-BE49-F238E27FC236}">
                <a16:creationId xmlns:a16="http://schemas.microsoft.com/office/drawing/2014/main" id="{1435FF3E-10EA-9009-2FD1-E90FC7F8DA5D}"/>
              </a:ext>
            </a:extLst>
          </p:cNvPr>
          <p:cNvSpPr>
            <a:spLocks noGrp="1"/>
          </p:cNvSpPr>
          <p:nvPr>
            <p:ph type="body" sz="quarter" idx="73"/>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1" name="Text Placeholder 10">
            <a:extLst>
              <a:ext uri="{FF2B5EF4-FFF2-40B4-BE49-F238E27FC236}">
                <a16:creationId xmlns:a16="http://schemas.microsoft.com/office/drawing/2014/main" id="{C01F8F8A-5F6A-06E5-FC4A-4195FDCAC11D}"/>
              </a:ext>
            </a:extLst>
          </p:cNvPr>
          <p:cNvSpPr>
            <a:spLocks noGrp="1"/>
          </p:cNvSpPr>
          <p:nvPr>
            <p:ph type="body" sz="quarter" idx="74"/>
          </p:nvPr>
        </p:nvSpPr>
        <p:spPr/>
        <p:txBody>
          <a:bodyPr/>
          <a:lstStyle/>
          <a:p>
            <a:r>
              <a:rPr lang="en-US" dirty="0"/>
              <a:t>Bullet point here. Bullet here…</a:t>
            </a:r>
          </a:p>
          <a:p>
            <a:r>
              <a:rPr lang="en-US" dirty="0"/>
              <a:t>Bullet point here. Bullet here …</a:t>
            </a:r>
            <a:endParaRPr lang="en-ZA" dirty="0"/>
          </a:p>
          <a:p>
            <a:r>
              <a:rPr lang="en-US" dirty="0"/>
              <a:t>Bullet point here. Bullet here …</a:t>
            </a:r>
            <a:endParaRPr lang="en-ZA" dirty="0"/>
          </a:p>
          <a:p>
            <a:r>
              <a:rPr lang="en-US" dirty="0"/>
              <a:t>Bullet point here. Bullet here …</a:t>
            </a:r>
            <a:endParaRPr lang="en-ZA" dirty="0"/>
          </a:p>
        </p:txBody>
      </p:sp>
      <p:sp>
        <p:nvSpPr>
          <p:cNvPr id="12" name="Text Placeholder 11">
            <a:extLst>
              <a:ext uri="{FF2B5EF4-FFF2-40B4-BE49-F238E27FC236}">
                <a16:creationId xmlns:a16="http://schemas.microsoft.com/office/drawing/2014/main" id="{94906232-82F0-5523-5877-BC7A0D19D937}"/>
              </a:ext>
            </a:extLst>
          </p:cNvPr>
          <p:cNvSpPr>
            <a:spLocks noGrp="1"/>
          </p:cNvSpPr>
          <p:nvPr>
            <p:ph type="body" sz="quarter" idx="76"/>
          </p:nvPr>
        </p:nvSpPr>
        <p:spPr/>
        <p:txBody>
          <a:bodyPr/>
          <a:lstStyle/>
          <a:p>
            <a:pPr lvl="0"/>
            <a:r>
              <a:rPr lang="en-GB" noProof="0" dirty="0"/>
              <a:t>Copy for the result or final step of this process goes here… Copy for the result or final step of this process goes here… </a:t>
            </a:r>
          </a:p>
          <a:p>
            <a:pPr lvl="0"/>
            <a:r>
              <a:rPr lang="en-GB" noProof="0" dirty="0"/>
              <a:t>Copy for the result or final step of this process goes here…</a:t>
            </a:r>
          </a:p>
        </p:txBody>
      </p:sp>
      <p:sp>
        <p:nvSpPr>
          <p:cNvPr id="13" name="Text Placeholder 12">
            <a:extLst>
              <a:ext uri="{FF2B5EF4-FFF2-40B4-BE49-F238E27FC236}">
                <a16:creationId xmlns:a16="http://schemas.microsoft.com/office/drawing/2014/main" id="{EC38C95C-38B1-96BD-861E-46121BAD7169}"/>
              </a:ext>
            </a:extLst>
          </p:cNvPr>
          <p:cNvSpPr>
            <a:spLocks noGrp="1"/>
          </p:cNvSpPr>
          <p:nvPr>
            <p:ph type="body" sz="quarter" idx="77"/>
          </p:nvPr>
        </p:nvSpPr>
        <p:spPr>
          <a:xfrm>
            <a:off x="10305614" y="3456102"/>
            <a:ext cx="1333923" cy="538609"/>
          </a:xfrm>
        </p:spPr>
        <p:txBody>
          <a:bodyPr/>
          <a:lstStyle/>
          <a:p>
            <a:r>
              <a:rPr lang="en-US" dirty="0"/>
              <a:t>ADD YOUR HEADING HERE</a:t>
            </a:r>
            <a:endParaRPr lang="en-ZA" dirty="0"/>
          </a:p>
        </p:txBody>
      </p:sp>
      <p:sp>
        <p:nvSpPr>
          <p:cNvPr id="17" name="Text Placeholder 16">
            <a:extLst>
              <a:ext uri="{FF2B5EF4-FFF2-40B4-BE49-F238E27FC236}">
                <a16:creationId xmlns:a16="http://schemas.microsoft.com/office/drawing/2014/main" id="{C1E8E72D-EABA-5097-FD18-032C5CAB2700}"/>
              </a:ext>
            </a:extLst>
          </p:cNvPr>
          <p:cNvSpPr>
            <a:spLocks noGrp="1"/>
          </p:cNvSpPr>
          <p:nvPr>
            <p:ph type="body" sz="quarter" idx="81"/>
          </p:nvPr>
        </p:nvSpPr>
        <p:spPr>
          <a:xfrm>
            <a:off x="587375" y="6149000"/>
            <a:ext cx="9017154" cy="296428"/>
          </a:xfrm>
        </p:spPr>
        <p:txBody>
          <a:bodyPr/>
          <a:lstStyle/>
          <a:p>
            <a:pPr lvl="0"/>
            <a:r>
              <a:rPr lang="en-US" dirty="0"/>
              <a:t>Descriptive introductory text here. No longer than 2 lines maximum. Insert descriptive text here. No longer than 2 lines of copy maximum. Insert descriptive text here. No longer than 2 lines of copy maximum. Insert descriptive text here. No longer than 2 lines please. </a:t>
            </a:r>
            <a:endParaRPr lang="en-ZA" dirty="0"/>
          </a:p>
        </p:txBody>
      </p:sp>
      <p:sp>
        <p:nvSpPr>
          <p:cNvPr id="18" name="Text Placeholder 17">
            <a:extLst>
              <a:ext uri="{FF2B5EF4-FFF2-40B4-BE49-F238E27FC236}">
                <a16:creationId xmlns:a16="http://schemas.microsoft.com/office/drawing/2014/main" id="{98AF1EA9-436A-56A5-3381-CEE650982168}"/>
              </a:ext>
            </a:extLst>
          </p:cNvPr>
          <p:cNvSpPr>
            <a:spLocks noGrp="1"/>
          </p:cNvSpPr>
          <p:nvPr>
            <p:ph type="body" sz="quarter" idx="82"/>
          </p:nvPr>
        </p:nvSpPr>
        <p:spPr>
          <a:xfrm>
            <a:off x="2098491" y="3686934"/>
            <a:ext cx="1454606" cy="307777"/>
          </a:xfrm>
        </p:spPr>
        <p:txBody>
          <a:bodyPr/>
          <a:lstStyle/>
          <a:p>
            <a:r>
              <a:rPr lang="en-US" dirty="0"/>
              <a:t>ENTER TWO LINE HEADING</a:t>
            </a:r>
            <a:endParaRPr lang="en-ZA" dirty="0"/>
          </a:p>
        </p:txBody>
      </p:sp>
      <p:sp>
        <p:nvSpPr>
          <p:cNvPr id="19" name="Text Placeholder 18">
            <a:extLst>
              <a:ext uri="{FF2B5EF4-FFF2-40B4-BE49-F238E27FC236}">
                <a16:creationId xmlns:a16="http://schemas.microsoft.com/office/drawing/2014/main" id="{8F7E242A-1FE0-446F-340D-82197D252510}"/>
              </a:ext>
            </a:extLst>
          </p:cNvPr>
          <p:cNvSpPr>
            <a:spLocks noGrp="1"/>
          </p:cNvSpPr>
          <p:nvPr>
            <p:ph type="body" sz="quarter" idx="83"/>
          </p:nvPr>
        </p:nvSpPr>
        <p:spPr>
          <a:xfrm>
            <a:off x="3613063" y="3686934"/>
            <a:ext cx="1454606" cy="307777"/>
          </a:xfrm>
        </p:spPr>
        <p:txBody>
          <a:bodyPr/>
          <a:lstStyle/>
          <a:p>
            <a:r>
              <a:rPr lang="en-US" dirty="0"/>
              <a:t>ENTER TWO LINE HEADING</a:t>
            </a:r>
            <a:endParaRPr lang="en-ZA" dirty="0"/>
          </a:p>
        </p:txBody>
      </p:sp>
      <p:sp>
        <p:nvSpPr>
          <p:cNvPr id="20" name="Text Placeholder 19">
            <a:extLst>
              <a:ext uri="{FF2B5EF4-FFF2-40B4-BE49-F238E27FC236}">
                <a16:creationId xmlns:a16="http://schemas.microsoft.com/office/drawing/2014/main" id="{CB9A2270-F64D-F50A-D03B-44FF8D786B12}"/>
              </a:ext>
            </a:extLst>
          </p:cNvPr>
          <p:cNvSpPr>
            <a:spLocks noGrp="1"/>
          </p:cNvSpPr>
          <p:nvPr>
            <p:ph type="body" sz="quarter" idx="84"/>
          </p:nvPr>
        </p:nvSpPr>
        <p:spPr>
          <a:xfrm>
            <a:off x="5126212" y="3686934"/>
            <a:ext cx="1454606" cy="307777"/>
          </a:xfrm>
        </p:spPr>
        <p:txBody>
          <a:bodyPr/>
          <a:lstStyle/>
          <a:p>
            <a:r>
              <a:rPr lang="en-US" dirty="0"/>
              <a:t>ENTER TWO LINE HEADING</a:t>
            </a:r>
            <a:endParaRPr lang="en-ZA" dirty="0"/>
          </a:p>
        </p:txBody>
      </p:sp>
      <p:sp>
        <p:nvSpPr>
          <p:cNvPr id="21" name="Text Placeholder 20">
            <a:extLst>
              <a:ext uri="{FF2B5EF4-FFF2-40B4-BE49-F238E27FC236}">
                <a16:creationId xmlns:a16="http://schemas.microsoft.com/office/drawing/2014/main" id="{F67B757C-519C-0669-E1F3-C985EA0555F6}"/>
              </a:ext>
            </a:extLst>
          </p:cNvPr>
          <p:cNvSpPr>
            <a:spLocks noGrp="1"/>
          </p:cNvSpPr>
          <p:nvPr>
            <p:ph type="body" sz="quarter" idx="85"/>
          </p:nvPr>
        </p:nvSpPr>
        <p:spPr>
          <a:xfrm>
            <a:off x="6635709" y="3686934"/>
            <a:ext cx="1454606" cy="307777"/>
          </a:xfrm>
        </p:spPr>
        <p:txBody>
          <a:bodyPr/>
          <a:lstStyle/>
          <a:p>
            <a:r>
              <a:rPr lang="en-US" dirty="0"/>
              <a:t>ENTER TWO LINE HEADING</a:t>
            </a:r>
            <a:endParaRPr lang="en-ZA" dirty="0"/>
          </a:p>
        </p:txBody>
      </p:sp>
      <p:sp>
        <p:nvSpPr>
          <p:cNvPr id="22" name="Text Placeholder 21">
            <a:extLst>
              <a:ext uri="{FF2B5EF4-FFF2-40B4-BE49-F238E27FC236}">
                <a16:creationId xmlns:a16="http://schemas.microsoft.com/office/drawing/2014/main" id="{163FC722-B7D1-5A9B-9784-36DD2F7A79C0}"/>
              </a:ext>
            </a:extLst>
          </p:cNvPr>
          <p:cNvSpPr>
            <a:spLocks noGrp="1"/>
          </p:cNvSpPr>
          <p:nvPr>
            <p:ph type="body" sz="quarter" idx="86"/>
          </p:nvPr>
        </p:nvSpPr>
        <p:spPr>
          <a:xfrm>
            <a:off x="8146426" y="3686934"/>
            <a:ext cx="1454606" cy="307777"/>
          </a:xfrm>
        </p:spPr>
        <p:txBody>
          <a:bodyPr/>
          <a:lstStyle/>
          <a:p>
            <a:r>
              <a:rPr lang="en-US" dirty="0"/>
              <a:t>ENTER TWO LINE HEADING</a:t>
            </a:r>
            <a:endParaRPr lang="en-ZA" dirty="0"/>
          </a:p>
        </p:txBody>
      </p:sp>
      <p:sp>
        <p:nvSpPr>
          <p:cNvPr id="24" name="Text Placeholder 23">
            <a:extLst>
              <a:ext uri="{FF2B5EF4-FFF2-40B4-BE49-F238E27FC236}">
                <a16:creationId xmlns:a16="http://schemas.microsoft.com/office/drawing/2014/main" id="{85217D3F-9520-D70F-1AF8-E604838A5A46}"/>
              </a:ext>
            </a:extLst>
          </p:cNvPr>
          <p:cNvSpPr>
            <a:spLocks noGrp="1"/>
          </p:cNvSpPr>
          <p:nvPr>
            <p:ph type="body" sz="quarter" idx="78"/>
          </p:nvPr>
        </p:nvSpPr>
        <p:spPr/>
        <p:txBody>
          <a:bodyPr/>
          <a:lstStyle/>
          <a:p>
            <a:r>
              <a:rPr lang="en-US" dirty="0"/>
              <a:t>SECTION HEADING</a:t>
            </a:r>
            <a:endParaRPr lang="en-ZA" dirty="0"/>
          </a:p>
        </p:txBody>
      </p:sp>
      <p:sp>
        <p:nvSpPr>
          <p:cNvPr id="26" name="Text Placeholder 25">
            <a:extLst>
              <a:ext uri="{FF2B5EF4-FFF2-40B4-BE49-F238E27FC236}">
                <a16:creationId xmlns:a16="http://schemas.microsoft.com/office/drawing/2014/main" id="{2DB21F25-C016-3AA9-B4EF-BB9815645318}"/>
              </a:ext>
            </a:extLst>
          </p:cNvPr>
          <p:cNvSpPr>
            <a:spLocks noGrp="1"/>
          </p:cNvSpPr>
          <p:nvPr>
            <p:ph type="body" sz="quarter" idx="79"/>
          </p:nvPr>
        </p:nvSpPr>
        <p:spPr>
          <a:xfrm>
            <a:off x="3780070" y="2666207"/>
            <a:ext cx="2634802" cy="153888"/>
          </a:xfrm>
        </p:spPr>
        <p:txBody>
          <a:bodyPr/>
          <a:lstStyle/>
          <a:p>
            <a:r>
              <a:rPr lang="en-US" dirty="0"/>
              <a:t>SECTION HEADING</a:t>
            </a:r>
            <a:endParaRPr lang="en-ZA" dirty="0"/>
          </a:p>
        </p:txBody>
      </p:sp>
      <p:sp>
        <p:nvSpPr>
          <p:cNvPr id="28" name="Text Placeholder 27">
            <a:extLst>
              <a:ext uri="{FF2B5EF4-FFF2-40B4-BE49-F238E27FC236}">
                <a16:creationId xmlns:a16="http://schemas.microsoft.com/office/drawing/2014/main" id="{928F553F-8B87-8D5A-25B7-42FA17CAE2DB}"/>
              </a:ext>
            </a:extLst>
          </p:cNvPr>
          <p:cNvSpPr>
            <a:spLocks noGrp="1"/>
          </p:cNvSpPr>
          <p:nvPr>
            <p:ph type="body" sz="quarter" idx="80"/>
          </p:nvPr>
        </p:nvSpPr>
        <p:spPr>
          <a:xfrm>
            <a:off x="6805152" y="2666207"/>
            <a:ext cx="2630748" cy="153888"/>
          </a:xfrm>
        </p:spPr>
        <p:txBody>
          <a:bodyPr/>
          <a:lstStyle/>
          <a:p>
            <a:r>
              <a:rPr lang="en-US" dirty="0"/>
              <a:t>SECTION HEADING</a:t>
            </a:r>
            <a:endParaRPr lang="en-ZA" dirty="0"/>
          </a:p>
        </p:txBody>
      </p:sp>
    </p:spTree>
    <p:extLst>
      <p:ext uri="{BB962C8B-B14F-4D97-AF65-F5344CB8AC3E}">
        <p14:creationId xmlns:p14="http://schemas.microsoft.com/office/powerpoint/2010/main" val="16065201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p10.s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F2D9B-E2A0-BDF2-1A85-80013C7F5081}"/>
              </a:ext>
            </a:extLst>
          </p:cNvPr>
          <p:cNvSpPr>
            <a:spLocks noGrp="1"/>
          </p:cNvSpPr>
          <p:nvPr>
            <p:ph type="ctrTitle"/>
          </p:nvPr>
        </p:nvSpPr>
        <p:spPr/>
        <p:txBody>
          <a:bodyPr/>
          <a:lstStyle/>
          <a:p>
            <a:r>
              <a:rPr lang="en-US" dirty="0"/>
              <a:t>8 STEP PROCESS DIAGRAM SLIDE</a:t>
            </a:r>
            <a:endParaRPr lang="en-GB" dirty="0"/>
          </a:p>
        </p:txBody>
      </p:sp>
      <p:sp>
        <p:nvSpPr>
          <p:cNvPr id="3" name="Text Placeholder 2">
            <a:extLst>
              <a:ext uri="{FF2B5EF4-FFF2-40B4-BE49-F238E27FC236}">
                <a16:creationId xmlns:a16="http://schemas.microsoft.com/office/drawing/2014/main" id="{44C5A85A-9174-54A5-4E14-A3414EF777CF}"/>
              </a:ext>
            </a:extLst>
          </p:cNvPr>
          <p:cNvSpPr>
            <a:spLocks noGrp="1"/>
          </p:cNvSpPr>
          <p:nvPr>
            <p:ph type="body" sz="quarter" idx="40"/>
          </p:nvPr>
        </p:nvSpPr>
        <p:spPr/>
        <p:txBody>
          <a:bodyPr/>
          <a:lstStyle/>
          <a:p>
            <a:r>
              <a:rPr lang="en-US" dirty="0"/>
              <a:t>EDIT DIAGRAM HEADING</a:t>
            </a:r>
            <a:endParaRPr lang="en-ZA" dirty="0"/>
          </a:p>
        </p:txBody>
      </p:sp>
      <p:sp>
        <p:nvSpPr>
          <p:cNvPr id="4" name="Text Placeholder 3">
            <a:extLst>
              <a:ext uri="{FF2B5EF4-FFF2-40B4-BE49-F238E27FC236}">
                <a16:creationId xmlns:a16="http://schemas.microsoft.com/office/drawing/2014/main" id="{BDE2AA39-258E-0208-D27C-3CFE56C3B1C8}"/>
              </a:ext>
            </a:extLst>
          </p:cNvPr>
          <p:cNvSpPr>
            <a:spLocks noGrp="1"/>
          </p:cNvSpPr>
          <p:nvPr>
            <p:ph type="body" sz="quarter" idx="39"/>
          </p:nvPr>
        </p:nvSpPr>
        <p:spPr>
          <a:xfrm>
            <a:off x="6584753" y="1510602"/>
            <a:ext cx="2095200" cy="153888"/>
          </a:xfrm>
        </p:spPr>
        <p:txBody>
          <a:bodyPr/>
          <a:lstStyle/>
          <a:p>
            <a:r>
              <a:rPr lang="en-GB" noProof="0" dirty="0"/>
              <a:t>Click to edit Sub-heading</a:t>
            </a:r>
          </a:p>
        </p:txBody>
      </p:sp>
      <p:sp>
        <p:nvSpPr>
          <p:cNvPr id="5" name="Text Placeholder 4">
            <a:extLst>
              <a:ext uri="{FF2B5EF4-FFF2-40B4-BE49-F238E27FC236}">
                <a16:creationId xmlns:a16="http://schemas.microsoft.com/office/drawing/2014/main" id="{E24D60D0-5B27-6B18-566B-E18CC7430409}"/>
              </a:ext>
            </a:extLst>
          </p:cNvPr>
          <p:cNvSpPr>
            <a:spLocks noGrp="1"/>
          </p:cNvSpPr>
          <p:nvPr>
            <p:ph type="body" sz="quarter" idx="66"/>
          </p:nvPr>
        </p:nvSpPr>
        <p:spPr>
          <a:xfrm>
            <a:off x="6584753" y="1768509"/>
            <a:ext cx="2095200" cy="307777"/>
          </a:xfrm>
        </p:spPr>
        <p:txBody>
          <a:bodyPr/>
          <a:lstStyle/>
          <a:p>
            <a:r>
              <a:rPr lang="en-US" dirty="0"/>
              <a:t>Click to edit Master text styles of your description here</a:t>
            </a:r>
            <a:endParaRPr lang="en-ZA" dirty="0"/>
          </a:p>
        </p:txBody>
      </p:sp>
      <p:sp>
        <p:nvSpPr>
          <p:cNvPr id="6" name="Text Placeholder 5">
            <a:extLst>
              <a:ext uri="{FF2B5EF4-FFF2-40B4-BE49-F238E27FC236}">
                <a16:creationId xmlns:a16="http://schemas.microsoft.com/office/drawing/2014/main" id="{B664766E-ECC0-A25F-2EC9-174E60ACDB9C}"/>
              </a:ext>
            </a:extLst>
          </p:cNvPr>
          <p:cNvSpPr>
            <a:spLocks noGrp="1"/>
          </p:cNvSpPr>
          <p:nvPr>
            <p:ph type="body" sz="quarter" idx="67"/>
          </p:nvPr>
        </p:nvSpPr>
        <p:spPr>
          <a:xfrm>
            <a:off x="6584753" y="2865763"/>
            <a:ext cx="2095200" cy="153888"/>
          </a:xfrm>
        </p:spPr>
        <p:txBody>
          <a:bodyPr/>
          <a:lstStyle/>
          <a:p>
            <a:r>
              <a:rPr lang="en-GB" noProof="0" dirty="0"/>
              <a:t>Click to edit Sub-heading</a:t>
            </a:r>
          </a:p>
        </p:txBody>
      </p:sp>
      <p:sp>
        <p:nvSpPr>
          <p:cNvPr id="7" name="Text Placeholder 6">
            <a:extLst>
              <a:ext uri="{FF2B5EF4-FFF2-40B4-BE49-F238E27FC236}">
                <a16:creationId xmlns:a16="http://schemas.microsoft.com/office/drawing/2014/main" id="{62E8A04E-8772-DEF4-955B-1B8D416C2D41}"/>
              </a:ext>
            </a:extLst>
          </p:cNvPr>
          <p:cNvSpPr>
            <a:spLocks noGrp="1"/>
          </p:cNvSpPr>
          <p:nvPr>
            <p:ph type="body" sz="quarter" idx="68"/>
          </p:nvPr>
        </p:nvSpPr>
        <p:spPr>
          <a:xfrm>
            <a:off x="6584753" y="3123670"/>
            <a:ext cx="2095200" cy="307777"/>
          </a:xfrm>
        </p:spPr>
        <p:txBody>
          <a:bodyPr/>
          <a:lstStyle/>
          <a:p>
            <a:r>
              <a:rPr lang="en-US" dirty="0"/>
              <a:t>Click to edit Master text styles of your description here</a:t>
            </a:r>
            <a:endParaRPr lang="en-ZA" dirty="0"/>
          </a:p>
        </p:txBody>
      </p:sp>
      <p:sp>
        <p:nvSpPr>
          <p:cNvPr id="8" name="Text Placeholder 7">
            <a:extLst>
              <a:ext uri="{FF2B5EF4-FFF2-40B4-BE49-F238E27FC236}">
                <a16:creationId xmlns:a16="http://schemas.microsoft.com/office/drawing/2014/main" id="{7F22E811-F56E-2CC9-E587-39DE757169D1}"/>
              </a:ext>
            </a:extLst>
          </p:cNvPr>
          <p:cNvSpPr>
            <a:spLocks noGrp="1"/>
          </p:cNvSpPr>
          <p:nvPr>
            <p:ph type="body" sz="quarter" idx="69"/>
          </p:nvPr>
        </p:nvSpPr>
        <p:spPr>
          <a:xfrm>
            <a:off x="6584753" y="4220924"/>
            <a:ext cx="2095200" cy="153888"/>
          </a:xfrm>
        </p:spPr>
        <p:txBody>
          <a:bodyPr/>
          <a:lstStyle/>
          <a:p>
            <a:r>
              <a:rPr lang="en-GB" noProof="0" dirty="0"/>
              <a:t>Click to edit Sub-heading</a:t>
            </a:r>
          </a:p>
        </p:txBody>
      </p:sp>
      <p:sp>
        <p:nvSpPr>
          <p:cNvPr id="9" name="Text Placeholder 8">
            <a:extLst>
              <a:ext uri="{FF2B5EF4-FFF2-40B4-BE49-F238E27FC236}">
                <a16:creationId xmlns:a16="http://schemas.microsoft.com/office/drawing/2014/main" id="{A4F1B55F-7A3E-7FA9-D784-4B17E4317FCC}"/>
              </a:ext>
            </a:extLst>
          </p:cNvPr>
          <p:cNvSpPr>
            <a:spLocks noGrp="1"/>
          </p:cNvSpPr>
          <p:nvPr>
            <p:ph type="body" sz="quarter" idx="70"/>
          </p:nvPr>
        </p:nvSpPr>
        <p:spPr>
          <a:xfrm>
            <a:off x="6584753" y="4478831"/>
            <a:ext cx="2095200" cy="307777"/>
          </a:xfrm>
        </p:spPr>
        <p:txBody>
          <a:bodyPr/>
          <a:lstStyle/>
          <a:p>
            <a:r>
              <a:rPr lang="en-US" dirty="0"/>
              <a:t>Click to edit Master text styles of your description here</a:t>
            </a:r>
            <a:endParaRPr lang="en-ZA" dirty="0"/>
          </a:p>
        </p:txBody>
      </p:sp>
      <p:sp>
        <p:nvSpPr>
          <p:cNvPr id="10" name="Text Placeholder 9">
            <a:extLst>
              <a:ext uri="{FF2B5EF4-FFF2-40B4-BE49-F238E27FC236}">
                <a16:creationId xmlns:a16="http://schemas.microsoft.com/office/drawing/2014/main" id="{C4A4C12B-2B86-E697-46BD-0A5D32D5E49D}"/>
              </a:ext>
            </a:extLst>
          </p:cNvPr>
          <p:cNvSpPr>
            <a:spLocks noGrp="1"/>
          </p:cNvSpPr>
          <p:nvPr>
            <p:ph type="body" sz="quarter" idx="71"/>
          </p:nvPr>
        </p:nvSpPr>
        <p:spPr>
          <a:xfrm>
            <a:off x="6584753" y="5576322"/>
            <a:ext cx="2095200" cy="153888"/>
          </a:xfrm>
        </p:spPr>
        <p:txBody>
          <a:bodyPr/>
          <a:lstStyle/>
          <a:p>
            <a:r>
              <a:rPr lang="en-GB" noProof="0" dirty="0"/>
              <a:t>Click to edit Sub-heading</a:t>
            </a:r>
          </a:p>
        </p:txBody>
      </p:sp>
      <p:sp>
        <p:nvSpPr>
          <p:cNvPr id="11" name="Text Placeholder 10">
            <a:extLst>
              <a:ext uri="{FF2B5EF4-FFF2-40B4-BE49-F238E27FC236}">
                <a16:creationId xmlns:a16="http://schemas.microsoft.com/office/drawing/2014/main" id="{90B7B62A-9D0A-3DA0-891C-A922B7FF15F3}"/>
              </a:ext>
            </a:extLst>
          </p:cNvPr>
          <p:cNvSpPr>
            <a:spLocks noGrp="1"/>
          </p:cNvSpPr>
          <p:nvPr>
            <p:ph type="body" sz="quarter" idx="72"/>
          </p:nvPr>
        </p:nvSpPr>
        <p:spPr>
          <a:xfrm>
            <a:off x="6584753" y="5834229"/>
            <a:ext cx="2095200" cy="307777"/>
          </a:xfrm>
        </p:spPr>
        <p:txBody>
          <a:bodyPr/>
          <a:lstStyle/>
          <a:p>
            <a:r>
              <a:rPr lang="en-US" dirty="0"/>
              <a:t>Click to edit Master text styles of your description here</a:t>
            </a:r>
            <a:endParaRPr lang="en-ZA" dirty="0"/>
          </a:p>
        </p:txBody>
      </p:sp>
      <p:sp>
        <p:nvSpPr>
          <p:cNvPr id="12" name="Text Placeholder 11">
            <a:extLst>
              <a:ext uri="{FF2B5EF4-FFF2-40B4-BE49-F238E27FC236}">
                <a16:creationId xmlns:a16="http://schemas.microsoft.com/office/drawing/2014/main" id="{D2CB4379-EB3E-B328-E13E-334DCCFE7794}"/>
              </a:ext>
            </a:extLst>
          </p:cNvPr>
          <p:cNvSpPr>
            <a:spLocks noGrp="1"/>
          </p:cNvSpPr>
          <p:nvPr>
            <p:ph type="body" sz="quarter" idx="73"/>
          </p:nvPr>
        </p:nvSpPr>
        <p:spPr>
          <a:xfrm>
            <a:off x="9545184" y="1507220"/>
            <a:ext cx="2094374" cy="153888"/>
          </a:xfrm>
        </p:spPr>
        <p:txBody>
          <a:bodyPr/>
          <a:lstStyle/>
          <a:p>
            <a:r>
              <a:rPr lang="en-GB" noProof="0" dirty="0"/>
              <a:t>Click to edit Sub-heading</a:t>
            </a:r>
          </a:p>
        </p:txBody>
      </p:sp>
      <p:sp>
        <p:nvSpPr>
          <p:cNvPr id="13" name="Text Placeholder 12">
            <a:extLst>
              <a:ext uri="{FF2B5EF4-FFF2-40B4-BE49-F238E27FC236}">
                <a16:creationId xmlns:a16="http://schemas.microsoft.com/office/drawing/2014/main" id="{AA076BA2-FF70-E024-E859-011BE401028D}"/>
              </a:ext>
            </a:extLst>
          </p:cNvPr>
          <p:cNvSpPr>
            <a:spLocks noGrp="1"/>
          </p:cNvSpPr>
          <p:nvPr>
            <p:ph type="body" sz="quarter" idx="74"/>
          </p:nvPr>
        </p:nvSpPr>
        <p:spPr>
          <a:xfrm>
            <a:off x="9545184" y="1765127"/>
            <a:ext cx="2094361" cy="307777"/>
          </a:xfrm>
        </p:spPr>
        <p:txBody>
          <a:bodyPr/>
          <a:lstStyle/>
          <a:p>
            <a:r>
              <a:rPr lang="en-US" dirty="0"/>
              <a:t>Click to edit Master text styles of your description here</a:t>
            </a:r>
            <a:endParaRPr lang="en-ZA" dirty="0"/>
          </a:p>
        </p:txBody>
      </p:sp>
      <p:sp>
        <p:nvSpPr>
          <p:cNvPr id="14" name="Text Placeholder 13">
            <a:extLst>
              <a:ext uri="{FF2B5EF4-FFF2-40B4-BE49-F238E27FC236}">
                <a16:creationId xmlns:a16="http://schemas.microsoft.com/office/drawing/2014/main" id="{21AAC635-14E8-3B93-3C6B-DB8BB384EE5E}"/>
              </a:ext>
            </a:extLst>
          </p:cNvPr>
          <p:cNvSpPr>
            <a:spLocks noGrp="1"/>
          </p:cNvSpPr>
          <p:nvPr>
            <p:ph type="body" sz="quarter" idx="75"/>
          </p:nvPr>
        </p:nvSpPr>
        <p:spPr>
          <a:xfrm>
            <a:off x="9545184" y="2862381"/>
            <a:ext cx="2094374" cy="153888"/>
          </a:xfrm>
        </p:spPr>
        <p:txBody>
          <a:bodyPr/>
          <a:lstStyle/>
          <a:p>
            <a:r>
              <a:rPr lang="en-GB" noProof="0" dirty="0"/>
              <a:t>Click to edit Sub-heading</a:t>
            </a:r>
          </a:p>
        </p:txBody>
      </p:sp>
      <p:sp>
        <p:nvSpPr>
          <p:cNvPr id="15" name="Text Placeholder 14">
            <a:extLst>
              <a:ext uri="{FF2B5EF4-FFF2-40B4-BE49-F238E27FC236}">
                <a16:creationId xmlns:a16="http://schemas.microsoft.com/office/drawing/2014/main" id="{60EC7ED9-7F2A-8F6E-36B4-A1F18EC9AF35}"/>
              </a:ext>
            </a:extLst>
          </p:cNvPr>
          <p:cNvSpPr>
            <a:spLocks noGrp="1"/>
          </p:cNvSpPr>
          <p:nvPr>
            <p:ph type="body" sz="quarter" idx="76"/>
          </p:nvPr>
        </p:nvSpPr>
        <p:spPr>
          <a:xfrm>
            <a:off x="9545184" y="3120288"/>
            <a:ext cx="2094361" cy="307777"/>
          </a:xfrm>
        </p:spPr>
        <p:txBody>
          <a:bodyPr/>
          <a:lstStyle/>
          <a:p>
            <a:r>
              <a:rPr lang="en-US" dirty="0"/>
              <a:t>Click to edit Master text styles of your description here</a:t>
            </a:r>
            <a:endParaRPr lang="en-ZA" dirty="0"/>
          </a:p>
        </p:txBody>
      </p:sp>
      <p:sp>
        <p:nvSpPr>
          <p:cNvPr id="16" name="Text Placeholder 15">
            <a:extLst>
              <a:ext uri="{FF2B5EF4-FFF2-40B4-BE49-F238E27FC236}">
                <a16:creationId xmlns:a16="http://schemas.microsoft.com/office/drawing/2014/main" id="{AD90F80C-0C30-59A4-94DE-97732F6E73B7}"/>
              </a:ext>
            </a:extLst>
          </p:cNvPr>
          <p:cNvSpPr>
            <a:spLocks noGrp="1"/>
          </p:cNvSpPr>
          <p:nvPr>
            <p:ph type="body" sz="quarter" idx="77"/>
          </p:nvPr>
        </p:nvSpPr>
        <p:spPr>
          <a:xfrm>
            <a:off x="9545184" y="4217542"/>
            <a:ext cx="2094374" cy="153888"/>
          </a:xfrm>
        </p:spPr>
        <p:txBody>
          <a:bodyPr/>
          <a:lstStyle/>
          <a:p>
            <a:r>
              <a:rPr lang="en-GB" noProof="0" dirty="0"/>
              <a:t>Click to edit Sub-heading</a:t>
            </a:r>
          </a:p>
        </p:txBody>
      </p:sp>
      <p:sp>
        <p:nvSpPr>
          <p:cNvPr id="17" name="Text Placeholder 16">
            <a:extLst>
              <a:ext uri="{FF2B5EF4-FFF2-40B4-BE49-F238E27FC236}">
                <a16:creationId xmlns:a16="http://schemas.microsoft.com/office/drawing/2014/main" id="{18F164A4-4153-A5FB-D922-8226C8C9B38C}"/>
              </a:ext>
            </a:extLst>
          </p:cNvPr>
          <p:cNvSpPr>
            <a:spLocks noGrp="1"/>
          </p:cNvSpPr>
          <p:nvPr>
            <p:ph type="body" sz="quarter" idx="78"/>
          </p:nvPr>
        </p:nvSpPr>
        <p:spPr>
          <a:xfrm>
            <a:off x="9545184" y="4475449"/>
            <a:ext cx="2094361" cy="307777"/>
          </a:xfrm>
        </p:spPr>
        <p:txBody>
          <a:bodyPr/>
          <a:lstStyle/>
          <a:p>
            <a:r>
              <a:rPr lang="en-US" dirty="0"/>
              <a:t>Click to edit Master text styles of your description here</a:t>
            </a:r>
            <a:endParaRPr lang="en-ZA" dirty="0"/>
          </a:p>
        </p:txBody>
      </p:sp>
      <p:sp>
        <p:nvSpPr>
          <p:cNvPr id="18" name="Text Placeholder 17">
            <a:extLst>
              <a:ext uri="{FF2B5EF4-FFF2-40B4-BE49-F238E27FC236}">
                <a16:creationId xmlns:a16="http://schemas.microsoft.com/office/drawing/2014/main" id="{F5C12F9C-7654-46FD-56AD-79B3C45CDC7D}"/>
              </a:ext>
            </a:extLst>
          </p:cNvPr>
          <p:cNvSpPr>
            <a:spLocks noGrp="1"/>
          </p:cNvSpPr>
          <p:nvPr>
            <p:ph type="body" sz="quarter" idx="79"/>
          </p:nvPr>
        </p:nvSpPr>
        <p:spPr>
          <a:xfrm>
            <a:off x="9545184" y="5572940"/>
            <a:ext cx="2094374" cy="153888"/>
          </a:xfrm>
        </p:spPr>
        <p:txBody>
          <a:bodyPr/>
          <a:lstStyle/>
          <a:p>
            <a:r>
              <a:rPr lang="en-GB" noProof="0" dirty="0"/>
              <a:t>Click to edit Sub-heading</a:t>
            </a:r>
          </a:p>
        </p:txBody>
      </p:sp>
      <p:sp>
        <p:nvSpPr>
          <p:cNvPr id="19" name="Text Placeholder 18">
            <a:extLst>
              <a:ext uri="{FF2B5EF4-FFF2-40B4-BE49-F238E27FC236}">
                <a16:creationId xmlns:a16="http://schemas.microsoft.com/office/drawing/2014/main" id="{05418FAE-7EB5-28F6-A37B-81152F0EB30C}"/>
              </a:ext>
            </a:extLst>
          </p:cNvPr>
          <p:cNvSpPr>
            <a:spLocks noGrp="1"/>
          </p:cNvSpPr>
          <p:nvPr>
            <p:ph type="body" sz="quarter" idx="80"/>
          </p:nvPr>
        </p:nvSpPr>
        <p:spPr>
          <a:xfrm>
            <a:off x="9545184" y="5830847"/>
            <a:ext cx="2094361" cy="307777"/>
          </a:xfrm>
        </p:spPr>
        <p:txBody>
          <a:bodyPr/>
          <a:lstStyle/>
          <a:p>
            <a:r>
              <a:rPr lang="en-US" dirty="0"/>
              <a:t>Click to edit Master text styles of your description here</a:t>
            </a:r>
            <a:endParaRPr lang="en-ZA" dirty="0"/>
          </a:p>
        </p:txBody>
      </p:sp>
      <p:sp>
        <p:nvSpPr>
          <p:cNvPr id="20" name="Text Placeholder 19">
            <a:extLst>
              <a:ext uri="{FF2B5EF4-FFF2-40B4-BE49-F238E27FC236}">
                <a16:creationId xmlns:a16="http://schemas.microsoft.com/office/drawing/2014/main" id="{2495C7C4-A630-382F-B2DB-A96286234EEE}"/>
              </a:ext>
            </a:extLst>
          </p:cNvPr>
          <p:cNvSpPr>
            <a:spLocks noGrp="1"/>
          </p:cNvSpPr>
          <p:nvPr>
            <p:ph type="body" sz="quarter" idx="81"/>
          </p:nvPr>
        </p:nvSpPr>
        <p:spPr>
          <a:xfrm>
            <a:off x="3347877" y="1751821"/>
            <a:ext cx="1061753" cy="564257"/>
          </a:xfrm>
        </p:spPr>
        <p:txBody>
          <a:bodyPr/>
          <a:lstStyle/>
          <a:p>
            <a:r>
              <a:rPr lang="en-US" dirty="0"/>
              <a:t>INSERT SHORT HEADING HERE</a:t>
            </a:r>
            <a:endParaRPr lang="en-ZA" dirty="0"/>
          </a:p>
        </p:txBody>
      </p:sp>
      <p:sp>
        <p:nvSpPr>
          <p:cNvPr id="21" name="Text Placeholder 20">
            <a:extLst>
              <a:ext uri="{FF2B5EF4-FFF2-40B4-BE49-F238E27FC236}">
                <a16:creationId xmlns:a16="http://schemas.microsoft.com/office/drawing/2014/main" id="{C2E88938-2AC3-C758-249C-5BBAA45A395B}"/>
              </a:ext>
            </a:extLst>
          </p:cNvPr>
          <p:cNvSpPr>
            <a:spLocks noGrp="1"/>
          </p:cNvSpPr>
          <p:nvPr>
            <p:ph type="body" sz="quarter" idx="82"/>
          </p:nvPr>
        </p:nvSpPr>
        <p:spPr>
          <a:xfrm>
            <a:off x="4448859" y="2852805"/>
            <a:ext cx="1061753" cy="564257"/>
          </a:xfrm>
        </p:spPr>
        <p:txBody>
          <a:bodyPr/>
          <a:lstStyle/>
          <a:p>
            <a:r>
              <a:rPr lang="en-US" dirty="0"/>
              <a:t>INSERT SHORT HEADING HERE</a:t>
            </a:r>
            <a:endParaRPr lang="en-ZA" dirty="0"/>
          </a:p>
        </p:txBody>
      </p:sp>
      <p:sp>
        <p:nvSpPr>
          <p:cNvPr id="22" name="Text Placeholder 21">
            <a:extLst>
              <a:ext uri="{FF2B5EF4-FFF2-40B4-BE49-F238E27FC236}">
                <a16:creationId xmlns:a16="http://schemas.microsoft.com/office/drawing/2014/main" id="{5F0262AE-5309-7064-E1DB-8472E8516A43}"/>
              </a:ext>
            </a:extLst>
          </p:cNvPr>
          <p:cNvSpPr>
            <a:spLocks noGrp="1"/>
          </p:cNvSpPr>
          <p:nvPr>
            <p:ph type="body" sz="quarter" idx="83"/>
          </p:nvPr>
        </p:nvSpPr>
        <p:spPr>
          <a:xfrm>
            <a:off x="4447435" y="4389624"/>
            <a:ext cx="1061753" cy="564257"/>
          </a:xfrm>
        </p:spPr>
        <p:txBody>
          <a:bodyPr/>
          <a:lstStyle/>
          <a:p>
            <a:r>
              <a:rPr lang="en-US" dirty="0"/>
              <a:t>INSERT SHORT HEADING HERE</a:t>
            </a:r>
            <a:endParaRPr lang="en-ZA" dirty="0"/>
          </a:p>
        </p:txBody>
      </p:sp>
      <p:sp>
        <p:nvSpPr>
          <p:cNvPr id="23" name="Text Placeholder 22">
            <a:extLst>
              <a:ext uri="{FF2B5EF4-FFF2-40B4-BE49-F238E27FC236}">
                <a16:creationId xmlns:a16="http://schemas.microsoft.com/office/drawing/2014/main" id="{48F678D5-A232-BE6D-633A-8F904B65F070}"/>
              </a:ext>
            </a:extLst>
          </p:cNvPr>
          <p:cNvSpPr>
            <a:spLocks noGrp="1"/>
          </p:cNvSpPr>
          <p:nvPr>
            <p:ph type="body" sz="quarter" idx="84"/>
          </p:nvPr>
        </p:nvSpPr>
        <p:spPr>
          <a:xfrm>
            <a:off x="3369241" y="5447879"/>
            <a:ext cx="1061753" cy="564257"/>
          </a:xfrm>
        </p:spPr>
        <p:txBody>
          <a:bodyPr/>
          <a:lstStyle/>
          <a:p>
            <a:r>
              <a:rPr lang="en-US" dirty="0"/>
              <a:t>INSERT SHORT HEADING HERE</a:t>
            </a:r>
            <a:endParaRPr lang="en-ZA" dirty="0"/>
          </a:p>
        </p:txBody>
      </p:sp>
      <p:sp>
        <p:nvSpPr>
          <p:cNvPr id="24" name="Text Placeholder 23">
            <a:extLst>
              <a:ext uri="{FF2B5EF4-FFF2-40B4-BE49-F238E27FC236}">
                <a16:creationId xmlns:a16="http://schemas.microsoft.com/office/drawing/2014/main" id="{F6BAA5E9-A132-606C-05D0-9A0F32845313}"/>
              </a:ext>
            </a:extLst>
          </p:cNvPr>
          <p:cNvSpPr>
            <a:spLocks noGrp="1"/>
          </p:cNvSpPr>
          <p:nvPr>
            <p:ph type="body" sz="quarter" idx="85"/>
          </p:nvPr>
        </p:nvSpPr>
        <p:spPr>
          <a:xfrm>
            <a:off x="1829622" y="5446746"/>
            <a:ext cx="1061753" cy="564257"/>
          </a:xfrm>
        </p:spPr>
        <p:txBody>
          <a:bodyPr/>
          <a:lstStyle/>
          <a:p>
            <a:r>
              <a:rPr lang="en-US" dirty="0"/>
              <a:t>INSERT SHORT HEADING HERE</a:t>
            </a:r>
            <a:endParaRPr lang="en-ZA" dirty="0"/>
          </a:p>
        </p:txBody>
      </p:sp>
      <p:sp>
        <p:nvSpPr>
          <p:cNvPr id="25" name="Text Placeholder 24">
            <a:extLst>
              <a:ext uri="{FF2B5EF4-FFF2-40B4-BE49-F238E27FC236}">
                <a16:creationId xmlns:a16="http://schemas.microsoft.com/office/drawing/2014/main" id="{61F93ACE-0C70-3BEE-A037-6CB05F0BA40C}"/>
              </a:ext>
            </a:extLst>
          </p:cNvPr>
          <p:cNvSpPr>
            <a:spLocks noGrp="1"/>
          </p:cNvSpPr>
          <p:nvPr>
            <p:ph type="body" sz="quarter" idx="86"/>
          </p:nvPr>
        </p:nvSpPr>
        <p:spPr>
          <a:xfrm>
            <a:off x="782014" y="4385818"/>
            <a:ext cx="1061753" cy="564257"/>
          </a:xfrm>
        </p:spPr>
        <p:txBody>
          <a:bodyPr/>
          <a:lstStyle/>
          <a:p>
            <a:r>
              <a:rPr lang="en-US" dirty="0"/>
              <a:t>INSERT SHORT HEADING HERE</a:t>
            </a:r>
            <a:endParaRPr lang="en-ZA" dirty="0"/>
          </a:p>
        </p:txBody>
      </p:sp>
      <p:sp>
        <p:nvSpPr>
          <p:cNvPr id="26" name="Text Placeholder 25">
            <a:extLst>
              <a:ext uri="{FF2B5EF4-FFF2-40B4-BE49-F238E27FC236}">
                <a16:creationId xmlns:a16="http://schemas.microsoft.com/office/drawing/2014/main" id="{3D4C2D5A-3673-771C-A65C-24B539BA2893}"/>
              </a:ext>
            </a:extLst>
          </p:cNvPr>
          <p:cNvSpPr>
            <a:spLocks noGrp="1"/>
          </p:cNvSpPr>
          <p:nvPr>
            <p:ph type="body" sz="quarter" idx="87"/>
          </p:nvPr>
        </p:nvSpPr>
        <p:spPr>
          <a:xfrm>
            <a:off x="763415" y="2850509"/>
            <a:ext cx="1061753" cy="564257"/>
          </a:xfrm>
        </p:spPr>
        <p:txBody>
          <a:bodyPr/>
          <a:lstStyle/>
          <a:p>
            <a:r>
              <a:rPr lang="en-US" dirty="0"/>
              <a:t>INSERT SHORT HEADING HERE</a:t>
            </a:r>
            <a:endParaRPr lang="en-ZA" dirty="0"/>
          </a:p>
        </p:txBody>
      </p:sp>
      <p:sp>
        <p:nvSpPr>
          <p:cNvPr id="27" name="Text Placeholder 26">
            <a:extLst>
              <a:ext uri="{FF2B5EF4-FFF2-40B4-BE49-F238E27FC236}">
                <a16:creationId xmlns:a16="http://schemas.microsoft.com/office/drawing/2014/main" id="{B9E4D158-C1AE-ED2A-E90B-859A34093058}"/>
              </a:ext>
            </a:extLst>
          </p:cNvPr>
          <p:cNvSpPr>
            <a:spLocks noGrp="1"/>
          </p:cNvSpPr>
          <p:nvPr>
            <p:ph type="body" sz="quarter" idx="88"/>
          </p:nvPr>
        </p:nvSpPr>
        <p:spPr>
          <a:xfrm>
            <a:off x="1829622" y="1751821"/>
            <a:ext cx="1061753" cy="564257"/>
          </a:xfrm>
        </p:spPr>
        <p:txBody>
          <a:bodyPr/>
          <a:lstStyle/>
          <a:p>
            <a:r>
              <a:rPr lang="en-US" dirty="0"/>
              <a:t>INSERT SHORT HEADING HERE</a:t>
            </a:r>
            <a:endParaRPr lang="en-ZA" dirty="0"/>
          </a:p>
        </p:txBody>
      </p:sp>
    </p:spTree>
    <p:extLst>
      <p:ext uri="{BB962C8B-B14F-4D97-AF65-F5344CB8AC3E}">
        <p14:creationId xmlns:p14="http://schemas.microsoft.com/office/powerpoint/2010/main" val="23419174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p10.s1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2FEAFC5-E815-1B0A-1286-37E9765D7FEB}"/>
              </a:ext>
            </a:extLst>
          </p:cNvPr>
          <p:cNvSpPr>
            <a:spLocks noGrp="1"/>
          </p:cNvSpPr>
          <p:nvPr>
            <p:ph type="body" sz="quarter" idx="58"/>
          </p:nvPr>
        </p:nvSpPr>
        <p:spPr/>
        <p:txBody>
          <a:bodyPr/>
          <a:lstStyle/>
          <a:p>
            <a:r>
              <a:rPr lang="en-GB" noProof="0" dirty="0"/>
              <a:t>Copy for this step of this process goes here…Copy for this step of this process.</a:t>
            </a:r>
            <a:endParaRPr lang="en-ZA" dirty="0"/>
          </a:p>
        </p:txBody>
      </p:sp>
      <p:sp>
        <p:nvSpPr>
          <p:cNvPr id="3" name="Text Placeholder 2">
            <a:extLst>
              <a:ext uri="{FF2B5EF4-FFF2-40B4-BE49-F238E27FC236}">
                <a16:creationId xmlns:a16="http://schemas.microsoft.com/office/drawing/2014/main" id="{A9E7C653-9855-77BA-7FA1-60058B2195CC}"/>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4" name="Title 3">
            <a:extLst>
              <a:ext uri="{FF2B5EF4-FFF2-40B4-BE49-F238E27FC236}">
                <a16:creationId xmlns:a16="http://schemas.microsoft.com/office/drawing/2014/main" id="{B58D3071-041B-7962-133E-1AD336254314}"/>
              </a:ext>
            </a:extLst>
          </p:cNvPr>
          <p:cNvSpPr>
            <a:spLocks noGrp="1"/>
          </p:cNvSpPr>
          <p:nvPr>
            <p:ph type="ctrTitle"/>
          </p:nvPr>
        </p:nvSpPr>
        <p:spPr/>
        <p:txBody>
          <a:bodyPr/>
          <a:lstStyle/>
          <a:p>
            <a:r>
              <a:rPr lang="en-US" dirty="0"/>
              <a:t>8 STEP PROCESS DIAGRAM SLIDE</a:t>
            </a:r>
            <a:endParaRPr lang="en-ZA" dirty="0"/>
          </a:p>
        </p:txBody>
      </p:sp>
      <p:sp>
        <p:nvSpPr>
          <p:cNvPr id="5" name="Text Placeholder 4">
            <a:extLst>
              <a:ext uri="{FF2B5EF4-FFF2-40B4-BE49-F238E27FC236}">
                <a16:creationId xmlns:a16="http://schemas.microsoft.com/office/drawing/2014/main" id="{F6672B32-C709-1D97-256B-C5513DD7B340}"/>
              </a:ext>
            </a:extLst>
          </p:cNvPr>
          <p:cNvSpPr>
            <a:spLocks noGrp="1"/>
          </p:cNvSpPr>
          <p:nvPr>
            <p:ph type="body" sz="quarter" idx="40"/>
          </p:nvPr>
        </p:nvSpPr>
        <p:spPr>
          <a:xfrm>
            <a:off x="588166" y="972641"/>
            <a:ext cx="11051375" cy="214161"/>
          </a:xfrm>
        </p:spPr>
        <p:txBody>
          <a:bodyPr/>
          <a:lstStyle/>
          <a:p>
            <a:r>
              <a:rPr lang="en-US" dirty="0"/>
              <a:t>ENTER A SUB-HEADING HERE</a:t>
            </a:r>
            <a:endParaRPr lang="en-ZA" dirty="0"/>
          </a:p>
        </p:txBody>
      </p:sp>
      <p:sp>
        <p:nvSpPr>
          <p:cNvPr id="6" name="Text Placeholder 5">
            <a:extLst>
              <a:ext uri="{FF2B5EF4-FFF2-40B4-BE49-F238E27FC236}">
                <a16:creationId xmlns:a16="http://schemas.microsoft.com/office/drawing/2014/main" id="{EA981C97-8BDE-1B74-C1F9-E20F7DF8BD99}"/>
              </a:ext>
            </a:extLst>
          </p:cNvPr>
          <p:cNvSpPr>
            <a:spLocks noGrp="1"/>
          </p:cNvSpPr>
          <p:nvPr>
            <p:ph type="body" sz="quarter" idx="41"/>
          </p:nvPr>
        </p:nvSpPr>
        <p:spPr>
          <a:xfrm>
            <a:off x="1622423" y="3217644"/>
            <a:ext cx="1764000" cy="304699"/>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E8AF53A8-FC5F-000D-F442-38BFC15C2B40}"/>
              </a:ext>
            </a:extLst>
          </p:cNvPr>
          <p:cNvSpPr>
            <a:spLocks noGrp="1"/>
          </p:cNvSpPr>
          <p:nvPr>
            <p:ph type="body" sz="quarter" idx="43"/>
          </p:nvPr>
        </p:nvSpPr>
        <p:spPr>
          <a:xfrm>
            <a:off x="4004183" y="3217644"/>
            <a:ext cx="1764000" cy="304699"/>
          </a:xfrm>
        </p:spPr>
        <p:txBody>
          <a:bodyPr/>
          <a:lstStyle/>
          <a:p>
            <a:r>
              <a:rPr lang="en-US" dirty="0"/>
              <a:t>Click to edit heading over two lines only</a:t>
            </a:r>
            <a:endParaRPr lang="en-ZA" dirty="0"/>
          </a:p>
        </p:txBody>
      </p:sp>
      <p:sp>
        <p:nvSpPr>
          <p:cNvPr id="8" name="Text Placeholder 7">
            <a:extLst>
              <a:ext uri="{FF2B5EF4-FFF2-40B4-BE49-F238E27FC236}">
                <a16:creationId xmlns:a16="http://schemas.microsoft.com/office/drawing/2014/main" id="{B128888A-6315-D304-2606-DDC4EE54E3A0}"/>
              </a:ext>
            </a:extLst>
          </p:cNvPr>
          <p:cNvSpPr>
            <a:spLocks noGrp="1"/>
          </p:cNvSpPr>
          <p:nvPr>
            <p:ph type="body" sz="quarter" idx="45"/>
          </p:nvPr>
        </p:nvSpPr>
        <p:spPr>
          <a:xfrm>
            <a:off x="6379738" y="3217644"/>
            <a:ext cx="1764000" cy="304699"/>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E6B8A821-CCCF-36CC-0160-A8E751BB0D54}"/>
              </a:ext>
            </a:extLst>
          </p:cNvPr>
          <p:cNvSpPr>
            <a:spLocks noGrp="1"/>
          </p:cNvSpPr>
          <p:nvPr>
            <p:ph type="body" sz="quarter" idx="47"/>
          </p:nvPr>
        </p:nvSpPr>
        <p:spPr>
          <a:xfrm>
            <a:off x="8751975" y="3217644"/>
            <a:ext cx="1764000" cy="304699"/>
          </a:xfrm>
        </p:spPr>
        <p:txBody>
          <a:bodyPr/>
          <a:lstStyle/>
          <a:p>
            <a:r>
              <a:rPr lang="en-US" dirty="0"/>
              <a:t>Click to edit heading over two lines only</a:t>
            </a:r>
            <a:endParaRPr lang="en-ZA" dirty="0"/>
          </a:p>
        </p:txBody>
      </p:sp>
      <p:sp>
        <p:nvSpPr>
          <p:cNvPr id="10" name="Text Placeholder 9">
            <a:extLst>
              <a:ext uri="{FF2B5EF4-FFF2-40B4-BE49-F238E27FC236}">
                <a16:creationId xmlns:a16="http://schemas.microsoft.com/office/drawing/2014/main" id="{F0487EDA-27B1-A0FA-CBD1-5DE2A5C39BEA}"/>
              </a:ext>
            </a:extLst>
          </p:cNvPr>
          <p:cNvSpPr>
            <a:spLocks noGrp="1"/>
          </p:cNvSpPr>
          <p:nvPr>
            <p:ph type="body" sz="quarter" idx="49"/>
          </p:nvPr>
        </p:nvSpPr>
        <p:spPr>
          <a:xfrm>
            <a:off x="1622423" y="5191856"/>
            <a:ext cx="1764000" cy="304699"/>
          </a:xfrm>
        </p:spPr>
        <p:txBody>
          <a:bodyPr/>
          <a:lstStyle/>
          <a:p>
            <a:r>
              <a:rPr lang="en-US" dirty="0"/>
              <a:t>Click to edit heading over two lines only</a:t>
            </a:r>
            <a:endParaRPr lang="en-ZA" dirty="0"/>
          </a:p>
        </p:txBody>
      </p:sp>
      <p:sp>
        <p:nvSpPr>
          <p:cNvPr id="11" name="Text Placeholder 10">
            <a:extLst>
              <a:ext uri="{FF2B5EF4-FFF2-40B4-BE49-F238E27FC236}">
                <a16:creationId xmlns:a16="http://schemas.microsoft.com/office/drawing/2014/main" id="{83E29840-92EF-B64B-9771-DE9CE7EC86F5}"/>
              </a:ext>
            </a:extLst>
          </p:cNvPr>
          <p:cNvSpPr>
            <a:spLocks noGrp="1"/>
          </p:cNvSpPr>
          <p:nvPr>
            <p:ph type="body" sz="quarter" idx="51"/>
          </p:nvPr>
        </p:nvSpPr>
        <p:spPr>
          <a:xfrm>
            <a:off x="4004183" y="5191856"/>
            <a:ext cx="1764000" cy="304699"/>
          </a:xfrm>
        </p:spPr>
        <p:txBody>
          <a:bodyPr/>
          <a:lstStyle/>
          <a:p>
            <a:r>
              <a:rPr lang="en-US" dirty="0"/>
              <a:t>Click to edit heading over two lines only</a:t>
            </a:r>
            <a:endParaRPr lang="en-ZA" dirty="0"/>
          </a:p>
        </p:txBody>
      </p:sp>
      <p:sp>
        <p:nvSpPr>
          <p:cNvPr id="12" name="Text Placeholder 11">
            <a:extLst>
              <a:ext uri="{FF2B5EF4-FFF2-40B4-BE49-F238E27FC236}">
                <a16:creationId xmlns:a16="http://schemas.microsoft.com/office/drawing/2014/main" id="{BF020778-8A48-20CE-D9AB-F2FAD6D3D279}"/>
              </a:ext>
            </a:extLst>
          </p:cNvPr>
          <p:cNvSpPr>
            <a:spLocks noGrp="1"/>
          </p:cNvSpPr>
          <p:nvPr>
            <p:ph type="body" sz="quarter" idx="53"/>
          </p:nvPr>
        </p:nvSpPr>
        <p:spPr>
          <a:xfrm>
            <a:off x="6379738" y="5191856"/>
            <a:ext cx="1764000" cy="304699"/>
          </a:xfrm>
        </p:spPr>
        <p:txBody>
          <a:bodyPr/>
          <a:lstStyle/>
          <a:p>
            <a:r>
              <a:rPr lang="en-US" dirty="0"/>
              <a:t>Click to edit heading over two lines only</a:t>
            </a:r>
            <a:endParaRPr lang="en-ZA" dirty="0"/>
          </a:p>
        </p:txBody>
      </p:sp>
      <p:sp>
        <p:nvSpPr>
          <p:cNvPr id="13" name="Text Placeholder 12">
            <a:extLst>
              <a:ext uri="{FF2B5EF4-FFF2-40B4-BE49-F238E27FC236}">
                <a16:creationId xmlns:a16="http://schemas.microsoft.com/office/drawing/2014/main" id="{12E97632-0231-5BEC-42E9-8C01B0A8F8F0}"/>
              </a:ext>
            </a:extLst>
          </p:cNvPr>
          <p:cNvSpPr>
            <a:spLocks noGrp="1"/>
          </p:cNvSpPr>
          <p:nvPr>
            <p:ph type="body" sz="quarter" idx="55"/>
          </p:nvPr>
        </p:nvSpPr>
        <p:spPr>
          <a:xfrm>
            <a:off x="8751975" y="5191856"/>
            <a:ext cx="1764000" cy="304699"/>
          </a:xfrm>
        </p:spPr>
        <p:txBody>
          <a:bodyPr/>
          <a:lstStyle/>
          <a:p>
            <a:r>
              <a:rPr lang="en-US" dirty="0"/>
              <a:t>Click to edit heading over two lines only</a:t>
            </a:r>
            <a:endParaRPr lang="en-ZA" dirty="0"/>
          </a:p>
        </p:txBody>
      </p:sp>
      <p:sp>
        <p:nvSpPr>
          <p:cNvPr id="14" name="Text Placeholder 13">
            <a:extLst>
              <a:ext uri="{FF2B5EF4-FFF2-40B4-BE49-F238E27FC236}">
                <a16:creationId xmlns:a16="http://schemas.microsoft.com/office/drawing/2014/main" id="{E976D42A-DFE9-CAAA-0083-1F565E88B6FC}"/>
              </a:ext>
            </a:extLst>
          </p:cNvPr>
          <p:cNvSpPr>
            <a:spLocks noGrp="1"/>
          </p:cNvSpPr>
          <p:nvPr>
            <p:ph type="body" sz="quarter" idx="59"/>
          </p:nvPr>
        </p:nvSpPr>
        <p:spPr/>
        <p:txBody>
          <a:bodyPr/>
          <a:lstStyle/>
          <a:p>
            <a:r>
              <a:rPr lang="en-GB" noProof="0" dirty="0"/>
              <a:t>Copy for this step of this process goes here…Copy for this step of this process.</a:t>
            </a:r>
            <a:endParaRPr lang="en-ZA" dirty="0"/>
          </a:p>
        </p:txBody>
      </p:sp>
      <p:sp>
        <p:nvSpPr>
          <p:cNvPr id="15" name="Text Placeholder 14">
            <a:extLst>
              <a:ext uri="{FF2B5EF4-FFF2-40B4-BE49-F238E27FC236}">
                <a16:creationId xmlns:a16="http://schemas.microsoft.com/office/drawing/2014/main" id="{1DE73D73-D7D5-83E4-4D3B-45AAD49DA0A0}"/>
              </a:ext>
            </a:extLst>
          </p:cNvPr>
          <p:cNvSpPr>
            <a:spLocks noGrp="1"/>
          </p:cNvSpPr>
          <p:nvPr>
            <p:ph type="body" sz="quarter" idx="60"/>
          </p:nvPr>
        </p:nvSpPr>
        <p:spPr/>
        <p:txBody>
          <a:bodyPr/>
          <a:lstStyle/>
          <a:p>
            <a:r>
              <a:rPr lang="en-GB" noProof="0" dirty="0"/>
              <a:t>Copy for this step of this process goes here…Copy for this step of this process.</a:t>
            </a:r>
            <a:endParaRPr lang="en-ZA" dirty="0"/>
          </a:p>
        </p:txBody>
      </p:sp>
      <p:sp>
        <p:nvSpPr>
          <p:cNvPr id="16" name="Text Placeholder 15">
            <a:extLst>
              <a:ext uri="{FF2B5EF4-FFF2-40B4-BE49-F238E27FC236}">
                <a16:creationId xmlns:a16="http://schemas.microsoft.com/office/drawing/2014/main" id="{4672D15D-C159-3F2D-F647-EC5DE036BB3E}"/>
              </a:ext>
            </a:extLst>
          </p:cNvPr>
          <p:cNvSpPr>
            <a:spLocks noGrp="1"/>
          </p:cNvSpPr>
          <p:nvPr>
            <p:ph type="body" sz="quarter" idx="61"/>
          </p:nvPr>
        </p:nvSpPr>
        <p:spPr/>
        <p:txBody>
          <a:bodyPr/>
          <a:lstStyle/>
          <a:p>
            <a:r>
              <a:rPr lang="en-GB" noProof="0" dirty="0"/>
              <a:t>Copy for this step of this process goes here…Copy for this step of this process.</a:t>
            </a:r>
            <a:endParaRPr lang="en-ZA" dirty="0"/>
          </a:p>
        </p:txBody>
      </p:sp>
      <p:sp>
        <p:nvSpPr>
          <p:cNvPr id="17" name="Text Placeholder 16">
            <a:extLst>
              <a:ext uri="{FF2B5EF4-FFF2-40B4-BE49-F238E27FC236}">
                <a16:creationId xmlns:a16="http://schemas.microsoft.com/office/drawing/2014/main" id="{285DAFD4-85E7-9367-1515-9B7B9CC8BB26}"/>
              </a:ext>
            </a:extLst>
          </p:cNvPr>
          <p:cNvSpPr>
            <a:spLocks noGrp="1"/>
          </p:cNvSpPr>
          <p:nvPr>
            <p:ph type="body" sz="quarter" idx="62"/>
          </p:nvPr>
        </p:nvSpPr>
        <p:spPr/>
        <p:txBody>
          <a:bodyPr/>
          <a:lstStyle/>
          <a:p>
            <a:r>
              <a:rPr lang="en-GB" noProof="0" dirty="0"/>
              <a:t>Copy for this step of this process goes here…Copy for this step of this process.</a:t>
            </a:r>
            <a:endParaRPr lang="en-ZA" dirty="0"/>
          </a:p>
        </p:txBody>
      </p:sp>
      <p:sp>
        <p:nvSpPr>
          <p:cNvPr id="18" name="Text Placeholder 17">
            <a:extLst>
              <a:ext uri="{FF2B5EF4-FFF2-40B4-BE49-F238E27FC236}">
                <a16:creationId xmlns:a16="http://schemas.microsoft.com/office/drawing/2014/main" id="{4274A966-EA0B-B9A8-4ED5-97E04D9E6C96}"/>
              </a:ext>
            </a:extLst>
          </p:cNvPr>
          <p:cNvSpPr>
            <a:spLocks noGrp="1"/>
          </p:cNvSpPr>
          <p:nvPr>
            <p:ph type="body" sz="quarter" idx="63"/>
          </p:nvPr>
        </p:nvSpPr>
        <p:spPr/>
        <p:txBody>
          <a:bodyPr/>
          <a:lstStyle/>
          <a:p>
            <a:r>
              <a:rPr lang="en-GB" noProof="0" dirty="0"/>
              <a:t>Copy for this step of this process goes here…Copy for this step of this process.</a:t>
            </a:r>
            <a:endParaRPr lang="en-ZA" dirty="0"/>
          </a:p>
        </p:txBody>
      </p:sp>
      <p:sp>
        <p:nvSpPr>
          <p:cNvPr id="19" name="Text Placeholder 18">
            <a:extLst>
              <a:ext uri="{FF2B5EF4-FFF2-40B4-BE49-F238E27FC236}">
                <a16:creationId xmlns:a16="http://schemas.microsoft.com/office/drawing/2014/main" id="{F8BD1D0C-25DC-03B5-34A9-D5D8A4523A04}"/>
              </a:ext>
            </a:extLst>
          </p:cNvPr>
          <p:cNvSpPr>
            <a:spLocks noGrp="1"/>
          </p:cNvSpPr>
          <p:nvPr>
            <p:ph type="body" sz="quarter" idx="64"/>
          </p:nvPr>
        </p:nvSpPr>
        <p:spPr/>
        <p:txBody>
          <a:bodyPr/>
          <a:lstStyle/>
          <a:p>
            <a:r>
              <a:rPr lang="en-GB" noProof="0" dirty="0"/>
              <a:t>Copy for this step of this process goes here…Copy for this step of this process.</a:t>
            </a:r>
            <a:endParaRPr lang="en-ZA" dirty="0"/>
          </a:p>
        </p:txBody>
      </p:sp>
      <p:sp>
        <p:nvSpPr>
          <p:cNvPr id="20" name="Text Placeholder 19">
            <a:extLst>
              <a:ext uri="{FF2B5EF4-FFF2-40B4-BE49-F238E27FC236}">
                <a16:creationId xmlns:a16="http://schemas.microsoft.com/office/drawing/2014/main" id="{B21CF3FC-5C9C-0534-D6E1-9D2E76D85BD9}"/>
              </a:ext>
            </a:extLst>
          </p:cNvPr>
          <p:cNvSpPr>
            <a:spLocks noGrp="1"/>
          </p:cNvSpPr>
          <p:nvPr>
            <p:ph type="body" sz="quarter" idx="65"/>
          </p:nvPr>
        </p:nvSpPr>
        <p:spPr/>
        <p:txBody>
          <a:bodyPr/>
          <a:lstStyle/>
          <a:p>
            <a:r>
              <a:rPr lang="en-GB" noProof="0" dirty="0"/>
              <a:t>Copy for this step of this process goes here…Copy for this step of this process.</a:t>
            </a:r>
            <a:endParaRPr lang="en-ZA" dirty="0"/>
          </a:p>
        </p:txBody>
      </p:sp>
    </p:spTree>
    <p:extLst>
      <p:ext uri="{BB962C8B-B14F-4D97-AF65-F5344CB8AC3E}">
        <p14:creationId xmlns:p14="http://schemas.microsoft.com/office/powerpoint/2010/main" val="238151817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p10.s13">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F1F40C-A08D-C302-1EF0-5119EBC24CED}"/>
              </a:ext>
            </a:extLst>
          </p:cNvPr>
          <p:cNvSpPr>
            <a:spLocks noGrp="1"/>
          </p:cNvSpPr>
          <p:nvPr>
            <p:ph type="body" sz="quarter" idx="58"/>
          </p:nvPr>
        </p:nvSpPr>
        <p:spPr/>
        <p:txBody>
          <a:bodyPr/>
          <a:lstStyle/>
          <a:p>
            <a:r>
              <a:rPr lang="en-GB" noProof="0" dirty="0"/>
              <a:t>Copy for this step of this process goes here…Copy for this step of this process.</a:t>
            </a:r>
            <a:endParaRPr lang="en-ZA" dirty="0"/>
          </a:p>
        </p:txBody>
      </p:sp>
      <p:sp>
        <p:nvSpPr>
          <p:cNvPr id="3" name="Text Placeholder 2">
            <a:extLst>
              <a:ext uri="{FF2B5EF4-FFF2-40B4-BE49-F238E27FC236}">
                <a16:creationId xmlns:a16="http://schemas.microsoft.com/office/drawing/2014/main" id="{D0D34C9D-24BA-025F-C113-BD1D9664D868}"/>
              </a:ext>
            </a:extLst>
          </p:cNvPr>
          <p:cNvSpPr>
            <a:spLocks noGrp="1"/>
          </p:cNvSpPr>
          <p:nvPr>
            <p:ph type="body" sz="quarter" idx="57"/>
          </p:nvPr>
        </p:nvSpPr>
        <p:spPr/>
        <p:txBody>
          <a:bodyPr/>
          <a:lstStyle/>
          <a:p>
            <a:r>
              <a:rPr lang="en-US" b="1" dirty="0"/>
              <a:t>Insert introductory text here. No longer than 2 lines maximum. Insert introductory text here. No longer than 2 lines of copy maximum. </a:t>
            </a:r>
            <a:br>
              <a:rPr lang="en-US" dirty="0"/>
            </a:br>
            <a:r>
              <a:rPr lang="en-US" dirty="0"/>
              <a:t>Insert introductory text here. No longer than 2 lines of copy maximum. Insert introductory text here. No longer than 2 lines please.</a:t>
            </a:r>
            <a:endParaRPr lang="en-ZA" dirty="0"/>
          </a:p>
        </p:txBody>
      </p:sp>
      <p:sp>
        <p:nvSpPr>
          <p:cNvPr id="4" name="Title 3">
            <a:extLst>
              <a:ext uri="{FF2B5EF4-FFF2-40B4-BE49-F238E27FC236}">
                <a16:creationId xmlns:a16="http://schemas.microsoft.com/office/drawing/2014/main" id="{9F1549FC-8880-900A-3708-1459AEB2D703}"/>
              </a:ext>
            </a:extLst>
          </p:cNvPr>
          <p:cNvSpPr>
            <a:spLocks noGrp="1"/>
          </p:cNvSpPr>
          <p:nvPr>
            <p:ph type="ctrTitle"/>
          </p:nvPr>
        </p:nvSpPr>
        <p:spPr/>
        <p:txBody>
          <a:bodyPr/>
          <a:lstStyle/>
          <a:p>
            <a:r>
              <a:rPr lang="en-US" dirty="0"/>
              <a:t>8 STEP REPEATED PROCESS DIAGRAM SLIDE</a:t>
            </a:r>
            <a:endParaRPr lang="en-ZA" dirty="0"/>
          </a:p>
        </p:txBody>
      </p:sp>
      <p:sp>
        <p:nvSpPr>
          <p:cNvPr id="5" name="Text Placeholder 4">
            <a:extLst>
              <a:ext uri="{FF2B5EF4-FFF2-40B4-BE49-F238E27FC236}">
                <a16:creationId xmlns:a16="http://schemas.microsoft.com/office/drawing/2014/main" id="{02DBB1C6-A82C-C243-BF4A-255B423A4BE3}"/>
              </a:ext>
            </a:extLst>
          </p:cNvPr>
          <p:cNvSpPr>
            <a:spLocks noGrp="1"/>
          </p:cNvSpPr>
          <p:nvPr>
            <p:ph type="body" sz="quarter" idx="40"/>
          </p:nvPr>
        </p:nvSpPr>
        <p:spPr>
          <a:xfrm>
            <a:off x="588166" y="972641"/>
            <a:ext cx="11051375" cy="214161"/>
          </a:xfrm>
        </p:spPr>
        <p:txBody>
          <a:bodyPr/>
          <a:lstStyle/>
          <a:p>
            <a:r>
              <a:rPr lang="en-US" dirty="0"/>
              <a:t>ENTER A SUB-HEADING HERE</a:t>
            </a:r>
            <a:endParaRPr lang="en-ZA" dirty="0"/>
          </a:p>
        </p:txBody>
      </p:sp>
      <p:sp>
        <p:nvSpPr>
          <p:cNvPr id="6" name="Text Placeholder 5">
            <a:extLst>
              <a:ext uri="{FF2B5EF4-FFF2-40B4-BE49-F238E27FC236}">
                <a16:creationId xmlns:a16="http://schemas.microsoft.com/office/drawing/2014/main" id="{807263B2-62D5-052A-EACA-66A09E03FD94}"/>
              </a:ext>
            </a:extLst>
          </p:cNvPr>
          <p:cNvSpPr>
            <a:spLocks noGrp="1"/>
          </p:cNvSpPr>
          <p:nvPr>
            <p:ph type="body" sz="quarter" idx="41"/>
          </p:nvPr>
        </p:nvSpPr>
        <p:spPr>
          <a:xfrm>
            <a:off x="1622423" y="3217644"/>
            <a:ext cx="1764000" cy="304699"/>
          </a:xfrm>
        </p:spPr>
        <p:txBody>
          <a:bodyPr/>
          <a:lstStyle/>
          <a:p>
            <a:r>
              <a:rPr lang="en-US" dirty="0"/>
              <a:t>Click to edit heading over two lines only</a:t>
            </a:r>
            <a:endParaRPr lang="en-ZA" dirty="0"/>
          </a:p>
        </p:txBody>
      </p:sp>
      <p:sp>
        <p:nvSpPr>
          <p:cNvPr id="7" name="Text Placeholder 6">
            <a:extLst>
              <a:ext uri="{FF2B5EF4-FFF2-40B4-BE49-F238E27FC236}">
                <a16:creationId xmlns:a16="http://schemas.microsoft.com/office/drawing/2014/main" id="{C4073992-EFFB-3134-ECAB-D47F5B5826B9}"/>
              </a:ext>
            </a:extLst>
          </p:cNvPr>
          <p:cNvSpPr>
            <a:spLocks noGrp="1"/>
          </p:cNvSpPr>
          <p:nvPr>
            <p:ph type="body" sz="quarter" idx="43"/>
          </p:nvPr>
        </p:nvSpPr>
        <p:spPr>
          <a:xfrm>
            <a:off x="4004183" y="3217644"/>
            <a:ext cx="1764000" cy="304699"/>
          </a:xfrm>
        </p:spPr>
        <p:txBody>
          <a:bodyPr/>
          <a:lstStyle/>
          <a:p>
            <a:r>
              <a:rPr lang="en-US" dirty="0"/>
              <a:t>Click to edit heading over two lines only</a:t>
            </a:r>
            <a:endParaRPr lang="en-ZA" dirty="0"/>
          </a:p>
        </p:txBody>
      </p:sp>
      <p:sp>
        <p:nvSpPr>
          <p:cNvPr id="8" name="Text Placeholder 7">
            <a:extLst>
              <a:ext uri="{FF2B5EF4-FFF2-40B4-BE49-F238E27FC236}">
                <a16:creationId xmlns:a16="http://schemas.microsoft.com/office/drawing/2014/main" id="{21912AC6-1766-3E5A-C251-4EC3706D020D}"/>
              </a:ext>
            </a:extLst>
          </p:cNvPr>
          <p:cNvSpPr>
            <a:spLocks noGrp="1"/>
          </p:cNvSpPr>
          <p:nvPr>
            <p:ph type="body" sz="quarter" idx="45"/>
          </p:nvPr>
        </p:nvSpPr>
        <p:spPr>
          <a:xfrm>
            <a:off x="6379738" y="3217644"/>
            <a:ext cx="1764000" cy="304699"/>
          </a:xfrm>
        </p:spPr>
        <p:txBody>
          <a:bodyPr/>
          <a:lstStyle/>
          <a:p>
            <a:r>
              <a:rPr lang="en-US" dirty="0"/>
              <a:t>Click to edit heading over two lines only</a:t>
            </a:r>
            <a:endParaRPr lang="en-ZA" dirty="0"/>
          </a:p>
        </p:txBody>
      </p:sp>
      <p:sp>
        <p:nvSpPr>
          <p:cNvPr id="9" name="Text Placeholder 8">
            <a:extLst>
              <a:ext uri="{FF2B5EF4-FFF2-40B4-BE49-F238E27FC236}">
                <a16:creationId xmlns:a16="http://schemas.microsoft.com/office/drawing/2014/main" id="{F1773A31-E1A4-0C1D-1CB0-095BEA23C0D2}"/>
              </a:ext>
            </a:extLst>
          </p:cNvPr>
          <p:cNvSpPr>
            <a:spLocks noGrp="1"/>
          </p:cNvSpPr>
          <p:nvPr>
            <p:ph type="body" sz="quarter" idx="47"/>
          </p:nvPr>
        </p:nvSpPr>
        <p:spPr>
          <a:xfrm>
            <a:off x="8751975" y="3217644"/>
            <a:ext cx="1764000" cy="304699"/>
          </a:xfrm>
        </p:spPr>
        <p:txBody>
          <a:bodyPr/>
          <a:lstStyle/>
          <a:p>
            <a:r>
              <a:rPr lang="en-US" dirty="0"/>
              <a:t>Click to edit heading over two lines only</a:t>
            </a:r>
            <a:endParaRPr lang="en-ZA" dirty="0"/>
          </a:p>
        </p:txBody>
      </p:sp>
      <p:sp>
        <p:nvSpPr>
          <p:cNvPr id="10" name="Text Placeholder 9">
            <a:extLst>
              <a:ext uri="{FF2B5EF4-FFF2-40B4-BE49-F238E27FC236}">
                <a16:creationId xmlns:a16="http://schemas.microsoft.com/office/drawing/2014/main" id="{EE4AEDA7-3B82-8E25-A589-8DE9CF806FAC}"/>
              </a:ext>
            </a:extLst>
          </p:cNvPr>
          <p:cNvSpPr>
            <a:spLocks noGrp="1"/>
          </p:cNvSpPr>
          <p:nvPr>
            <p:ph type="body" sz="quarter" idx="49"/>
          </p:nvPr>
        </p:nvSpPr>
        <p:spPr>
          <a:xfrm>
            <a:off x="1622423" y="5191856"/>
            <a:ext cx="1764000" cy="304699"/>
          </a:xfrm>
        </p:spPr>
        <p:txBody>
          <a:bodyPr/>
          <a:lstStyle/>
          <a:p>
            <a:r>
              <a:rPr lang="en-US" dirty="0"/>
              <a:t>Click to edit heading over two lines only</a:t>
            </a:r>
            <a:endParaRPr lang="en-ZA" dirty="0"/>
          </a:p>
        </p:txBody>
      </p:sp>
      <p:sp>
        <p:nvSpPr>
          <p:cNvPr id="11" name="Text Placeholder 10">
            <a:extLst>
              <a:ext uri="{FF2B5EF4-FFF2-40B4-BE49-F238E27FC236}">
                <a16:creationId xmlns:a16="http://schemas.microsoft.com/office/drawing/2014/main" id="{0A6D7D92-4090-5CD9-5096-6F3CE5389F84}"/>
              </a:ext>
            </a:extLst>
          </p:cNvPr>
          <p:cNvSpPr>
            <a:spLocks noGrp="1"/>
          </p:cNvSpPr>
          <p:nvPr>
            <p:ph type="body" sz="quarter" idx="51"/>
          </p:nvPr>
        </p:nvSpPr>
        <p:spPr>
          <a:xfrm>
            <a:off x="4004183" y="5191856"/>
            <a:ext cx="1764000" cy="304699"/>
          </a:xfrm>
        </p:spPr>
        <p:txBody>
          <a:bodyPr/>
          <a:lstStyle/>
          <a:p>
            <a:r>
              <a:rPr lang="en-US" dirty="0"/>
              <a:t>Click to edit heading over two lines only</a:t>
            </a:r>
            <a:endParaRPr lang="en-ZA" dirty="0"/>
          </a:p>
        </p:txBody>
      </p:sp>
      <p:sp>
        <p:nvSpPr>
          <p:cNvPr id="12" name="Text Placeholder 11">
            <a:extLst>
              <a:ext uri="{FF2B5EF4-FFF2-40B4-BE49-F238E27FC236}">
                <a16:creationId xmlns:a16="http://schemas.microsoft.com/office/drawing/2014/main" id="{CDB67923-67B9-04FD-49C2-9C541D756F9F}"/>
              </a:ext>
            </a:extLst>
          </p:cNvPr>
          <p:cNvSpPr>
            <a:spLocks noGrp="1"/>
          </p:cNvSpPr>
          <p:nvPr>
            <p:ph type="body" sz="quarter" idx="53"/>
          </p:nvPr>
        </p:nvSpPr>
        <p:spPr>
          <a:xfrm>
            <a:off x="6379738" y="5191856"/>
            <a:ext cx="1764000" cy="304699"/>
          </a:xfrm>
        </p:spPr>
        <p:txBody>
          <a:bodyPr/>
          <a:lstStyle/>
          <a:p>
            <a:r>
              <a:rPr lang="en-US" dirty="0"/>
              <a:t>Click to edit heading over two lines only</a:t>
            </a:r>
            <a:endParaRPr lang="en-ZA" dirty="0"/>
          </a:p>
        </p:txBody>
      </p:sp>
      <p:sp>
        <p:nvSpPr>
          <p:cNvPr id="13" name="Text Placeholder 12">
            <a:extLst>
              <a:ext uri="{FF2B5EF4-FFF2-40B4-BE49-F238E27FC236}">
                <a16:creationId xmlns:a16="http://schemas.microsoft.com/office/drawing/2014/main" id="{9802CFFA-704B-388F-E9E1-54DFCAE8CFA2}"/>
              </a:ext>
            </a:extLst>
          </p:cNvPr>
          <p:cNvSpPr>
            <a:spLocks noGrp="1"/>
          </p:cNvSpPr>
          <p:nvPr>
            <p:ph type="body" sz="quarter" idx="55"/>
          </p:nvPr>
        </p:nvSpPr>
        <p:spPr>
          <a:xfrm>
            <a:off x="8751975" y="5191856"/>
            <a:ext cx="1764000" cy="304699"/>
          </a:xfrm>
        </p:spPr>
        <p:txBody>
          <a:bodyPr/>
          <a:lstStyle/>
          <a:p>
            <a:r>
              <a:rPr lang="en-US" dirty="0"/>
              <a:t>Click to edit heading over two lines only</a:t>
            </a:r>
            <a:endParaRPr lang="en-ZA" dirty="0"/>
          </a:p>
        </p:txBody>
      </p:sp>
      <p:sp>
        <p:nvSpPr>
          <p:cNvPr id="14" name="Text Placeholder 13">
            <a:extLst>
              <a:ext uri="{FF2B5EF4-FFF2-40B4-BE49-F238E27FC236}">
                <a16:creationId xmlns:a16="http://schemas.microsoft.com/office/drawing/2014/main" id="{F5D6BC7C-4E8B-B571-AAFE-8B09EE5D6449}"/>
              </a:ext>
            </a:extLst>
          </p:cNvPr>
          <p:cNvSpPr>
            <a:spLocks noGrp="1"/>
          </p:cNvSpPr>
          <p:nvPr>
            <p:ph type="body" sz="quarter" idx="59"/>
          </p:nvPr>
        </p:nvSpPr>
        <p:spPr/>
        <p:txBody>
          <a:bodyPr/>
          <a:lstStyle/>
          <a:p>
            <a:r>
              <a:rPr lang="en-GB" noProof="0" dirty="0"/>
              <a:t>Copy for this step of this process goes here…Copy for this step of this process.</a:t>
            </a:r>
            <a:endParaRPr lang="en-ZA" dirty="0"/>
          </a:p>
        </p:txBody>
      </p:sp>
      <p:sp>
        <p:nvSpPr>
          <p:cNvPr id="15" name="Text Placeholder 14">
            <a:extLst>
              <a:ext uri="{FF2B5EF4-FFF2-40B4-BE49-F238E27FC236}">
                <a16:creationId xmlns:a16="http://schemas.microsoft.com/office/drawing/2014/main" id="{33F9ABCC-FCB9-CF7C-8228-A66B8FEDF6D7}"/>
              </a:ext>
            </a:extLst>
          </p:cNvPr>
          <p:cNvSpPr>
            <a:spLocks noGrp="1"/>
          </p:cNvSpPr>
          <p:nvPr>
            <p:ph type="body" sz="quarter" idx="60"/>
          </p:nvPr>
        </p:nvSpPr>
        <p:spPr/>
        <p:txBody>
          <a:bodyPr/>
          <a:lstStyle/>
          <a:p>
            <a:r>
              <a:rPr lang="en-GB" noProof="0" dirty="0"/>
              <a:t>Copy for this step of this process goes here…Copy for this step of this process.</a:t>
            </a:r>
            <a:endParaRPr lang="en-ZA" dirty="0"/>
          </a:p>
        </p:txBody>
      </p:sp>
      <p:sp>
        <p:nvSpPr>
          <p:cNvPr id="16" name="Text Placeholder 15">
            <a:extLst>
              <a:ext uri="{FF2B5EF4-FFF2-40B4-BE49-F238E27FC236}">
                <a16:creationId xmlns:a16="http://schemas.microsoft.com/office/drawing/2014/main" id="{98135333-7203-2108-D306-D2CA378E1459}"/>
              </a:ext>
            </a:extLst>
          </p:cNvPr>
          <p:cNvSpPr>
            <a:spLocks noGrp="1"/>
          </p:cNvSpPr>
          <p:nvPr>
            <p:ph type="body" sz="quarter" idx="61"/>
          </p:nvPr>
        </p:nvSpPr>
        <p:spPr/>
        <p:txBody>
          <a:bodyPr/>
          <a:lstStyle/>
          <a:p>
            <a:r>
              <a:rPr lang="en-GB" noProof="0" dirty="0"/>
              <a:t>Copy for this step of this process goes here…Copy for this step of this process.</a:t>
            </a:r>
            <a:endParaRPr lang="en-ZA" dirty="0"/>
          </a:p>
        </p:txBody>
      </p:sp>
      <p:sp>
        <p:nvSpPr>
          <p:cNvPr id="17" name="Text Placeholder 16">
            <a:extLst>
              <a:ext uri="{FF2B5EF4-FFF2-40B4-BE49-F238E27FC236}">
                <a16:creationId xmlns:a16="http://schemas.microsoft.com/office/drawing/2014/main" id="{964DF41D-6D44-F959-242C-AA989E6E493C}"/>
              </a:ext>
            </a:extLst>
          </p:cNvPr>
          <p:cNvSpPr>
            <a:spLocks noGrp="1"/>
          </p:cNvSpPr>
          <p:nvPr>
            <p:ph type="body" sz="quarter" idx="62"/>
          </p:nvPr>
        </p:nvSpPr>
        <p:spPr/>
        <p:txBody>
          <a:bodyPr/>
          <a:lstStyle/>
          <a:p>
            <a:r>
              <a:rPr lang="en-GB" noProof="0" dirty="0"/>
              <a:t>Copy for this step of this process goes here…Copy for this step of this process.</a:t>
            </a:r>
            <a:endParaRPr lang="en-ZA" dirty="0"/>
          </a:p>
        </p:txBody>
      </p:sp>
      <p:sp>
        <p:nvSpPr>
          <p:cNvPr id="18" name="Text Placeholder 17">
            <a:extLst>
              <a:ext uri="{FF2B5EF4-FFF2-40B4-BE49-F238E27FC236}">
                <a16:creationId xmlns:a16="http://schemas.microsoft.com/office/drawing/2014/main" id="{239015D8-5994-A2C9-77AE-E0C5B82115E1}"/>
              </a:ext>
            </a:extLst>
          </p:cNvPr>
          <p:cNvSpPr>
            <a:spLocks noGrp="1"/>
          </p:cNvSpPr>
          <p:nvPr>
            <p:ph type="body" sz="quarter" idx="63"/>
          </p:nvPr>
        </p:nvSpPr>
        <p:spPr/>
        <p:txBody>
          <a:bodyPr/>
          <a:lstStyle/>
          <a:p>
            <a:r>
              <a:rPr lang="en-GB" noProof="0" dirty="0"/>
              <a:t>Copy for this step of this process goes here…Copy for this step of this process.</a:t>
            </a:r>
            <a:endParaRPr lang="en-ZA" dirty="0"/>
          </a:p>
        </p:txBody>
      </p:sp>
      <p:sp>
        <p:nvSpPr>
          <p:cNvPr id="19" name="Text Placeholder 18">
            <a:extLst>
              <a:ext uri="{FF2B5EF4-FFF2-40B4-BE49-F238E27FC236}">
                <a16:creationId xmlns:a16="http://schemas.microsoft.com/office/drawing/2014/main" id="{EBBFB381-A066-FAF8-FC16-E1D738FF157F}"/>
              </a:ext>
            </a:extLst>
          </p:cNvPr>
          <p:cNvSpPr>
            <a:spLocks noGrp="1"/>
          </p:cNvSpPr>
          <p:nvPr>
            <p:ph type="body" sz="quarter" idx="64"/>
          </p:nvPr>
        </p:nvSpPr>
        <p:spPr/>
        <p:txBody>
          <a:bodyPr/>
          <a:lstStyle/>
          <a:p>
            <a:r>
              <a:rPr lang="en-GB" noProof="0" dirty="0"/>
              <a:t>Copy for this step of this process goes here…Copy for this step of this process.</a:t>
            </a:r>
            <a:endParaRPr lang="en-ZA" dirty="0"/>
          </a:p>
        </p:txBody>
      </p:sp>
      <p:sp>
        <p:nvSpPr>
          <p:cNvPr id="20" name="Text Placeholder 19">
            <a:extLst>
              <a:ext uri="{FF2B5EF4-FFF2-40B4-BE49-F238E27FC236}">
                <a16:creationId xmlns:a16="http://schemas.microsoft.com/office/drawing/2014/main" id="{FA0957AE-4920-BCA6-A25A-7E60E4BCF23C}"/>
              </a:ext>
            </a:extLst>
          </p:cNvPr>
          <p:cNvSpPr>
            <a:spLocks noGrp="1"/>
          </p:cNvSpPr>
          <p:nvPr>
            <p:ph type="body" sz="quarter" idx="65"/>
          </p:nvPr>
        </p:nvSpPr>
        <p:spPr/>
        <p:txBody>
          <a:bodyPr/>
          <a:lstStyle/>
          <a:p>
            <a:r>
              <a:rPr lang="en-GB" noProof="0" dirty="0"/>
              <a:t>Copy for this step of this process goes here…Copy for this step of this process.</a:t>
            </a:r>
            <a:endParaRPr lang="en-ZA" dirty="0"/>
          </a:p>
        </p:txBody>
      </p:sp>
    </p:spTree>
    <p:extLst>
      <p:ext uri="{BB962C8B-B14F-4D97-AF65-F5344CB8AC3E}">
        <p14:creationId xmlns:p14="http://schemas.microsoft.com/office/powerpoint/2010/main" val="123938087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p11.s0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27FC90-0D48-2176-6E7A-0473C620C74B}"/>
              </a:ext>
            </a:extLst>
          </p:cNvPr>
          <p:cNvSpPr>
            <a:spLocks noGrp="1"/>
          </p:cNvSpPr>
          <p:nvPr>
            <p:ph type="body" sz="quarter" idx="84"/>
          </p:nvPr>
        </p:nvSpPr>
        <p:spPr>
          <a:xfrm>
            <a:off x="963971" y="3109212"/>
            <a:ext cx="3961260" cy="153888"/>
          </a:xfrm>
        </p:spPr>
        <p:txBody>
          <a:bodyPr/>
          <a:lstStyle/>
          <a:p>
            <a:r>
              <a:rPr lang="en-US" dirty="0"/>
              <a:t>Edit your sub-heading</a:t>
            </a:r>
            <a:endParaRPr lang="en-GB" dirty="0"/>
          </a:p>
        </p:txBody>
      </p:sp>
      <p:sp>
        <p:nvSpPr>
          <p:cNvPr id="3" name="Text Placeholder 2">
            <a:extLst>
              <a:ext uri="{FF2B5EF4-FFF2-40B4-BE49-F238E27FC236}">
                <a16:creationId xmlns:a16="http://schemas.microsoft.com/office/drawing/2014/main" id="{C525F4AF-F05B-5DFC-6370-F2AD44D38EA4}"/>
              </a:ext>
            </a:extLst>
          </p:cNvPr>
          <p:cNvSpPr>
            <a:spLocks noGrp="1"/>
          </p:cNvSpPr>
          <p:nvPr>
            <p:ph type="body" sz="quarter" idx="88"/>
          </p:nvPr>
        </p:nvSpPr>
        <p:spPr>
          <a:xfrm>
            <a:off x="963971" y="4273873"/>
            <a:ext cx="3961260" cy="153888"/>
          </a:xfrm>
        </p:spPr>
        <p:txBody>
          <a:bodyPr/>
          <a:lstStyle/>
          <a:p>
            <a:r>
              <a:rPr lang="en-US" dirty="0"/>
              <a:t>Edit your sub-heading</a:t>
            </a:r>
            <a:endParaRPr lang="en-GB" dirty="0"/>
          </a:p>
        </p:txBody>
      </p:sp>
      <p:sp>
        <p:nvSpPr>
          <p:cNvPr id="4" name="Text Placeholder 3">
            <a:extLst>
              <a:ext uri="{FF2B5EF4-FFF2-40B4-BE49-F238E27FC236}">
                <a16:creationId xmlns:a16="http://schemas.microsoft.com/office/drawing/2014/main" id="{729F84EE-70C1-85B7-66A6-2E970DA7E37E}"/>
              </a:ext>
            </a:extLst>
          </p:cNvPr>
          <p:cNvSpPr>
            <a:spLocks noGrp="1"/>
          </p:cNvSpPr>
          <p:nvPr>
            <p:ph type="body" sz="quarter" idx="89"/>
          </p:nvPr>
        </p:nvSpPr>
        <p:spPr>
          <a:xfrm>
            <a:off x="963971" y="5438534"/>
            <a:ext cx="3961260" cy="153888"/>
          </a:xfrm>
        </p:spPr>
        <p:txBody>
          <a:bodyPr/>
          <a:lstStyle/>
          <a:p>
            <a:r>
              <a:rPr lang="en-US" dirty="0"/>
              <a:t>Edit your sub-heading</a:t>
            </a:r>
            <a:endParaRPr lang="en-GB" dirty="0"/>
          </a:p>
        </p:txBody>
      </p:sp>
      <p:sp>
        <p:nvSpPr>
          <p:cNvPr id="5" name="Text Placeholder 4">
            <a:extLst>
              <a:ext uri="{FF2B5EF4-FFF2-40B4-BE49-F238E27FC236}">
                <a16:creationId xmlns:a16="http://schemas.microsoft.com/office/drawing/2014/main" id="{0BDFAF1D-079B-814F-EB4C-4B775AD12AB2}"/>
              </a:ext>
            </a:extLst>
          </p:cNvPr>
          <p:cNvSpPr>
            <a:spLocks noGrp="1"/>
          </p:cNvSpPr>
          <p:nvPr>
            <p:ph type="body" sz="quarter" idx="57"/>
          </p:nvPr>
        </p:nvSpPr>
        <p:spPr/>
        <p:txBody>
          <a:bodyPr/>
          <a:lstStyle/>
          <a:p>
            <a:endParaRPr lang="en-GB"/>
          </a:p>
        </p:txBody>
      </p:sp>
      <p:sp>
        <p:nvSpPr>
          <p:cNvPr id="6" name="Text Placeholder 5">
            <a:extLst>
              <a:ext uri="{FF2B5EF4-FFF2-40B4-BE49-F238E27FC236}">
                <a16:creationId xmlns:a16="http://schemas.microsoft.com/office/drawing/2014/main" id="{A4D7190F-4D9A-037B-6F81-B0614418A0B8}"/>
              </a:ext>
            </a:extLst>
          </p:cNvPr>
          <p:cNvSpPr>
            <a:spLocks noGrp="1"/>
          </p:cNvSpPr>
          <p:nvPr>
            <p:ph type="body" sz="quarter" idx="39"/>
          </p:nvPr>
        </p:nvSpPr>
        <p:spPr/>
        <p:txBody>
          <a:bodyPr/>
          <a:lstStyle/>
          <a:p>
            <a:r>
              <a:rPr lang="en-US" dirty="0"/>
              <a:t>Short Descriptor</a:t>
            </a:r>
            <a:endParaRPr lang="en-GB" dirty="0"/>
          </a:p>
        </p:txBody>
      </p:sp>
      <p:sp>
        <p:nvSpPr>
          <p:cNvPr id="7" name="Title 6">
            <a:extLst>
              <a:ext uri="{FF2B5EF4-FFF2-40B4-BE49-F238E27FC236}">
                <a16:creationId xmlns:a16="http://schemas.microsoft.com/office/drawing/2014/main" id="{0C418D3A-61B2-AAEB-AC63-F69A1FB05C65}"/>
              </a:ext>
            </a:extLst>
          </p:cNvPr>
          <p:cNvSpPr>
            <a:spLocks noGrp="1"/>
          </p:cNvSpPr>
          <p:nvPr>
            <p:ph type="ctrTitle"/>
          </p:nvPr>
        </p:nvSpPr>
        <p:spPr/>
        <p:txBody>
          <a:bodyPr/>
          <a:lstStyle/>
          <a:p>
            <a:r>
              <a:rPr lang="en-US" dirty="0"/>
              <a:t>INSERT YOUR HEADING HERE</a:t>
            </a:r>
            <a:endParaRPr lang="en-GB" dirty="0"/>
          </a:p>
        </p:txBody>
      </p:sp>
      <p:sp>
        <p:nvSpPr>
          <p:cNvPr id="8" name="Text Placeholder 7">
            <a:extLst>
              <a:ext uri="{FF2B5EF4-FFF2-40B4-BE49-F238E27FC236}">
                <a16:creationId xmlns:a16="http://schemas.microsoft.com/office/drawing/2014/main" id="{D940D360-1658-5232-93A8-D7E00A6E3CCE}"/>
              </a:ext>
            </a:extLst>
          </p:cNvPr>
          <p:cNvSpPr>
            <a:spLocks noGrp="1"/>
          </p:cNvSpPr>
          <p:nvPr>
            <p:ph type="body" sz="quarter" idx="41"/>
          </p:nvPr>
        </p:nvSpPr>
        <p:spPr/>
        <p:txBody>
          <a:bodyPr/>
          <a:lstStyle/>
          <a:p>
            <a:r>
              <a:rPr lang="en-US" dirty="0"/>
              <a:t>ADD HEADING HERE</a:t>
            </a:r>
            <a:endParaRPr lang="en-GB" dirty="0"/>
          </a:p>
        </p:txBody>
      </p:sp>
      <p:sp>
        <p:nvSpPr>
          <p:cNvPr id="9" name="Text Placeholder 8">
            <a:extLst>
              <a:ext uri="{FF2B5EF4-FFF2-40B4-BE49-F238E27FC236}">
                <a16:creationId xmlns:a16="http://schemas.microsoft.com/office/drawing/2014/main" id="{04FAC439-EE27-7437-08F0-F5CFB8530813}"/>
              </a:ext>
            </a:extLst>
          </p:cNvPr>
          <p:cNvSpPr>
            <a:spLocks noGrp="1"/>
          </p:cNvSpPr>
          <p:nvPr>
            <p:ph type="body" sz="quarter" idx="81"/>
          </p:nvPr>
        </p:nvSpPr>
        <p:spPr/>
        <p:txBody>
          <a:bodyPr/>
          <a:lstStyle/>
          <a:p>
            <a:r>
              <a:rPr lang="en-US" dirty="0"/>
              <a:t>HEADING</a:t>
            </a:r>
            <a:endParaRPr lang="en-GB" dirty="0"/>
          </a:p>
        </p:txBody>
      </p:sp>
      <p:sp>
        <p:nvSpPr>
          <p:cNvPr id="10" name="Text Placeholder 9">
            <a:extLst>
              <a:ext uri="{FF2B5EF4-FFF2-40B4-BE49-F238E27FC236}">
                <a16:creationId xmlns:a16="http://schemas.microsoft.com/office/drawing/2014/main" id="{388933D4-F959-F3BD-7B1A-6B5285990F66}"/>
              </a:ext>
            </a:extLst>
          </p:cNvPr>
          <p:cNvSpPr>
            <a:spLocks noGrp="1"/>
          </p:cNvSpPr>
          <p:nvPr>
            <p:ph type="body" sz="quarter" idx="82"/>
          </p:nvPr>
        </p:nvSpPr>
        <p:spPr/>
        <p:txBody>
          <a:bodyPr/>
          <a:lstStyle/>
          <a:p>
            <a:r>
              <a:rPr lang="en-US" dirty="0"/>
              <a:t>HEADING</a:t>
            </a:r>
            <a:endParaRPr lang="en-GB" dirty="0"/>
          </a:p>
        </p:txBody>
      </p:sp>
      <p:sp>
        <p:nvSpPr>
          <p:cNvPr id="11" name="Text Placeholder 10">
            <a:extLst>
              <a:ext uri="{FF2B5EF4-FFF2-40B4-BE49-F238E27FC236}">
                <a16:creationId xmlns:a16="http://schemas.microsoft.com/office/drawing/2014/main" id="{7D7ADD86-B134-89C6-59F9-F0EFB2532DBD}"/>
              </a:ext>
            </a:extLst>
          </p:cNvPr>
          <p:cNvSpPr>
            <a:spLocks noGrp="1"/>
          </p:cNvSpPr>
          <p:nvPr>
            <p:ph type="body" sz="quarter" idx="83"/>
          </p:nvPr>
        </p:nvSpPr>
        <p:spPr/>
        <p:txBody>
          <a:bodyPr/>
          <a:lstStyle/>
          <a:p>
            <a:r>
              <a:rPr lang="en-US" dirty="0"/>
              <a:t>HEADING</a:t>
            </a:r>
            <a:endParaRPr lang="en-GB" dirty="0"/>
          </a:p>
        </p:txBody>
      </p:sp>
      <p:sp>
        <p:nvSpPr>
          <p:cNvPr id="12" name="Text Placeholder 11">
            <a:extLst>
              <a:ext uri="{FF2B5EF4-FFF2-40B4-BE49-F238E27FC236}">
                <a16:creationId xmlns:a16="http://schemas.microsoft.com/office/drawing/2014/main" id="{C7A095B5-ACDF-99D5-E626-19EB92CC990B}"/>
              </a:ext>
            </a:extLst>
          </p:cNvPr>
          <p:cNvSpPr>
            <a:spLocks noGrp="1"/>
          </p:cNvSpPr>
          <p:nvPr>
            <p:ph type="body" sz="quarter" idx="66"/>
          </p:nvPr>
        </p:nvSpPr>
        <p:spPr>
          <a:xfrm>
            <a:off x="963971" y="3361769"/>
            <a:ext cx="3961260" cy="615553"/>
          </a:xfrm>
        </p:spPr>
        <p:txBody>
          <a:bodyPr/>
          <a:lstStyle/>
          <a:p>
            <a:r>
              <a:rPr lang="en-ZA" dirty="0"/>
              <a:t>Add your copy in this space here for the diagram. Not exceeding 4 lines of copy. Add your copy in this space here for the diagram. Not exceeding 4 lines of copy. Add your copy in this space here for the diagram. Not exceeding 4 lines of copy.</a:t>
            </a:r>
          </a:p>
        </p:txBody>
      </p:sp>
      <p:sp>
        <p:nvSpPr>
          <p:cNvPr id="13" name="Text Placeholder 12">
            <a:extLst>
              <a:ext uri="{FF2B5EF4-FFF2-40B4-BE49-F238E27FC236}">
                <a16:creationId xmlns:a16="http://schemas.microsoft.com/office/drawing/2014/main" id="{3D85854B-487B-9D5B-CF24-896A51EA5B34}"/>
              </a:ext>
            </a:extLst>
          </p:cNvPr>
          <p:cNvSpPr>
            <a:spLocks noGrp="1"/>
          </p:cNvSpPr>
          <p:nvPr>
            <p:ph type="body" sz="quarter" idx="68"/>
          </p:nvPr>
        </p:nvSpPr>
        <p:spPr>
          <a:xfrm>
            <a:off x="963971" y="4526430"/>
            <a:ext cx="3961260" cy="615553"/>
          </a:xfrm>
        </p:spPr>
        <p:txBody>
          <a:bodyPr/>
          <a:lstStyle/>
          <a:p>
            <a:r>
              <a:rPr lang="en-ZA" dirty="0"/>
              <a:t>Add your copy in this space here for the diagram. Not exceeding 4 lines of copy.</a:t>
            </a:r>
            <a:r>
              <a:rPr lang="en-GB" dirty="0"/>
              <a:t> </a:t>
            </a:r>
            <a:r>
              <a:rPr lang="en-ZA" dirty="0"/>
              <a:t>Add your copy in this space here for the diagram. Not exceeding 4 lines of copy. Add your copy in this space here for the diagram. Not exceeding 4 lines of copy.</a:t>
            </a:r>
          </a:p>
        </p:txBody>
      </p:sp>
      <p:sp>
        <p:nvSpPr>
          <p:cNvPr id="14" name="Text Placeholder 13">
            <a:extLst>
              <a:ext uri="{FF2B5EF4-FFF2-40B4-BE49-F238E27FC236}">
                <a16:creationId xmlns:a16="http://schemas.microsoft.com/office/drawing/2014/main" id="{BE3DE6C1-8948-932B-16BD-22C2EC74D6B2}"/>
              </a:ext>
            </a:extLst>
          </p:cNvPr>
          <p:cNvSpPr>
            <a:spLocks noGrp="1"/>
          </p:cNvSpPr>
          <p:nvPr>
            <p:ph type="body" sz="quarter" idx="70"/>
          </p:nvPr>
        </p:nvSpPr>
        <p:spPr>
          <a:xfrm>
            <a:off x="963971" y="5691091"/>
            <a:ext cx="3961260" cy="615553"/>
          </a:xfrm>
        </p:spPr>
        <p:txBody>
          <a:bodyPr/>
          <a:lstStyle/>
          <a:p>
            <a:r>
              <a:rPr lang="en-ZA" dirty="0"/>
              <a:t>Add your copy in this space here for the diagram. Not exceeding 4 lines of copy.</a:t>
            </a:r>
            <a:r>
              <a:rPr lang="en-GB" dirty="0"/>
              <a:t> </a:t>
            </a:r>
            <a:r>
              <a:rPr lang="en-ZA" dirty="0"/>
              <a:t>Add your copy in this space here for the diagram. Not exceeding 4 lines of copy. Add your copy in this space here for the diagram. Not exceeding 4 lines of copy.</a:t>
            </a:r>
          </a:p>
        </p:txBody>
      </p:sp>
      <p:sp>
        <p:nvSpPr>
          <p:cNvPr id="15" name="Text Placeholder 14">
            <a:extLst>
              <a:ext uri="{FF2B5EF4-FFF2-40B4-BE49-F238E27FC236}">
                <a16:creationId xmlns:a16="http://schemas.microsoft.com/office/drawing/2014/main" id="{6962E020-44F0-DF12-E2E3-AB3CDDF7A4E5}"/>
              </a:ext>
            </a:extLst>
          </p:cNvPr>
          <p:cNvSpPr>
            <a:spLocks noGrp="1"/>
          </p:cNvSpPr>
          <p:nvPr>
            <p:ph type="body" sz="quarter" idx="85"/>
          </p:nvPr>
        </p:nvSpPr>
        <p:spPr/>
        <p:txBody>
          <a:bodyPr/>
          <a:lstStyle/>
          <a:p>
            <a:r>
              <a:rPr lang="en-US" dirty="0"/>
              <a:t>Short Descriptor</a:t>
            </a:r>
            <a:endParaRPr lang="en-GB" dirty="0"/>
          </a:p>
        </p:txBody>
      </p:sp>
      <p:sp>
        <p:nvSpPr>
          <p:cNvPr id="16" name="Text Placeholder 15">
            <a:extLst>
              <a:ext uri="{FF2B5EF4-FFF2-40B4-BE49-F238E27FC236}">
                <a16:creationId xmlns:a16="http://schemas.microsoft.com/office/drawing/2014/main" id="{944C2371-3C5D-04D5-ED22-BB3022BA50E5}"/>
              </a:ext>
            </a:extLst>
          </p:cNvPr>
          <p:cNvSpPr>
            <a:spLocks noGrp="1"/>
          </p:cNvSpPr>
          <p:nvPr>
            <p:ph type="body" sz="quarter" idx="86"/>
          </p:nvPr>
        </p:nvSpPr>
        <p:spPr/>
        <p:txBody>
          <a:bodyPr/>
          <a:lstStyle/>
          <a:p>
            <a:r>
              <a:rPr lang="en-US" dirty="0"/>
              <a:t>Short Descriptor</a:t>
            </a:r>
            <a:endParaRPr lang="en-GB" dirty="0"/>
          </a:p>
        </p:txBody>
      </p:sp>
      <p:sp>
        <p:nvSpPr>
          <p:cNvPr id="17" name="Text Placeholder 16">
            <a:extLst>
              <a:ext uri="{FF2B5EF4-FFF2-40B4-BE49-F238E27FC236}">
                <a16:creationId xmlns:a16="http://schemas.microsoft.com/office/drawing/2014/main" id="{9B61D794-50C2-E8D5-072F-B885CDCDF476}"/>
              </a:ext>
            </a:extLst>
          </p:cNvPr>
          <p:cNvSpPr>
            <a:spLocks noGrp="1"/>
          </p:cNvSpPr>
          <p:nvPr>
            <p:ph type="body" sz="quarter" idx="87"/>
          </p:nvPr>
        </p:nvSpPr>
        <p:spPr/>
        <p:txBody>
          <a:bodyPr/>
          <a:lstStyle/>
          <a:p>
            <a:r>
              <a:rPr lang="en-US" dirty="0"/>
              <a:t>Add your Infographic Heading</a:t>
            </a:r>
            <a:endParaRPr lang="en-GB" dirty="0"/>
          </a:p>
        </p:txBody>
      </p:sp>
    </p:spTree>
    <p:extLst>
      <p:ext uri="{BB962C8B-B14F-4D97-AF65-F5344CB8AC3E}">
        <p14:creationId xmlns:p14="http://schemas.microsoft.com/office/powerpoint/2010/main" val="23379488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p11.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69023-75F4-C1DF-4B18-29192EF8B28C}"/>
              </a:ext>
            </a:extLst>
          </p:cNvPr>
          <p:cNvSpPr>
            <a:spLocks noGrp="1"/>
          </p:cNvSpPr>
          <p:nvPr>
            <p:ph type="ctrTitle"/>
          </p:nvPr>
        </p:nvSpPr>
        <p:spPr/>
        <p:txBody>
          <a:bodyPr/>
          <a:lstStyle/>
          <a:p>
            <a:r>
              <a:rPr lang="en-US" dirty="0"/>
              <a:t>INSERT YOUR HEADING HERE</a:t>
            </a:r>
            <a:endParaRPr lang="en-GB" dirty="0"/>
          </a:p>
        </p:txBody>
      </p:sp>
      <p:sp>
        <p:nvSpPr>
          <p:cNvPr id="3" name="Text Placeholder 2">
            <a:extLst>
              <a:ext uri="{FF2B5EF4-FFF2-40B4-BE49-F238E27FC236}">
                <a16:creationId xmlns:a16="http://schemas.microsoft.com/office/drawing/2014/main" id="{A1351EBB-E9BE-88FE-A22D-E5DA42D73996}"/>
              </a:ext>
            </a:extLst>
          </p:cNvPr>
          <p:cNvSpPr>
            <a:spLocks noGrp="1"/>
          </p:cNvSpPr>
          <p:nvPr>
            <p:ph type="body" sz="quarter" idx="41"/>
          </p:nvPr>
        </p:nvSpPr>
        <p:spPr/>
        <p:txBody>
          <a:bodyPr/>
          <a:lstStyle/>
          <a:p>
            <a:r>
              <a:rPr lang="en-US" dirty="0"/>
              <a:t>Add short heading here</a:t>
            </a:r>
            <a:endParaRPr lang="en-GB" dirty="0"/>
          </a:p>
        </p:txBody>
      </p:sp>
      <p:sp>
        <p:nvSpPr>
          <p:cNvPr id="4" name="Text Placeholder 3">
            <a:extLst>
              <a:ext uri="{FF2B5EF4-FFF2-40B4-BE49-F238E27FC236}">
                <a16:creationId xmlns:a16="http://schemas.microsoft.com/office/drawing/2014/main" id="{A56CCDE4-584B-A638-E8D4-BE6072C73E08}"/>
              </a:ext>
            </a:extLst>
          </p:cNvPr>
          <p:cNvSpPr>
            <a:spLocks noGrp="1"/>
          </p:cNvSpPr>
          <p:nvPr>
            <p:ph type="body" sz="quarter" idx="42"/>
          </p:nvPr>
        </p:nvSpPr>
        <p:spPr>
          <a:xfrm>
            <a:off x="2917396" y="3531130"/>
            <a:ext cx="1376363" cy="333425"/>
          </a:xfrm>
        </p:spPr>
        <p:txBody>
          <a:bodyPr/>
          <a:lstStyle/>
          <a:p>
            <a:r>
              <a:rPr lang="en-US" dirty="0"/>
              <a:t>Add short heading here</a:t>
            </a:r>
            <a:endParaRPr lang="en-GB" dirty="0"/>
          </a:p>
        </p:txBody>
      </p:sp>
      <p:sp>
        <p:nvSpPr>
          <p:cNvPr id="5" name="Text Placeholder 4">
            <a:extLst>
              <a:ext uri="{FF2B5EF4-FFF2-40B4-BE49-F238E27FC236}">
                <a16:creationId xmlns:a16="http://schemas.microsoft.com/office/drawing/2014/main" id="{75668A00-9855-44F4-2004-3518F0A454C1}"/>
              </a:ext>
            </a:extLst>
          </p:cNvPr>
          <p:cNvSpPr>
            <a:spLocks noGrp="1"/>
          </p:cNvSpPr>
          <p:nvPr>
            <p:ph type="body" sz="quarter" idx="43"/>
          </p:nvPr>
        </p:nvSpPr>
        <p:spPr>
          <a:xfrm>
            <a:off x="2917396" y="4683655"/>
            <a:ext cx="1376363" cy="333425"/>
          </a:xfrm>
        </p:spPr>
        <p:txBody>
          <a:bodyPr/>
          <a:lstStyle/>
          <a:p>
            <a:pPr lvl="0"/>
            <a:r>
              <a:rPr lang="en-US" dirty="0"/>
              <a:t>Click to edit short Heading</a:t>
            </a:r>
            <a:endParaRPr lang="en-GB" dirty="0"/>
          </a:p>
        </p:txBody>
      </p:sp>
      <p:sp>
        <p:nvSpPr>
          <p:cNvPr id="6" name="Text Placeholder 5">
            <a:extLst>
              <a:ext uri="{FF2B5EF4-FFF2-40B4-BE49-F238E27FC236}">
                <a16:creationId xmlns:a16="http://schemas.microsoft.com/office/drawing/2014/main" id="{094DC560-493E-2C52-1EFC-626424D8D66C}"/>
              </a:ext>
            </a:extLst>
          </p:cNvPr>
          <p:cNvSpPr>
            <a:spLocks noGrp="1"/>
          </p:cNvSpPr>
          <p:nvPr>
            <p:ph type="body" sz="quarter" idx="44"/>
          </p:nvPr>
        </p:nvSpPr>
        <p:spPr>
          <a:xfrm>
            <a:off x="2917395" y="5856592"/>
            <a:ext cx="1376363" cy="333425"/>
          </a:xfrm>
        </p:spPr>
        <p:txBody>
          <a:bodyPr/>
          <a:lstStyle/>
          <a:p>
            <a:r>
              <a:rPr lang="en-US" dirty="0"/>
              <a:t>Add short heading here</a:t>
            </a:r>
            <a:endParaRPr lang="en-GB" dirty="0"/>
          </a:p>
        </p:txBody>
      </p:sp>
      <p:sp>
        <p:nvSpPr>
          <p:cNvPr id="7" name="Text Placeholder 6">
            <a:extLst>
              <a:ext uri="{FF2B5EF4-FFF2-40B4-BE49-F238E27FC236}">
                <a16:creationId xmlns:a16="http://schemas.microsoft.com/office/drawing/2014/main" id="{F6A57876-F45D-09EC-5937-8CF50CB032C6}"/>
              </a:ext>
            </a:extLst>
          </p:cNvPr>
          <p:cNvSpPr>
            <a:spLocks noGrp="1"/>
          </p:cNvSpPr>
          <p:nvPr>
            <p:ph type="body" sz="quarter" idx="45"/>
          </p:nvPr>
        </p:nvSpPr>
        <p:spPr>
          <a:xfrm>
            <a:off x="588170" y="1394150"/>
            <a:ext cx="1932839" cy="359073"/>
          </a:xfrm>
        </p:spPr>
        <p:txBody>
          <a:bodyPr/>
          <a:lstStyle/>
          <a:p>
            <a:r>
              <a:rPr lang="en-US" dirty="0"/>
              <a:t>Add your Infographic Heading</a:t>
            </a:r>
            <a:endParaRPr lang="en-GB" dirty="0"/>
          </a:p>
        </p:txBody>
      </p:sp>
      <p:sp>
        <p:nvSpPr>
          <p:cNvPr id="8" name="Text Placeholder 7">
            <a:extLst>
              <a:ext uri="{FF2B5EF4-FFF2-40B4-BE49-F238E27FC236}">
                <a16:creationId xmlns:a16="http://schemas.microsoft.com/office/drawing/2014/main" id="{0C3E3C39-9DC8-EF65-41B6-E2DF42BE308C}"/>
              </a:ext>
            </a:extLst>
          </p:cNvPr>
          <p:cNvSpPr>
            <a:spLocks noGrp="1"/>
          </p:cNvSpPr>
          <p:nvPr>
            <p:ph type="body" sz="quarter" idx="39"/>
          </p:nvPr>
        </p:nvSpPr>
        <p:spPr>
          <a:xfrm>
            <a:off x="7274718" y="1671650"/>
            <a:ext cx="4364115" cy="164592"/>
          </a:xfrm>
        </p:spPr>
        <p:txBody>
          <a:bodyPr/>
          <a:lstStyle/>
          <a:p>
            <a:r>
              <a:rPr lang="en-US" dirty="0"/>
              <a:t>Add a one-line sub-heading here</a:t>
            </a:r>
            <a:endParaRPr lang="en-GB" dirty="0"/>
          </a:p>
        </p:txBody>
      </p:sp>
      <p:sp>
        <p:nvSpPr>
          <p:cNvPr id="9" name="Text Placeholder 8">
            <a:extLst>
              <a:ext uri="{FF2B5EF4-FFF2-40B4-BE49-F238E27FC236}">
                <a16:creationId xmlns:a16="http://schemas.microsoft.com/office/drawing/2014/main" id="{4081EC15-F396-AC8B-D979-1407E169ED1B}"/>
              </a:ext>
            </a:extLst>
          </p:cNvPr>
          <p:cNvSpPr>
            <a:spLocks noGrp="1"/>
          </p:cNvSpPr>
          <p:nvPr>
            <p:ph type="body" sz="quarter" idx="82"/>
          </p:nvPr>
        </p:nvSpPr>
        <p:spPr>
          <a:xfrm>
            <a:off x="7274011" y="1976038"/>
            <a:ext cx="4364822" cy="628442"/>
          </a:xfrm>
        </p:spPr>
        <p:txBody>
          <a:bodyPr/>
          <a:lstStyle/>
          <a:p>
            <a:r>
              <a:rPr lang="en-US" dirty="0"/>
              <a:t>One line bullet point goes here</a:t>
            </a:r>
          </a:p>
          <a:p>
            <a:r>
              <a:rPr lang="en-US" dirty="0"/>
              <a:t>One line bullet point goes here</a:t>
            </a:r>
            <a:endParaRPr lang="en-GB" dirty="0"/>
          </a:p>
          <a:p>
            <a:r>
              <a:rPr lang="en-US" dirty="0"/>
              <a:t>One line bullet point goes here</a:t>
            </a:r>
            <a:endParaRPr lang="en-GB" dirty="0"/>
          </a:p>
          <a:p>
            <a:r>
              <a:rPr lang="en-US" dirty="0"/>
              <a:t>One line bullet point goes here</a:t>
            </a:r>
            <a:endParaRPr lang="en-GB" dirty="0"/>
          </a:p>
        </p:txBody>
      </p:sp>
      <p:sp>
        <p:nvSpPr>
          <p:cNvPr id="10" name="Text Placeholder 9">
            <a:extLst>
              <a:ext uri="{FF2B5EF4-FFF2-40B4-BE49-F238E27FC236}">
                <a16:creationId xmlns:a16="http://schemas.microsoft.com/office/drawing/2014/main" id="{BD409AB4-AD12-4FAB-8302-F2777A5122CD}"/>
              </a:ext>
            </a:extLst>
          </p:cNvPr>
          <p:cNvSpPr>
            <a:spLocks noGrp="1"/>
          </p:cNvSpPr>
          <p:nvPr>
            <p:ph type="body" sz="quarter" idx="83"/>
          </p:nvPr>
        </p:nvSpPr>
        <p:spPr>
          <a:xfrm>
            <a:off x="7274718" y="2841400"/>
            <a:ext cx="4364115" cy="164592"/>
          </a:xfrm>
        </p:spPr>
        <p:txBody>
          <a:bodyPr/>
          <a:lstStyle/>
          <a:p>
            <a:r>
              <a:rPr lang="en-US" dirty="0"/>
              <a:t>Add a one-line sub-heading here</a:t>
            </a:r>
            <a:endParaRPr lang="en-GB" dirty="0"/>
          </a:p>
        </p:txBody>
      </p:sp>
      <p:sp>
        <p:nvSpPr>
          <p:cNvPr id="11" name="Text Placeholder 10">
            <a:extLst>
              <a:ext uri="{FF2B5EF4-FFF2-40B4-BE49-F238E27FC236}">
                <a16:creationId xmlns:a16="http://schemas.microsoft.com/office/drawing/2014/main" id="{C7BAD8A8-FEAF-C0EB-D532-291ADD17C9AE}"/>
              </a:ext>
            </a:extLst>
          </p:cNvPr>
          <p:cNvSpPr>
            <a:spLocks noGrp="1"/>
          </p:cNvSpPr>
          <p:nvPr>
            <p:ph type="body" sz="quarter" idx="84"/>
          </p:nvPr>
        </p:nvSpPr>
        <p:spPr>
          <a:xfrm>
            <a:off x="7273304" y="3134802"/>
            <a:ext cx="4364822" cy="628442"/>
          </a:xfrm>
        </p:spPr>
        <p:txBody>
          <a:bodyPr/>
          <a:lstStyle/>
          <a:p>
            <a:r>
              <a:rPr lang="en-US" dirty="0"/>
              <a:t>One line bullet point goes here</a:t>
            </a:r>
          </a:p>
          <a:p>
            <a:r>
              <a:rPr lang="en-US" dirty="0"/>
              <a:t>One line bullet point goes here</a:t>
            </a:r>
            <a:endParaRPr lang="en-GB" dirty="0"/>
          </a:p>
          <a:p>
            <a:r>
              <a:rPr lang="en-US" dirty="0"/>
              <a:t>One line bullet point goes here</a:t>
            </a:r>
            <a:endParaRPr lang="en-GB" dirty="0"/>
          </a:p>
          <a:p>
            <a:r>
              <a:rPr lang="en-US" dirty="0"/>
              <a:t>One line bullet point goes here</a:t>
            </a:r>
            <a:endParaRPr lang="en-GB" dirty="0"/>
          </a:p>
        </p:txBody>
      </p:sp>
      <p:sp>
        <p:nvSpPr>
          <p:cNvPr id="12" name="Text Placeholder 11">
            <a:extLst>
              <a:ext uri="{FF2B5EF4-FFF2-40B4-BE49-F238E27FC236}">
                <a16:creationId xmlns:a16="http://schemas.microsoft.com/office/drawing/2014/main" id="{BA52051C-165B-1A2F-2534-4FDA36F81300}"/>
              </a:ext>
            </a:extLst>
          </p:cNvPr>
          <p:cNvSpPr>
            <a:spLocks noGrp="1"/>
          </p:cNvSpPr>
          <p:nvPr>
            <p:ph type="body" sz="quarter" idx="85"/>
          </p:nvPr>
        </p:nvSpPr>
        <p:spPr>
          <a:xfrm>
            <a:off x="7274718" y="3997904"/>
            <a:ext cx="4364115" cy="164592"/>
          </a:xfrm>
        </p:spPr>
        <p:txBody>
          <a:bodyPr/>
          <a:lstStyle/>
          <a:p>
            <a:r>
              <a:rPr lang="en-US" dirty="0"/>
              <a:t>Add a one-line sub-heading here</a:t>
            </a:r>
            <a:endParaRPr lang="en-GB" dirty="0"/>
          </a:p>
        </p:txBody>
      </p:sp>
      <p:sp>
        <p:nvSpPr>
          <p:cNvPr id="13" name="Text Placeholder 12">
            <a:extLst>
              <a:ext uri="{FF2B5EF4-FFF2-40B4-BE49-F238E27FC236}">
                <a16:creationId xmlns:a16="http://schemas.microsoft.com/office/drawing/2014/main" id="{F5A74460-E22B-9729-8DD2-E127D6A3EFAE}"/>
              </a:ext>
            </a:extLst>
          </p:cNvPr>
          <p:cNvSpPr>
            <a:spLocks noGrp="1"/>
          </p:cNvSpPr>
          <p:nvPr>
            <p:ph type="body" sz="quarter" idx="86"/>
          </p:nvPr>
        </p:nvSpPr>
        <p:spPr>
          <a:xfrm>
            <a:off x="7274321" y="4304116"/>
            <a:ext cx="4364822" cy="551498"/>
          </a:xfrm>
        </p:spPr>
        <p:txBody>
          <a:bodyPr/>
          <a:lstStyle/>
          <a:p>
            <a:pPr marL="0" indent="0">
              <a:buNone/>
            </a:pPr>
            <a:r>
              <a:rPr lang="en-ZA" dirty="0"/>
              <a:t>Or add your paragraph description in this space here for point. This can be bullets or paragraphs, depending on what you would like to say.</a:t>
            </a:r>
          </a:p>
          <a:p>
            <a:pPr marL="0" indent="0">
              <a:buNone/>
            </a:pPr>
            <a:r>
              <a:rPr lang="en-ZA" dirty="0"/>
              <a:t>Or add your paragraph description in this space here for point. This can be bullets or paragraphs, depending on what you would like to say.</a:t>
            </a:r>
          </a:p>
        </p:txBody>
      </p:sp>
      <p:sp>
        <p:nvSpPr>
          <p:cNvPr id="14" name="Text Placeholder 13">
            <a:extLst>
              <a:ext uri="{FF2B5EF4-FFF2-40B4-BE49-F238E27FC236}">
                <a16:creationId xmlns:a16="http://schemas.microsoft.com/office/drawing/2014/main" id="{E94D8D90-3F5A-BFCF-909B-C88F373FC447}"/>
              </a:ext>
            </a:extLst>
          </p:cNvPr>
          <p:cNvSpPr>
            <a:spLocks noGrp="1"/>
          </p:cNvSpPr>
          <p:nvPr>
            <p:ph type="body" sz="quarter" idx="87"/>
          </p:nvPr>
        </p:nvSpPr>
        <p:spPr>
          <a:xfrm>
            <a:off x="7274718" y="5159306"/>
            <a:ext cx="4364115" cy="164592"/>
          </a:xfrm>
        </p:spPr>
        <p:txBody>
          <a:bodyPr/>
          <a:lstStyle/>
          <a:p>
            <a:r>
              <a:rPr lang="en-US" dirty="0"/>
              <a:t>Add a one-line sub-heading here</a:t>
            </a:r>
            <a:endParaRPr lang="en-GB" dirty="0"/>
          </a:p>
        </p:txBody>
      </p:sp>
      <p:sp>
        <p:nvSpPr>
          <p:cNvPr id="15" name="Text Placeholder 14">
            <a:extLst>
              <a:ext uri="{FF2B5EF4-FFF2-40B4-BE49-F238E27FC236}">
                <a16:creationId xmlns:a16="http://schemas.microsoft.com/office/drawing/2014/main" id="{A262AF2F-EA17-6121-07CF-C1CF37DD2D90}"/>
              </a:ext>
            </a:extLst>
          </p:cNvPr>
          <p:cNvSpPr>
            <a:spLocks noGrp="1"/>
          </p:cNvSpPr>
          <p:nvPr>
            <p:ph type="body" sz="quarter" idx="88"/>
          </p:nvPr>
        </p:nvSpPr>
        <p:spPr>
          <a:xfrm>
            <a:off x="7274321" y="5445525"/>
            <a:ext cx="4364822" cy="551498"/>
          </a:xfrm>
        </p:spPr>
        <p:txBody>
          <a:bodyPr/>
          <a:lstStyle/>
          <a:p>
            <a:pPr marL="0" indent="0">
              <a:buNone/>
            </a:pPr>
            <a:r>
              <a:rPr lang="en-ZA" dirty="0"/>
              <a:t>Or add your paragraph description in this space here for point. This can be bullets or paragraphs, depending on what you would like to say.</a:t>
            </a:r>
          </a:p>
          <a:p>
            <a:pPr marL="0" indent="0">
              <a:buNone/>
            </a:pPr>
            <a:r>
              <a:rPr lang="en-ZA" dirty="0"/>
              <a:t>Or add your paragraph description in this space here for point. This can be bullets or paragraphs, depending on what you would like to say.</a:t>
            </a:r>
          </a:p>
        </p:txBody>
      </p:sp>
      <p:sp>
        <p:nvSpPr>
          <p:cNvPr id="16" name="Text Placeholder 10">
            <a:extLst>
              <a:ext uri="{FF2B5EF4-FFF2-40B4-BE49-F238E27FC236}">
                <a16:creationId xmlns:a16="http://schemas.microsoft.com/office/drawing/2014/main" id="{6DD0F525-6D3E-A031-4E2E-3AFFFD7363E6}"/>
              </a:ext>
            </a:extLst>
          </p:cNvPr>
          <p:cNvSpPr txBox="1">
            <a:spLocks/>
          </p:cNvSpPr>
          <p:nvPr/>
        </p:nvSpPr>
        <p:spPr>
          <a:xfrm>
            <a:off x="9460194" y="3134366"/>
            <a:ext cx="2177932" cy="614014"/>
          </a:xfrm>
          <a:prstGeom prst="rect">
            <a:avLst/>
          </a:prstGeom>
        </p:spPr>
        <p:txBody>
          <a:bodyPr wrap="square" lIns="0" tIns="0" rIns="0" bIns="0">
            <a:spAutoFit/>
          </a:bodyPr>
          <a:lstStyle>
            <a:lvl1pPr marL="182563" indent="-182563" algn="l" defTabSz="914400" rtl="0" eaLnBrk="1" latinLnBrk="0" hangingPunct="1">
              <a:lnSpc>
                <a:spcPct val="90000"/>
              </a:lnSpc>
              <a:spcBef>
                <a:spcPts val="300"/>
              </a:spcBef>
              <a:buFont typeface="Calibri" panose="020F0502020204030204" pitchFamily="34" charset="0"/>
              <a:buChar char="+"/>
              <a:defRPr sz="900" kern="1200">
                <a:solidFill>
                  <a:schemeClr val="accent5">
                    <a:lumMod val="50000"/>
                  </a:schemeClr>
                </a:solidFill>
                <a:latin typeface="+mn-lt"/>
                <a:ea typeface="+mn-ea"/>
                <a:cs typeface="+mn-cs"/>
              </a:defRPr>
            </a:lvl1pPr>
            <a:lvl2pPr marL="357188" indent="-174625" algn="l" defTabSz="914400" rtl="0" eaLnBrk="1" latinLnBrk="0" hangingPunct="1">
              <a:lnSpc>
                <a:spcPts val="1100"/>
              </a:lnSpc>
              <a:spcBef>
                <a:spcPts val="400"/>
              </a:spcBef>
              <a:buFont typeface="Arial" panose="020B0604020202020204" pitchFamily="34" charset="0"/>
              <a:buChar char="•"/>
              <a:defRPr sz="1050" kern="1200">
                <a:solidFill>
                  <a:schemeClr val="accent5">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050" kern="1200">
                <a:solidFill>
                  <a:schemeClr val="accent5"/>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50" kern="1200">
                <a:solidFill>
                  <a:schemeClr val="accent5"/>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50" kern="1200">
                <a:solidFill>
                  <a:schemeClr val="accent5"/>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Duplicate the bullets box if you need</a:t>
            </a:r>
          </a:p>
          <a:p>
            <a:r>
              <a:rPr lang="en-US" dirty="0"/>
              <a:t>To show more bullet points</a:t>
            </a:r>
          </a:p>
          <a:p>
            <a:r>
              <a:rPr lang="en-US" dirty="0"/>
              <a:t>You can add more…</a:t>
            </a:r>
          </a:p>
          <a:p>
            <a:r>
              <a:rPr lang="en-US" dirty="0"/>
              <a:t>Remember to align the 2 boxes at the top</a:t>
            </a:r>
            <a:endParaRPr lang="en-GB" dirty="0"/>
          </a:p>
        </p:txBody>
      </p:sp>
    </p:spTree>
    <p:extLst>
      <p:ext uri="{BB962C8B-B14F-4D97-AF65-F5344CB8AC3E}">
        <p14:creationId xmlns:p14="http://schemas.microsoft.com/office/powerpoint/2010/main" val="423417084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p11.s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A74B-D2B0-492C-9A3D-D69F42FABBA1}"/>
              </a:ext>
            </a:extLst>
          </p:cNvPr>
          <p:cNvSpPr>
            <a:spLocks noGrp="1"/>
          </p:cNvSpPr>
          <p:nvPr>
            <p:ph type="ctrTitle"/>
          </p:nvPr>
        </p:nvSpPr>
        <p:spPr/>
        <p:txBody>
          <a:bodyPr/>
          <a:lstStyle/>
          <a:p>
            <a:r>
              <a:rPr lang="en-US" dirty="0"/>
              <a:t>INSERT YOUR HEADING HERE</a:t>
            </a:r>
            <a:endParaRPr lang="en-GB" dirty="0"/>
          </a:p>
        </p:txBody>
      </p:sp>
      <p:sp>
        <p:nvSpPr>
          <p:cNvPr id="3" name="Text Placeholder 2">
            <a:extLst>
              <a:ext uri="{FF2B5EF4-FFF2-40B4-BE49-F238E27FC236}">
                <a16:creationId xmlns:a16="http://schemas.microsoft.com/office/drawing/2014/main" id="{761C4B07-32B5-8496-64A6-4FDB16A8821D}"/>
              </a:ext>
            </a:extLst>
          </p:cNvPr>
          <p:cNvSpPr>
            <a:spLocks noGrp="1"/>
          </p:cNvSpPr>
          <p:nvPr>
            <p:ph type="body" sz="quarter" idx="40"/>
          </p:nvPr>
        </p:nvSpPr>
        <p:spPr/>
        <p:txBody>
          <a:bodyPr/>
          <a:lstStyle/>
          <a:p>
            <a:r>
              <a:rPr lang="en-US" dirty="0"/>
              <a:t>INSERT YOUR SUB-HEADING HERE</a:t>
            </a:r>
            <a:endParaRPr lang="en-GB" dirty="0"/>
          </a:p>
        </p:txBody>
      </p:sp>
      <p:sp>
        <p:nvSpPr>
          <p:cNvPr id="4" name="Text Placeholder 3">
            <a:extLst>
              <a:ext uri="{FF2B5EF4-FFF2-40B4-BE49-F238E27FC236}">
                <a16:creationId xmlns:a16="http://schemas.microsoft.com/office/drawing/2014/main" id="{B701FF89-1507-2528-BAFB-EB6AEEE4C48D}"/>
              </a:ext>
            </a:extLst>
          </p:cNvPr>
          <p:cNvSpPr>
            <a:spLocks noGrp="1"/>
          </p:cNvSpPr>
          <p:nvPr>
            <p:ph type="body" sz="quarter" idx="45"/>
          </p:nvPr>
        </p:nvSpPr>
        <p:spPr>
          <a:xfrm>
            <a:off x="588170" y="1750770"/>
            <a:ext cx="2813056" cy="179536"/>
          </a:xfrm>
        </p:spPr>
        <p:txBody>
          <a:bodyPr/>
          <a:lstStyle/>
          <a:p>
            <a:r>
              <a:rPr lang="en-US" dirty="0"/>
              <a:t>Add your Infographic Heading</a:t>
            </a:r>
            <a:endParaRPr lang="en-GB" dirty="0"/>
          </a:p>
        </p:txBody>
      </p:sp>
      <p:pic>
        <p:nvPicPr>
          <p:cNvPr id="17" name="Picture Placeholder 16" descr="A person holding a cell phone&#10;&#10;Description automatically generated">
            <a:extLst>
              <a:ext uri="{FF2B5EF4-FFF2-40B4-BE49-F238E27FC236}">
                <a16:creationId xmlns:a16="http://schemas.microsoft.com/office/drawing/2014/main" id="{8F6070E5-06BC-DFAA-2896-EB80775DB6D9}"/>
              </a:ext>
            </a:extLst>
          </p:cNvPr>
          <p:cNvPicPr>
            <a:picLocks noGrp="1" noChangeAspect="1"/>
          </p:cNvPicPr>
          <p:nvPr>
            <p:ph type="pic" sz="quarter" idx="46"/>
          </p:nvPr>
        </p:nvPicPr>
        <p:blipFill>
          <a:blip r:embed="rId2">
            <a:extLst>
              <a:ext uri="{28A0092B-C50C-407E-A947-70E740481C1C}">
                <a14:useLocalDpi xmlns:a14="http://schemas.microsoft.com/office/drawing/2010/main" val="0"/>
              </a:ext>
            </a:extLst>
          </a:blip>
          <a:srcRect l="25" r="25"/>
          <a:stretch>
            <a:fillRect/>
          </a:stretch>
        </p:blipFill>
        <p:spPr/>
      </p:pic>
      <p:sp>
        <p:nvSpPr>
          <p:cNvPr id="6" name="Text Placeholder 5">
            <a:extLst>
              <a:ext uri="{FF2B5EF4-FFF2-40B4-BE49-F238E27FC236}">
                <a16:creationId xmlns:a16="http://schemas.microsoft.com/office/drawing/2014/main" id="{4AE9AA08-E161-3A5A-1132-794E9A9D06B4}"/>
              </a:ext>
            </a:extLst>
          </p:cNvPr>
          <p:cNvSpPr>
            <a:spLocks noGrp="1"/>
          </p:cNvSpPr>
          <p:nvPr>
            <p:ph type="body" sz="quarter" idx="67"/>
          </p:nvPr>
        </p:nvSpPr>
        <p:spPr>
          <a:xfrm>
            <a:off x="9276018" y="2214976"/>
            <a:ext cx="2363523" cy="923330"/>
          </a:xfrm>
        </p:spPr>
        <p:txBody>
          <a:bodyPr/>
          <a:lstStyle/>
          <a:p>
            <a:r>
              <a:rPr lang="en-ZA" dirty="0"/>
              <a:t>Add your copy in this space here for the diagram. Not exceeding 6 lines of copy. Add your copy in this space here for the diagram. Not exceeding 6 lines of copy. Add your copy in this space here for the diagram. Not exceeding 6 lines of copy. </a:t>
            </a:r>
            <a:endParaRPr lang="en-GB" dirty="0"/>
          </a:p>
        </p:txBody>
      </p:sp>
      <p:sp>
        <p:nvSpPr>
          <p:cNvPr id="7" name="Text Placeholder 6">
            <a:extLst>
              <a:ext uri="{FF2B5EF4-FFF2-40B4-BE49-F238E27FC236}">
                <a16:creationId xmlns:a16="http://schemas.microsoft.com/office/drawing/2014/main" id="{3C9077F3-9D78-5C04-CA47-EE1CE794F623}"/>
              </a:ext>
            </a:extLst>
          </p:cNvPr>
          <p:cNvSpPr>
            <a:spLocks noGrp="1"/>
          </p:cNvSpPr>
          <p:nvPr>
            <p:ph type="body" sz="quarter" idx="69"/>
          </p:nvPr>
        </p:nvSpPr>
        <p:spPr>
          <a:xfrm>
            <a:off x="9276018" y="3816862"/>
            <a:ext cx="2363523" cy="923330"/>
          </a:xfrm>
        </p:spPr>
        <p:txBody>
          <a:bodyPr/>
          <a:lstStyle/>
          <a:p>
            <a:r>
              <a:rPr lang="en-ZA" dirty="0"/>
              <a:t>Add your copy in this space here for the diagram. Not exceeding 6 lines of copy. Add your copy in this space here for the diagram. Not exceeding 6 lines of copy. Add your copy in this space here for the diagram. Not exceeding 6 lines of copy. </a:t>
            </a:r>
            <a:endParaRPr lang="en-GB" dirty="0"/>
          </a:p>
        </p:txBody>
      </p:sp>
      <p:sp>
        <p:nvSpPr>
          <p:cNvPr id="8" name="Text Placeholder 7">
            <a:extLst>
              <a:ext uri="{FF2B5EF4-FFF2-40B4-BE49-F238E27FC236}">
                <a16:creationId xmlns:a16="http://schemas.microsoft.com/office/drawing/2014/main" id="{1C3BD7AD-0F0F-F4CD-7DCE-7BDAD16A8BC1}"/>
              </a:ext>
            </a:extLst>
          </p:cNvPr>
          <p:cNvSpPr>
            <a:spLocks noGrp="1"/>
          </p:cNvSpPr>
          <p:nvPr>
            <p:ph type="body" sz="quarter" idx="71"/>
          </p:nvPr>
        </p:nvSpPr>
        <p:spPr>
          <a:xfrm>
            <a:off x="9276018" y="5409713"/>
            <a:ext cx="2363521" cy="923330"/>
          </a:xfrm>
        </p:spPr>
        <p:txBody>
          <a:bodyPr/>
          <a:lstStyle/>
          <a:p>
            <a:r>
              <a:rPr lang="en-ZA" dirty="0"/>
              <a:t>Add your copy in this space here for the diagram. Not exceeding 6 lines of copy. Add your copy in this space here for the diagram. Not exceeding 6 lines of copy. Add your copy in this space here for the diagram. Not exceeding 6 lines of copy. </a:t>
            </a:r>
            <a:endParaRPr lang="en-GB" dirty="0"/>
          </a:p>
        </p:txBody>
      </p:sp>
      <p:sp>
        <p:nvSpPr>
          <p:cNvPr id="9" name="Text Placeholder 8">
            <a:extLst>
              <a:ext uri="{FF2B5EF4-FFF2-40B4-BE49-F238E27FC236}">
                <a16:creationId xmlns:a16="http://schemas.microsoft.com/office/drawing/2014/main" id="{C77DCB3F-D1B1-16BA-0057-2525E6F1DFF0}"/>
              </a:ext>
            </a:extLst>
          </p:cNvPr>
          <p:cNvSpPr>
            <a:spLocks noGrp="1"/>
          </p:cNvSpPr>
          <p:nvPr>
            <p:ph type="body" sz="quarter" idx="57"/>
          </p:nvPr>
        </p:nvSpPr>
        <p:spPr/>
        <p:txBody>
          <a:bodyPr/>
          <a:lstStyle/>
          <a:p>
            <a:r>
              <a:rPr lang="en-US" dirty="0"/>
              <a:t>HEADING 1</a:t>
            </a:r>
            <a:endParaRPr lang="en-GB" dirty="0"/>
          </a:p>
        </p:txBody>
      </p:sp>
      <p:sp>
        <p:nvSpPr>
          <p:cNvPr id="10" name="Text Placeholder 9">
            <a:extLst>
              <a:ext uri="{FF2B5EF4-FFF2-40B4-BE49-F238E27FC236}">
                <a16:creationId xmlns:a16="http://schemas.microsoft.com/office/drawing/2014/main" id="{03092F42-0B9E-5E4C-3DD5-13447A100B8C}"/>
              </a:ext>
            </a:extLst>
          </p:cNvPr>
          <p:cNvSpPr>
            <a:spLocks noGrp="1"/>
          </p:cNvSpPr>
          <p:nvPr>
            <p:ph type="body" sz="quarter" idx="72"/>
          </p:nvPr>
        </p:nvSpPr>
        <p:spPr>
          <a:xfrm>
            <a:off x="9276018" y="3523461"/>
            <a:ext cx="2363520" cy="187039"/>
          </a:xfrm>
        </p:spPr>
        <p:txBody>
          <a:bodyPr/>
          <a:lstStyle/>
          <a:p>
            <a:r>
              <a:rPr lang="en-US" dirty="0"/>
              <a:t>HEADING 2</a:t>
            </a:r>
            <a:endParaRPr lang="en-GB" dirty="0"/>
          </a:p>
        </p:txBody>
      </p:sp>
      <p:sp>
        <p:nvSpPr>
          <p:cNvPr id="11" name="Text Placeholder 10">
            <a:extLst>
              <a:ext uri="{FF2B5EF4-FFF2-40B4-BE49-F238E27FC236}">
                <a16:creationId xmlns:a16="http://schemas.microsoft.com/office/drawing/2014/main" id="{CBBD6D60-EB0F-77E4-5E43-6C37898311B2}"/>
              </a:ext>
            </a:extLst>
          </p:cNvPr>
          <p:cNvSpPr>
            <a:spLocks noGrp="1"/>
          </p:cNvSpPr>
          <p:nvPr>
            <p:ph type="body" sz="quarter" idx="73"/>
          </p:nvPr>
        </p:nvSpPr>
        <p:spPr>
          <a:xfrm>
            <a:off x="9276018" y="5114601"/>
            <a:ext cx="2363520" cy="187039"/>
          </a:xfrm>
        </p:spPr>
        <p:txBody>
          <a:bodyPr/>
          <a:lstStyle/>
          <a:p>
            <a:r>
              <a:rPr lang="en-US" dirty="0"/>
              <a:t>HEADING 3</a:t>
            </a:r>
            <a:endParaRPr lang="en-GB" dirty="0"/>
          </a:p>
        </p:txBody>
      </p:sp>
      <p:sp>
        <p:nvSpPr>
          <p:cNvPr id="12" name="Text Placeholder 11">
            <a:extLst>
              <a:ext uri="{FF2B5EF4-FFF2-40B4-BE49-F238E27FC236}">
                <a16:creationId xmlns:a16="http://schemas.microsoft.com/office/drawing/2014/main" id="{776CA701-44A9-1633-485C-B79C18CA7C68}"/>
              </a:ext>
            </a:extLst>
          </p:cNvPr>
          <p:cNvSpPr>
            <a:spLocks noGrp="1"/>
          </p:cNvSpPr>
          <p:nvPr>
            <p:ph type="body" sz="quarter" idx="74"/>
          </p:nvPr>
        </p:nvSpPr>
        <p:spPr>
          <a:xfrm>
            <a:off x="514348" y="5125030"/>
            <a:ext cx="2363523" cy="187039"/>
          </a:xfrm>
        </p:spPr>
        <p:txBody>
          <a:bodyPr/>
          <a:lstStyle/>
          <a:p>
            <a:r>
              <a:rPr lang="en-US" dirty="0"/>
              <a:t>HEADING 4</a:t>
            </a:r>
            <a:endParaRPr lang="en-GB" dirty="0"/>
          </a:p>
        </p:txBody>
      </p:sp>
      <p:sp>
        <p:nvSpPr>
          <p:cNvPr id="13" name="Text Placeholder 12">
            <a:extLst>
              <a:ext uri="{FF2B5EF4-FFF2-40B4-BE49-F238E27FC236}">
                <a16:creationId xmlns:a16="http://schemas.microsoft.com/office/drawing/2014/main" id="{699E7EF8-0D3F-6C7C-4037-7D3585937853}"/>
              </a:ext>
            </a:extLst>
          </p:cNvPr>
          <p:cNvSpPr>
            <a:spLocks noGrp="1"/>
          </p:cNvSpPr>
          <p:nvPr>
            <p:ph type="body" sz="quarter" idx="75"/>
          </p:nvPr>
        </p:nvSpPr>
        <p:spPr>
          <a:xfrm>
            <a:off x="514348" y="3523461"/>
            <a:ext cx="2363523" cy="187039"/>
          </a:xfrm>
        </p:spPr>
        <p:txBody>
          <a:bodyPr/>
          <a:lstStyle/>
          <a:p>
            <a:r>
              <a:rPr lang="en-US" dirty="0"/>
              <a:t>HEADING 5</a:t>
            </a:r>
            <a:endParaRPr lang="en-GB" dirty="0"/>
          </a:p>
        </p:txBody>
      </p:sp>
      <p:sp>
        <p:nvSpPr>
          <p:cNvPr id="14" name="Text Placeholder 13">
            <a:extLst>
              <a:ext uri="{FF2B5EF4-FFF2-40B4-BE49-F238E27FC236}">
                <a16:creationId xmlns:a16="http://schemas.microsoft.com/office/drawing/2014/main" id="{B6D06E42-8A1B-30C7-75CC-CE9AE5507AFD}"/>
              </a:ext>
            </a:extLst>
          </p:cNvPr>
          <p:cNvSpPr>
            <a:spLocks noGrp="1"/>
          </p:cNvSpPr>
          <p:nvPr>
            <p:ph type="body" sz="quarter" idx="76"/>
          </p:nvPr>
        </p:nvSpPr>
        <p:spPr>
          <a:xfrm>
            <a:off x="514348" y="3816862"/>
            <a:ext cx="2363523" cy="923330"/>
          </a:xfrm>
        </p:spPr>
        <p:txBody>
          <a:bodyPr/>
          <a:lstStyle/>
          <a:p>
            <a:r>
              <a:rPr lang="en-ZA" dirty="0"/>
              <a:t>Add your copy in this space here for the diagram. Not exceeding 6 lines of copy. Add your copy in this space here for the diagram. Not exceeding 6 lines of copy. Add your copy in this space here for the diagram. Not exceeding 6 lines of copy. </a:t>
            </a:r>
            <a:endParaRPr lang="en-GB" dirty="0"/>
          </a:p>
        </p:txBody>
      </p:sp>
      <p:sp>
        <p:nvSpPr>
          <p:cNvPr id="15" name="Text Placeholder 14">
            <a:extLst>
              <a:ext uri="{FF2B5EF4-FFF2-40B4-BE49-F238E27FC236}">
                <a16:creationId xmlns:a16="http://schemas.microsoft.com/office/drawing/2014/main" id="{38D09D15-7984-A2EF-B2EF-BB3C5E25DACC}"/>
              </a:ext>
            </a:extLst>
          </p:cNvPr>
          <p:cNvSpPr>
            <a:spLocks noGrp="1"/>
          </p:cNvSpPr>
          <p:nvPr>
            <p:ph type="body" sz="quarter" idx="77"/>
          </p:nvPr>
        </p:nvSpPr>
        <p:spPr>
          <a:xfrm>
            <a:off x="514348" y="5409713"/>
            <a:ext cx="2363523" cy="923330"/>
          </a:xfrm>
        </p:spPr>
        <p:txBody>
          <a:bodyPr/>
          <a:lstStyle/>
          <a:p>
            <a:r>
              <a:rPr lang="en-ZA" dirty="0"/>
              <a:t>Add your copy in this space here for the diagram. Not exceeding 6 lines of copy. Add your copy in this space here for the diagram. Not exceeding 6 lines of copy. Add your copy in this space here for the diagram. Not exceeding 6 lines of copy. </a:t>
            </a:r>
            <a:endParaRPr lang="en-GB" dirty="0"/>
          </a:p>
        </p:txBody>
      </p:sp>
    </p:spTree>
    <p:extLst>
      <p:ext uri="{BB962C8B-B14F-4D97-AF65-F5344CB8AC3E}">
        <p14:creationId xmlns:p14="http://schemas.microsoft.com/office/powerpoint/2010/main" val="148036612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p11.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09A30-E911-0DE9-43E0-6764F1F237B2}"/>
              </a:ext>
            </a:extLst>
          </p:cNvPr>
          <p:cNvSpPr>
            <a:spLocks noGrp="1"/>
          </p:cNvSpPr>
          <p:nvPr>
            <p:ph type="body" sz="quarter" idx="57"/>
          </p:nvPr>
        </p:nvSpPr>
        <p:spPr>
          <a:xfrm>
            <a:off x="584949" y="1761079"/>
            <a:ext cx="2088358" cy="655308"/>
          </a:xfrm>
        </p:spPr>
        <p:txBody>
          <a:bodyPr/>
          <a:lstStyle/>
          <a:p>
            <a:pPr lvl="0"/>
            <a:r>
              <a:rPr lang="en-US" dirty="0"/>
              <a:t>Insert introductory text here. No longer than 4 lines maximum. Insert introductory text here. No longer than four.</a:t>
            </a:r>
            <a:endParaRPr lang="en-ZA" dirty="0"/>
          </a:p>
        </p:txBody>
      </p:sp>
      <p:sp>
        <p:nvSpPr>
          <p:cNvPr id="3" name="Text Placeholder 2">
            <a:extLst>
              <a:ext uri="{FF2B5EF4-FFF2-40B4-BE49-F238E27FC236}">
                <a16:creationId xmlns:a16="http://schemas.microsoft.com/office/drawing/2014/main" id="{3B3AB72E-CC23-8CC8-A638-8E22F89D9838}"/>
              </a:ext>
            </a:extLst>
          </p:cNvPr>
          <p:cNvSpPr>
            <a:spLocks noGrp="1"/>
          </p:cNvSpPr>
          <p:nvPr>
            <p:ph type="body" sz="quarter" idx="40"/>
          </p:nvPr>
        </p:nvSpPr>
        <p:spPr/>
        <p:txBody>
          <a:bodyPr/>
          <a:lstStyle/>
          <a:p>
            <a:pPr lvl="0"/>
            <a:r>
              <a:rPr lang="en-US" dirty="0"/>
              <a:t>Edit your bullet points here</a:t>
            </a:r>
          </a:p>
          <a:p>
            <a:pPr lvl="0"/>
            <a:r>
              <a:rPr lang="en-US" dirty="0"/>
              <a:t>Edit your bullet points here</a:t>
            </a:r>
          </a:p>
          <a:p>
            <a:pPr lvl="0"/>
            <a:r>
              <a:rPr lang="en-US" dirty="0"/>
              <a:t>Edit your bullet points here</a:t>
            </a:r>
          </a:p>
          <a:p>
            <a:pPr lvl="0"/>
            <a:r>
              <a:rPr lang="en-US" dirty="0"/>
              <a:t>Edit your bullet points here</a:t>
            </a:r>
          </a:p>
          <a:p>
            <a:pPr lvl="0"/>
            <a:r>
              <a:rPr lang="en-US" dirty="0"/>
              <a:t>Edit your bullet points here</a:t>
            </a:r>
          </a:p>
          <a:p>
            <a:pPr marL="0" indent="0">
              <a:buNone/>
            </a:pPr>
            <a:endParaRPr lang="en-US" dirty="0"/>
          </a:p>
          <a:p>
            <a:pPr marL="0" indent="0">
              <a:buNone/>
            </a:pPr>
            <a:r>
              <a:rPr lang="en-US" dirty="0"/>
              <a:t>Click to edit your paragraph description here… edit paragraph description here… Click to edit your paragraph description here…</a:t>
            </a:r>
            <a:endParaRPr lang="en-ZA" dirty="0"/>
          </a:p>
        </p:txBody>
      </p:sp>
      <p:sp>
        <p:nvSpPr>
          <p:cNvPr id="4" name="Title 3">
            <a:extLst>
              <a:ext uri="{FF2B5EF4-FFF2-40B4-BE49-F238E27FC236}">
                <a16:creationId xmlns:a16="http://schemas.microsoft.com/office/drawing/2014/main" id="{656EDF32-8AFE-56E0-64D2-63F1D20F752A}"/>
              </a:ext>
            </a:extLst>
          </p:cNvPr>
          <p:cNvSpPr>
            <a:spLocks noGrp="1"/>
          </p:cNvSpPr>
          <p:nvPr>
            <p:ph type="ctrTitle"/>
          </p:nvPr>
        </p:nvSpPr>
        <p:spPr/>
        <p:txBody>
          <a:bodyPr/>
          <a:lstStyle/>
          <a:p>
            <a:r>
              <a:rPr lang="en-US" dirty="0"/>
              <a:t>INSERT YOUR HEADING HERE</a:t>
            </a:r>
            <a:endParaRPr lang="en-GB" dirty="0"/>
          </a:p>
        </p:txBody>
      </p:sp>
      <p:pic>
        <p:nvPicPr>
          <p:cNvPr id="18" name="Picture Placeholder 17" descr="A person in a floral jacket holding a phone in a store&#10;&#10;Description automatically generated">
            <a:extLst>
              <a:ext uri="{FF2B5EF4-FFF2-40B4-BE49-F238E27FC236}">
                <a16:creationId xmlns:a16="http://schemas.microsoft.com/office/drawing/2014/main" id="{D7BEDE2E-8154-D1B4-66BB-0E5C16B48E36}"/>
              </a:ext>
            </a:extLst>
          </p:cNvPr>
          <p:cNvPicPr>
            <a:picLocks noGrp="1" noChangeAspect="1"/>
          </p:cNvPicPr>
          <p:nvPr>
            <p:ph type="pic" sz="quarter" idx="46"/>
          </p:nvPr>
        </p:nvPicPr>
        <p:blipFill>
          <a:blip r:embed="rId2">
            <a:extLst>
              <a:ext uri="{28A0092B-C50C-407E-A947-70E740481C1C}">
                <a14:useLocalDpi xmlns:a14="http://schemas.microsoft.com/office/drawing/2010/main" val="0"/>
              </a:ext>
            </a:extLst>
          </a:blip>
          <a:srcRect/>
          <a:stretch>
            <a:fillRect/>
          </a:stretch>
        </p:blipFill>
        <p:spPr/>
      </p:pic>
      <p:sp>
        <p:nvSpPr>
          <p:cNvPr id="6" name="Text Placeholder 5">
            <a:extLst>
              <a:ext uri="{FF2B5EF4-FFF2-40B4-BE49-F238E27FC236}">
                <a16:creationId xmlns:a16="http://schemas.microsoft.com/office/drawing/2014/main" id="{E465CAB4-96E7-70B9-90B8-8174A68F4E8C}"/>
              </a:ext>
            </a:extLst>
          </p:cNvPr>
          <p:cNvSpPr>
            <a:spLocks noGrp="1"/>
          </p:cNvSpPr>
          <p:nvPr>
            <p:ph type="body" sz="quarter" idx="87"/>
          </p:nvPr>
        </p:nvSpPr>
        <p:spPr>
          <a:xfrm>
            <a:off x="3582946" y="6123750"/>
            <a:ext cx="8056598" cy="190052"/>
          </a:xfrm>
        </p:spPr>
        <p:txBody>
          <a:bodyPr/>
          <a:lstStyle/>
          <a:p>
            <a:r>
              <a:rPr lang="en-US" dirty="0"/>
              <a:t>Add your Infographic Heading</a:t>
            </a:r>
            <a:endParaRPr lang="en-GB" dirty="0"/>
          </a:p>
        </p:txBody>
      </p:sp>
      <p:sp>
        <p:nvSpPr>
          <p:cNvPr id="7" name="Text Placeholder 6">
            <a:extLst>
              <a:ext uri="{FF2B5EF4-FFF2-40B4-BE49-F238E27FC236}">
                <a16:creationId xmlns:a16="http://schemas.microsoft.com/office/drawing/2014/main" id="{08CD3777-CAD3-628A-E7D1-C0C68E65CA6C}"/>
              </a:ext>
            </a:extLst>
          </p:cNvPr>
          <p:cNvSpPr>
            <a:spLocks noGrp="1"/>
          </p:cNvSpPr>
          <p:nvPr>
            <p:ph type="body" sz="quarter" idx="88"/>
          </p:nvPr>
        </p:nvSpPr>
        <p:spPr>
          <a:xfrm>
            <a:off x="9046876" y="1577031"/>
            <a:ext cx="2592380" cy="164592"/>
          </a:xfrm>
        </p:spPr>
        <p:txBody>
          <a:bodyPr/>
          <a:lstStyle/>
          <a:p>
            <a:r>
              <a:rPr lang="en-GB" noProof="0" dirty="0"/>
              <a:t>Click to edit one line heading</a:t>
            </a:r>
          </a:p>
        </p:txBody>
      </p:sp>
      <p:sp>
        <p:nvSpPr>
          <p:cNvPr id="8" name="Text Placeholder 7">
            <a:extLst>
              <a:ext uri="{FF2B5EF4-FFF2-40B4-BE49-F238E27FC236}">
                <a16:creationId xmlns:a16="http://schemas.microsoft.com/office/drawing/2014/main" id="{58C91139-B7BB-3D82-3E6B-D911EDF1A320}"/>
              </a:ext>
            </a:extLst>
          </p:cNvPr>
          <p:cNvSpPr>
            <a:spLocks noGrp="1"/>
          </p:cNvSpPr>
          <p:nvPr>
            <p:ph type="body" sz="quarter" idx="82"/>
          </p:nvPr>
        </p:nvSpPr>
        <p:spPr>
          <a:xfrm>
            <a:off x="9046168" y="1744760"/>
            <a:ext cx="2592800" cy="249299"/>
          </a:xfrm>
        </p:spPr>
        <p:txBody>
          <a:bodyPr/>
          <a:lstStyle/>
          <a:p>
            <a:r>
              <a:rPr lang="en-GB" noProof="0" dirty="0"/>
              <a:t>Click to edit Master text styles. Click to edit Master text styles. Click to edit Master text styles.</a:t>
            </a:r>
          </a:p>
        </p:txBody>
      </p:sp>
      <p:sp>
        <p:nvSpPr>
          <p:cNvPr id="9" name="Text Placeholder 8">
            <a:extLst>
              <a:ext uri="{FF2B5EF4-FFF2-40B4-BE49-F238E27FC236}">
                <a16:creationId xmlns:a16="http://schemas.microsoft.com/office/drawing/2014/main" id="{DB88CF16-B210-A391-F8DC-B6394B3D5C5B}"/>
              </a:ext>
            </a:extLst>
          </p:cNvPr>
          <p:cNvSpPr>
            <a:spLocks noGrp="1"/>
          </p:cNvSpPr>
          <p:nvPr>
            <p:ph type="body" sz="quarter" idx="89"/>
          </p:nvPr>
        </p:nvSpPr>
        <p:spPr>
          <a:xfrm>
            <a:off x="9046876" y="2445580"/>
            <a:ext cx="2592380" cy="164592"/>
          </a:xfrm>
        </p:spPr>
        <p:txBody>
          <a:bodyPr/>
          <a:lstStyle/>
          <a:p>
            <a:r>
              <a:rPr lang="en-GB" noProof="0" dirty="0"/>
              <a:t>Click to edit one line heading</a:t>
            </a:r>
          </a:p>
        </p:txBody>
      </p:sp>
      <p:sp>
        <p:nvSpPr>
          <p:cNvPr id="10" name="Text Placeholder 9">
            <a:extLst>
              <a:ext uri="{FF2B5EF4-FFF2-40B4-BE49-F238E27FC236}">
                <a16:creationId xmlns:a16="http://schemas.microsoft.com/office/drawing/2014/main" id="{C37232DC-1457-0727-F904-2D11F2C47E34}"/>
              </a:ext>
            </a:extLst>
          </p:cNvPr>
          <p:cNvSpPr>
            <a:spLocks noGrp="1"/>
          </p:cNvSpPr>
          <p:nvPr>
            <p:ph type="body" sz="quarter" idx="90"/>
          </p:nvPr>
        </p:nvSpPr>
        <p:spPr>
          <a:xfrm>
            <a:off x="9046168" y="2613309"/>
            <a:ext cx="2592800" cy="249299"/>
          </a:xfrm>
        </p:spPr>
        <p:txBody>
          <a:bodyPr/>
          <a:lstStyle/>
          <a:p>
            <a:r>
              <a:rPr lang="en-GB" noProof="0" dirty="0"/>
              <a:t>Click to edit Master text styles. Click to edit Master text styles. Click to edit Master text styles.</a:t>
            </a:r>
          </a:p>
        </p:txBody>
      </p:sp>
      <p:sp>
        <p:nvSpPr>
          <p:cNvPr id="11" name="Text Placeholder 10">
            <a:extLst>
              <a:ext uri="{FF2B5EF4-FFF2-40B4-BE49-F238E27FC236}">
                <a16:creationId xmlns:a16="http://schemas.microsoft.com/office/drawing/2014/main" id="{9E07225F-9B3A-D08B-D0D0-704D958C1433}"/>
              </a:ext>
            </a:extLst>
          </p:cNvPr>
          <p:cNvSpPr>
            <a:spLocks noGrp="1"/>
          </p:cNvSpPr>
          <p:nvPr>
            <p:ph type="body" sz="quarter" idx="91"/>
          </p:nvPr>
        </p:nvSpPr>
        <p:spPr>
          <a:xfrm>
            <a:off x="9046588" y="3324284"/>
            <a:ext cx="2592380" cy="164592"/>
          </a:xfrm>
        </p:spPr>
        <p:txBody>
          <a:bodyPr/>
          <a:lstStyle/>
          <a:p>
            <a:r>
              <a:rPr lang="en-GB" noProof="0" dirty="0"/>
              <a:t>Click to edit one line heading</a:t>
            </a:r>
          </a:p>
        </p:txBody>
      </p:sp>
      <p:sp>
        <p:nvSpPr>
          <p:cNvPr id="12" name="Text Placeholder 11">
            <a:extLst>
              <a:ext uri="{FF2B5EF4-FFF2-40B4-BE49-F238E27FC236}">
                <a16:creationId xmlns:a16="http://schemas.microsoft.com/office/drawing/2014/main" id="{87A48B26-1022-9331-9D05-329FD640C922}"/>
              </a:ext>
            </a:extLst>
          </p:cNvPr>
          <p:cNvSpPr>
            <a:spLocks noGrp="1"/>
          </p:cNvSpPr>
          <p:nvPr>
            <p:ph type="body" sz="quarter" idx="92"/>
          </p:nvPr>
        </p:nvSpPr>
        <p:spPr>
          <a:xfrm>
            <a:off x="9045880" y="3492013"/>
            <a:ext cx="2592800" cy="249299"/>
          </a:xfrm>
        </p:spPr>
        <p:txBody>
          <a:bodyPr/>
          <a:lstStyle/>
          <a:p>
            <a:r>
              <a:rPr lang="en-GB" noProof="0" dirty="0"/>
              <a:t>Click to edit Master text styles. Click to edit Master text styles. Click to edit Master text styles.</a:t>
            </a:r>
          </a:p>
        </p:txBody>
      </p:sp>
      <p:sp>
        <p:nvSpPr>
          <p:cNvPr id="13" name="Text Placeholder 12">
            <a:extLst>
              <a:ext uri="{FF2B5EF4-FFF2-40B4-BE49-F238E27FC236}">
                <a16:creationId xmlns:a16="http://schemas.microsoft.com/office/drawing/2014/main" id="{7E83EC58-AB51-E795-E8C1-14CFA708FEA2}"/>
              </a:ext>
            </a:extLst>
          </p:cNvPr>
          <p:cNvSpPr>
            <a:spLocks noGrp="1"/>
          </p:cNvSpPr>
          <p:nvPr>
            <p:ph type="body" sz="quarter" idx="93"/>
          </p:nvPr>
        </p:nvSpPr>
        <p:spPr>
          <a:xfrm>
            <a:off x="9046588" y="4171109"/>
            <a:ext cx="2592380" cy="164592"/>
          </a:xfrm>
        </p:spPr>
        <p:txBody>
          <a:bodyPr/>
          <a:lstStyle/>
          <a:p>
            <a:r>
              <a:rPr lang="en-GB" noProof="0" dirty="0"/>
              <a:t>Click to edit one line heading</a:t>
            </a:r>
          </a:p>
        </p:txBody>
      </p:sp>
      <p:sp>
        <p:nvSpPr>
          <p:cNvPr id="14" name="Text Placeholder 13">
            <a:extLst>
              <a:ext uri="{FF2B5EF4-FFF2-40B4-BE49-F238E27FC236}">
                <a16:creationId xmlns:a16="http://schemas.microsoft.com/office/drawing/2014/main" id="{AE77281D-E3DD-849E-A694-D6E615A07B67}"/>
              </a:ext>
            </a:extLst>
          </p:cNvPr>
          <p:cNvSpPr>
            <a:spLocks noGrp="1"/>
          </p:cNvSpPr>
          <p:nvPr>
            <p:ph type="body" sz="quarter" idx="94"/>
          </p:nvPr>
        </p:nvSpPr>
        <p:spPr>
          <a:xfrm>
            <a:off x="9045880" y="4338838"/>
            <a:ext cx="2592800" cy="249299"/>
          </a:xfrm>
        </p:spPr>
        <p:txBody>
          <a:bodyPr/>
          <a:lstStyle/>
          <a:p>
            <a:r>
              <a:rPr lang="en-GB" noProof="0" dirty="0"/>
              <a:t>Click to edit Master text styles. Click to edit Master text styles. Click to edit Master text styles.</a:t>
            </a:r>
          </a:p>
        </p:txBody>
      </p:sp>
      <p:sp>
        <p:nvSpPr>
          <p:cNvPr id="15" name="Text Placeholder 14">
            <a:extLst>
              <a:ext uri="{FF2B5EF4-FFF2-40B4-BE49-F238E27FC236}">
                <a16:creationId xmlns:a16="http://schemas.microsoft.com/office/drawing/2014/main" id="{CB00A997-86E9-5229-94A4-B0E97F49C3AE}"/>
              </a:ext>
            </a:extLst>
          </p:cNvPr>
          <p:cNvSpPr>
            <a:spLocks noGrp="1"/>
          </p:cNvSpPr>
          <p:nvPr>
            <p:ph type="body" sz="quarter" idx="95"/>
          </p:nvPr>
        </p:nvSpPr>
        <p:spPr>
          <a:xfrm>
            <a:off x="9046588" y="5045892"/>
            <a:ext cx="2592380" cy="164592"/>
          </a:xfrm>
        </p:spPr>
        <p:txBody>
          <a:bodyPr/>
          <a:lstStyle/>
          <a:p>
            <a:r>
              <a:rPr lang="en-GB" noProof="0" dirty="0"/>
              <a:t>Click to edit one line heading</a:t>
            </a:r>
          </a:p>
        </p:txBody>
      </p:sp>
      <p:sp>
        <p:nvSpPr>
          <p:cNvPr id="16" name="Text Placeholder 15">
            <a:extLst>
              <a:ext uri="{FF2B5EF4-FFF2-40B4-BE49-F238E27FC236}">
                <a16:creationId xmlns:a16="http://schemas.microsoft.com/office/drawing/2014/main" id="{8E085CA1-DA69-DF4F-6226-61A35EA419AD}"/>
              </a:ext>
            </a:extLst>
          </p:cNvPr>
          <p:cNvSpPr>
            <a:spLocks noGrp="1"/>
          </p:cNvSpPr>
          <p:nvPr>
            <p:ph type="body" sz="quarter" idx="96"/>
          </p:nvPr>
        </p:nvSpPr>
        <p:spPr>
          <a:xfrm>
            <a:off x="9045880" y="5213621"/>
            <a:ext cx="2592800" cy="249299"/>
          </a:xfrm>
        </p:spPr>
        <p:txBody>
          <a:bodyPr/>
          <a:lstStyle/>
          <a:p>
            <a:r>
              <a:rPr lang="en-GB" noProof="0" dirty="0"/>
              <a:t>Click to edit Master text styles. Click to edit Master text styles. Click to edit Master text styles.</a:t>
            </a:r>
          </a:p>
        </p:txBody>
      </p:sp>
    </p:spTree>
    <p:extLst>
      <p:ext uri="{BB962C8B-B14F-4D97-AF65-F5344CB8AC3E}">
        <p14:creationId xmlns:p14="http://schemas.microsoft.com/office/powerpoint/2010/main" val="222220440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p11.s06">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1370EFE-B9AF-D619-8B91-CD0C461523C9}"/>
              </a:ext>
            </a:extLst>
          </p:cNvPr>
          <p:cNvSpPr>
            <a:spLocks noGrp="1"/>
          </p:cNvSpPr>
          <p:nvPr>
            <p:ph type="body" sz="quarter" idx="40"/>
          </p:nvPr>
        </p:nvSpPr>
        <p:spPr>
          <a:xfrm>
            <a:off x="588171" y="3314429"/>
            <a:ext cx="3317083" cy="801053"/>
          </a:xfrm>
        </p:spPr>
        <p:txBody>
          <a:bodyPr/>
          <a:lstStyle/>
          <a:p>
            <a:pPr marL="0" indent="0">
              <a:buNone/>
            </a:pPr>
            <a:r>
              <a:rPr lang="en-US" sz="1000" dirty="0">
                <a:solidFill>
                  <a:schemeClr val="accent5">
                    <a:lumMod val="50000"/>
                  </a:schemeClr>
                </a:solidFill>
              </a:rPr>
              <a:t>We help Band Owners and Retailers to influence the </a:t>
            </a:r>
            <a:r>
              <a:rPr lang="en-ZA" sz="1050" b="1" dirty="0">
                <a:solidFill>
                  <a:schemeClr val="accent5">
                    <a:lumMod val="50000"/>
                  </a:schemeClr>
                </a:solidFill>
                <a:latin typeface="+mj-lt"/>
              </a:rPr>
              <a:t>WHAT</a:t>
            </a:r>
            <a:r>
              <a:rPr lang="en-ZA" sz="1050" dirty="0">
                <a:solidFill>
                  <a:schemeClr val="accent5">
                    <a:lumMod val="50000"/>
                  </a:schemeClr>
                </a:solidFill>
                <a:latin typeface="+mj-lt"/>
              </a:rPr>
              <a:t>, </a:t>
            </a:r>
            <a:r>
              <a:rPr lang="en-ZA" sz="1050" b="1" dirty="0">
                <a:solidFill>
                  <a:schemeClr val="accent5">
                    <a:lumMod val="50000"/>
                  </a:schemeClr>
                </a:solidFill>
                <a:latin typeface="+mj-lt"/>
              </a:rPr>
              <a:t>WHEN</a:t>
            </a:r>
            <a:r>
              <a:rPr lang="en-ZA" sz="1050" dirty="0">
                <a:solidFill>
                  <a:schemeClr val="accent5">
                    <a:lumMod val="50000"/>
                  </a:schemeClr>
                </a:solidFill>
                <a:latin typeface="+mj-lt"/>
              </a:rPr>
              <a:t>, </a:t>
            </a:r>
            <a:r>
              <a:rPr lang="en-ZA" sz="1050" b="1" dirty="0">
                <a:solidFill>
                  <a:schemeClr val="accent5">
                    <a:lumMod val="50000"/>
                  </a:schemeClr>
                </a:solidFill>
                <a:latin typeface="+mj-lt"/>
              </a:rPr>
              <a:t>HOW</a:t>
            </a:r>
            <a:r>
              <a:rPr lang="en-ZA" sz="1050" dirty="0">
                <a:solidFill>
                  <a:schemeClr val="accent5">
                    <a:lumMod val="50000"/>
                  </a:schemeClr>
                </a:solidFill>
                <a:latin typeface="+mj-lt"/>
              </a:rPr>
              <a:t>, and </a:t>
            </a:r>
            <a:r>
              <a:rPr lang="en-ZA" sz="1050" b="1" dirty="0">
                <a:solidFill>
                  <a:schemeClr val="accent5">
                    <a:lumMod val="50000"/>
                  </a:schemeClr>
                </a:solidFill>
                <a:latin typeface="+mj-lt"/>
              </a:rPr>
              <a:t>WHERE</a:t>
            </a:r>
            <a:r>
              <a:rPr lang="en-ZA" sz="1050" dirty="0">
                <a:solidFill>
                  <a:schemeClr val="accent5">
                    <a:lumMod val="50000"/>
                  </a:schemeClr>
                </a:solidFill>
                <a:latin typeface="+mj-lt"/>
              </a:rPr>
              <a:t> of their shoppers’ browsing and buying behaviours – throughout the path-to-purchase.</a:t>
            </a:r>
          </a:p>
        </p:txBody>
      </p:sp>
      <p:sp>
        <p:nvSpPr>
          <p:cNvPr id="2" name="Text Placeholder 1">
            <a:extLst>
              <a:ext uri="{FF2B5EF4-FFF2-40B4-BE49-F238E27FC236}">
                <a16:creationId xmlns:a16="http://schemas.microsoft.com/office/drawing/2014/main" id="{F986038D-CC6A-033E-EEC6-D8765DC5B0F4}"/>
              </a:ext>
            </a:extLst>
          </p:cNvPr>
          <p:cNvSpPr>
            <a:spLocks noGrp="1"/>
          </p:cNvSpPr>
          <p:nvPr>
            <p:ph type="body" sz="quarter" idx="81"/>
          </p:nvPr>
        </p:nvSpPr>
        <p:spPr/>
        <p:txBody>
          <a:bodyPr/>
          <a:lstStyle/>
          <a:p>
            <a:r>
              <a:rPr lang="en-US" dirty="0"/>
              <a:t>RETAILER</a:t>
            </a:r>
            <a:endParaRPr lang="en-GB" dirty="0"/>
          </a:p>
        </p:txBody>
      </p:sp>
      <p:sp>
        <p:nvSpPr>
          <p:cNvPr id="3" name="Text Placeholder 2">
            <a:extLst>
              <a:ext uri="{FF2B5EF4-FFF2-40B4-BE49-F238E27FC236}">
                <a16:creationId xmlns:a16="http://schemas.microsoft.com/office/drawing/2014/main" id="{3EEDE0BE-1E26-BCAF-88A1-3DB22DD261F1}"/>
              </a:ext>
            </a:extLst>
          </p:cNvPr>
          <p:cNvSpPr>
            <a:spLocks noGrp="1"/>
          </p:cNvSpPr>
          <p:nvPr>
            <p:ph type="body" sz="quarter" idx="82"/>
          </p:nvPr>
        </p:nvSpPr>
        <p:spPr/>
        <p:txBody>
          <a:bodyPr/>
          <a:lstStyle/>
          <a:p>
            <a:r>
              <a:rPr lang="en-US" dirty="0"/>
              <a:t>SHOPPER</a:t>
            </a:r>
            <a:endParaRPr lang="en-GB" dirty="0"/>
          </a:p>
        </p:txBody>
      </p:sp>
      <p:sp>
        <p:nvSpPr>
          <p:cNvPr id="4" name="Text Placeholder 3">
            <a:extLst>
              <a:ext uri="{FF2B5EF4-FFF2-40B4-BE49-F238E27FC236}">
                <a16:creationId xmlns:a16="http://schemas.microsoft.com/office/drawing/2014/main" id="{9251BDC6-01B5-B52E-62CF-C620B27B43AA}"/>
              </a:ext>
            </a:extLst>
          </p:cNvPr>
          <p:cNvSpPr>
            <a:spLocks noGrp="1"/>
          </p:cNvSpPr>
          <p:nvPr>
            <p:ph type="body" sz="quarter" idx="83"/>
          </p:nvPr>
        </p:nvSpPr>
        <p:spPr>
          <a:xfrm>
            <a:off x="8955992" y="4160621"/>
            <a:ext cx="1692068" cy="436017"/>
          </a:xfrm>
        </p:spPr>
        <p:txBody>
          <a:bodyPr/>
          <a:lstStyle/>
          <a:p>
            <a:r>
              <a:rPr lang="en-US" dirty="0"/>
              <a:t>BRAND OWNER</a:t>
            </a:r>
            <a:endParaRPr lang="en-GB" dirty="0"/>
          </a:p>
        </p:txBody>
      </p:sp>
      <p:sp>
        <p:nvSpPr>
          <p:cNvPr id="5" name="Title 4">
            <a:extLst>
              <a:ext uri="{FF2B5EF4-FFF2-40B4-BE49-F238E27FC236}">
                <a16:creationId xmlns:a16="http://schemas.microsoft.com/office/drawing/2014/main" id="{B70A222D-1A0B-28A2-EFC1-F365197C370A}"/>
              </a:ext>
            </a:extLst>
          </p:cNvPr>
          <p:cNvSpPr>
            <a:spLocks noGrp="1"/>
          </p:cNvSpPr>
          <p:nvPr>
            <p:ph type="ctrTitle"/>
          </p:nvPr>
        </p:nvSpPr>
        <p:spPr>
          <a:xfrm>
            <a:off x="588171" y="1168947"/>
            <a:ext cx="3317083" cy="664797"/>
          </a:xfrm>
        </p:spPr>
        <p:txBody>
          <a:bodyPr/>
          <a:lstStyle/>
          <a:p>
            <a:r>
              <a:rPr lang="en-ZA" dirty="0"/>
              <a:t>WE ARE THE </a:t>
            </a:r>
            <a:br>
              <a:rPr lang="en-ZA" dirty="0"/>
            </a:br>
            <a:r>
              <a:rPr lang="en-ZA" dirty="0"/>
              <a:t>PIVOT POINT</a:t>
            </a:r>
            <a:endParaRPr lang="en-GB" dirty="0"/>
          </a:p>
        </p:txBody>
      </p:sp>
      <p:sp>
        <p:nvSpPr>
          <p:cNvPr id="6" name="Text Placeholder 5">
            <a:extLst>
              <a:ext uri="{FF2B5EF4-FFF2-40B4-BE49-F238E27FC236}">
                <a16:creationId xmlns:a16="http://schemas.microsoft.com/office/drawing/2014/main" id="{7141E00E-5157-0728-434F-94A6135C3245}"/>
              </a:ext>
            </a:extLst>
          </p:cNvPr>
          <p:cNvSpPr>
            <a:spLocks noGrp="1"/>
          </p:cNvSpPr>
          <p:nvPr>
            <p:ph type="body" sz="quarter" idx="39"/>
          </p:nvPr>
        </p:nvSpPr>
        <p:spPr>
          <a:xfrm>
            <a:off x="588171" y="2584951"/>
            <a:ext cx="3317083" cy="390684"/>
          </a:xfrm>
        </p:spPr>
        <p:txBody>
          <a:bodyPr/>
          <a:lstStyle/>
          <a:p>
            <a:r>
              <a:rPr lang="en-US" b="1" dirty="0">
                <a:solidFill>
                  <a:schemeClr val="accent3"/>
                </a:solidFill>
              </a:rPr>
              <a:t>We believe in the importance of creating and executing insights-led retail solutions.</a:t>
            </a:r>
            <a:endParaRPr lang="en-GB" b="1" dirty="0">
              <a:solidFill>
                <a:schemeClr val="accent3"/>
              </a:solidFill>
            </a:endParaRPr>
          </a:p>
        </p:txBody>
      </p:sp>
      <p:sp>
        <p:nvSpPr>
          <p:cNvPr id="9" name="Text Placeholder 8">
            <a:extLst>
              <a:ext uri="{FF2B5EF4-FFF2-40B4-BE49-F238E27FC236}">
                <a16:creationId xmlns:a16="http://schemas.microsoft.com/office/drawing/2014/main" id="{1C62174E-0B08-D823-463B-18D51315670E}"/>
              </a:ext>
            </a:extLst>
          </p:cNvPr>
          <p:cNvSpPr>
            <a:spLocks noGrp="1"/>
          </p:cNvSpPr>
          <p:nvPr>
            <p:ph type="body" sz="quarter" idx="67"/>
          </p:nvPr>
        </p:nvSpPr>
        <p:spPr>
          <a:xfrm>
            <a:off x="10463884" y="2163733"/>
            <a:ext cx="1167120" cy="307777"/>
          </a:xfrm>
        </p:spPr>
        <p:txBody>
          <a:bodyPr/>
          <a:lstStyle/>
          <a:p>
            <a:r>
              <a:rPr lang="en-US" dirty="0"/>
              <a:t>OPERATIONAL EXECUTION</a:t>
            </a:r>
            <a:endParaRPr lang="en-GB" dirty="0"/>
          </a:p>
        </p:txBody>
      </p:sp>
      <p:sp>
        <p:nvSpPr>
          <p:cNvPr id="10" name="Text Placeholder 9">
            <a:extLst>
              <a:ext uri="{FF2B5EF4-FFF2-40B4-BE49-F238E27FC236}">
                <a16:creationId xmlns:a16="http://schemas.microsoft.com/office/drawing/2014/main" id="{0E1FAFE9-AC70-1893-55F2-E625A9484773}"/>
              </a:ext>
            </a:extLst>
          </p:cNvPr>
          <p:cNvSpPr>
            <a:spLocks noGrp="1"/>
          </p:cNvSpPr>
          <p:nvPr>
            <p:ph type="body" sz="quarter" idx="84"/>
          </p:nvPr>
        </p:nvSpPr>
        <p:spPr>
          <a:xfrm>
            <a:off x="5026019" y="2163733"/>
            <a:ext cx="1167120" cy="307777"/>
          </a:xfrm>
        </p:spPr>
        <p:txBody>
          <a:bodyPr/>
          <a:lstStyle/>
          <a:p>
            <a:r>
              <a:rPr lang="en-US" dirty="0"/>
              <a:t>SHOPPER ENGAGEMENT</a:t>
            </a:r>
            <a:endParaRPr lang="en-GB" dirty="0"/>
          </a:p>
        </p:txBody>
      </p:sp>
      <p:sp>
        <p:nvSpPr>
          <p:cNvPr id="11" name="Text Placeholder 10">
            <a:extLst>
              <a:ext uri="{FF2B5EF4-FFF2-40B4-BE49-F238E27FC236}">
                <a16:creationId xmlns:a16="http://schemas.microsoft.com/office/drawing/2014/main" id="{2D32B13D-91C3-FC7E-50CE-2ECB6DAE2D0B}"/>
              </a:ext>
            </a:extLst>
          </p:cNvPr>
          <p:cNvSpPr>
            <a:spLocks noGrp="1"/>
          </p:cNvSpPr>
          <p:nvPr>
            <p:ph type="body" sz="quarter" idx="85"/>
          </p:nvPr>
        </p:nvSpPr>
        <p:spPr>
          <a:xfrm>
            <a:off x="7055099" y="6016462"/>
            <a:ext cx="2545852" cy="153888"/>
          </a:xfrm>
        </p:spPr>
        <p:txBody>
          <a:bodyPr/>
          <a:lstStyle/>
          <a:p>
            <a:r>
              <a:rPr lang="en-US" dirty="0"/>
              <a:t>BRAND BUILDING</a:t>
            </a:r>
            <a:endParaRPr lang="en-GB" dirty="0"/>
          </a:p>
        </p:txBody>
      </p:sp>
      <p:sp>
        <p:nvSpPr>
          <p:cNvPr id="13" name="Rectangle 12">
            <a:extLst>
              <a:ext uri="{FF2B5EF4-FFF2-40B4-BE49-F238E27FC236}">
                <a16:creationId xmlns:a16="http://schemas.microsoft.com/office/drawing/2014/main" id="{C3B27A33-1D97-5E77-EB25-1627FC339071}"/>
              </a:ext>
            </a:extLst>
          </p:cNvPr>
          <p:cNvSpPr/>
          <p:nvPr/>
        </p:nvSpPr>
        <p:spPr>
          <a:xfrm>
            <a:off x="588171" y="4529271"/>
            <a:ext cx="3317083" cy="726615"/>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6">
            <a:extLst>
              <a:ext uri="{FF2B5EF4-FFF2-40B4-BE49-F238E27FC236}">
                <a16:creationId xmlns:a16="http://schemas.microsoft.com/office/drawing/2014/main" id="{D5433A1B-605A-ECDC-50DC-ECAB152E4971}"/>
              </a:ext>
            </a:extLst>
          </p:cNvPr>
          <p:cNvSpPr>
            <a:spLocks noGrp="1"/>
          </p:cNvSpPr>
          <p:nvPr>
            <p:ph type="body" sz="quarter" idx="38"/>
          </p:nvPr>
        </p:nvSpPr>
        <p:spPr>
          <a:xfrm>
            <a:off x="972644" y="4725865"/>
            <a:ext cx="2548135" cy="333425"/>
          </a:xfrm>
        </p:spPr>
        <p:txBody>
          <a:bodyPr wrap="square">
            <a:spAutoFit/>
          </a:bodyPr>
          <a:lstStyle/>
          <a:p>
            <a:pPr marL="0" indent="0" algn="ctr">
              <a:buNone/>
            </a:pPr>
            <a:r>
              <a:rPr lang="en-ZA" b="1" dirty="0">
                <a:latin typeface="+mj-lt"/>
              </a:rPr>
              <a:t>We help our clients achieve faster and scalable business growth.</a:t>
            </a:r>
            <a:endParaRPr lang="en-ZA" dirty="0">
              <a:latin typeface="+mj-lt"/>
            </a:endParaRPr>
          </a:p>
        </p:txBody>
      </p:sp>
    </p:spTree>
    <p:extLst>
      <p:ext uri="{BB962C8B-B14F-4D97-AF65-F5344CB8AC3E}">
        <p14:creationId xmlns:p14="http://schemas.microsoft.com/office/powerpoint/2010/main" val="148680203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p11.s07">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889F7A0D-4562-3B51-9874-C23BB4F53560}"/>
              </a:ext>
            </a:extLst>
          </p:cNvPr>
          <p:cNvSpPr txBox="1">
            <a:spLocks noGrp="1" noRot="1" noMove="1" noResize="1" noEditPoints="1" noAdjustHandles="1" noChangeArrowheads="1" noChangeShapeType="1"/>
          </p:cNvSpPr>
          <p:nvPr userDrawn="1"/>
        </p:nvSpPr>
        <p:spPr>
          <a:xfrm>
            <a:off x="7602592" y="3406412"/>
            <a:ext cx="1450866" cy="413511"/>
          </a:xfrm>
          <a:prstGeom prst="rect">
            <a:avLst/>
          </a:prstGeom>
        </p:spPr>
        <p:txBody>
          <a:bodyPr wrap="square" lIns="0" tIns="0" rIns="0" bIns="0" anchor="ctr" anchorCtr="0">
            <a:spAutoFit/>
          </a:bodyPr>
          <a:lstStyle>
            <a:lvl1pPr marL="0" indent="0" algn="ctr" defTabSz="914400" rtl="0" eaLnBrk="1" latinLnBrk="0" hangingPunct="1">
              <a:lnSpc>
                <a:spcPts val="1100"/>
              </a:lnSpc>
              <a:spcBef>
                <a:spcPts val="400"/>
              </a:spcBef>
              <a:buFont typeface="Arial" panose="020B0604020202020204" pitchFamily="34" charset="0"/>
              <a:buNone/>
              <a:defRPr sz="850" b="1" kern="1200">
                <a:solidFill>
                  <a:schemeClr val="accent5"/>
                </a:solidFill>
                <a:latin typeface="+mj-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PEOPLE ENABLED BY TECHNOLOGY,</a:t>
            </a:r>
            <a:br>
              <a:rPr lang="en-US" dirty="0"/>
            </a:br>
            <a:r>
              <a:rPr lang="en-US" dirty="0"/>
              <a:t>DIRECTED BY INSIGHTS</a:t>
            </a:r>
            <a:endParaRPr lang="en-ZA" dirty="0"/>
          </a:p>
        </p:txBody>
      </p:sp>
      <p:sp>
        <p:nvSpPr>
          <p:cNvPr id="12" name="Rectangle 11">
            <a:extLst>
              <a:ext uri="{FF2B5EF4-FFF2-40B4-BE49-F238E27FC236}">
                <a16:creationId xmlns:a16="http://schemas.microsoft.com/office/drawing/2014/main" id="{4377258D-CDA8-1543-6897-771716D38C87}"/>
              </a:ext>
            </a:extLst>
          </p:cNvPr>
          <p:cNvSpPr/>
          <p:nvPr/>
        </p:nvSpPr>
        <p:spPr>
          <a:xfrm>
            <a:off x="588171" y="5435126"/>
            <a:ext cx="3317083" cy="726615"/>
          </a:xfrm>
          <a:prstGeom prst="rect">
            <a:avLst/>
          </a:prstGeom>
          <a:solidFill>
            <a:schemeClr val="bg1"/>
          </a:solid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F785EAF4-9545-E471-09AF-8811BE728B12}"/>
              </a:ext>
            </a:extLst>
          </p:cNvPr>
          <p:cNvSpPr>
            <a:spLocks noGrp="1"/>
          </p:cNvSpPr>
          <p:nvPr>
            <p:ph type="body" sz="quarter" idx="81"/>
          </p:nvPr>
        </p:nvSpPr>
        <p:spPr/>
        <p:txBody>
          <a:bodyPr/>
          <a:lstStyle/>
          <a:p>
            <a:r>
              <a:rPr lang="en-US" dirty="0"/>
              <a:t>TECHNOLOGY</a:t>
            </a:r>
            <a:endParaRPr lang="en-GB" dirty="0"/>
          </a:p>
        </p:txBody>
      </p:sp>
      <p:sp>
        <p:nvSpPr>
          <p:cNvPr id="3" name="Text Placeholder 2">
            <a:extLst>
              <a:ext uri="{FF2B5EF4-FFF2-40B4-BE49-F238E27FC236}">
                <a16:creationId xmlns:a16="http://schemas.microsoft.com/office/drawing/2014/main" id="{0A3BFE67-3B2A-439B-3ABC-5FFD47C498D1}"/>
              </a:ext>
            </a:extLst>
          </p:cNvPr>
          <p:cNvSpPr>
            <a:spLocks noGrp="1"/>
          </p:cNvSpPr>
          <p:nvPr>
            <p:ph type="body" sz="quarter" idx="82"/>
          </p:nvPr>
        </p:nvSpPr>
        <p:spPr/>
        <p:txBody>
          <a:bodyPr/>
          <a:lstStyle/>
          <a:p>
            <a:r>
              <a:rPr lang="en-US" dirty="0"/>
              <a:t>PEOPLE</a:t>
            </a:r>
            <a:endParaRPr lang="en-GB" dirty="0"/>
          </a:p>
        </p:txBody>
      </p:sp>
      <p:sp>
        <p:nvSpPr>
          <p:cNvPr id="4" name="Text Placeholder 3">
            <a:extLst>
              <a:ext uri="{FF2B5EF4-FFF2-40B4-BE49-F238E27FC236}">
                <a16:creationId xmlns:a16="http://schemas.microsoft.com/office/drawing/2014/main" id="{B93AA577-972A-A6B6-150B-92D0775232C2}"/>
              </a:ext>
            </a:extLst>
          </p:cNvPr>
          <p:cNvSpPr>
            <a:spLocks noGrp="1"/>
          </p:cNvSpPr>
          <p:nvPr>
            <p:ph type="body" sz="quarter" idx="83"/>
          </p:nvPr>
        </p:nvSpPr>
        <p:spPr/>
        <p:txBody>
          <a:bodyPr/>
          <a:lstStyle/>
          <a:p>
            <a:r>
              <a:rPr lang="en-US" dirty="0"/>
              <a:t>DATA</a:t>
            </a:r>
            <a:endParaRPr lang="en-GB" dirty="0"/>
          </a:p>
        </p:txBody>
      </p:sp>
      <p:sp>
        <p:nvSpPr>
          <p:cNvPr id="5" name="Title 4">
            <a:extLst>
              <a:ext uri="{FF2B5EF4-FFF2-40B4-BE49-F238E27FC236}">
                <a16:creationId xmlns:a16="http://schemas.microsoft.com/office/drawing/2014/main" id="{67CA931E-FFF0-1BFC-5E5E-E51E8EF2AEA2}"/>
              </a:ext>
            </a:extLst>
          </p:cNvPr>
          <p:cNvSpPr>
            <a:spLocks noGrp="1"/>
          </p:cNvSpPr>
          <p:nvPr>
            <p:ph type="ctrTitle"/>
          </p:nvPr>
        </p:nvSpPr>
        <p:spPr>
          <a:xfrm>
            <a:off x="588171" y="1168947"/>
            <a:ext cx="3317083" cy="664797"/>
          </a:xfrm>
        </p:spPr>
        <p:txBody>
          <a:bodyPr/>
          <a:lstStyle/>
          <a:p>
            <a:r>
              <a:rPr lang="en-ZA" dirty="0"/>
              <a:t>WE ARE THE </a:t>
            </a:r>
            <a:br>
              <a:rPr lang="en-ZA" dirty="0"/>
            </a:br>
            <a:r>
              <a:rPr lang="en-ZA" dirty="0"/>
              <a:t>PIVOT POINT</a:t>
            </a:r>
            <a:endParaRPr lang="en-GB" dirty="0"/>
          </a:p>
        </p:txBody>
      </p:sp>
      <p:sp>
        <p:nvSpPr>
          <p:cNvPr id="6" name="Text Placeholder 5">
            <a:extLst>
              <a:ext uri="{FF2B5EF4-FFF2-40B4-BE49-F238E27FC236}">
                <a16:creationId xmlns:a16="http://schemas.microsoft.com/office/drawing/2014/main" id="{1CA48C3B-C6E4-B400-4E21-F7CDC146745F}"/>
              </a:ext>
            </a:extLst>
          </p:cNvPr>
          <p:cNvSpPr>
            <a:spLocks noGrp="1"/>
          </p:cNvSpPr>
          <p:nvPr>
            <p:ph type="body" sz="quarter" idx="39"/>
          </p:nvPr>
        </p:nvSpPr>
        <p:spPr>
          <a:xfrm>
            <a:off x="588171" y="2584951"/>
            <a:ext cx="3317083" cy="390684"/>
          </a:xfrm>
        </p:spPr>
        <p:txBody>
          <a:bodyPr/>
          <a:lstStyle/>
          <a:p>
            <a:r>
              <a:rPr lang="en-US" b="1" dirty="0"/>
              <a:t>WHERE PEOPLE, TECHNOLOGY,</a:t>
            </a:r>
            <a:br>
              <a:rPr lang="en-US" b="1" dirty="0"/>
            </a:br>
            <a:r>
              <a:rPr lang="en-US" b="1" dirty="0"/>
              <a:t>AND DATA INTERSECT</a:t>
            </a:r>
            <a:endParaRPr lang="en-GB" b="1" dirty="0"/>
          </a:p>
        </p:txBody>
      </p:sp>
      <p:sp>
        <p:nvSpPr>
          <p:cNvPr id="7" name="Text Placeholder 6">
            <a:extLst>
              <a:ext uri="{FF2B5EF4-FFF2-40B4-BE49-F238E27FC236}">
                <a16:creationId xmlns:a16="http://schemas.microsoft.com/office/drawing/2014/main" id="{C30E72A1-0BB1-2836-C6AD-AE4AA3F94E77}"/>
              </a:ext>
            </a:extLst>
          </p:cNvPr>
          <p:cNvSpPr>
            <a:spLocks noGrp="1"/>
          </p:cNvSpPr>
          <p:nvPr>
            <p:ph type="body" sz="quarter" idx="38"/>
          </p:nvPr>
        </p:nvSpPr>
        <p:spPr>
          <a:xfrm>
            <a:off x="588171" y="3658950"/>
            <a:ext cx="3317085" cy="1451435"/>
          </a:xfrm>
        </p:spPr>
        <p:txBody>
          <a:bodyPr/>
          <a:lstStyle/>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r>
              <a:rPr lang="en-ZA" sz="1100" dirty="0">
                <a:solidFill>
                  <a:schemeClr val="accent5">
                    <a:lumMod val="50000"/>
                  </a:schemeClr>
                </a:solidFill>
              </a:rPr>
              <a:t>In-house field force execution system</a:t>
            </a:r>
          </a:p>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r>
              <a:rPr lang="en-ZA" sz="1100" dirty="0">
                <a:solidFill>
                  <a:schemeClr val="accent5">
                    <a:lumMod val="50000"/>
                  </a:schemeClr>
                </a:solidFill>
                <a:sym typeface="Symbol" panose="05050102010706020507" pitchFamily="18" charset="2"/>
              </a:rPr>
              <a:t>Workforce optimisation</a:t>
            </a:r>
          </a:p>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r>
              <a:rPr lang="en-ZA" sz="1100" dirty="0">
                <a:solidFill>
                  <a:schemeClr val="accent5">
                    <a:lumMod val="50000"/>
                  </a:schemeClr>
                </a:solidFill>
                <a:sym typeface="Symbol" panose="05050102010706020507" pitchFamily="18" charset="2"/>
              </a:rPr>
              <a:t>Internet of things retail solutions </a:t>
            </a:r>
          </a:p>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r>
              <a:rPr lang="en-ZA" sz="1100" dirty="0">
                <a:solidFill>
                  <a:schemeClr val="accent5">
                    <a:lumMod val="50000"/>
                  </a:schemeClr>
                </a:solidFill>
                <a:sym typeface="Symbol" panose="05050102010706020507" pitchFamily="18" charset="2"/>
              </a:rPr>
              <a:t>Master data management</a:t>
            </a:r>
            <a:endParaRPr lang="en-ZA" sz="1100" dirty="0">
              <a:solidFill>
                <a:schemeClr val="accent5">
                  <a:lumMod val="50000"/>
                </a:schemeClr>
              </a:solidFill>
            </a:endParaRPr>
          </a:p>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r>
              <a:rPr lang="en-ZA" sz="1100" dirty="0">
                <a:solidFill>
                  <a:schemeClr val="accent5">
                    <a:lumMod val="50000"/>
                  </a:schemeClr>
                </a:solidFill>
                <a:sym typeface="Symbol" panose="05050102010706020507" pitchFamily="18" charset="2"/>
              </a:rPr>
              <a:t>Operational analysis</a:t>
            </a:r>
          </a:p>
          <a:p>
            <a:pPr marL="180975" marR="0" lvl="0" indent="-180975" fontAlgn="auto">
              <a:lnSpc>
                <a:spcPts val="1600"/>
              </a:lnSpc>
              <a:spcBef>
                <a:spcPts val="600"/>
              </a:spcBef>
              <a:spcAft>
                <a:spcPts val="0"/>
              </a:spcAft>
              <a:buClrTx/>
              <a:buSzPct val="80000"/>
              <a:buFont typeface="Calibri" panose="020F0502020204030204" pitchFamily="34" charset="0"/>
              <a:buChar char="+"/>
              <a:tabLst/>
              <a:defRPr/>
            </a:pPr>
            <a:endParaRPr lang="en-ZA" dirty="0">
              <a:solidFill>
                <a:schemeClr val="accent5">
                  <a:lumMod val="50000"/>
                </a:schemeClr>
              </a:solidFill>
              <a:sym typeface="Symbol" panose="05050102010706020507" pitchFamily="18" charset="2"/>
            </a:endParaRPr>
          </a:p>
          <a:p>
            <a:pPr marL="0" marR="0" lvl="0" indent="0" fontAlgn="auto">
              <a:lnSpc>
                <a:spcPts val="1600"/>
              </a:lnSpc>
              <a:spcBef>
                <a:spcPts val="600"/>
              </a:spcBef>
              <a:spcAft>
                <a:spcPts val="0"/>
              </a:spcAft>
              <a:buClrTx/>
              <a:buSzPct val="80000"/>
              <a:buNone/>
              <a:tabLst/>
              <a:defRPr/>
            </a:pPr>
            <a:endParaRPr lang="en-ZA" dirty="0">
              <a:solidFill>
                <a:schemeClr val="accent5">
                  <a:lumMod val="50000"/>
                </a:schemeClr>
              </a:solidFill>
              <a:sym typeface="Symbol" panose="05050102010706020507" pitchFamily="18" charset="2"/>
            </a:endParaRPr>
          </a:p>
          <a:p>
            <a:pPr marL="358775" indent="0">
              <a:lnSpc>
                <a:spcPts val="1600"/>
              </a:lnSpc>
              <a:buSzPct val="80000"/>
              <a:buNone/>
              <a:defRPr/>
            </a:pPr>
            <a:r>
              <a:rPr kumimoji="0" lang="en-ZA" sz="1400" b="1" i="0" u="none" strike="noStrike" kern="0" cap="none" spc="0" normalizeH="0" baseline="0" noProof="0" dirty="0">
                <a:ln>
                  <a:noFill/>
                </a:ln>
                <a:solidFill>
                  <a:schemeClr val="accent2"/>
                </a:solidFill>
                <a:effectLst/>
                <a:uLnTx/>
                <a:uFillTx/>
                <a:ea typeface="+mn-ea"/>
                <a:cs typeface="Calibri Light" panose="020F0302020204030204" pitchFamily="34" charset="0"/>
              </a:rPr>
              <a:t>54% HIGHER </a:t>
            </a:r>
            <a:r>
              <a:rPr kumimoji="0" lang="en-ZA" sz="1100" b="0" i="0" u="none" strike="noStrike" kern="0" cap="none" spc="0" normalizeH="0" baseline="0" noProof="0" dirty="0">
                <a:ln>
                  <a:noFill/>
                </a:ln>
                <a:solidFill>
                  <a:srgbClr val="37465B"/>
                </a:solidFill>
                <a:effectLst/>
                <a:uLnTx/>
                <a:uFillTx/>
                <a:ea typeface="+mn-ea"/>
                <a:cs typeface="Calibri Light" panose="020F0302020204030204" pitchFamily="34" charset="0"/>
              </a:rPr>
              <a:t>productivity levels delivered</a:t>
            </a:r>
            <a:br>
              <a:rPr kumimoji="0" lang="en-ZA" sz="1100" b="0" i="0" u="none" strike="noStrike" kern="0" cap="none" spc="0" normalizeH="0" baseline="0" noProof="0" dirty="0">
                <a:ln>
                  <a:noFill/>
                </a:ln>
                <a:solidFill>
                  <a:srgbClr val="37465B"/>
                </a:solidFill>
                <a:effectLst/>
                <a:uLnTx/>
                <a:uFillTx/>
                <a:ea typeface="+mn-ea"/>
                <a:cs typeface="Calibri Light" panose="020F0302020204030204" pitchFamily="34" charset="0"/>
              </a:rPr>
            </a:br>
            <a:r>
              <a:rPr kumimoji="0" lang="en-ZA" sz="1100" b="0" i="0" u="none" strike="noStrike" kern="0" cap="none" spc="0" normalizeH="0" baseline="0" noProof="0" dirty="0">
                <a:ln>
                  <a:noFill/>
                </a:ln>
                <a:solidFill>
                  <a:srgbClr val="37465B"/>
                </a:solidFill>
                <a:effectLst/>
                <a:uLnTx/>
                <a:uFillTx/>
                <a:ea typeface="+mn-ea"/>
                <a:cs typeface="Calibri Light" panose="020F0302020204030204" pitchFamily="34" charset="0"/>
              </a:rPr>
              <a:t>by mobile enabled field force</a:t>
            </a:r>
          </a:p>
        </p:txBody>
      </p:sp>
      <p:sp>
        <p:nvSpPr>
          <p:cNvPr id="8" name="Text Placeholder 7">
            <a:extLst>
              <a:ext uri="{FF2B5EF4-FFF2-40B4-BE49-F238E27FC236}">
                <a16:creationId xmlns:a16="http://schemas.microsoft.com/office/drawing/2014/main" id="{B5B4EF3F-8FC8-EE5C-B4C5-B8D8B9CAA309}"/>
              </a:ext>
            </a:extLst>
          </p:cNvPr>
          <p:cNvSpPr>
            <a:spLocks noGrp="1"/>
          </p:cNvSpPr>
          <p:nvPr>
            <p:ph type="body" sz="quarter" idx="40"/>
          </p:nvPr>
        </p:nvSpPr>
        <p:spPr>
          <a:xfrm>
            <a:off x="588171" y="3314429"/>
            <a:ext cx="3317083" cy="185500"/>
          </a:xfrm>
        </p:spPr>
        <p:txBody>
          <a:bodyPr/>
          <a:lstStyle/>
          <a:p>
            <a:r>
              <a:rPr lang="en-ZA" b="1" dirty="0"/>
              <a:t>Measure. Manage. Optimise.</a:t>
            </a:r>
          </a:p>
        </p:txBody>
      </p:sp>
      <p:sp>
        <p:nvSpPr>
          <p:cNvPr id="13" name="Text Placeholder 8">
            <a:extLst>
              <a:ext uri="{FF2B5EF4-FFF2-40B4-BE49-F238E27FC236}">
                <a16:creationId xmlns:a16="http://schemas.microsoft.com/office/drawing/2014/main" id="{3D003661-AD34-C756-F27D-80968D4EC21C}"/>
              </a:ext>
            </a:extLst>
          </p:cNvPr>
          <p:cNvSpPr>
            <a:spLocks noGrp="1"/>
          </p:cNvSpPr>
          <p:nvPr>
            <p:ph type="body" sz="quarter" idx="84"/>
          </p:nvPr>
        </p:nvSpPr>
        <p:spPr>
          <a:xfrm>
            <a:off x="5026019" y="2163733"/>
            <a:ext cx="1167120" cy="307777"/>
          </a:xfrm>
        </p:spPr>
        <p:txBody>
          <a:bodyPr/>
          <a:lstStyle/>
          <a:p>
            <a:r>
              <a:rPr lang="en-US" dirty="0"/>
              <a:t>FIELD FORCE ALLOCATION</a:t>
            </a:r>
            <a:endParaRPr lang="en-GB" dirty="0"/>
          </a:p>
        </p:txBody>
      </p:sp>
      <p:sp>
        <p:nvSpPr>
          <p:cNvPr id="10" name="Text Placeholder 9">
            <a:extLst>
              <a:ext uri="{FF2B5EF4-FFF2-40B4-BE49-F238E27FC236}">
                <a16:creationId xmlns:a16="http://schemas.microsoft.com/office/drawing/2014/main" id="{BDCA3F1E-17DF-98D5-66BA-E2EB31331D45}"/>
              </a:ext>
            </a:extLst>
          </p:cNvPr>
          <p:cNvSpPr>
            <a:spLocks noGrp="1"/>
          </p:cNvSpPr>
          <p:nvPr>
            <p:ph type="body" sz="quarter" idx="85"/>
          </p:nvPr>
        </p:nvSpPr>
        <p:spPr>
          <a:xfrm>
            <a:off x="7473798" y="6016462"/>
            <a:ext cx="1692067" cy="307777"/>
          </a:xfrm>
        </p:spPr>
        <p:txBody>
          <a:bodyPr/>
          <a:lstStyle/>
          <a:p>
            <a:r>
              <a:rPr lang="en-US" dirty="0"/>
              <a:t>RESOURCE ALLOCATION &amp; DECISION MAKING</a:t>
            </a:r>
            <a:endParaRPr lang="en-GB" dirty="0"/>
          </a:p>
        </p:txBody>
      </p:sp>
      <p:sp>
        <p:nvSpPr>
          <p:cNvPr id="11" name="Text Placeholder 10">
            <a:extLst>
              <a:ext uri="{FF2B5EF4-FFF2-40B4-BE49-F238E27FC236}">
                <a16:creationId xmlns:a16="http://schemas.microsoft.com/office/drawing/2014/main" id="{9E4374CC-93FC-1CE2-EBE6-602E77C2E8E3}"/>
              </a:ext>
            </a:extLst>
          </p:cNvPr>
          <p:cNvSpPr>
            <a:spLocks noGrp="1"/>
          </p:cNvSpPr>
          <p:nvPr>
            <p:ph type="body" sz="quarter" idx="86"/>
          </p:nvPr>
        </p:nvSpPr>
        <p:spPr>
          <a:xfrm>
            <a:off x="10463884" y="2086788"/>
            <a:ext cx="1167120" cy="461665"/>
          </a:xfrm>
        </p:spPr>
        <p:txBody>
          <a:bodyPr/>
          <a:lstStyle/>
          <a:p>
            <a:r>
              <a:rPr lang="en-US" dirty="0"/>
              <a:t>DATA MANAGEMENT PLATFORM</a:t>
            </a:r>
            <a:endParaRPr lang="en-GB" dirty="0"/>
          </a:p>
        </p:txBody>
      </p:sp>
    </p:spTree>
    <p:extLst>
      <p:ext uri="{BB962C8B-B14F-4D97-AF65-F5344CB8AC3E}">
        <p14:creationId xmlns:p14="http://schemas.microsoft.com/office/powerpoint/2010/main" val="18142873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p11.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C98C1A-F201-5534-17B6-197C2D5EA1F4}"/>
              </a:ext>
            </a:extLst>
          </p:cNvPr>
          <p:cNvSpPr>
            <a:spLocks noGrp="1"/>
          </p:cNvSpPr>
          <p:nvPr>
            <p:ph type="body" sz="quarter" idx="105"/>
          </p:nvPr>
        </p:nvSpPr>
        <p:spPr>
          <a:xfrm>
            <a:off x="490696" y="5951566"/>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3" name="Text Placeholder 2">
            <a:extLst>
              <a:ext uri="{FF2B5EF4-FFF2-40B4-BE49-F238E27FC236}">
                <a16:creationId xmlns:a16="http://schemas.microsoft.com/office/drawing/2014/main" id="{BDE5A674-5066-8CAC-A9A8-E26761DD3D0A}"/>
              </a:ext>
            </a:extLst>
          </p:cNvPr>
          <p:cNvSpPr>
            <a:spLocks noGrp="1"/>
          </p:cNvSpPr>
          <p:nvPr>
            <p:ph type="body" sz="quarter" idx="104"/>
          </p:nvPr>
        </p:nvSpPr>
        <p:spPr>
          <a:xfrm>
            <a:off x="490696" y="4604574"/>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4" name="Text Placeholder 3">
            <a:extLst>
              <a:ext uri="{FF2B5EF4-FFF2-40B4-BE49-F238E27FC236}">
                <a16:creationId xmlns:a16="http://schemas.microsoft.com/office/drawing/2014/main" id="{4C4E9000-312B-60CF-7F4F-4CD07D146798}"/>
              </a:ext>
            </a:extLst>
          </p:cNvPr>
          <p:cNvSpPr>
            <a:spLocks noGrp="1"/>
          </p:cNvSpPr>
          <p:nvPr>
            <p:ph type="body" sz="quarter" idx="103"/>
          </p:nvPr>
        </p:nvSpPr>
        <p:spPr>
          <a:xfrm>
            <a:off x="490696" y="3251740"/>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5" name="Title 4">
            <a:extLst>
              <a:ext uri="{FF2B5EF4-FFF2-40B4-BE49-F238E27FC236}">
                <a16:creationId xmlns:a16="http://schemas.microsoft.com/office/drawing/2014/main" id="{CBC7A387-66FD-502A-C208-6C1DDE6532A1}"/>
              </a:ext>
            </a:extLst>
          </p:cNvPr>
          <p:cNvSpPr>
            <a:spLocks noGrp="1"/>
          </p:cNvSpPr>
          <p:nvPr>
            <p:ph type="ctrTitle"/>
          </p:nvPr>
        </p:nvSpPr>
        <p:spPr/>
        <p:txBody>
          <a:bodyPr/>
          <a:lstStyle/>
          <a:p>
            <a:r>
              <a:rPr lang="en-ZA" dirty="0"/>
              <a:t>YOUR SLIDE HEADING GOES HERE</a:t>
            </a:r>
            <a:endParaRPr lang="en-GB" dirty="0"/>
          </a:p>
        </p:txBody>
      </p:sp>
      <p:sp>
        <p:nvSpPr>
          <p:cNvPr id="6" name="Text Placeholder 5">
            <a:extLst>
              <a:ext uri="{FF2B5EF4-FFF2-40B4-BE49-F238E27FC236}">
                <a16:creationId xmlns:a16="http://schemas.microsoft.com/office/drawing/2014/main" id="{CE2C2BBD-D07A-AFB0-0738-F51B14A3312D}"/>
              </a:ext>
            </a:extLst>
          </p:cNvPr>
          <p:cNvSpPr>
            <a:spLocks noGrp="1"/>
          </p:cNvSpPr>
          <p:nvPr>
            <p:ph type="body" sz="quarter" idx="85"/>
          </p:nvPr>
        </p:nvSpPr>
        <p:spPr>
          <a:xfrm>
            <a:off x="5505432" y="3813650"/>
            <a:ext cx="1162228" cy="461665"/>
          </a:xfrm>
        </p:spPr>
        <p:txBody>
          <a:bodyPr/>
          <a:lstStyle/>
          <a:p>
            <a:r>
              <a:rPr lang="en-ZA" dirty="0"/>
              <a:t>FOUR CIRCLE OVERLAP MODEL</a:t>
            </a:r>
            <a:endParaRPr lang="en-GB" dirty="0"/>
          </a:p>
        </p:txBody>
      </p:sp>
      <p:sp>
        <p:nvSpPr>
          <p:cNvPr id="7" name="Text Placeholder 6">
            <a:extLst>
              <a:ext uri="{FF2B5EF4-FFF2-40B4-BE49-F238E27FC236}">
                <a16:creationId xmlns:a16="http://schemas.microsoft.com/office/drawing/2014/main" id="{31DBD4D2-F9BE-B454-FC55-7003875241C3}"/>
              </a:ext>
            </a:extLst>
          </p:cNvPr>
          <p:cNvSpPr>
            <a:spLocks noGrp="1"/>
          </p:cNvSpPr>
          <p:nvPr>
            <p:ph type="body" sz="quarter" idx="84"/>
          </p:nvPr>
        </p:nvSpPr>
        <p:spPr/>
        <p:txBody>
          <a:bodyPr/>
          <a:lstStyle/>
          <a:p>
            <a:r>
              <a:rPr lang="en-ZA" dirty="0"/>
              <a:t>Add your sub-heading</a:t>
            </a:r>
            <a:endParaRPr lang="en-GB" dirty="0"/>
          </a:p>
        </p:txBody>
      </p:sp>
      <p:sp>
        <p:nvSpPr>
          <p:cNvPr id="8" name="Text Placeholder 7">
            <a:extLst>
              <a:ext uri="{FF2B5EF4-FFF2-40B4-BE49-F238E27FC236}">
                <a16:creationId xmlns:a16="http://schemas.microsoft.com/office/drawing/2014/main" id="{8626BAA8-EE6D-85E9-3640-2ABF8F85117C}"/>
              </a:ext>
            </a:extLst>
          </p:cNvPr>
          <p:cNvSpPr>
            <a:spLocks noGrp="1"/>
          </p:cNvSpPr>
          <p:nvPr>
            <p:ph type="body" sz="quarter" idx="66"/>
          </p:nvPr>
        </p:nvSpPr>
        <p:spPr>
          <a:xfrm>
            <a:off x="9144237" y="1892100"/>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9" name="Text Placeholder 8">
            <a:extLst>
              <a:ext uri="{FF2B5EF4-FFF2-40B4-BE49-F238E27FC236}">
                <a16:creationId xmlns:a16="http://schemas.microsoft.com/office/drawing/2014/main" id="{68873D11-ED54-1F12-BFF6-37563359994A}"/>
              </a:ext>
            </a:extLst>
          </p:cNvPr>
          <p:cNvSpPr>
            <a:spLocks noGrp="1"/>
          </p:cNvSpPr>
          <p:nvPr>
            <p:ph type="body" sz="quarter" idx="81"/>
          </p:nvPr>
        </p:nvSpPr>
        <p:spPr>
          <a:xfrm>
            <a:off x="5178785" y="2349182"/>
            <a:ext cx="1692000" cy="423706"/>
          </a:xfrm>
        </p:spPr>
        <p:txBody>
          <a:bodyPr/>
          <a:lstStyle/>
          <a:p>
            <a:r>
              <a:rPr lang="en-ZA" dirty="0"/>
              <a:t>MAX 2 LINE HEADING</a:t>
            </a:r>
            <a:endParaRPr lang="en-GB" dirty="0"/>
          </a:p>
        </p:txBody>
      </p:sp>
      <p:sp>
        <p:nvSpPr>
          <p:cNvPr id="10" name="Text Placeholder 9">
            <a:extLst>
              <a:ext uri="{FF2B5EF4-FFF2-40B4-BE49-F238E27FC236}">
                <a16:creationId xmlns:a16="http://schemas.microsoft.com/office/drawing/2014/main" id="{D1A0D943-8EEE-8D62-AA87-6B2361CD924A}"/>
              </a:ext>
            </a:extLst>
          </p:cNvPr>
          <p:cNvSpPr>
            <a:spLocks noGrp="1"/>
          </p:cNvSpPr>
          <p:nvPr>
            <p:ph type="body" sz="quarter" idx="86"/>
          </p:nvPr>
        </p:nvSpPr>
        <p:spPr>
          <a:xfrm>
            <a:off x="6991369" y="3815537"/>
            <a:ext cx="1178445" cy="423706"/>
          </a:xfrm>
        </p:spPr>
        <p:txBody>
          <a:bodyPr/>
          <a:lstStyle/>
          <a:p>
            <a:r>
              <a:rPr lang="en-ZA" dirty="0"/>
              <a:t>MAX 2 LINE HEADING</a:t>
            </a:r>
            <a:endParaRPr lang="en-GB" dirty="0"/>
          </a:p>
        </p:txBody>
      </p:sp>
      <p:sp>
        <p:nvSpPr>
          <p:cNvPr id="11" name="Text Placeholder 10">
            <a:extLst>
              <a:ext uri="{FF2B5EF4-FFF2-40B4-BE49-F238E27FC236}">
                <a16:creationId xmlns:a16="http://schemas.microsoft.com/office/drawing/2014/main" id="{E83E467C-CE39-F60D-32CD-11D1E45A8C8A}"/>
              </a:ext>
            </a:extLst>
          </p:cNvPr>
          <p:cNvSpPr>
            <a:spLocks noGrp="1"/>
          </p:cNvSpPr>
          <p:nvPr>
            <p:ph type="body" sz="quarter" idx="87"/>
          </p:nvPr>
        </p:nvSpPr>
        <p:spPr>
          <a:xfrm>
            <a:off x="3879756" y="3815536"/>
            <a:ext cx="1178445" cy="423706"/>
          </a:xfrm>
        </p:spPr>
        <p:txBody>
          <a:bodyPr/>
          <a:lstStyle/>
          <a:p>
            <a:r>
              <a:rPr lang="en-ZA" dirty="0"/>
              <a:t>MAX 2 LINE HEADING</a:t>
            </a:r>
            <a:endParaRPr lang="en-GB" dirty="0"/>
          </a:p>
        </p:txBody>
      </p:sp>
      <p:sp>
        <p:nvSpPr>
          <p:cNvPr id="12" name="Text Placeholder 11">
            <a:extLst>
              <a:ext uri="{FF2B5EF4-FFF2-40B4-BE49-F238E27FC236}">
                <a16:creationId xmlns:a16="http://schemas.microsoft.com/office/drawing/2014/main" id="{20933A6D-5E36-8C2A-79AC-12F507A3BEF2}"/>
              </a:ext>
            </a:extLst>
          </p:cNvPr>
          <p:cNvSpPr>
            <a:spLocks noGrp="1"/>
          </p:cNvSpPr>
          <p:nvPr>
            <p:ph type="body" sz="quarter" idx="88"/>
          </p:nvPr>
        </p:nvSpPr>
        <p:spPr>
          <a:xfrm>
            <a:off x="5444545" y="5316076"/>
            <a:ext cx="1178445" cy="423706"/>
          </a:xfrm>
        </p:spPr>
        <p:txBody>
          <a:bodyPr/>
          <a:lstStyle/>
          <a:p>
            <a:r>
              <a:rPr lang="en-ZA" dirty="0"/>
              <a:t>MAX 2 LINE HEADING</a:t>
            </a:r>
            <a:endParaRPr lang="en-GB" dirty="0"/>
          </a:p>
        </p:txBody>
      </p:sp>
      <p:sp>
        <p:nvSpPr>
          <p:cNvPr id="13" name="Text Placeholder 12">
            <a:extLst>
              <a:ext uri="{FF2B5EF4-FFF2-40B4-BE49-F238E27FC236}">
                <a16:creationId xmlns:a16="http://schemas.microsoft.com/office/drawing/2014/main" id="{9B827817-8D19-E4D6-87CF-AA84708388A9}"/>
              </a:ext>
            </a:extLst>
          </p:cNvPr>
          <p:cNvSpPr>
            <a:spLocks noGrp="1"/>
          </p:cNvSpPr>
          <p:nvPr>
            <p:ph type="body" sz="quarter" idx="89"/>
          </p:nvPr>
        </p:nvSpPr>
        <p:spPr/>
        <p:txBody>
          <a:bodyPr/>
          <a:lstStyle/>
          <a:p>
            <a:r>
              <a:rPr lang="en-ZA" dirty="0"/>
              <a:t>Add your Heading</a:t>
            </a:r>
            <a:endParaRPr lang="en-GB" dirty="0"/>
          </a:p>
        </p:txBody>
      </p:sp>
      <p:sp>
        <p:nvSpPr>
          <p:cNvPr id="14" name="Text Placeholder 13">
            <a:extLst>
              <a:ext uri="{FF2B5EF4-FFF2-40B4-BE49-F238E27FC236}">
                <a16:creationId xmlns:a16="http://schemas.microsoft.com/office/drawing/2014/main" id="{7B4AAF59-5982-3F9E-2216-B79BFA2D3EA3}"/>
              </a:ext>
            </a:extLst>
          </p:cNvPr>
          <p:cNvSpPr>
            <a:spLocks noGrp="1"/>
          </p:cNvSpPr>
          <p:nvPr>
            <p:ph type="body" sz="quarter" idx="90"/>
          </p:nvPr>
        </p:nvSpPr>
        <p:spPr>
          <a:xfrm>
            <a:off x="9144237" y="3249442"/>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15" name="Text Placeholder 14">
            <a:extLst>
              <a:ext uri="{FF2B5EF4-FFF2-40B4-BE49-F238E27FC236}">
                <a16:creationId xmlns:a16="http://schemas.microsoft.com/office/drawing/2014/main" id="{FC0B6B2D-2EB0-85E0-EFB1-ECDFA6BA84FD}"/>
              </a:ext>
            </a:extLst>
          </p:cNvPr>
          <p:cNvSpPr>
            <a:spLocks noGrp="1"/>
          </p:cNvSpPr>
          <p:nvPr>
            <p:ph type="body" sz="quarter" idx="91"/>
          </p:nvPr>
        </p:nvSpPr>
        <p:spPr>
          <a:xfrm>
            <a:off x="9144237" y="4349719"/>
            <a:ext cx="2557066" cy="153888"/>
          </a:xfrm>
        </p:spPr>
        <p:txBody>
          <a:bodyPr/>
          <a:lstStyle/>
          <a:p>
            <a:r>
              <a:rPr lang="en-ZA" dirty="0"/>
              <a:t>Add your sub-heading</a:t>
            </a:r>
            <a:endParaRPr lang="en-GB" dirty="0"/>
          </a:p>
        </p:txBody>
      </p:sp>
      <p:sp>
        <p:nvSpPr>
          <p:cNvPr id="16" name="Text Placeholder 15">
            <a:extLst>
              <a:ext uri="{FF2B5EF4-FFF2-40B4-BE49-F238E27FC236}">
                <a16:creationId xmlns:a16="http://schemas.microsoft.com/office/drawing/2014/main" id="{76CB1CB2-402A-5697-3A22-01E363A21813}"/>
              </a:ext>
            </a:extLst>
          </p:cNvPr>
          <p:cNvSpPr>
            <a:spLocks noGrp="1"/>
          </p:cNvSpPr>
          <p:nvPr>
            <p:ph type="body" sz="quarter" idx="92"/>
          </p:nvPr>
        </p:nvSpPr>
        <p:spPr>
          <a:xfrm>
            <a:off x="9144237" y="4602276"/>
            <a:ext cx="2557066" cy="461665"/>
          </a:xfrm>
        </p:spPr>
        <p:txBody>
          <a:bodyPr/>
          <a:lstStyle/>
          <a:p>
            <a:r>
              <a:rPr lang="en-ZA" dirty="0"/>
              <a:t>Add your copy in this space here for the model. Not exceeding 3 lines of copy. Add your copy in this space. Not exceeding 3 lines of copy. </a:t>
            </a:r>
          </a:p>
        </p:txBody>
      </p:sp>
      <p:sp>
        <p:nvSpPr>
          <p:cNvPr id="17" name="Text Placeholder 16">
            <a:extLst>
              <a:ext uri="{FF2B5EF4-FFF2-40B4-BE49-F238E27FC236}">
                <a16:creationId xmlns:a16="http://schemas.microsoft.com/office/drawing/2014/main" id="{114D60CD-2DE6-3BF0-14B7-5036ABE8B068}"/>
              </a:ext>
            </a:extLst>
          </p:cNvPr>
          <p:cNvSpPr>
            <a:spLocks noGrp="1"/>
          </p:cNvSpPr>
          <p:nvPr>
            <p:ph type="body" sz="quarter" idx="93"/>
          </p:nvPr>
        </p:nvSpPr>
        <p:spPr>
          <a:xfrm>
            <a:off x="9144237" y="5696711"/>
            <a:ext cx="2557066" cy="153888"/>
          </a:xfrm>
        </p:spPr>
        <p:txBody>
          <a:bodyPr/>
          <a:lstStyle/>
          <a:p>
            <a:r>
              <a:rPr lang="en-ZA" dirty="0"/>
              <a:t>Add your Heading</a:t>
            </a:r>
            <a:endParaRPr lang="en-GB" dirty="0"/>
          </a:p>
        </p:txBody>
      </p:sp>
      <p:sp>
        <p:nvSpPr>
          <p:cNvPr id="18" name="Text Placeholder 17">
            <a:extLst>
              <a:ext uri="{FF2B5EF4-FFF2-40B4-BE49-F238E27FC236}">
                <a16:creationId xmlns:a16="http://schemas.microsoft.com/office/drawing/2014/main" id="{0AB83497-93D5-D50D-FF1A-B383397DEFC7}"/>
              </a:ext>
            </a:extLst>
          </p:cNvPr>
          <p:cNvSpPr>
            <a:spLocks noGrp="1"/>
          </p:cNvSpPr>
          <p:nvPr>
            <p:ph type="body" sz="quarter" idx="94"/>
          </p:nvPr>
        </p:nvSpPr>
        <p:spPr>
          <a:xfrm>
            <a:off x="9144237" y="5949268"/>
            <a:ext cx="2557066" cy="461665"/>
          </a:xfrm>
        </p:spPr>
        <p:txBody>
          <a:bodyPr/>
          <a:lstStyle/>
          <a:p>
            <a:r>
              <a:rPr lang="en-ZA" dirty="0"/>
              <a:t>Add your copy in this space here for the model. Not exceeding 3 lines of copy. Add your copy in this space. Not exceeding 3 lines of copy. </a:t>
            </a:r>
            <a:endParaRPr lang="en-GB" dirty="0"/>
          </a:p>
        </p:txBody>
      </p:sp>
      <p:sp>
        <p:nvSpPr>
          <p:cNvPr id="19" name="Text Placeholder 18">
            <a:extLst>
              <a:ext uri="{FF2B5EF4-FFF2-40B4-BE49-F238E27FC236}">
                <a16:creationId xmlns:a16="http://schemas.microsoft.com/office/drawing/2014/main" id="{FEF533B3-AB9E-6BFC-43B5-1CC33C2F5FBA}"/>
              </a:ext>
            </a:extLst>
          </p:cNvPr>
          <p:cNvSpPr>
            <a:spLocks noGrp="1"/>
          </p:cNvSpPr>
          <p:nvPr>
            <p:ph type="body" sz="quarter" idx="95"/>
          </p:nvPr>
        </p:nvSpPr>
        <p:spPr>
          <a:xfrm>
            <a:off x="490696" y="1641841"/>
            <a:ext cx="2557066" cy="153888"/>
          </a:xfrm>
        </p:spPr>
        <p:txBody>
          <a:bodyPr/>
          <a:lstStyle/>
          <a:p>
            <a:r>
              <a:rPr lang="en-ZA" dirty="0"/>
              <a:t>Add your Heading</a:t>
            </a:r>
            <a:endParaRPr lang="en-GB" dirty="0"/>
          </a:p>
        </p:txBody>
      </p:sp>
      <p:sp>
        <p:nvSpPr>
          <p:cNvPr id="20" name="Text Placeholder 19">
            <a:extLst>
              <a:ext uri="{FF2B5EF4-FFF2-40B4-BE49-F238E27FC236}">
                <a16:creationId xmlns:a16="http://schemas.microsoft.com/office/drawing/2014/main" id="{490372F5-D070-D991-EA34-40691E40C5EC}"/>
              </a:ext>
            </a:extLst>
          </p:cNvPr>
          <p:cNvSpPr>
            <a:spLocks noGrp="1"/>
          </p:cNvSpPr>
          <p:nvPr>
            <p:ph type="body" sz="quarter" idx="97"/>
          </p:nvPr>
        </p:nvSpPr>
        <p:spPr>
          <a:xfrm>
            <a:off x="490696" y="2999183"/>
            <a:ext cx="2557066" cy="153888"/>
          </a:xfrm>
        </p:spPr>
        <p:txBody>
          <a:bodyPr/>
          <a:lstStyle/>
          <a:p>
            <a:r>
              <a:rPr lang="en-ZA" dirty="0"/>
              <a:t>Add your sub-heading</a:t>
            </a:r>
            <a:endParaRPr lang="en-GB" dirty="0"/>
          </a:p>
        </p:txBody>
      </p:sp>
      <p:sp>
        <p:nvSpPr>
          <p:cNvPr id="21" name="Text Placeholder 20">
            <a:extLst>
              <a:ext uri="{FF2B5EF4-FFF2-40B4-BE49-F238E27FC236}">
                <a16:creationId xmlns:a16="http://schemas.microsoft.com/office/drawing/2014/main" id="{FE7CBFEB-D342-C8F4-C98D-776449315567}"/>
              </a:ext>
            </a:extLst>
          </p:cNvPr>
          <p:cNvSpPr>
            <a:spLocks noGrp="1"/>
          </p:cNvSpPr>
          <p:nvPr>
            <p:ph type="body" sz="quarter" idx="99"/>
          </p:nvPr>
        </p:nvSpPr>
        <p:spPr>
          <a:xfrm>
            <a:off x="490696" y="4352017"/>
            <a:ext cx="2557066" cy="153888"/>
          </a:xfrm>
        </p:spPr>
        <p:txBody>
          <a:bodyPr/>
          <a:lstStyle/>
          <a:p>
            <a:r>
              <a:rPr lang="en-ZA" dirty="0"/>
              <a:t>Add your Heading</a:t>
            </a:r>
            <a:endParaRPr lang="en-GB" dirty="0"/>
          </a:p>
        </p:txBody>
      </p:sp>
      <p:sp>
        <p:nvSpPr>
          <p:cNvPr id="22" name="Text Placeholder 21">
            <a:extLst>
              <a:ext uri="{FF2B5EF4-FFF2-40B4-BE49-F238E27FC236}">
                <a16:creationId xmlns:a16="http://schemas.microsoft.com/office/drawing/2014/main" id="{2258B81B-B83E-0F77-5645-C531056AF374}"/>
              </a:ext>
            </a:extLst>
          </p:cNvPr>
          <p:cNvSpPr>
            <a:spLocks noGrp="1"/>
          </p:cNvSpPr>
          <p:nvPr>
            <p:ph type="body" sz="quarter" idx="101"/>
          </p:nvPr>
        </p:nvSpPr>
        <p:spPr>
          <a:xfrm>
            <a:off x="490696" y="5699009"/>
            <a:ext cx="2557066" cy="153888"/>
          </a:xfrm>
        </p:spPr>
        <p:txBody>
          <a:bodyPr/>
          <a:lstStyle/>
          <a:p>
            <a:r>
              <a:rPr lang="en-ZA" dirty="0"/>
              <a:t>Add your sub-heading</a:t>
            </a:r>
            <a:endParaRPr lang="en-GB" dirty="0"/>
          </a:p>
        </p:txBody>
      </p:sp>
      <p:sp>
        <p:nvSpPr>
          <p:cNvPr id="23" name="Text Placeholder 22">
            <a:extLst>
              <a:ext uri="{FF2B5EF4-FFF2-40B4-BE49-F238E27FC236}">
                <a16:creationId xmlns:a16="http://schemas.microsoft.com/office/drawing/2014/main" id="{30C705F4-0757-CED2-022C-DC2682F14955}"/>
              </a:ext>
            </a:extLst>
          </p:cNvPr>
          <p:cNvSpPr>
            <a:spLocks noGrp="1"/>
          </p:cNvSpPr>
          <p:nvPr>
            <p:ph type="body" sz="quarter" idx="76"/>
          </p:nvPr>
        </p:nvSpPr>
        <p:spPr>
          <a:xfrm>
            <a:off x="490696" y="1892100"/>
            <a:ext cx="2557066" cy="461665"/>
          </a:xfrm>
        </p:spPr>
        <p:txBody>
          <a:bodyPr/>
          <a:lstStyle/>
          <a:p>
            <a:r>
              <a:rPr lang="en-ZA" dirty="0"/>
              <a:t>Add your copy in this space here for the model. Not exceeding 3 lines of copy. Add your copy in this space. Not exceeding 3 lines of copy. </a:t>
            </a:r>
            <a:endParaRPr lang="en-GB" dirty="0"/>
          </a:p>
        </p:txBody>
      </p:sp>
    </p:spTree>
    <p:extLst>
      <p:ext uri="{BB962C8B-B14F-4D97-AF65-F5344CB8AC3E}">
        <p14:creationId xmlns:p14="http://schemas.microsoft.com/office/powerpoint/2010/main" val="428090300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p11.s0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4026-EBCE-CE27-C485-4D860AF565FE}"/>
              </a:ext>
            </a:extLst>
          </p:cNvPr>
          <p:cNvSpPr>
            <a:spLocks noGrp="1"/>
          </p:cNvSpPr>
          <p:nvPr>
            <p:ph type="ctrTitle"/>
          </p:nvPr>
        </p:nvSpPr>
        <p:spPr/>
        <p:txBody>
          <a:bodyPr/>
          <a:lstStyle/>
          <a:p>
            <a:r>
              <a:rPr lang="en-ZA" dirty="0"/>
              <a:t>YOUR SLIDE HEADING GOES HERE</a:t>
            </a:r>
            <a:endParaRPr lang="en-GB" dirty="0"/>
          </a:p>
        </p:txBody>
      </p:sp>
      <p:sp>
        <p:nvSpPr>
          <p:cNvPr id="3" name="Text Placeholder 2">
            <a:extLst>
              <a:ext uri="{FF2B5EF4-FFF2-40B4-BE49-F238E27FC236}">
                <a16:creationId xmlns:a16="http://schemas.microsoft.com/office/drawing/2014/main" id="{848A9B9D-E427-3B73-867C-EE42160B80BC}"/>
              </a:ext>
            </a:extLst>
          </p:cNvPr>
          <p:cNvSpPr>
            <a:spLocks noGrp="1"/>
          </p:cNvSpPr>
          <p:nvPr>
            <p:ph type="body" sz="quarter" idx="40"/>
          </p:nvPr>
        </p:nvSpPr>
        <p:spPr>
          <a:xfrm>
            <a:off x="588166" y="1007744"/>
            <a:ext cx="11051375" cy="205184"/>
          </a:xfrm>
        </p:spPr>
        <p:txBody>
          <a:bodyPr/>
          <a:lstStyle/>
          <a:p>
            <a:r>
              <a:rPr lang="en-ZA" dirty="0"/>
              <a:t>Introduce what you are showing in this infographic below in this section here</a:t>
            </a:r>
            <a:endParaRPr lang="en-GB" dirty="0"/>
          </a:p>
        </p:txBody>
      </p:sp>
      <p:sp>
        <p:nvSpPr>
          <p:cNvPr id="4" name="Text Placeholder 3">
            <a:extLst>
              <a:ext uri="{FF2B5EF4-FFF2-40B4-BE49-F238E27FC236}">
                <a16:creationId xmlns:a16="http://schemas.microsoft.com/office/drawing/2014/main" id="{BD519814-29EF-36FF-5E36-3F8DDF146A00}"/>
              </a:ext>
            </a:extLst>
          </p:cNvPr>
          <p:cNvSpPr>
            <a:spLocks noGrp="1"/>
          </p:cNvSpPr>
          <p:nvPr>
            <p:ph type="body" sz="quarter" idx="81"/>
          </p:nvPr>
        </p:nvSpPr>
        <p:spPr>
          <a:xfrm>
            <a:off x="1058091" y="2016239"/>
            <a:ext cx="2037806" cy="359073"/>
          </a:xfrm>
        </p:spPr>
        <p:txBody>
          <a:bodyPr/>
          <a:lstStyle/>
          <a:p>
            <a:r>
              <a:rPr lang="en-ZA" dirty="0"/>
              <a:t>YOUR HEADING GOES HERE</a:t>
            </a:r>
            <a:endParaRPr lang="en-GB" dirty="0"/>
          </a:p>
        </p:txBody>
      </p:sp>
      <p:sp>
        <p:nvSpPr>
          <p:cNvPr id="5" name="Text Placeholder 4">
            <a:extLst>
              <a:ext uri="{FF2B5EF4-FFF2-40B4-BE49-F238E27FC236}">
                <a16:creationId xmlns:a16="http://schemas.microsoft.com/office/drawing/2014/main" id="{50F86E1D-7206-D865-4021-B58969BC8077}"/>
              </a:ext>
            </a:extLst>
          </p:cNvPr>
          <p:cNvSpPr>
            <a:spLocks noGrp="1"/>
          </p:cNvSpPr>
          <p:nvPr>
            <p:ph type="body" sz="quarter" idx="83"/>
          </p:nvPr>
        </p:nvSpPr>
        <p:spPr>
          <a:xfrm>
            <a:off x="6361613" y="2016239"/>
            <a:ext cx="2037806" cy="359073"/>
          </a:xfrm>
        </p:spPr>
        <p:txBody>
          <a:bodyPr/>
          <a:lstStyle/>
          <a:p>
            <a:r>
              <a:rPr lang="en-ZA" dirty="0"/>
              <a:t>YOUR HEADING GOES HERE</a:t>
            </a:r>
            <a:endParaRPr lang="en-GB" dirty="0"/>
          </a:p>
        </p:txBody>
      </p:sp>
      <p:sp>
        <p:nvSpPr>
          <p:cNvPr id="6" name="Text Placeholder 5">
            <a:extLst>
              <a:ext uri="{FF2B5EF4-FFF2-40B4-BE49-F238E27FC236}">
                <a16:creationId xmlns:a16="http://schemas.microsoft.com/office/drawing/2014/main" id="{3E3A400A-F2F2-62F5-0644-7DDE1D3D4E30}"/>
              </a:ext>
            </a:extLst>
          </p:cNvPr>
          <p:cNvSpPr>
            <a:spLocks noGrp="1"/>
          </p:cNvSpPr>
          <p:nvPr>
            <p:ph type="body" sz="quarter" idx="89"/>
          </p:nvPr>
        </p:nvSpPr>
        <p:spPr>
          <a:xfrm>
            <a:off x="3718560" y="2016239"/>
            <a:ext cx="2037806" cy="359073"/>
          </a:xfrm>
        </p:spPr>
        <p:txBody>
          <a:bodyPr/>
          <a:lstStyle/>
          <a:p>
            <a:r>
              <a:rPr lang="en-ZA" dirty="0"/>
              <a:t>YOUR HEADING GOES HERE</a:t>
            </a:r>
            <a:endParaRPr lang="en-GB" dirty="0"/>
          </a:p>
        </p:txBody>
      </p:sp>
      <p:sp>
        <p:nvSpPr>
          <p:cNvPr id="7" name="Text Placeholder 6">
            <a:extLst>
              <a:ext uri="{FF2B5EF4-FFF2-40B4-BE49-F238E27FC236}">
                <a16:creationId xmlns:a16="http://schemas.microsoft.com/office/drawing/2014/main" id="{17A4F660-7D7D-6453-087D-69E6E9FF1EA5}"/>
              </a:ext>
            </a:extLst>
          </p:cNvPr>
          <p:cNvSpPr>
            <a:spLocks noGrp="1"/>
          </p:cNvSpPr>
          <p:nvPr>
            <p:ph type="body" sz="quarter" idx="90"/>
          </p:nvPr>
        </p:nvSpPr>
        <p:spPr>
          <a:xfrm>
            <a:off x="9031350" y="2016239"/>
            <a:ext cx="2037806" cy="359073"/>
          </a:xfrm>
        </p:spPr>
        <p:txBody>
          <a:bodyPr/>
          <a:lstStyle/>
          <a:p>
            <a:r>
              <a:rPr lang="en-ZA" dirty="0"/>
              <a:t>YOUR HEADING GOES HERE</a:t>
            </a:r>
            <a:endParaRPr lang="en-GB" dirty="0"/>
          </a:p>
        </p:txBody>
      </p:sp>
      <p:sp>
        <p:nvSpPr>
          <p:cNvPr id="8" name="Text Placeholder 7">
            <a:extLst>
              <a:ext uri="{FF2B5EF4-FFF2-40B4-BE49-F238E27FC236}">
                <a16:creationId xmlns:a16="http://schemas.microsoft.com/office/drawing/2014/main" id="{0A5B9DB3-3E92-B74C-EE3F-5818FDA8BC2A}"/>
              </a:ext>
            </a:extLst>
          </p:cNvPr>
          <p:cNvSpPr>
            <a:spLocks noGrp="1"/>
          </p:cNvSpPr>
          <p:nvPr>
            <p:ph type="body" sz="quarter" idx="96"/>
          </p:nvPr>
        </p:nvSpPr>
        <p:spPr>
          <a:xfrm>
            <a:off x="3718560" y="5735788"/>
            <a:ext cx="2037806" cy="461665"/>
          </a:xfrm>
        </p:spPr>
        <p:txBody>
          <a:bodyPr/>
          <a:lstStyle/>
          <a:p>
            <a:r>
              <a:rPr lang="en-ZA" b="1" dirty="0"/>
              <a:t>Add your detail, or brief explanation copy in this space here for the model. Not exceeding 3 lines of copy. </a:t>
            </a:r>
            <a:endParaRPr lang="en-GB" b="1" dirty="0"/>
          </a:p>
        </p:txBody>
      </p:sp>
      <p:sp>
        <p:nvSpPr>
          <p:cNvPr id="9" name="Text Placeholder 8">
            <a:extLst>
              <a:ext uri="{FF2B5EF4-FFF2-40B4-BE49-F238E27FC236}">
                <a16:creationId xmlns:a16="http://schemas.microsoft.com/office/drawing/2014/main" id="{49C77252-F4EF-BC4C-91C9-016430B4E78A}"/>
              </a:ext>
            </a:extLst>
          </p:cNvPr>
          <p:cNvSpPr>
            <a:spLocks noGrp="1"/>
          </p:cNvSpPr>
          <p:nvPr>
            <p:ph type="body" sz="quarter" idx="97"/>
          </p:nvPr>
        </p:nvSpPr>
        <p:spPr>
          <a:xfrm>
            <a:off x="6361612" y="5735788"/>
            <a:ext cx="2037806" cy="461665"/>
          </a:xfrm>
        </p:spPr>
        <p:txBody>
          <a:bodyPr/>
          <a:lstStyle/>
          <a:p>
            <a:r>
              <a:rPr lang="en-ZA" b="1" dirty="0"/>
              <a:t>Add your detail, or brief explanation copy in this space here for the model. Not exceeding 3 lines of copy. </a:t>
            </a:r>
            <a:endParaRPr lang="en-GB" b="1" dirty="0"/>
          </a:p>
        </p:txBody>
      </p:sp>
      <p:sp>
        <p:nvSpPr>
          <p:cNvPr id="10" name="Text Placeholder 9">
            <a:extLst>
              <a:ext uri="{FF2B5EF4-FFF2-40B4-BE49-F238E27FC236}">
                <a16:creationId xmlns:a16="http://schemas.microsoft.com/office/drawing/2014/main" id="{553A6DBC-7F42-8848-BB96-6A2D6FCCB241}"/>
              </a:ext>
            </a:extLst>
          </p:cNvPr>
          <p:cNvSpPr>
            <a:spLocks noGrp="1"/>
          </p:cNvSpPr>
          <p:nvPr>
            <p:ph type="body" sz="quarter" idx="98"/>
          </p:nvPr>
        </p:nvSpPr>
        <p:spPr>
          <a:xfrm>
            <a:off x="9031349" y="5735788"/>
            <a:ext cx="2032680" cy="461665"/>
          </a:xfrm>
        </p:spPr>
        <p:txBody>
          <a:bodyPr/>
          <a:lstStyle/>
          <a:p>
            <a:r>
              <a:rPr lang="en-ZA" b="1" dirty="0"/>
              <a:t>Add your detail, or brief explanation copy in this space here for the model. Not exceeding 3 lines of copy. </a:t>
            </a:r>
            <a:endParaRPr lang="en-GB" b="1" dirty="0"/>
          </a:p>
        </p:txBody>
      </p:sp>
      <p:sp>
        <p:nvSpPr>
          <p:cNvPr id="11" name="Text Placeholder 10">
            <a:extLst>
              <a:ext uri="{FF2B5EF4-FFF2-40B4-BE49-F238E27FC236}">
                <a16:creationId xmlns:a16="http://schemas.microsoft.com/office/drawing/2014/main" id="{438A0202-64D5-8A74-8224-77FFAACB84B6}"/>
              </a:ext>
            </a:extLst>
          </p:cNvPr>
          <p:cNvSpPr>
            <a:spLocks noGrp="1"/>
          </p:cNvSpPr>
          <p:nvPr>
            <p:ph type="body" sz="quarter" idx="99"/>
          </p:nvPr>
        </p:nvSpPr>
        <p:spPr>
          <a:xfrm>
            <a:off x="1058091" y="5735788"/>
            <a:ext cx="2037806" cy="461665"/>
          </a:xfrm>
        </p:spPr>
        <p:txBody>
          <a:bodyPr/>
          <a:lstStyle/>
          <a:p>
            <a:r>
              <a:rPr lang="en-ZA" b="1" dirty="0"/>
              <a:t>Add your detail, or brief explanation copy in this space here for the model. Not exceeding 3 lines of copy. </a:t>
            </a:r>
            <a:endParaRPr lang="en-GB" b="1" dirty="0"/>
          </a:p>
        </p:txBody>
      </p:sp>
      <p:sp>
        <p:nvSpPr>
          <p:cNvPr id="12" name="Text Placeholder 11">
            <a:extLst>
              <a:ext uri="{FF2B5EF4-FFF2-40B4-BE49-F238E27FC236}">
                <a16:creationId xmlns:a16="http://schemas.microsoft.com/office/drawing/2014/main" id="{65206A1F-5354-54E9-F07A-3CAC1282E7B8}"/>
              </a:ext>
            </a:extLst>
          </p:cNvPr>
          <p:cNvSpPr>
            <a:spLocks noGrp="1"/>
          </p:cNvSpPr>
          <p:nvPr>
            <p:ph type="body" sz="quarter" idx="82"/>
          </p:nvPr>
        </p:nvSpPr>
        <p:spPr>
          <a:xfrm>
            <a:off x="1419882" y="3587163"/>
            <a:ext cx="1314223" cy="882934"/>
          </a:xfrm>
        </p:spPr>
        <p:txBody>
          <a:bodyPr/>
          <a:lstStyle/>
          <a:p>
            <a:r>
              <a:rPr lang="en-US" dirty="0"/>
              <a:t>Insert descriptive text here. No longer than 6 lines maximum. Insert introductory text.</a:t>
            </a:r>
            <a:endParaRPr lang="en-ZA" dirty="0"/>
          </a:p>
        </p:txBody>
      </p:sp>
      <p:sp>
        <p:nvSpPr>
          <p:cNvPr id="13" name="Text Placeholder 12">
            <a:extLst>
              <a:ext uri="{FF2B5EF4-FFF2-40B4-BE49-F238E27FC236}">
                <a16:creationId xmlns:a16="http://schemas.microsoft.com/office/drawing/2014/main" id="{644A6F4B-BD40-09E7-DF64-DCD5D53E9F25}"/>
              </a:ext>
            </a:extLst>
          </p:cNvPr>
          <p:cNvSpPr>
            <a:spLocks noGrp="1"/>
          </p:cNvSpPr>
          <p:nvPr>
            <p:ph type="body" sz="quarter" idx="100"/>
          </p:nvPr>
        </p:nvSpPr>
        <p:spPr>
          <a:xfrm>
            <a:off x="4077033" y="3587163"/>
            <a:ext cx="1314000" cy="882934"/>
          </a:xfrm>
        </p:spPr>
        <p:txBody>
          <a:bodyPr/>
          <a:lstStyle/>
          <a:p>
            <a:r>
              <a:rPr lang="en-US" dirty="0"/>
              <a:t>Insert descriptive text here. No longer than 6 lines maximum. Insert introductory text.</a:t>
            </a:r>
            <a:endParaRPr lang="en-ZA" dirty="0"/>
          </a:p>
        </p:txBody>
      </p:sp>
      <p:sp>
        <p:nvSpPr>
          <p:cNvPr id="14" name="Text Placeholder 13">
            <a:extLst>
              <a:ext uri="{FF2B5EF4-FFF2-40B4-BE49-F238E27FC236}">
                <a16:creationId xmlns:a16="http://schemas.microsoft.com/office/drawing/2014/main" id="{D1362AC7-A116-2E86-B585-FC7B4680148F}"/>
              </a:ext>
            </a:extLst>
          </p:cNvPr>
          <p:cNvSpPr>
            <a:spLocks noGrp="1"/>
          </p:cNvSpPr>
          <p:nvPr>
            <p:ph type="body" sz="quarter" idx="103"/>
          </p:nvPr>
        </p:nvSpPr>
        <p:spPr>
          <a:xfrm>
            <a:off x="6722901" y="3587163"/>
            <a:ext cx="1314000" cy="882934"/>
          </a:xfrm>
        </p:spPr>
        <p:txBody>
          <a:bodyPr/>
          <a:lstStyle/>
          <a:p>
            <a:r>
              <a:rPr lang="en-US" dirty="0"/>
              <a:t>Insert descriptive text here. No longer than 6 lines maximum. Insert introductory text.</a:t>
            </a:r>
            <a:endParaRPr lang="en-ZA" dirty="0"/>
          </a:p>
        </p:txBody>
      </p:sp>
      <p:sp>
        <p:nvSpPr>
          <p:cNvPr id="15" name="Text Placeholder 14">
            <a:extLst>
              <a:ext uri="{FF2B5EF4-FFF2-40B4-BE49-F238E27FC236}">
                <a16:creationId xmlns:a16="http://schemas.microsoft.com/office/drawing/2014/main" id="{1A7D2614-A8A1-A1EB-5D71-E6081B503D37}"/>
              </a:ext>
            </a:extLst>
          </p:cNvPr>
          <p:cNvSpPr>
            <a:spLocks noGrp="1"/>
          </p:cNvSpPr>
          <p:nvPr>
            <p:ph type="body" sz="quarter" idx="104"/>
          </p:nvPr>
        </p:nvSpPr>
        <p:spPr>
          <a:xfrm>
            <a:off x="9390689" y="3587163"/>
            <a:ext cx="1314000" cy="882934"/>
          </a:xfrm>
        </p:spPr>
        <p:txBody>
          <a:bodyPr/>
          <a:lstStyle/>
          <a:p>
            <a:r>
              <a:rPr lang="en-US" dirty="0"/>
              <a:t>Insert descriptive text here. No longer than 6 lines maximum. Insert introductory text.</a:t>
            </a:r>
            <a:endParaRPr lang="en-ZA" dirty="0"/>
          </a:p>
        </p:txBody>
      </p:sp>
    </p:spTree>
    <p:extLst>
      <p:ext uri="{BB962C8B-B14F-4D97-AF65-F5344CB8AC3E}">
        <p14:creationId xmlns:p14="http://schemas.microsoft.com/office/powerpoint/2010/main" val="420993416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p11.s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84978-D20F-1AD9-34B2-0B35EFE4E8A3}"/>
              </a:ext>
            </a:extLst>
          </p:cNvPr>
          <p:cNvSpPr>
            <a:spLocks noGrp="1"/>
          </p:cNvSpPr>
          <p:nvPr>
            <p:ph type="ctrTitle"/>
          </p:nvPr>
        </p:nvSpPr>
        <p:spPr/>
        <p:txBody>
          <a:bodyPr/>
          <a:lstStyle/>
          <a:p>
            <a:r>
              <a:rPr lang="en-ZA" dirty="0"/>
              <a:t>YOUR ONE LINE HEADING GOES HERE</a:t>
            </a:r>
            <a:endParaRPr lang="en-GB" dirty="0"/>
          </a:p>
        </p:txBody>
      </p:sp>
      <p:sp>
        <p:nvSpPr>
          <p:cNvPr id="3" name="Text Placeholder 2">
            <a:extLst>
              <a:ext uri="{FF2B5EF4-FFF2-40B4-BE49-F238E27FC236}">
                <a16:creationId xmlns:a16="http://schemas.microsoft.com/office/drawing/2014/main" id="{8C00B000-F996-6B38-0086-B3F5E337D32D}"/>
              </a:ext>
            </a:extLst>
          </p:cNvPr>
          <p:cNvSpPr>
            <a:spLocks noGrp="1"/>
          </p:cNvSpPr>
          <p:nvPr>
            <p:ph type="body" sz="quarter" idx="81"/>
          </p:nvPr>
        </p:nvSpPr>
        <p:spPr>
          <a:xfrm>
            <a:off x="7349053" y="3910396"/>
            <a:ext cx="1937587" cy="384721"/>
          </a:xfrm>
        </p:spPr>
        <p:txBody>
          <a:bodyPr/>
          <a:lstStyle/>
          <a:p>
            <a:r>
              <a:rPr lang="en-ZA" sz="1400" dirty="0"/>
              <a:t>COMMUNICATION OF EXPERIENCES</a:t>
            </a:r>
            <a:endParaRPr lang="en-GB" sz="1400" dirty="0"/>
          </a:p>
        </p:txBody>
      </p:sp>
      <p:sp>
        <p:nvSpPr>
          <p:cNvPr id="4" name="Text Placeholder 3">
            <a:extLst>
              <a:ext uri="{FF2B5EF4-FFF2-40B4-BE49-F238E27FC236}">
                <a16:creationId xmlns:a16="http://schemas.microsoft.com/office/drawing/2014/main" id="{D79D3478-81B5-5634-D57C-FEB1416948CE}"/>
              </a:ext>
            </a:extLst>
          </p:cNvPr>
          <p:cNvSpPr>
            <a:spLocks noGrp="1"/>
          </p:cNvSpPr>
          <p:nvPr>
            <p:ph type="body" sz="quarter" idx="82"/>
          </p:nvPr>
        </p:nvSpPr>
        <p:spPr>
          <a:xfrm>
            <a:off x="2902666" y="3913418"/>
            <a:ext cx="1940282" cy="384721"/>
          </a:xfrm>
        </p:spPr>
        <p:txBody>
          <a:bodyPr/>
          <a:lstStyle/>
          <a:p>
            <a:r>
              <a:rPr lang="en-ZA" sz="1400" dirty="0"/>
              <a:t>DEVELOPMENT</a:t>
            </a:r>
            <a:br>
              <a:rPr lang="en-ZA" sz="1400" dirty="0"/>
            </a:br>
            <a:r>
              <a:rPr lang="en-ZA" sz="1400" dirty="0"/>
              <a:t>OF EXPERIENCES</a:t>
            </a:r>
            <a:endParaRPr lang="en-GB" sz="1400" dirty="0"/>
          </a:p>
        </p:txBody>
      </p:sp>
      <p:sp>
        <p:nvSpPr>
          <p:cNvPr id="5" name="Text Placeholder 4">
            <a:extLst>
              <a:ext uri="{FF2B5EF4-FFF2-40B4-BE49-F238E27FC236}">
                <a16:creationId xmlns:a16="http://schemas.microsoft.com/office/drawing/2014/main" id="{62983C31-2B53-84B4-BD43-FB69B01CD032}"/>
              </a:ext>
            </a:extLst>
          </p:cNvPr>
          <p:cNvSpPr>
            <a:spLocks noGrp="1"/>
          </p:cNvSpPr>
          <p:nvPr>
            <p:ph type="body" sz="quarter" idx="83"/>
          </p:nvPr>
        </p:nvSpPr>
        <p:spPr/>
        <p:txBody>
          <a:bodyPr/>
          <a:lstStyle/>
          <a:p>
            <a:r>
              <a:rPr lang="en-ZA" dirty="0"/>
              <a:t>STORYTELLERS</a:t>
            </a:r>
            <a:endParaRPr lang="en-GB" dirty="0"/>
          </a:p>
        </p:txBody>
      </p:sp>
      <p:sp>
        <p:nvSpPr>
          <p:cNvPr id="6" name="Text Placeholder 5">
            <a:extLst>
              <a:ext uri="{FF2B5EF4-FFF2-40B4-BE49-F238E27FC236}">
                <a16:creationId xmlns:a16="http://schemas.microsoft.com/office/drawing/2014/main" id="{A4DE8F8D-88AB-2FCC-D2EC-1E8F82DEAC99}"/>
              </a:ext>
            </a:extLst>
          </p:cNvPr>
          <p:cNvSpPr>
            <a:spLocks noGrp="1"/>
          </p:cNvSpPr>
          <p:nvPr>
            <p:ph type="body" sz="quarter" idx="84"/>
          </p:nvPr>
        </p:nvSpPr>
        <p:spPr/>
        <p:txBody>
          <a:bodyPr/>
          <a:lstStyle/>
          <a:p>
            <a:r>
              <a:rPr lang="en-ZA" dirty="0"/>
              <a:t>EXPERIENCES</a:t>
            </a:r>
            <a:endParaRPr lang="en-GB" dirty="0"/>
          </a:p>
        </p:txBody>
      </p:sp>
      <p:sp>
        <p:nvSpPr>
          <p:cNvPr id="7" name="Text Placeholder 6">
            <a:extLst>
              <a:ext uri="{FF2B5EF4-FFF2-40B4-BE49-F238E27FC236}">
                <a16:creationId xmlns:a16="http://schemas.microsoft.com/office/drawing/2014/main" id="{3DE6D6B6-77EB-A9DB-2E53-AA227171CA1C}"/>
              </a:ext>
            </a:extLst>
          </p:cNvPr>
          <p:cNvSpPr>
            <a:spLocks noGrp="1"/>
          </p:cNvSpPr>
          <p:nvPr>
            <p:ph type="body" sz="quarter" idx="85"/>
          </p:nvPr>
        </p:nvSpPr>
        <p:spPr/>
        <p:txBody>
          <a:bodyPr/>
          <a:lstStyle/>
          <a:p>
            <a:r>
              <a:rPr lang="en-ZA" dirty="0"/>
              <a:t>AUDIENCE</a:t>
            </a:r>
            <a:endParaRPr lang="en-GB" dirty="0"/>
          </a:p>
        </p:txBody>
      </p:sp>
      <p:sp>
        <p:nvSpPr>
          <p:cNvPr id="8" name="Text Placeholder 7">
            <a:extLst>
              <a:ext uri="{FF2B5EF4-FFF2-40B4-BE49-F238E27FC236}">
                <a16:creationId xmlns:a16="http://schemas.microsoft.com/office/drawing/2014/main" id="{99688E97-1442-FB9A-7C8E-7B362C0767F0}"/>
              </a:ext>
            </a:extLst>
          </p:cNvPr>
          <p:cNvSpPr>
            <a:spLocks noGrp="1"/>
          </p:cNvSpPr>
          <p:nvPr>
            <p:ph type="body" sz="quarter" idx="86"/>
          </p:nvPr>
        </p:nvSpPr>
        <p:spPr/>
        <p:txBody>
          <a:bodyPr/>
          <a:lstStyle/>
          <a:p>
            <a:r>
              <a:rPr lang="en-ZA" dirty="0"/>
              <a:t>CHANNELS</a:t>
            </a:r>
            <a:endParaRPr lang="en-GB" dirty="0"/>
          </a:p>
        </p:txBody>
      </p:sp>
      <p:sp>
        <p:nvSpPr>
          <p:cNvPr id="9" name="Text Placeholder 8">
            <a:extLst>
              <a:ext uri="{FF2B5EF4-FFF2-40B4-BE49-F238E27FC236}">
                <a16:creationId xmlns:a16="http://schemas.microsoft.com/office/drawing/2014/main" id="{A5B5B2F9-D368-F5CE-4587-4E4C3779B7A2}"/>
              </a:ext>
            </a:extLst>
          </p:cNvPr>
          <p:cNvSpPr>
            <a:spLocks noGrp="1"/>
          </p:cNvSpPr>
          <p:nvPr>
            <p:ph type="body" sz="quarter" idx="87"/>
          </p:nvPr>
        </p:nvSpPr>
        <p:spPr/>
        <p:txBody>
          <a:bodyPr/>
          <a:lstStyle/>
          <a:p>
            <a:r>
              <a:rPr lang="en-ZA" dirty="0"/>
              <a:t>Add your copy in this space here for this section</a:t>
            </a:r>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endParaRPr lang="en-GB" dirty="0"/>
          </a:p>
        </p:txBody>
      </p:sp>
      <p:sp>
        <p:nvSpPr>
          <p:cNvPr id="10" name="Text Placeholder 9">
            <a:extLst>
              <a:ext uri="{FF2B5EF4-FFF2-40B4-BE49-F238E27FC236}">
                <a16:creationId xmlns:a16="http://schemas.microsoft.com/office/drawing/2014/main" id="{B694E986-476C-711B-345B-D4D9F2604C38}"/>
              </a:ext>
            </a:extLst>
          </p:cNvPr>
          <p:cNvSpPr>
            <a:spLocks noGrp="1"/>
          </p:cNvSpPr>
          <p:nvPr>
            <p:ph type="body" sz="quarter" idx="88"/>
          </p:nvPr>
        </p:nvSpPr>
        <p:spPr>
          <a:xfrm>
            <a:off x="776161" y="2300973"/>
            <a:ext cx="1676398" cy="256480"/>
          </a:xfrm>
        </p:spPr>
        <p:txBody>
          <a:bodyPr/>
          <a:lstStyle/>
          <a:p>
            <a:r>
              <a:rPr lang="en-ZA" dirty="0"/>
              <a:t>Your heading here over maximum two lines</a:t>
            </a:r>
            <a:endParaRPr lang="en-GB" dirty="0"/>
          </a:p>
        </p:txBody>
      </p:sp>
      <p:sp>
        <p:nvSpPr>
          <p:cNvPr id="11" name="Text Placeholder 10">
            <a:extLst>
              <a:ext uri="{FF2B5EF4-FFF2-40B4-BE49-F238E27FC236}">
                <a16:creationId xmlns:a16="http://schemas.microsoft.com/office/drawing/2014/main" id="{A2B54A3A-2376-A906-CDD4-B2B2904DCFE7}"/>
              </a:ext>
            </a:extLst>
          </p:cNvPr>
          <p:cNvSpPr>
            <a:spLocks noGrp="1"/>
          </p:cNvSpPr>
          <p:nvPr>
            <p:ph type="body" sz="quarter" idx="89"/>
          </p:nvPr>
        </p:nvSpPr>
        <p:spPr/>
        <p:txBody>
          <a:bodyPr/>
          <a:lstStyle/>
          <a:p>
            <a:r>
              <a:rPr lang="en-ZA" dirty="0"/>
              <a:t>STORIES</a:t>
            </a:r>
            <a:endParaRPr lang="en-GB" dirty="0"/>
          </a:p>
        </p:txBody>
      </p:sp>
      <p:sp>
        <p:nvSpPr>
          <p:cNvPr id="12" name="Text Placeholder 11">
            <a:extLst>
              <a:ext uri="{FF2B5EF4-FFF2-40B4-BE49-F238E27FC236}">
                <a16:creationId xmlns:a16="http://schemas.microsoft.com/office/drawing/2014/main" id="{3E1A8E53-B7F3-BE9C-25C5-5C818DBC9BC4}"/>
              </a:ext>
            </a:extLst>
          </p:cNvPr>
          <p:cNvSpPr>
            <a:spLocks noGrp="1"/>
          </p:cNvSpPr>
          <p:nvPr>
            <p:ph type="body" sz="quarter" idx="90"/>
          </p:nvPr>
        </p:nvSpPr>
        <p:spPr/>
        <p:txBody>
          <a:bodyPr/>
          <a:lstStyle/>
          <a:p>
            <a:r>
              <a:rPr lang="en-ZA" dirty="0"/>
              <a:t>Add your copy in this space here for this section</a:t>
            </a:r>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a:p>
            <a:r>
              <a:rPr lang="en-ZA" dirty="0"/>
              <a:t>Add your copy in this space here for this section</a:t>
            </a:r>
            <a:endParaRPr lang="en-GB" dirty="0"/>
          </a:p>
        </p:txBody>
      </p:sp>
      <p:sp>
        <p:nvSpPr>
          <p:cNvPr id="13" name="Text Placeholder 12">
            <a:extLst>
              <a:ext uri="{FF2B5EF4-FFF2-40B4-BE49-F238E27FC236}">
                <a16:creationId xmlns:a16="http://schemas.microsoft.com/office/drawing/2014/main" id="{9B9601BE-27DA-884E-2769-6001F17E7F68}"/>
              </a:ext>
            </a:extLst>
          </p:cNvPr>
          <p:cNvSpPr>
            <a:spLocks noGrp="1"/>
          </p:cNvSpPr>
          <p:nvPr>
            <p:ph type="body" sz="quarter" idx="91"/>
          </p:nvPr>
        </p:nvSpPr>
        <p:spPr>
          <a:xfrm>
            <a:off x="9736745" y="2300972"/>
            <a:ext cx="1676398" cy="256480"/>
          </a:xfrm>
        </p:spPr>
        <p:txBody>
          <a:bodyPr/>
          <a:lstStyle/>
          <a:p>
            <a:r>
              <a:rPr lang="en-ZA" dirty="0"/>
              <a:t>Your heading here over maximum two lines</a:t>
            </a:r>
            <a:endParaRPr lang="en-GB" dirty="0"/>
          </a:p>
        </p:txBody>
      </p:sp>
    </p:spTree>
    <p:extLst>
      <p:ext uri="{BB962C8B-B14F-4D97-AF65-F5344CB8AC3E}">
        <p14:creationId xmlns:p14="http://schemas.microsoft.com/office/powerpoint/2010/main" val="72725872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p11.s11">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CC16C564-89F4-5BD4-3701-3273C644DE80}"/>
              </a:ext>
            </a:extLst>
          </p:cNvPr>
          <p:cNvSpPr txBox="1"/>
          <p:nvPr userDrawn="1"/>
        </p:nvSpPr>
        <p:spPr>
          <a:xfrm>
            <a:off x="8769088" y="1819138"/>
            <a:ext cx="2870450" cy="153888"/>
          </a:xfrm>
          <a:prstGeom prst="rect">
            <a:avLst/>
          </a:prstGeom>
          <a:noFill/>
        </p:spPr>
        <p:txBody>
          <a:bodyPr wrap="square" lIns="0" tIns="0" rIns="0" bIns="0" rtlCol="0">
            <a:spAutoFit/>
          </a:bodyPr>
          <a:lstStyle/>
          <a:p>
            <a:r>
              <a:rPr lang="en-ZA" sz="1000" b="1" spc="40" baseline="0" dirty="0">
                <a:solidFill>
                  <a:schemeClr val="accent6"/>
                </a:solidFill>
                <a:latin typeface="+mj-lt"/>
              </a:rPr>
              <a:t>WEAKNESS</a:t>
            </a:r>
            <a:endParaRPr lang="en-GB" sz="1000" b="1" spc="40" baseline="0" dirty="0">
              <a:solidFill>
                <a:schemeClr val="accent6"/>
              </a:solidFill>
              <a:latin typeface="+mj-lt"/>
            </a:endParaRPr>
          </a:p>
        </p:txBody>
      </p:sp>
      <p:sp>
        <p:nvSpPr>
          <p:cNvPr id="63" name="TextBox 62">
            <a:extLst>
              <a:ext uri="{FF2B5EF4-FFF2-40B4-BE49-F238E27FC236}">
                <a16:creationId xmlns:a16="http://schemas.microsoft.com/office/drawing/2014/main" id="{32C0EAD5-A432-1883-1262-71CDB9204627}"/>
              </a:ext>
            </a:extLst>
          </p:cNvPr>
          <p:cNvSpPr txBox="1"/>
          <p:nvPr userDrawn="1"/>
        </p:nvSpPr>
        <p:spPr>
          <a:xfrm>
            <a:off x="8769088" y="4377217"/>
            <a:ext cx="2870450" cy="153888"/>
          </a:xfrm>
          <a:prstGeom prst="rect">
            <a:avLst/>
          </a:prstGeom>
          <a:noFill/>
        </p:spPr>
        <p:txBody>
          <a:bodyPr wrap="square" lIns="0" tIns="0" rIns="0" bIns="0" rtlCol="0">
            <a:spAutoFit/>
          </a:bodyPr>
          <a:lstStyle/>
          <a:p>
            <a:r>
              <a:rPr lang="en-ZA" sz="1000" b="1" spc="40" baseline="0" dirty="0">
                <a:solidFill>
                  <a:schemeClr val="accent3"/>
                </a:solidFill>
                <a:latin typeface="+mj-lt"/>
              </a:rPr>
              <a:t>THREAT</a:t>
            </a:r>
            <a:endParaRPr lang="en-GB" sz="1000" b="1" spc="40" baseline="0" dirty="0">
              <a:solidFill>
                <a:schemeClr val="accent3"/>
              </a:solidFill>
              <a:latin typeface="+mj-lt"/>
            </a:endParaRPr>
          </a:p>
        </p:txBody>
      </p:sp>
      <p:sp>
        <p:nvSpPr>
          <p:cNvPr id="65" name="TextBox 64">
            <a:extLst>
              <a:ext uri="{FF2B5EF4-FFF2-40B4-BE49-F238E27FC236}">
                <a16:creationId xmlns:a16="http://schemas.microsoft.com/office/drawing/2014/main" id="{9B5FE653-8C33-A5F4-FAD6-5ECE7839D8A9}"/>
              </a:ext>
            </a:extLst>
          </p:cNvPr>
          <p:cNvSpPr txBox="1"/>
          <p:nvPr userDrawn="1"/>
        </p:nvSpPr>
        <p:spPr>
          <a:xfrm>
            <a:off x="588165" y="1829607"/>
            <a:ext cx="2870450" cy="153888"/>
          </a:xfrm>
          <a:prstGeom prst="rect">
            <a:avLst/>
          </a:prstGeom>
          <a:noFill/>
        </p:spPr>
        <p:txBody>
          <a:bodyPr wrap="square" lIns="0" tIns="0" rIns="0" bIns="0" rtlCol="0">
            <a:spAutoFit/>
          </a:bodyPr>
          <a:lstStyle/>
          <a:p>
            <a:r>
              <a:rPr lang="en-ZA" sz="1000" b="1" spc="40" baseline="0" dirty="0">
                <a:solidFill>
                  <a:schemeClr val="accent2"/>
                </a:solidFill>
                <a:latin typeface="+mj-lt"/>
              </a:rPr>
              <a:t>STRENGTH</a:t>
            </a:r>
            <a:endParaRPr lang="en-GB" sz="1000" b="1" spc="40" baseline="0" dirty="0">
              <a:solidFill>
                <a:schemeClr val="accent2"/>
              </a:solidFill>
              <a:latin typeface="+mj-lt"/>
            </a:endParaRPr>
          </a:p>
        </p:txBody>
      </p:sp>
      <p:sp>
        <p:nvSpPr>
          <p:cNvPr id="68" name="TextBox 67">
            <a:extLst>
              <a:ext uri="{FF2B5EF4-FFF2-40B4-BE49-F238E27FC236}">
                <a16:creationId xmlns:a16="http://schemas.microsoft.com/office/drawing/2014/main" id="{11F08EBF-46C9-F5E5-7991-34FC96279936}"/>
              </a:ext>
            </a:extLst>
          </p:cNvPr>
          <p:cNvSpPr txBox="1"/>
          <p:nvPr userDrawn="1"/>
        </p:nvSpPr>
        <p:spPr>
          <a:xfrm>
            <a:off x="588165" y="4387686"/>
            <a:ext cx="2870450" cy="153888"/>
          </a:xfrm>
          <a:prstGeom prst="rect">
            <a:avLst/>
          </a:prstGeom>
          <a:noFill/>
        </p:spPr>
        <p:txBody>
          <a:bodyPr wrap="square" lIns="0" tIns="0" rIns="0" bIns="0" rtlCol="0">
            <a:spAutoFit/>
          </a:bodyPr>
          <a:lstStyle/>
          <a:p>
            <a:r>
              <a:rPr lang="en-ZA" sz="1000" b="1" spc="40" baseline="0" dirty="0">
                <a:solidFill>
                  <a:schemeClr val="accent4"/>
                </a:solidFill>
                <a:latin typeface="+mj-lt"/>
              </a:rPr>
              <a:t>OPPORTUNITY</a:t>
            </a:r>
            <a:endParaRPr lang="en-GB" sz="1000" b="1" spc="40" baseline="0" dirty="0">
              <a:solidFill>
                <a:schemeClr val="accent4"/>
              </a:solidFill>
              <a:latin typeface="+mj-lt"/>
            </a:endParaRPr>
          </a:p>
        </p:txBody>
      </p:sp>
      <p:grpSp>
        <p:nvGrpSpPr>
          <p:cNvPr id="78" name="Group 77">
            <a:extLst>
              <a:ext uri="{FF2B5EF4-FFF2-40B4-BE49-F238E27FC236}">
                <a16:creationId xmlns:a16="http://schemas.microsoft.com/office/drawing/2014/main" id="{FF0362E9-5069-37E8-8ECB-0EE78B8466BF}"/>
              </a:ext>
            </a:extLst>
          </p:cNvPr>
          <p:cNvGrpSpPr>
            <a:grpSpLocks noGrp="1" noUngrp="1" noRot="1" noMove="1" noResize="1"/>
          </p:cNvGrpSpPr>
          <p:nvPr userDrawn="1"/>
        </p:nvGrpSpPr>
        <p:grpSpPr>
          <a:xfrm>
            <a:off x="3731666" y="1382123"/>
            <a:ext cx="4728670" cy="5148981"/>
            <a:chOff x="3731666" y="1382123"/>
            <a:chExt cx="4728670" cy="5148981"/>
          </a:xfrm>
        </p:grpSpPr>
        <p:sp>
          <p:nvSpPr>
            <p:cNvPr id="36" name="Oval 35">
              <a:extLst>
                <a:ext uri="{FF2B5EF4-FFF2-40B4-BE49-F238E27FC236}">
                  <a16:creationId xmlns:a16="http://schemas.microsoft.com/office/drawing/2014/main" id="{A6A06522-F8B3-7281-6A32-025129D95FD1}"/>
                </a:ext>
              </a:extLst>
            </p:cNvPr>
            <p:cNvSpPr>
              <a:spLocks noGrp="1" noRot="1" noMove="1" noResize="1" noEditPoints="1" noAdjustHandles="1" noChangeArrowheads="1" noChangeShapeType="1"/>
            </p:cNvSpPr>
            <p:nvPr userDrawn="1"/>
          </p:nvSpPr>
          <p:spPr>
            <a:xfrm>
              <a:off x="3731666" y="1802442"/>
              <a:ext cx="4728670" cy="4728662"/>
            </a:xfrm>
            <a:prstGeom prst="ellips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Connector 15">
              <a:extLst>
                <a:ext uri="{FF2B5EF4-FFF2-40B4-BE49-F238E27FC236}">
                  <a16:creationId xmlns:a16="http://schemas.microsoft.com/office/drawing/2014/main" id="{2BBC4686-AE3D-7460-6E17-80A22B3E85AE}"/>
                </a:ext>
              </a:extLst>
            </p:cNvPr>
            <p:cNvCxnSpPr>
              <a:cxnSpLocks noGrp="1" noRot="1" noMove="1" noResize="1" noEditPoints="1" noAdjustHandles="1" noChangeArrowheads="1" noChangeShapeType="1"/>
            </p:cNvCxnSpPr>
            <p:nvPr userDrawn="1"/>
          </p:nvCxnSpPr>
          <p:spPr>
            <a:xfrm>
              <a:off x="5312818" y="1382123"/>
              <a:ext cx="1566364" cy="0"/>
            </a:xfrm>
            <a:prstGeom prst="line">
              <a:avLst/>
            </a:prstGeom>
            <a:ln w="508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035AA4F1-C81C-D532-5E0E-2ACA92139771}"/>
                </a:ext>
              </a:extLst>
            </p:cNvPr>
            <p:cNvSpPr>
              <a:spLocks noGrp="1" noRot="1" noMove="1" noResize="1" noEditPoints="1" noAdjustHandles="1" noChangeArrowheads="1" noChangeShapeType="1"/>
            </p:cNvSpPr>
            <p:nvPr userDrawn="1"/>
          </p:nvSpPr>
          <p:spPr>
            <a:xfrm>
              <a:off x="4928802" y="2999576"/>
              <a:ext cx="2334398" cy="2334394"/>
            </a:xfrm>
            <a:prstGeom prst="ellipse">
              <a:avLst/>
            </a:prstGeom>
            <a:solidFill>
              <a:srgbClr val="EF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AFC67762-397B-3E89-2DE2-A3B9B65ADE9E}"/>
                </a:ext>
              </a:extLst>
            </p:cNvPr>
            <p:cNvSpPr>
              <a:spLocks noGrp="1" noRot="1" noMove="1" noResize="1" noEditPoints="1" noAdjustHandles="1" noChangeArrowheads="1" noChangeShapeType="1"/>
            </p:cNvSpPr>
            <p:nvPr userDrawn="1"/>
          </p:nvSpPr>
          <p:spPr>
            <a:xfrm>
              <a:off x="3747010" y="1819138"/>
              <a:ext cx="1411175" cy="141117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DB51DD50-A9A4-6F8A-6671-94D0B5B21A6C}"/>
                </a:ext>
              </a:extLst>
            </p:cNvPr>
            <p:cNvSpPr>
              <a:spLocks noGrp="1" noRot="1" noMove="1" noResize="1" noEditPoints="1" noAdjustHandles="1" noChangeArrowheads="1" noChangeShapeType="1"/>
            </p:cNvSpPr>
            <p:nvPr userDrawn="1"/>
          </p:nvSpPr>
          <p:spPr>
            <a:xfrm>
              <a:off x="7031103" y="5103234"/>
              <a:ext cx="1411175" cy="1411173"/>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535A9E21-573C-3E44-898E-B6A703859380}"/>
                </a:ext>
              </a:extLst>
            </p:cNvPr>
            <p:cNvSpPr>
              <a:spLocks noGrp="1" noRot="1" noMove="1" noResize="1" noEditPoints="1" noAdjustHandles="1" noChangeArrowheads="1" noChangeShapeType="1"/>
            </p:cNvSpPr>
            <p:nvPr userDrawn="1"/>
          </p:nvSpPr>
          <p:spPr>
            <a:xfrm>
              <a:off x="7032460" y="1819138"/>
              <a:ext cx="1411175" cy="141117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C17C8D1C-E71B-08D2-5AE4-1E6E262BD081}"/>
                </a:ext>
              </a:extLst>
            </p:cNvPr>
            <p:cNvSpPr>
              <a:spLocks noGrp="1" noRot="1" noMove="1" noResize="1" noEditPoints="1" noAdjustHandles="1" noChangeArrowheads="1" noChangeShapeType="1"/>
            </p:cNvSpPr>
            <p:nvPr userDrawn="1"/>
          </p:nvSpPr>
          <p:spPr>
            <a:xfrm>
              <a:off x="3741669" y="5103234"/>
              <a:ext cx="1411175" cy="141117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oup 28">
              <a:extLst>
                <a:ext uri="{FF2B5EF4-FFF2-40B4-BE49-F238E27FC236}">
                  <a16:creationId xmlns:a16="http://schemas.microsoft.com/office/drawing/2014/main" id="{5FF10C29-32FA-62C0-3296-1BAEC6514963}"/>
                </a:ext>
              </a:extLst>
            </p:cNvPr>
            <p:cNvGrpSpPr>
              <a:grpSpLocks noGrp="1" noUngrp="1" noRot="1" noMove="1" noResize="1"/>
            </p:cNvGrpSpPr>
            <p:nvPr userDrawn="1"/>
          </p:nvGrpSpPr>
          <p:grpSpPr>
            <a:xfrm>
              <a:off x="4987168" y="3046617"/>
              <a:ext cx="2216311" cy="2240300"/>
              <a:chOff x="4987168" y="2978249"/>
              <a:chExt cx="2216311" cy="2240300"/>
            </a:xfrm>
            <a:solidFill>
              <a:srgbClr val="D0D9E5"/>
            </a:solidFill>
          </p:grpSpPr>
          <p:sp>
            <p:nvSpPr>
              <p:cNvPr id="21" name="Arrow: Right 20">
                <a:extLst>
                  <a:ext uri="{FF2B5EF4-FFF2-40B4-BE49-F238E27FC236}">
                    <a16:creationId xmlns:a16="http://schemas.microsoft.com/office/drawing/2014/main" id="{72B59040-D739-E98B-EE3D-BC61580F56B3}"/>
                  </a:ext>
                </a:extLst>
              </p:cNvPr>
              <p:cNvSpPr>
                <a:spLocks noGrp="1" noRot="1" noMove="1" noResize="1" noEditPoints="1" noAdjustHandles="1" noChangeArrowheads="1" noChangeShapeType="1"/>
              </p:cNvSpPr>
              <p:nvPr userDrawn="1"/>
            </p:nvSpPr>
            <p:spPr>
              <a:xfrm rot="13500000">
                <a:off x="4974498" y="2990919"/>
                <a:ext cx="270445" cy="245106"/>
              </a:xfrm>
              <a:prstGeom prst="rightArrow">
                <a:avLst>
                  <a:gd name="adj1" fmla="val 49167"/>
                  <a:gd name="adj2" fmla="val 5695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Arrow: Right 27">
                <a:extLst>
                  <a:ext uri="{FF2B5EF4-FFF2-40B4-BE49-F238E27FC236}">
                    <a16:creationId xmlns:a16="http://schemas.microsoft.com/office/drawing/2014/main" id="{824B7365-81C3-42F2-0435-8DF5BA6BCADE}"/>
                  </a:ext>
                </a:extLst>
              </p:cNvPr>
              <p:cNvSpPr>
                <a:spLocks noGrp="1" noRot="1" noMove="1" noResize="1" noEditPoints="1" noAdjustHandles="1" noChangeArrowheads="1" noChangeShapeType="1"/>
              </p:cNvSpPr>
              <p:nvPr userDrawn="1"/>
            </p:nvSpPr>
            <p:spPr>
              <a:xfrm rot="2700000">
                <a:off x="6945703" y="4960774"/>
                <a:ext cx="270445" cy="245106"/>
              </a:xfrm>
              <a:prstGeom prst="rightArrow">
                <a:avLst>
                  <a:gd name="adj1" fmla="val 49167"/>
                  <a:gd name="adj2" fmla="val 5695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30" name="Group 29">
              <a:extLst>
                <a:ext uri="{FF2B5EF4-FFF2-40B4-BE49-F238E27FC236}">
                  <a16:creationId xmlns:a16="http://schemas.microsoft.com/office/drawing/2014/main" id="{011DB57D-A8AC-5DEB-5175-1F9CDA09A8C4}"/>
                </a:ext>
              </a:extLst>
            </p:cNvPr>
            <p:cNvGrpSpPr>
              <a:grpSpLocks noGrp="1" noUngrp="1" noRot="1" noMove="1" noResize="1"/>
            </p:cNvGrpSpPr>
            <p:nvPr userDrawn="1"/>
          </p:nvGrpSpPr>
          <p:grpSpPr>
            <a:xfrm flipH="1">
              <a:off x="4987168" y="3046617"/>
              <a:ext cx="2216311" cy="2240300"/>
              <a:chOff x="4987168" y="2978249"/>
              <a:chExt cx="2216311" cy="2240300"/>
            </a:xfrm>
            <a:solidFill>
              <a:srgbClr val="D0D9E5"/>
            </a:solidFill>
          </p:grpSpPr>
          <p:sp>
            <p:nvSpPr>
              <p:cNvPr id="31" name="Arrow: Right 30">
                <a:extLst>
                  <a:ext uri="{FF2B5EF4-FFF2-40B4-BE49-F238E27FC236}">
                    <a16:creationId xmlns:a16="http://schemas.microsoft.com/office/drawing/2014/main" id="{97FE0345-7BAA-4792-A700-4DDE39933954}"/>
                  </a:ext>
                </a:extLst>
              </p:cNvPr>
              <p:cNvSpPr>
                <a:spLocks noGrp="1" noRot="1" noMove="1" noResize="1" noEditPoints="1" noAdjustHandles="1" noChangeArrowheads="1" noChangeShapeType="1"/>
              </p:cNvSpPr>
              <p:nvPr userDrawn="1"/>
            </p:nvSpPr>
            <p:spPr>
              <a:xfrm rot="13500000">
                <a:off x="4974498" y="2990919"/>
                <a:ext cx="270445" cy="245106"/>
              </a:xfrm>
              <a:prstGeom prst="rightArrow">
                <a:avLst>
                  <a:gd name="adj1" fmla="val 49167"/>
                  <a:gd name="adj2" fmla="val 5695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2" name="Arrow: Right 31">
                <a:extLst>
                  <a:ext uri="{FF2B5EF4-FFF2-40B4-BE49-F238E27FC236}">
                    <a16:creationId xmlns:a16="http://schemas.microsoft.com/office/drawing/2014/main" id="{BE8C8B44-6691-584E-95C0-E5200BDD1F98}"/>
                  </a:ext>
                </a:extLst>
              </p:cNvPr>
              <p:cNvSpPr>
                <a:spLocks noGrp="1" noRot="1" noMove="1" noResize="1" noEditPoints="1" noAdjustHandles="1" noChangeArrowheads="1" noChangeShapeType="1"/>
              </p:cNvSpPr>
              <p:nvPr userDrawn="1"/>
            </p:nvSpPr>
            <p:spPr>
              <a:xfrm rot="2700000">
                <a:off x="6945703" y="4960774"/>
                <a:ext cx="270445" cy="245106"/>
              </a:xfrm>
              <a:prstGeom prst="rightArrow">
                <a:avLst>
                  <a:gd name="adj1" fmla="val 49167"/>
                  <a:gd name="adj2" fmla="val 5695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sp>
          <p:nvSpPr>
            <p:cNvPr id="53" name="Title 1">
              <a:extLst>
                <a:ext uri="{FF2B5EF4-FFF2-40B4-BE49-F238E27FC236}">
                  <a16:creationId xmlns:a16="http://schemas.microsoft.com/office/drawing/2014/main" id="{FB67D03E-C19A-4A35-7926-D823AB3CE1E6}"/>
                </a:ext>
              </a:extLst>
            </p:cNvPr>
            <p:cNvSpPr txBox="1">
              <a:spLocks noGrp="1" noRot="1" noMove="1" noResize="1" noEditPoints="1" noAdjustHandles="1" noChangeArrowheads="1" noChangeShapeType="1"/>
            </p:cNvSpPr>
            <p:nvPr userDrawn="1"/>
          </p:nvSpPr>
          <p:spPr>
            <a:xfrm>
              <a:off x="3748368" y="2165062"/>
              <a:ext cx="1404475" cy="719325"/>
            </a:xfrm>
            <a:prstGeom prst="rect">
              <a:avLst/>
            </a:prstGeom>
          </p:spPr>
          <p:txBody>
            <a:bodyPr lIns="0" tIns="54000" rIns="0" bIns="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4800" b="1" dirty="0">
                  <a:solidFill>
                    <a:schemeClr val="bg1"/>
                  </a:solidFill>
                </a:rPr>
                <a:t>S</a:t>
              </a:r>
              <a:endParaRPr lang="en-GB" sz="4800" b="1" dirty="0">
                <a:solidFill>
                  <a:schemeClr val="bg1"/>
                </a:solidFill>
              </a:endParaRPr>
            </a:p>
          </p:txBody>
        </p:sp>
        <p:sp>
          <p:nvSpPr>
            <p:cNvPr id="54" name="Title 1">
              <a:extLst>
                <a:ext uri="{FF2B5EF4-FFF2-40B4-BE49-F238E27FC236}">
                  <a16:creationId xmlns:a16="http://schemas.microsoft.com/office/drawing/2014/main" id="{EBC6BCBF-0895-35E9-AFD7-C125E3C03994}"/>
                </a:ext>
              </a:extLst>
            </p:cNvPr>
            <p:cNvSpPr txBox="1">
              <a:spLocks noGrp="1" noRot="1" noMove="1" noResize="1" noEditPoints="1" noAdjustHandles="1" noChangeArrowheads="1" noChangeShapeType="1"/>
            </p:cNvSpPr>
            <p:nvPr userDrawn="1"/>
          </p:nvSpPr>
          <p:spPr>
            <a:xfrm>
              <a:off x="7049163" y="2151487"/>
              <a:ext cx="1386333" cy="719325"/>
            </a:xfrm>
            <a:prstGeom prst="rect">
              <a:avLst/>
            </a:prstGeom>
          </p:spPr>
          <p:txBody>
            <a:bodyPr lIns="0" tIns="54000" rIns="0" bIns="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4800" b="1" dirty="0">
                  <a:solidFill>
                    <a:schemeClr val="bg1"/>
                  </a:solidFill>
                </a:rPr>
                <a:t>W</a:t>
              </a:r>
              <a:endParaRPr lang="en-GB" sz="4800" b="1" dirty="0">
                <a:solidFill>
                  <a:schemeClr val="bg1"/>
                </a:solidFill>
              </a:endParaRPr>
            </a:p>
          </p:txBody>
        </p:sp>
        <p:sp>
          <p:nvSpPr>
            <p:cNvPr id="55" name="Title 1">
              <a:extLst>
                <a:ext uri="{FF2B5EF4-FFF2-40B4-BE49-F238E27FC236}">
                  <a16:creationId xmlns:a16="http://schemas.microsoft.com/office/drawing/2014/main" id="{B8CE02DB-08D7-77F9-CBF9-998528D51F5A}"/>
                </a:ext>
              </a:extLst>
            </p:cNvPr>
            <p:cNvSpPr txBox="1">
              <a:spLocks noGrp="1" noRot="1" noMove="1" noResize="1" noEditPoints="1" noAdjustHandles="1" noChangeArrowheads="1" noChangeShapeType="1"/>
            </p:cNvSpPr>
            <p:nvPr userDrawn="1"/>
          </p:nvSpPr>
          <p:spPr>
            <a:xfrm>
              <a:off x="3741669" y="5449158"/>
              <a:ext cx="1404475" cy="719325"/>
            </a:xfrm>
            <a:prstGeom prst="rect">
              <a:avLst/>
            </a:prstGeom>
          </p:spPr>
          <p:txBody>
            <a:bodyPr lIns="0" tIns="54000" rIns="0" bIns="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4800" b="1" dirty="0">
                  <a:solidFill>
                    <a:schemeClr val="bg1"/>
                  </a:solidFill>
                </a:rPr>
                <a:t>O</a:t>
              </a:r>
              <a:endParaRPr lang="en-GB" sz="4800" b="1" dirty="0">
                <a:solidFill>
                  <a:schemeClr val="bg1"/>
                </a:solidFill>
              </a:endParaRPr>
            </a:p>
          </p:txBody>
        </p:sp>
        <p:sp>
          <p:nvSpPr>
            <p:cNvPr id="56" name="Title 1">
              <a:extLst>
                <a:ext uri="{FF2B5EF4-FFF2-40B4-BE49-F238E27FC236}">
                  <a16:creationId xmlns:a16="http://schemas.microsoft.com/office/drawing/2014/main" id="{963BFE25-25F1-D6ED-A7B6-CDF8B00B38EA}"/>
                </a:ext>
              </a:extLst>
            </p:cNvPr>
            <p:cNvSpPr txBox="1">
              <a:spLocks noGrp="1" noRot="1" noMove="1" noResize="1" noEditPoints="1" noAdjustHandles="1" noChangeArrowheads="1" noChangeShapeType="1"/>
            </p:cNvSpPr>
            <p:nvPr userDrawn="1"/>
          </p:nvSpPr>
          <p:spPr>
            <a:xfrm>
              <a:off x="7031103" y="5462723"/>
              <a:ext cx="1386333" cy="719325"/>
            </a:xfrm>
            <a:prstGeom prst="rect">
              <a:avLst/>
            </a:prstGeom>
          </p:spPr>
          <p:txBody>
            <a:bodyPr lIns="0" tIns="54000" rIns="0" bIns="0" anchor="ctr" anchorCtr="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4800" b="1" dirty="0">
                  <a:solidFill>
                    <a:schemeClr val="bg1"/>
                  </a:solidFill>
                </a:rPr>
                <a:t>T</a:t>
              </a:r>
              <a:endParaRPr lang="en-GB" sz="4800" b="1" dirty="0">
                <a:solidFill>
                  <a:schemeClr val="bg1"/>
                </a:solidFill>
              </a:endParaRPr>
            </a:p>
          </p:txBody>
        </p:sp>
        <p:grpSp>
          <p:nvGrpSpPr>
            <p:cNvPr id="73" name="Group 72">
              <a:extLst>
                <a:ext uri="{FF2B5EF4-FFF2-40B4-BE49-F238E27FC236}">
                  <a16:creationId xmlns:a16="http://schemas.microsoft.com/office/drawing/2014/main" id="{C7114B85-9E63-F327-A87B-7EDD74AC29B4}"/>
                </a:ext>
              </a:extLst>
            </p:cNvPr>
            <p:cNvGrpSpPr>
              <a:grpSpLocks noGrp="1" noUngrp="1" noRot="1" noMove="1" noResize="1"/>
            </p:cNvGrpSpPr>
            <p:nvPr userDrawn="1"/>
          </p:nvGrpSpPr>
          <p:grpSpPr>
            <a:xfrm>
              <a:off x="4922307" y="3803173"/>
              <a:ext cx="2339537" cy="749090"/>
              <a:chOff x="4922307" y="3734805"/>
              <a:chExt cx="2339537" cy="749090"/>
            </a:xfrm>
          </p:grpSpPr>
          <p:sp>
            <p:nvSpPr>
              <p:cNvPr id="71" name="TextBox 70">
                <a:extLst>
                  <a:ext uri="{FF2B5EF4-FFF2-40B4-BE49-F238E27FC236}">
                    <a16:creationId xmlns:a16="http://schemas.microsoft.com/office/drawing/2014/main" id="{9E6F9A50-2017-FF1C-BCDE-C90D294D7EF3}"/>
                  </a:ext>
                </a:extLst>
              </p:cNvPr>
              <p:cNvSpPr txBox="1">
                <a:spLocks noGrp="1" noRot="1" noMove="1" noResize="1" noEditPoints="1" noAdjustHandles="1" noChangeArrowheads="1" noChangeShapeType="1"/>
              </p:cNvSpPr>
              <p:nvPr userDrawn="1"/>
            </p:nvSpPr>
            <p:spPr>
              <a:xfrm>
                <a:off x="4927446" y="3734805"/>
                <a:ext cx="2334398" cy="492443"/>
              </a:xfrm>
              <a:prstGeom prst="rect">
                <a:avLst/>
              </a:prstGeom>
              <a:noFill/>
            </p:spPr>
            <p:txBody>
              <a:bodyPr wrap="square" lIns="0" tIns="0" rIns="0" bIns="0" rtlCol="0">
                <a:spAutoFit/>
              </a:bodyPr>
              <a:lstStyle/>
              <a:p>
                <a:pPr algn="ctr"/>
                <a:r>
                  <a:rPr lang="en-ZA" sz="3200" b="1" spc="40" baseline="0" dirty="0">
                    <a:solidFill>
                      <a:schemeClr val="accent1"/>
                    </a:solidFill>
                    <a:latin typeface="+mj-lt"/>
                  </a:rPr>
                  <a:t>SWOT</a:t>
                </a:r>
                <a:endParaRPr lang="en-GB" sz="3200" b="1" spc="40" baseline="0" dirty="0">
                  <a:solidFill>
                    <a:schemeClr val="accent1"/>
                  </a:solidFill>
                  <a:latin typeface="+mj-lt"/>
                </a:endParaRPr>
              </a:p>
            </p:txBody>
          </p:sp>
          <p:sp>
            <p:nvSpPr>
              <p:cNvPr id="72" name="TextBox 71">
                <a:extLst>
                  <a:ext uri="{FF2B5EF4-FFF2-40B4-BE49-F238E27FC236}">
                    <a16:creationId xmlns:a16="http://schemas.microsoft.com/office/drawing/2014/main" id="{E37C6C82-D634-819A-F7F3-F6773E6D6490}"/>
                  </a:ext>
                </a:extLst>
              </p:cNvPr>
              <p:cNvSpPr txBox="1">
                <a:spLocks noGrp="1" noRot="1" noMove="1" noResize="1" noEditPoints="1" noAdjustHandles="1" noChangeArrowheads="1" noChangeShapeType="1"/>
              </p:cNvSpPr>
              <p:nvPr userDrawn="1"/>
            </p:nvSpPr>
            <p:spPr>
              <a:xfrm>
                <a:off x="4922307" y="4176118"/>
                <a:ext cx="2334398" cy="307777"/>
              </a:xfrm>
              <a:prstGeom prst="rect">
                <a:avLst/>
              </a:prstGeom>
              <a:noFill/>
            </p:spPr>
            <p:txBody>
              <a:bodyPr wrap="square" lIns="0" tIns="0" rIns="0" bIns="0" rtlCol="0">
                <a:spAutoFit/>
              </a:bodyPr>
              <a:lstStyle/>
              <a:p>
                <a:pPr algn="ctr"/>
                <a:r>
                  <a:rPr lang="en-ZA" sz="2000" b="1" spc="40" baseline="0" dirty="0">
                    <a:solidFill>
                      <a:schemeClr val="accent1"/>
                    </a:solidFill>
                    <a:latin typeface="+mj-lt"/>
                  </a:rPr>
                  <a:t>Analysis</a:t>
                </a:r>
                <a:endParaRPr lang="en-GB" sz="2000" b="1" spc="40" baseline="0" dirty="0">
                  <a:solidFill>
                    <a:schemeClr val="accent1"/>
                  </a:solidFill>
                  <a:latin typeface="+mj-lt"/>
                </a:endParaRPr>
              </a:p>
            </p:txBody>
          </p:sp>
        </p:grpSp>
      </p:grpSp>
      <p:sp>
        <p:nvSpPr>
          <p:cNvPr id="2" name="Text Placeholder 1">
            <a:extLst>
              <a:ext uri="{FF2B5EF4-FFF2-40B4-BE49-F238E27FC236}">
                <a16:creationId xmlns:a16="http://schemas.microsoft.com/office/drawing/2014/main" id="{59B98BF3-3E7C-F3A0-CCC8-50AED07DE33B}"/>
              </a:ext>
            </a:extLst>
          </p:cNvPr>
          <p:cNvSpPr>
            <a:spLocks noGrp="1"/>
          </p:cNvSpPr>
          <p:nvPr>
            <p:ph type="body" sz="quarter" idx="90"/>
          </p:nvPr>
        </p:nvSpPr>
        <p:spPr>
          <a:xfrm>
            <a:off x="8769089" y="2075412"/>
            <a:ext cx="2870444" cy="1872307"/>
          </a:xfrm>
        </p:spPr>
        <p:txBody>
          <a:bodyPr/>
          <a:lstStyle/>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p:txBody>
      </p:sp>
      <p:sp>
        <p:nvSpPr>
          <p:cNvPr id="3" name="Text Placeholder 2">
            <a:extLst>
              <a:ext uri="{FF2B5EF4-FFF2-40B4-BE49-F238E27FC236}">
                <a16:creationId xmlns:a16="http://schemas.microsoft.com/office/drawing/2014/main" id="{221DBD56-A884-48A2-8CE4-A49FB468EAAD}"/>
              </a:ext>
            </a:extLst>
          </p:cNvPr>
          <p:cNvSpPr>
            <a:spLocks noGrp="1"/>
          </p:cNvSpPr>
          <p:nvPr>
            <p:ph type="body" sz="quarter" idx="91"/>
          </p:nvPr>
        </p:nvSpPr>
        <p:spPr>
          <a:xfrm>
            <a:off x="8769089" y="4633491"/>
            <a:ext cx="2870444" cy="1872307"/>
          </a:xfrm>
        </p:spPr>
        <p:txBody>
          <a:bodyPr/>
          <a:lstStyle/>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p:txBody>
      </p:sp>
      <p:sp>
        <p:nvSpPr>
          <p:cNvPr id="4" name="Text Placeholder 3">
            <a:extLst>
              <a:ext uri="{FF2B5EF4-FFF2-40B4-BE49-F238E27FC236}">
                <a16:creationId xmlns:a16="http://schemas.microsoft.com/office/drawing/2014/main" id="{FA6C5DFD-766F-4E16-808F-7B6F98C9228C}"/>
              </a:ext>
            </a:extLst>
          </p:cNvPr>
          <p:cNvSpPr>
            <a:spLocks noGrp="1"/>
          </p:cNvSpPr>
          <p:nvPr>
            <p:ph type="body" sz="quarter" idx="92"/>
          </p:nvPr>
        </p:nvSpPr>
        <p:spPr>
          <a:xfrm>
            <a:off x="588166" y="2085881"/>
            <a:ext cx="2870444" cy="1872307"/>
          </a:xfrm>
        </p:spPr>
        <p:txBody>
          <a:bodyPr/>
          <a:lstStyle/>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p:txBody>
      </p:sp>
      <p:sp>
        <p:nvSpPr>
          <p:cNvPr id="5" name="Text Placeholder 4">
            <a:extLst>
              <a:ext uri="{FF2B5EF4-FFF2-40B4-BE49-F238E27FC236}">
                <a16:creationId xmlns:a16="http://schemas.microsoft.com/office/drawing/2014/main" id="{13529CF9-E3B2-7FE8-B896-135097D6F8DD}"/>
              </a:ext>
            </a:extLst>
          </p:cNvPr>
          <p:cNvSpPr>
            <a:spLocks noGrp="1"/>
          </p:cNvSpPr>
          <p:nvPr>
            <p:ph type="body" sz="quarter" idx="93"/>
          </p:nvPr>
        </p:nvSpPr>
        <p:spPr>
          <a:xfrm>
            <a:off x="588166" y="4643960"/>
            <a:ext cx="2870444" cy="1872307"/>
          </a:xfrm>
        </p:spPr>
        <p:txBody>
          <a:bodyPr/>
          <a:lstStyle/>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a:p>
            <a:r>
              <a:rPr lang="en-US" dirty="0"/>
              <a:t>Bullet point here</a:t>
            </a:r>
          </a:p>
        </p:txBody>
      </p:sp>
      <p:sp>
        <p:nvSpPr>
          <p:cNvPr id="6" name="Title 5">
            <a:extLst>
              <a:ext uri="{FF2B5EF4-FFF2-40B4-BE49-F238E27FC236}">
                <a16:creationId xmlns:a16="http://schemas.microsoft.com/office/drawing/2014/main" id="{18A9E11C-6D0D-65D0-06EB-3B7735351F1E}"/>
              </a:ext>
            </a:extLst>
          </p:cNvPr>
          <p:cNvSpPr>
            <a:spLocks noGrp="1"/>
          </p:cNvSpPr>
          <p:nvPr>
            <p:ph type="ctrTitle"/>
          </p:nvPr>
        </p:nvSpPr>
        <p:spPr/>
        <p:txBody>
          <a:bodyPr/>
          <a:lstStyle/>
          <a:p>
            <a:r>
              <a:rPr lang="en-US" dirty="0"/>
              <a:t>YOUR SLIDE HEADING GOES HERE</a:t>
            </a:r>
            <a:endParaRPr lang="en-GB" dirty="0"/>
          </a:p>
        </p:txBody>
      </p:sp>
      <p:sp>
        <p:nvSpPr>
          <p:cNvPr id="7" name="Text Placeholder 6">
            <a:extLst>
              <a:ext uri="{FF2B5EF4-FFF2-40B4-BE49-F238E27FC236}">
                <a16:creationId xmlns:a16="http://schemas.microsoft.com/office/drawing/2014/main" id="{2603F8EA-ED8A-5846-CC52-81A35FFA6CA6}"/>
              </a:ext>
            </a:extLst>
          </p:cNvPr>
          <p:cNvSpPr>
            <a:spLocks noGrp="1"/>
          </p:cNvSpPr>
          <p:nvPr>
            <p:ph type="body" sz="quarter" idx="40"/>
          </p:nvPr>
        </p:nvSpPr>
        <p:spPr/>
        <p:txBody>
          <a:bodyPr/>
          <a:lstStyle/>
          <a:p>
            <a:r>
              <a:rPr lang="en-US" dirty="0"/>
              <a:t>YOUR SUB-HEADING GOES HERE</a:t>
            </a:r>
            <a:endParaRPr lang="en-GB" dirty="0"/>
          </a:p>
        </p:txBody>
      </p:sp>
    </p:spTree>
    <p:extLst>
      <p:ext uri="{BB962C8B-B14F-4D97-AF65-F5344CB8AC3E}">
        <p14:creationId xmlns:p14="http://schemas.microsoft.com/office/powerpoint/2010/main" val="3091092161"/>
      </p:ext>
    </p:extLst>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name="p11.h09">
    <p:spTree>
      <p:nvGrpSpPr>
        <p:cNvPr id="1" name=""/>
        <p:cNvGrpSpPr/>
        <p:nvPr/>
      </p:nvGrpSpPr>
      <p:grpSpPr/>
      <p:sp>
        <p:nvSpPr>
          <p:cNvPr id="2" name="Text Placeholder 1"/>
          <p:cNvSpPr>
            <a:spLocks noGrp="1"/>
          </p:cNvSpPr>
          <p:nvPr>
            <p:ph type="body" idx="39" sz="quarter"/>
          </p:nvPr>
        </p:nvSpPr>
        <p:spPr/>
        <p:txBody>
          <a:bodyPr/>
          <a:lstStyle/>
          <a:p/>
        </p:txBody>
      </p:sp>
      <p:sp>
        <p:nvSpPr>
          <p:cNvPr id="3" name="Title 2"/>
          <p:cNvSpPr>
            <a:spLocks noGrp="1"/>
          </p:cNvSpPr>
          <p:nvPr>
            <p:ph type="ctrTitle"/>
          </p:nvPr>
        </p:nvSpPr>
        <p:spPr/>
        <p:txBody>
          <a:bodyPr/>
          <a:lstStyle/>
          <a:p/>
        </p:txBody>
      </p:sp>
      <p:sp>
        <p:nvSpPr>
          <p:cNvPr id="4" name="Text Placeholder 3"/>
          <p:cNvSpPr>
            <a:spLocks noGrp="1"/>
          </p:cNvSpPr>
          <p:nvPr>
            <p:ph type="body" idx="81" sz="quarter"/>
          </p:nvPr>
        </p:nvSpPr>
        <p:spPr/>
        <p:txBody>
          <a:bodyPr/>
          <a:lstStyle/>
          <a:p/>
        </p:txBody>
      </p:sp>
      <p:sp>
        <p:nvSpPr>
          <p:cNvPr id="5" name="Text Placeholder 4"/>
          <p:cNvSpPr>
            <a:spLocks noGrp="1"/>
          </p:cNvSpPr>
          <p:nvPr>
            <p:ph type="body" idx="83" sz="quarter"/>
          </p:nvPr>
        </p:nvSpPr>
        <p:spPr/>
        <p:txBody>
          <a:bodyPr/>
          <a:lstStyle/>
          <a:p/>
        </p:txBody>
      </p:sp>
      <p:sp>
        <p:nvSpPr>
          <p:cNvPr id="6" name="Text Placeholder 5"/>
          <p:cNvSpPr>
            <a:spLocks noGrp="1"/>
          </p:cNvSpPr>
          <p:nvPr>
            <p:ph type="body" idx="89" sz="quarter"/>
          </p:nvPr>
        </p:nvSpPr>
        <p:spPr/>
        <p:txBody>
          <a:bodyPr/>
          <a:lstStyle/>
          <a:p/>
        </p:txBody>
      </p:sp>
      <p:sp>
        <p:nvSpPr>
          <p:cNvPr id="7" name="Text Placeholder 6"/>
          <p:cNvSpPr>
            <a:spLocks noGrp="1"/>
          </p:cNvSpPr>
          <p:nvPr>
            <p:ph type="body" idx="90" sz="quarter"/>
          </p:nvPr>
        </p:nvSpPr>
        <p:spPr/>
        <p:txBody>
          <a:bodyPr/>
          <a:lstStyle/>
          <a:p/>
        </p:txBody>
      </p:sp>
      <p:sp>
        <p:nvSpPr>
          <p:cNvPr id="8" name="Text Placeholder 7"/>
          <p:cNvSpPr>
            <a:spLocks noGrp="1"/>
          </p:cNvSpPr>
          <p:nvPr>
            <p:ph type="body" idx="96" sz="quarter"/>
          </p:nvPr>
        </p:nvSpPr>
        <p:spPr/>
        <p:txBody>
          <a:bodyPr/>
          <a:lstStyle/>
          <a:p/>
        </p:txBody>
      </p:sp>
      <p:sp>
        <p:nvSpPr>
          <p:cNvPr id="9" name="Text Placeholder 8"/>
          <p:cNvSpPr>
            <a:spLocks noGrp="1"/>
          </p:cNvSpPr>
          <p:nvPr>
            <p:ph type="body" idx="97" sz="quarter"/>
          </p:nvPr>
        </p:nvSpPr>
        <p:spPr/>
        <p:txBody>
          <a:bodyPr/>
          <a:lstStyle/>
          <a:p/>
        </p:txBody>
      </p:sp>
      <p:sp>
        <p:nvSpPr>
          <p:cNvPr id="10" name="Text Placeholder 9"/>
          <p:cNvSpPr>
            <a:spLocks noGrp="1"/>
          </p:cNvSpPr>
          <p:nvPr>
            <p:ph type="body" idx="98" sz="quarter"/>
          </p:nvPr>
        </p:nvSpPr>
        <p:spPr/>
        <p:txBody>
          <a:bodyPr/>
          <a:lstStyle/>
          <a:p/>
        </p:txBody>
      </p:sp>
      <p:sp>
        <p:nvSpPr>
          <p:cNvPr id="11" name="Text Placeholder 10"/>
          <p:cNvSpPr>
            <a:spLocks noGrp="1"/>
          </p:cNvSpPr>
          <p:nvPr>
            <p:ph type="body" idx="99" sz="quarter"/>
          </p:nvPr>
        </p:nvSpPr>
        <p:spPr/>
        <p:txBody>
          <a:bodyPr/>
          <a:lstStyle/>
          <a:p/>
        </p:txBody>
      </p:sp>
      <p:sp>
        <p:nvSpPr>
          <p:cNvPr id="12" name="Text Placeholder 11"/>
          <p:cNvSpPr>
            <a:spLocks noGrp="1"/>
          </p:cNvSpPr>
          <p:nvPr>
            <p:ph type="body" idx="82" sz="quarter"/>
          </p:nvPr>
        </p:nvSpPr>
        <p:spPr/>
        <p:txBody>
          <a:bodyPr/>
          <a:lstStyle/>
          <a:p/>
        </p:txBody>
      </p:sp>
      <p:sp>
        <p:nvSpPr>
          <p:cNvPr id="13" name="Text Placeholder 12"/>
          <p:cNvSpPr>
            <a:spLocks noGrp="1"/>
          </p:cNvSpPr>
          <p:nvPr>
            <p:ph type="body" idx="100" sz="quarter"/>
          </p:nvPr>
        </p:nvSpPr>
        <p:spPr/>
        <p:txBody>
          <a:bodyPr/>
          <a:lstStyle/>
          <a:p/>
        </p:txBody>
      </p:sp>
      <p:sp>
        <p:nvSpPr>
          <p:cNvPr id="14" name="Text Placeholder 13"/>
          <p:cNvSpPr>
            <a:spLocks noGrp="1"/>
          </p:cNvSpPr>
          <p:nvPr>
            <p:ph type="body" idx="103" sz="quarter"/>
          </p:nvPr>
        </p:nvSpPr>
        <p:spPr/>
        <p:txBody>
          <a:bodyPr/>
          <a:lstStyle/>
          <a:p/>
        </p:txBody>
      </p:sp>
      <p:sp>
        <p:nvSpPr>
          <p:cNvPr id="15" name="Text Placeholder 14"/>
          <p:cNvSpPr>
            <a:spLocks noGrp="1"/>
          </p:cNvSpPr>
          <p:nvPr>
            <p:ph type="body" idx="104" sz="quarter"/>
          </p:nvPr>
        </p:nvSpPr>
        <p:spPr/>
        <p:txBody>
          <a:bodyPr/>
          <a:lstStyle/>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p12.s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C5585-1F50-2E84-A5EE-4CF57791BD1E}"/>
              </a:ext>
            </a:extLst>
          </p:cNvPr>
          <p:cNvSpPr>
            <a:spLocks noGrp="1"/>
          </p:cNvSpPr>
          <p:nvPr>
            <p:ph type="ctrTitle"/>
          </p:nvPr>
        </p:nvSpPr>
        <p:spPr/>
        <p:txBody>
          <a:bodyPr/>
          <a:lstStyle/>
          <a:p>
            <a:r>
              <a:rPr lang="en-US" dirty="0"/>
              <a:t>SLIDE FOR A LARGE SCREENSHOT ON A LAPTOP</a:t>
            </a:r>
            <a:endParaRPr lang="en-GB" dirty="0"/>
          </a:p>
        </p:txBody>
      </p:sp>
      <p:sp>
        <p:nvSpPr>
          <p:cNvPr id="3" name="Text Placeholder 2">
            <a:extLst>
              <a:ext uri="{FF2B5EF4-FFF2-40B4-BE49-F238E27FC236}">
                <a16:creationId xmlns:a16="http://schemas.microsoft.com/office/drawing/2014/main" id="{BAA39FB7-5A92-BFF5-A008-F2CE8645DE6A}"/>
              </a:ext>
            </a:extLst>
          </p:cNvPr>
          <p:cNvSpPr>
            <a:spLocks noGrp="1"/>
          </p:cNvSpPr>
          <p:nvPr>
            <p:ph type="body" sz="quarter" idx="38"/>
          </p:nvPr>
        </p:nvSpPr>
        <p:spPr/>
        <p:txBody>
          <a:bodyPr/>
          <a:lstStyle/>
          <a:p>
            <a:endParaRPr lang="en-GB"/>
          </a:p>
        </p:txBody>
      </p:sp>
      <p:sp>
        <p:nvSpPr>
          <p:cNvPr id="4" name="Picture Placeholder 3">
            <a:extLst>
              <a:ext uri="{FF2B5EF4-FFF2-40B4-BE49-F238E27FC236}">
                <a16:creationId xmlns:a16="http://schemas.microsoft.com/office/drawing/2014/main" id="{FA22E689-D7CE-B4DD-4C6D-9C6E05099CB9}"/>
              </a:ext>
            </a:extLst>
          </p:cNvPr>
          <p:cNvSpPr>
            <a:spLocks noGrp="1"/>
          </p:cNvSpPr>
          <p:nvPr>
            <p:ph type="pic" sz="quarter" idx="69"/>
          </p:nvPr>
        </p:nvSpPr>
        <p:spPr/>
        <p:txBody>
          <a:bodyPr/>
          <a:lstStyle/>
          <a:p>
            <a:pPr marL="0" indent="0" algn="ctr">
              <a:buNone/>
            </a:pPr>
            <a:endParaRPr lang="en-GB"/>
          </a:p>
        </p:txBody>
      </p:sp>
      <p:sp>
        <p:nvSpPr>
          <p:cNvPr id="5" name="Text Placeholder 4">
            <a:extLst>
              <a:ext uri="{FF2B5EF4-FFF2-40B4-BE49-F238E27FC236}">
                <a16:creationId xmlns:a16="http://schemas.microsoft.com/office/drawing/2014/main" id="{277C893F-862E-BD63-DE10-8A80C00DFA24}"/>
              </a:ext>
            </a:extLst>
          </p:cNvPr>
          <p:cNvSpPr>
            <a:spLocks noGrp="1"/>
          </p:cNvSpPr>
          <p:nvPr>
            <p:ph type="body" sz="quarter" idx="39"/>
          </p:nvPr>
        </p:nvSpPr>
        <p:spPr>
          <a:xfrm>
            <a:off x="588167" y="2550361"/>
            <a:ext cx="2974184" cy="185500"/>
          </a:xfrm>
        </p:spPr>
        <p:txBody>
          <a:bodyPr/>
          <a:lstStyle/>
          <a:p>
            <a:r>
              <a:rPr lang="en-GB" noProof="0" dirty="0"/>
              <a:t>Your third heading goes here</a:t>
            </a:r>
          </a:p>
        </p:txBody>
      </p:sp>
      <p:sp>
        <p:nvSpPr>
          <p:cNvPr id="6" name="Text Placeholder 5">
            <a:extLst>
              <a:ext uri="{FF2B5EF4-FFF2-40B4-BE49-F238E27FC236}">
                <a16:creationId xmlns:a16="http://schemas.microsoft.com/office/drawing/2014/main" id="{465FCAD8-2492-3F4C-B3A1-9471A829ACDA}"/>
              </a:ext>
            </a:extLst>
          </p:cNvPr>
          <p:cNvSpPr>
            <a:spLocks noGrp="1"/>
          </p:cNvSpPr>
          <p:nvPr>
            <p:ph type="body" sz="quarter" idx="70"/>
          </p:nvPr>
        </p:nvSpPr>
        <p:spPr>
          <a:xfrm>
            <a:off x="588166" y="1844417"/>
            <a:ext cx="2974185" cy="410369"/>
          </a:xfrm>
        </p:spPr>
        <p:txBody>
          <a:bodyPr/>
          <a:lstStyle/>
          <a:p>
            <a:r>
              <a:rPr lang="en-GB" noProof="0" dirty="0"/>
              <a:t>Click to edit Sub-heading here over max two lines</a:t>
            </a:r>
          </a:p>
        </p:txBody>
      </p:sp>
    </p:spTree>
    <p:extLst>
      <p:ext uri="{BB962C8B-B14F-4D97-AF65-F5344CB8AC3E}">
        <p14:creationId xmlns:p14="http://schemas.microsoft.com/office/powerpoint/2010/main" val="77414682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p12.s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22FAF-3681-8241-4582-2E5C1B274885}"/>
              </a:ext>
            </a:extLst>
          </p:cNvPr>
          <p:cNvSpPr>
            <a:spLocks noGrp="1"/>
          </p:cNvSpPr>
          <p:nvPr>
            <p:ph type="ctrTitle"/>
          </p:nvPr>
        </p:nvSpPr>
        <p:spPr/>
        <p:txBody>
          <a:bodyPr/>
          <a:lstStyle/>
          <a:p>
            <a:r>
              <a:rPr lang="en-US" dirty="0"/>
              <a:t>SLIDE FOR INSERTED VIDEO ON A LAPTOP</a:t>
            </a:r>
            <a:endParaRPr lang="en-GB" dirty="0"/>
          </a:p>
        </p:txBody>
      </p:sp>
      <p:sp>
        <p:nvSpPr>
          <p:cNvPr id="3" name="Text Placeholder 2">
            <a:extLst>
              <a:ext uri="{FF2B5EF4-FFF2-40B4-BE49-F238E27FC236}">
                <a16:creationId xmlns:a16="http://schemas.microsoft.com/office/drawing/2014/main" id="{87DABF74-3EC6-BC03-AA81-0CC544C4BB0A}"/>
              </a:ext>
            </a:extLst>
          </p:cNvPr>
          <p:cNvSpPr>
            <a:spLocks noGrp="1"/>
          </p:cNvSpPr>
          <p:nvPr>
            <p:ph type="body" sz="quarter" idx="38"/>
          </p:nvPr>
        </p:nvSpPr>
        <p:spPr/>
        <p:txBody>
          <a:bodyPr/>
          <a:lstStyle/>
          <a:p>
            <a:endParaRPr lang="en-GB"/>
          </a:p>
        </p:txBody>
      </p:sp>
      <p:sp>
        <p:nvSpPr>
          <p:cNvPr id="4" name="Text Placeholder 3">
            <a:extLst>
              <a:ext uri="{FF2B5EF4-FFF2-40B4-BE49-F238E27FC236}">
                <a16:creationId xmlns:a16="http://schemas.microsoft.com/office/drawing/2014/main" id="{63BAE3FF-22EB-89E0-39B9-322F43FF4D4C}"/>
              </a:ext>
            </a:extLst>
          </p:cNvPr>
          <p:cNvSpPr>
            <a:spLocks noGrp="1"/>
          </p:cNvSpPr>
          <p:nvPr>
            <p:ph type="body" sz="quarter" idx="39"/>
          </p:nvPr>
        </p:nvSpPr>
        <p:spPr/>
        <p:txBody>
          <a:bodyPr/>
          <a:lstStyle/>
          <a:p>
            <a:endParaRPr lang="en-GB"/>
          </a:p>
        </p:txBody>
      </p:sp>
      <p:sp>
        <p:nvSpPr>
          <p:cNvPr id="5" name="Text Placeholder 4">
            <a:extLst>
              <a:ext uri="{FF2B5EF4-FFF2-40B4-BE49-F238E27FC236}">
                <a16:creationId xmlns:a16="http://schemas.microsoft.com/office/drawing/2014/main" id="{B2A07AE0-45C2-C57A-1C69-E00A289CC148}"/>
              </a:ext>
            </a:extLst>
          </p:cNvPr>
          <p:cNvSpPr>
            <a:spLocks noGrp="1"/>
          </p:cNvSpPr>
          <p:nvPr>
            <p:ph type="body" sz="quarter" idx="70"/>
          </p:nvPr>
        </p:nvSpPr>
        <p:spPr/>
        <p:txBody>
          <a:bodyPr/>
          <a:lstStyle/>
          <a:p>
            <a:endParaRPr lang="en-GB"/>
          </a:p>
        </p:txBody>
      </p:sp>
      <p:sp>
        <p:nvSpPr>
          <p:cNvPr id="6" name="Media Placeholder 5">
            <a:extLst>
              <a:ext uri="{FF2B5EF4-FFF2-40B4-BE49-F238E27FC236}">
                <a16:creationId xmlns:a16="http://schemas.microsoft.com/office/drawing/2014/main" id="{2D251865-4DFD-D483-A9F6-EA6F5B61CA53}"/>
              </a:ext>
            </a:extLst>
          </p:cNvPr>
          <p:cNvSpPr>
            <a:spLocks noGrp="1"/>
          </p:cNvSpPr>
          <p:nvPr>
            <p:ph type="media" sz="quarter" idx="71"/>
          </p:nvPr>
        </p:nvSpPr>
        <p:spPr/>
        <p:txBody>
          <a:bodyPr/>
          <a:lstStyle/>
          <a:p>
            <a:pPr marL="0" indent="0" algn="ctr">
              <a:buNone/>
            </a:pPr>
            <a:endParaRPr lang="en-GB"/>
          </a:p>
        </p:txBody>
      </p:sp>
    </p:spTree>
    <p:extLst>
      <p:ext uri="{BB962C8B-B14F-4D97-AF65-F5344CB8AC3E}">
        <p14:creationId xmlns:p14="http://schemas.microsoft.com/office/powerpoint/2010/main" val="397569799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p12.s0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75DA1F-6DEB-FB29-F3B6-ADBA8C4246B2}"/>
              </a:ext>
            </a:extLst>
          </p:cNvPr>
          <p:cNvSpPr>
            <a:spLocks noGrp="1"/>
          </p:cNvSpPr>
          <p:nvPr>
            <p:ph type="body" sz="quarter" idx="38"/>
          </p:nvPr>
        </p:nvSpPr>
        <p:spPr/>
        <p:txBody>
          <a:bodyPr/>
          <a:lstStyle/>
          <a:p>
            <a:endParaRPr lang="en-GB"/>
          </a:p>
        </p:txBody>
      </p:sp>
      <p:sp>
        <p:nvSpPr>
          <p:cNvPr id="3" name="Picture Placeholder 2">
            <a:extLst>
              <a:ext uri="{FF2B5EF4-FFF2-40B4-BE49-F238E27FC236}">
                <a16:creationId xmlns:a16="http://schemas.microsoft.com/office/drawing/2014/main" id="{E49B250E-26E6-7BCF-86FC-A18A73C2410E}"/>
              </a:ext>
            </a:extLst>
          </p:cNvPr>
          <p:cNvSpPr>
            <a:spLocks noGrp="1"/>
          </p:cNvSpPr>
          <p:nvPr>
            <p:ph type="pic" sz="quarter" idx="69"/>
          </p:nvPr>
        </p:nvSpPr>
        <p:spPr/>
        <p:txBody>
          <a:bodyPr/>
          <a:lstStyle/>
          <a:p>
            <a:endParaRPr lang="en-GB"/>
          </a:p>
        </p:txBody>
      </p:sp>
      <p:sp>
        <p:nvSpPr>
          <p:cNvPr id="4" name="Text Placeholder 3">
            <a:extLst>
              <a:ext uri="{FF2B5EF4-FFF2-40B4-BE49-F238E27FC236}">
                <a16:creationId xmlns:a16="http://schemas.microsoft.com/office/drawing/2014/main" id="{A75AC84F-B155-6CB8-8281-818C728B6EC4}"/>
              </a:ext>
            </a:extLst>
          </p:cNvPr>
          <p:cNvSpPr>
            <a:spLocks noGrp="1"/>
          </p:cNvSpPr>
          <p:nvPr>
            <p:ph type="body" sz="quarter" idx="57"/>
          </p:nvPr>
        </p:nvSpPr>
        <p:spPr>
          <a:xfrm>
            <a:off x="584948" y="2456404"/>
            <a:ext cx="2787073" cy="488595"/>
          </a:xfrm>
        </p:spPr>
        <p:txBody>
          <a:bodyPr/>
          <a:lstStyle/>
          <a:p>
            <a:r>
              <a:rPr lang="en-US" dirty="0"/>
              <a:t>Insert introductory text here. No longer than 3 lines maximum. Insert your text here. No longer than 3 lines.</a:t>
            </a:r>
            <a:endParaRPr lang="en-ZA" dirty="0"/>
          </a:p>
        </p:txBody>
      </p:sp>
      <p:sp>
        <p:nvSpPr>
          <p:cNvPr id="5" name="Title 4">
            <a:extLst>
              <a:ext uri="{FF2B5EF4-FFF2-40B4-BE49-F238E27FC236}">
                <a16:creationId xmlns:a16="http://schemas.microsoft.com/office/drawing/2014/main" id="{0D50586F-B91B-72FD-F215-24BD6670A321}"/>
              </a:ext>
            </a:extLst>
          </p:cNvPr>
          <p:cNvSpPr>
            <a:spLocks noGrp="1"/>
          </p:cNvSpPr>
          <p:nvPr>
            <p:ph type="ctrTitle"/>
          </p:nvPr>
        </p:nvSpPr>
        <p:spPr/>
        <p:txBody>
          <a:bodyPr/>
          <a:lstStyle/>
          <a:p>
            <a:r>
              <a:rPr lang="en-US" dirty="0"/>
              <a:t>SLIDE FOR A LARGE SCREENSHOT IN THE BROWSER</a:t>
            </a:r>
            <a:endParaRPr lang="en-GB" dirty="0"/>
          </a:p>
        </p:txBody>
      </p:sp>
      <p:sp>
        <p:nvSpPr>
          <p:cNvPr id="6" name="Text Placeholder 5">
            <a:extLst>
              <a:ext uri="{FF2B5EF4-FFF2-40B4-BE49-F238E27FC236}">
                <a16:creationId xmlns:a16="http://schemas.microsoft.com/office/drawing/2014/main" id="{E67FEB7F-D4E7-9CDC-06B5-12CFD552925F}"/>
              </a:ext>
            </a:extLst>
          </p:cNvPr>
          <p:cNvSpPr>
            <a:spLocks noGrp="1"/>
          </p:cNvSpPr>
          <p:nvPr>
            <p:ph type="body" sz="quarter" idx="40"/>
          </p:nvPr>
        </p:nvSpPr>
        <p:spPr/>
        <p:txBody>
          <a:bodyPr/>
          <a:lstStyle/>
          <a:p>
            <a:r>
              <a:rPr lang="en-US" dirty="0"/>
              <a:t>YOUR SUB-HEADING GOES HERE</a:t>
            </a:r>
            <a:endParaRPr lang="en-GB" dirty="0"/>
          </a:p>
        </p:txBody>
      </p:sp>
    </p:spTree>
    <p:extLst>
      <p:ext uri="{BB962C8B-B14F-4D97-AF65-F5344CB8AC3E}">
        <p14:creationId xmlns:p14="http://schemas.microsoft.com/office/powerpoint/2010/main" val="92617186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p12.s05">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FD515B-6C8B-5155-D02C-3701A7E006A8}"/>
              </a:ext>
            </a:extLst>
          </p:cNvPr>
          <p:cNvSpPr>
            <a:spLocks noGrp="1"/>
          </p:cNvSpPr>
          <p:nvPr>
            <p:ph type="body" sz="quarter" idx="38"/>
          </p:nvPr>
        </p:nvSpPr>
        <p:spPr/>
        <p:txBody>
          <a:bodyPr/>
          <a:lstStyle/>
          <a:p>
            <a:endParaRPr lang="en-GB"/>
          </a:p>
        </p:txBody>
      </p:sp>
      <p:sp>
        <p:nvSpPr>
          <p:cNvPr id="3" name="Text Placeholder 2">
            <a:extLst>
              <a:ext uri="{FF2B5EF4-FFF2-40B4-BE49-F238E27FC236}">
                <a16:creationId xmlns:a16="http://schemas.microsoft.com/office/drawing/2014/main" id="{5226A19A-633C-7889-5178-C12D837D2DAB}"/>
              </a:ext>
            </a:extLst>
          </p:cNvPr>
          <p:cNvSpPr>
            <a:spLocks noGrp="1"/>
          </p:cNvSpPr>
          <p:nvPr>
            <p:ph type="body" sz="quarter" idx="57"/>
          </p:nvPr>
        </p:nvSpPr>
        <p:spPr>
          <a:xfrm>
            <a:off x="588166" y="1763293"/>
            <a:ext cx="4088337" cy="560603"/>
          </a:xfrm>
        </p:spPr>
        <p:txBody>
          <a:bodyPr/>
          <a:lstStyle/>
          <a:p>
            <a:r>
              <a:rPr lang="en-US" dirty="0"/>
              <a:t>Insert introductory text or Sub-heading of slide here. No longer than three lines maximum. Insert introductory text here. No longer than three lines maximum. </a:t>
            </a:r>
            <a:endParaRPr lang="en-ZA" dirty="0"/>
          </a:p>
        </p:txBody>
      </p:sp>
      <p:sp>
        <p:nvSpPr>
          <p:cNvPr id="4" name="Title 3">
            <a:extLst>
              <a:ext uri="{FF2B5EF4-FFF2-40B4-BE49-F238E27FC236}">
                <a16:creationId xmlns:a16="http://schemas.microsoft.com/office/drawing/2014/main" id="{6E7DF453-8351-D60E-54AC-3FF918D81EE8}"/>
              </a:ext>
            </a:extLst>
          </p:cNvPr>
          <p:cNvSpPr>
            <a:spLocks noGrp="1"/>
          </p:cNvSpPr>
          <p:nvPr>
            <p:ph type="ctrTitle"/>
          </p:nvPr>
        </p:nvSpPr>
        <p:spPr>
          <a:xfrm>
            <a:off x="588166" y="526900"/>
            <a:ext cx="4613321" cy="664797"/>
          </a:xfrm>
        </p:spPr>
        <p:txBody>
          <a:bodyPr/>
          <a:lstStyle/>
          <a:p>
            <a:r>
              <a:rPr lang="en-US" dirty="0"/>
              <a:t>SLIDE FOR A MEDIUM SCREEN ON LAPTOP</a:t>
            </a:r>
            <a:endParaRPr lang="en-GB" dirty="0"/>
          </a:p>
        </p:txBody>
      </p:sp>
      <p:sp>
        <p:nvSpPr>
          <p:cNvPr id="5" name="Picture Placeholder 4">
            <a:extLst>
              <a:ext uri="{FF2B5EF4-FFF2-40B4-BE49-F238E27FC236}">
                <a16:creationId xmlns:a16="http://schemas.microsoft.com/office/drawing/2014/main" id="{A5E1C931-654C-F1F1-688D-9EC805D27388}"/>
              </a:ext>
            </a:extLst>
          </p:cNvPr>
          <p:cNvSpPr>
            <a:spLocks noGrp="1"/>
          </p:cNvSpPr>
          <p:nvPr>
            <p:ph type="pic" sz="quarter" idx="69"/>
          </p:nvPr>
        </p:nvSpPr>
        <p:spPr/>
        <p:txBody>
          <a:bodyPr/>
          <a:lstStyle/>
          <a:p>
            <a:pPr marL="0" indent="0" algn="ctr">
              <a:buNone/>
            </a:pPr>
            <a:endParaRPr lang="en-GB"/>
          </a:p>
        </p:txBody>
      </p:sp>
      <p:sp>
        <p:nvSpPr>
          <p:cNvPr id="7" name="Text Placeholder 6">
            <a:extLst>
              <a:ext uri="{FF2B5EF4-FFF2-40B4-BE49-F238E27FC236}">
                <a16:creationId xmlns:a16="http://schemas.microsoft.com/office/drawing/2014/main" id="{0483E55C-E406-1C1F-35D1-C20DE19958CC}"/>
              </a:ext>
            </a:extLst>
          </p:cNvPr>
          <p:cNvSpPr>
            <a:spLocks noGrp="1"/>
          </p:cNvSpPr>
          <p:nvPr>
            <p:ph type="body" sz="quarter" idx="87"/>
          </p:nvPr>
        </p:nvSpPr>
        <p:spPr>
          <a:xfrm>
            <a:off x="6420836" y="6256037"/>
            <a:ext cx="4958968" cy="185500"/>
          </a:xfrm>
        </p:spPr>
        <p:txBody>
          <a:bodyPr/>
          <a:lstStyle/>
          <a:p>
            <a:r>
              <a:rPr lang="en-US" dirty="0"/>
              <a:t>Title for your screengrab here</a:t>
            </a:r>
            <a:endParaRPr lang="en-GB" dirty="0"/>
          </a:p>
        </p:txBody>
      </p:sp>
    </p:spTree>
    <p:extLst>
      <p:ext uri="{BB962C8B-B14F-4D97-AF65-F5344CB8AC3E}">
        <p14:creationId xmlns:p14="http://schemas.microsoft.com/office/powerpoint/2010/main" val="390025302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p12.s06">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B68333-05AE-256E-4ABA-79DE9408EB3D}"/>
              </a:ext>
            </a:extLst>
          </p:cNvPr>
          <p:cNvSpPr>
            <a:spLocks noGrp="1"/>
          </p:cNvSpPr>
          <p:nvPr>
            <p:ph type="body" sz="quarter" idx="40"/>
          </p:nvPr>
        </p:nvSpPr>
        <p:spPr/>
        <p:txBody>
          <a:bodyPr/>
          <a:lstStyle/>
          <a:p>
            <a:endParaRPr lang="en-GB"/>
          </a:p>
        </p:txBody>
      </p:sp>
      <p:sp>
        <p:nvSpPr>
          <p:cNvPr id="3" name="Text Placeholder 2">
            <a:extLst>
              <a:ext uri="{FF2B5EF4-FFF2-40B4-BE49-F238E27FC236}">
                <a16:creationId xmlns:a16="http://schemas.microsoft.com/office/drawing/2014/main" id="{15C9BDB6-B38A-97EA-E09A-381A2CDDB7C1}"/>
              </a:ext>
            </a:extLst>
          </p:cNvPr>
          <p:cNvSpPr>
            <a:spLocks noGrp="1"/>
          </p:cNvSpPr>
          <p:nvPr>
            <p:ph type="body" sz="quarter" idx="39"/>
          </p:nvPr>
        </p:nvSpPr>
        <p:spPr/>
        <p:txBody>
          <a:bodyPr/>
          <a:lstStyle/>
          <a:p>
            <a:r>
              <a:rPr lang="en-ZA" dirty="0"/>
              <a:t>Add your sub-heading here</a:t>
            </a:r>
            <a:endParaRPr lang="en-GB" dirty="0"/>
          </a:p>
        </p:txBody>
      </p:sp>
      <p:sp>
        <p:nvSpPr>
          <p:cNvPr id="4" name="Picture Placeholder 3">
            <a:extLst>
              <a:ext uri="{FF2B5EF4-FFF2-40B4-BE49-F238E27FC236}">
                <a16:creationId xmlns:a16="http://schemas.microsoft.com/office/drawing/2014/main" id="{B872572D-7244-29E0-AEE8-0ED4F61F5EB1}"/>
              </a:ext>
            </a:extLst>
          </p:cNvPr>
          <p:cNvSpPr>
            <a:spLocks noGrp="1"/>
          </p:cNvSpPr>
          <p:nvPr>
            <p:ph type="pic" sz="quarter" idx="69"/>
          </p:nvPr>
        </p:nvSpPr>
        <p:spPr/>
        <p:txBody>
          <a:bodyPr/>
          <a:lstStyle/>
          <a:p>
            <a:pPr marL="0" indent="0" algn="ctr">
              <a:buNone/>
            </a:pPr>
            <a:endParaRPr lang="en-GB"/>
          </a:p>
        </p:txBody>
      </p:sp>
      <p:sp>
        <p:nvSpPr>
          <p:cNvPr id="5" name="Text Placeholder 4">
            <a:extLst>
              <a:ext uri="{FF2B5EF4-FFF2-40B4-BE49-F238E27FC236}">
                <a16:creationId xmlns:a16="http://schemas.microsoft.com/office/drawing/2014/main" id="{92B145CA-37C6-A504-1FF8-F6105F052115}"/>
              </a:ext>
            </a:extLst>
          </p:cNvPr>
          <p:cNvSpPr>
            <a:spLocks noGrp="1"/>
          </p:cNvSpPr>
          <p:nvPr>
            <p:ph type="body" sz="quarter" idx="89"/>
          </p:nvPr>
        </p:nvSpPr>
        <p:spPr/>
        <p:txBody>
          <a:bodyPr/>
          <a:lstStyle/>
          <a:p>
            <a:r>
              <a:rPr lang="en-ZA" dirty="0"/>
              <a:t>Add your sub-heading here</a:t>
            </a:r>
            <a:endParaRPr lang="en-GB" dirty="0"/>
          </a:p>
        </p:txBody>
      </p:sp>
      <p:sp>
        <p:nvSpPr>
          <p:cNvPr id="6" name="Text Placeholder 5">
            <a:extLst>
              <a:ext uri="{FF2B5EF4-FFF2-40B4-BE49-F238E27FC236}">
                <a16:creationId xmlns:a16="http://schemas.microsoft.com/office/drawing/2014/main" id="{FF2E0E98-5042-F12D-0B96-F969C8EB1A5D}"/>
              </a:ext>
            </a:extLst>
          </p:cNvPr>
          <p:cNvSpPr>
            <a:spLocks noGrp="1"/>
          </p:cNvSpPr>
          <p:nvPr>
            <p:ph type="body" sz="quarter" idx="90"/>
          </p:nvPr>
        </p:nvSpPr>
        <p:spPr>
          <a:xfrm>
            <a:off x="7023237" y="5936775"/>
            <a:ext cx="4523174" cy="461665"/>
          </a:xfrm>
        </p:spPr>
        <p:txBody>
          <a:bodyPr/>
          <a:lstStyle/>
          <a:p>
            <a:r>
              <a:rPr lang="en-ZA" dirty="0"/>
              <a:t>Add your brief description of the screengrab you are showing here. This copy can be long but not exceed three lines of copy.  Add your brief description of the screengrab you are showing here. This copy can three lines of copy.  </a:t>
            </a:r>
            <a:endParaRPr lang="en-GB" dirty="0"/>
          </a:p>
        </p:txBody>
      </p:sp>
      <p:sp>
        <p:nvSpPr>
          <p:cNvPr id="7" name="Title 6">
            <a:extLst>
              <a:ext uri="{FF2B5EF4-FFF2-40B4-BE49-F238E27FC236}">
                <a16:creationId xmlns:a16="http://schemas.microsoft.com/office/drawing/2014/main" id="{DB2541F4-1551-6ACE-41EA-1C25F3F7005B}"/>
              </a:ext>
            </a:extLst>
          </p:cNvPr>
          <p:cNvSpPr>
            <a:spLocks noGrp="1"/>
          </p:cNvSpPr>
          <p:nvPr>
            <p:ph type="ctrTitle"/>
          </p:nvPr>
        </p:nvSpPr>
        <p:spPr/>
        <p:txBody>
          <a:bodyPr/>
          <a:lstStyle/>
          <a:p>
            <a:r>
              <a:rPr lang="en-US" dirty="0"/>
              <a:t>SLIDE FOR A SMALL SCREEN </a:t>
            </a:r>
            <a:br>
              <a:rPr lang="en-US" dirty="0"/>
            </a:br>
            <a:r>
              <a:rPr lang="en-US" dirty="0"/>
              <a:t>ON LAPTOP</a:t>
            </a:r>
            <a:endParaRPr lang="en-GB" dirty="0"/>
          </a:p>
        </p:txBody>
      </p:sp>
    </p:spTree>
    <p:extLst>
      <p:ext uri="{BB962C8B-B14F-4D97-AF65-F5344CB8AC3E}">
        <p14:creationId xmlns:p14="http://schemas.microsoft.com/office/powerpoint/2010/main" val="368904443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p12.s07">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86F2BF7C-EB2C-A1A4-B642-A666674BB75A}"/>
              </a:ext>
            </a:extLst>
          </p:cNvPr>
          <p:cNvSpPr>
            <a:spLocks noGrp="1"/>
          </p:cNvSpPr>
          <p:nvPr>
            <p:ph type="pic" sz="quarter" idx="69"/>
          </p:nvPr>
        </p:nvSpPr>
        <p:spPr/>
        <p:txBody>
          <a:bodyPr/>
          <a:lstStyle/>
          <a:p>
            <a:pPr marL="0" indent="0" algn="ctr">
              <a:buNone/>
            </a:pPr>
            <a:endParaRPr lang="en-GB"/>
          </a:p>
        </p:txBody>
      </p:sp>
      <p:sp>
        <p:nvSpPr>
          <p:cNvPr id="3" name="Picture Placeholder 2">
            <a:extLst>
              <a:ext uri="{FF2B5EF4-FFF2-40B4-BE49-F238E27FC236}">
                <a16:creationId xmlns:a16="http://schemas.microsoft.com/office/drawing/2014/main" id="{3CB1655B-0DFD-6FBB-4A6D-DE0394E08B5E}"/>
              </a:ext>
            </a:extLst>
          </p:cNvPr>
          <p:cNvSpPr>
            <a:spLocks noGrp="1"/>
          </p:cNvSpPr>
          <p:nvPr>
            <p:ph type="pic" sz="quarter" idx="88"/>
          </p:nvPr>
        </p:nvSpPr>
        <p:spPr/>
        <p:txBody>
          <a:bodyPr/>
          <a:lstStyle/>
          <a:p>
            <a:pPr marL="0" indent="0" algn="ctr">
              <a:buNone/>
            </a:pPr>
            <a:endParaRPr lang="en-GB"/>
          </a:p>
        </p:txBody>
      </p:sp>
      <p:sp>
        <p:nvSpPr>
          <p:cNvPr id="4" name="Title 3">
            <a:extLst>
              <a:ext uri="{FF2B5EF4-FFF2-40B4-BE49-F238E27FC236}">
                <a16:creationId xmlns:a16="http://schemas.microsoft.com/office/drawing/2014/main" id="{573DBB4E-F52E-16A8-031D-558746B06FBB}"/>
              </a:ext>
            </a:extLst>
          </p:cNvPr>
          <p:cNvSpPr>
            <a:spLocks noGrp="1"/>
          </p:cNvSpPr>
          <p:nvPr>
            <p:ph type="ctrTitle"/>
          </p:nvPr>
        </p:nvSpPr>
        <p:spPr/>
        <p:txBody>
          <a:bodyPr/>
          <a:lstStyle/>
          <a:p>
            <a:r>
              <a:rPr lang="en-US" dirty="0"/>
              <a:t>SLIDE FOR LAPTOP SCREEN AND PHONE SCREEN</a:t>
            </a:r>
            <a:endParaRPr lang="en-GB" dirty="0"/>
          </a:p>
        </p:txBody>
      </p:sp>
      <p:sp>
        <p:nvSpPr>
          <p:cNvPr id="5" name="Text Placeholder 4">
            <a:extLst>
              <a:ext uri="{FF2B5EF4-FFF2-40B4-BE49-F238E27FC236}">
                <a16:creationId xmlns:a16="http://schemas.microsoft.com/office/drawing/2014/main" id="{735A6004-0E72-7A87-E21E-933E1E4DDDC9}"/>
              </a:ext>
            </a:extLst>
          </p:cNvPr>
          <p:cNvSpPr>
            <a:spLocks noGrp="1"/>
          </p:cNvSpPr>
          <p:nvPr>
            <p:ph type="body" sz="quarter" idx="89"/>
          </p:nvPr>
        </p:nvSpPr>
        <p:spPr>
          <a:xfrm>
            <a:off x="2912710" y="6161373"/>
            <a:ext cx="1971079" cy="273986"/>
          </a:xfrm>
        </p:spPr>
        <p:txBody>
          <a:bodyPr/>
          <a:lstStyle/>
          <a:p>
            <a:r>
              <a:rPr lang="en-US" dirty="0"/>
              <a:t>Add a description of what you are trying to show here</a:t>
            </a:r>
            <a:endParaRPr lang="en-GB" dirty="0"/>
          </a:p>
        </p:txBody>
      </p:sp>
      <p:sp>
        <p:nvSpPr>
          <p:cNvPr id="6" name="Text Placeholder 5">
            <a:extLst>
              <a:ext uri="{FF2B5EF4-FFF2-40B4-BE49-F238E27FC236}">
                <a16:creationId xmlns:a16="http://schemas.microsoft.com/office/drawing/2014/main" id="{F74EABF1-2291-A00E-6DDB-FDCE4C77628B}"/>
              </a:ext>
            </a:extLst>
          </p:cNvPr>
          <p:cNvSpPr>
            <a:spLocks noGrp="1"/>
          </p:cNvSpPr>
          <p:nvPr>
            <p:ph type="body" sz="quarter" idx="90"/>
          </p:nvPr>
        </p:nvSpPr>
        <p:spPr>
          <a:xfrm>
            <a:off x="5351758" y="6144478"/>
            <a:ext cx="6244474" cy="307777"/>
          </a:xfrm>
        </p:spPr>
        <p:txBody>
          <a:bodyPr/>
          <a:lstStyle/>
          <a:p>
            <a:r>
              <a:rPr lang="en-ZA" dirty="0"/>
              <a:t>Add your brief description of the screengrab you are showing here. This copy can be long but not exceed two lines of copy.  Add your brief description of the screengrab you are showing here. This copy can two lines of copy.  </a:t>
            </a:r>
            <a:endParaRPr lang="en-GB" dirty="0"/>
          </a:p>
        </p:txBody>
      </p:sp>
      <p:sp>
        <p:nvSpPr>
          <p:cNvPr id="7" name="Text Placeholder 6">
            <a:extLst>
              <a:ext uri="{FF2B5EF4-FFF2-40B4-BE49-F238E27FC236}">
                <a16:creationId xmlns:a16="http://schemas.microsoft.com/office/drawing/2014/main" id="{DD139645-327A-3971-B246-F22A94B2F0CF}"/>
              </a:ext>
            </a:extLst>
          </p:cNvPr>
          <p:cNvSpPr>
            <a:spLocks noGrp="1"/>
          </p:cNvSpPr>
          <p:nvPr>
            <p:ph type="body" sz="quarter" idx="38"/>
          </p:nvPr>
        </p:nvSpPr>
        <p:spPr/>
        <p:txBody>
          <a:bodyPr/>
          <a:lstStyle/>
          <a:p>
            <a:endParaRPr lang="en-GB"/>
          </a:p>
        </p:txBody>
      </p:sp>
    </p:spTree>
    <p:extLst>
      <p:ext uri="{BB962C8B-B14F-4D97-AF65-F5344CB8AC3E}">
        <p14:creationId xmlns:p14="http://schemas.microsoft.com/office/powerpoint/2010/main" val="11303906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p12.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80DBEA-315B-2B99-7319-FA9F2804FBD7}"/>
              </a:ext>
            </a:extLst>
          </p:cNvPr>
          <p:cNvSpPr>
            <a:spLocks noGrp="1"/>
          </p:cNvSpPr>
          <p:nvPr>
            <p:ph type="body" sz="quarter" idx="57"/>
          </p:nvPr>
        </p:nvSpPr>
        <p:spPr>
          <a:xfrm>
            <a:off x="588166" y="1763293"/>
            <a:ext cx="5265703" cy="368242"/>
          </a:xfrm>
        </p:spPr>
        <p:txBody>
          <a:bodyPr/>
          <a:lstStyle/>
          <a:p>
            <a:r>
              <a:rPr lang="en-US" dirty="0"/>
              <a:t>Insert introductory text or Sub-heading of slide here. No longer than two lines maximum. Insert introductory text here. No longer than two lines.</a:t>
            </a:r>
            <a:endParaRPr lang="en-ZA" dirty="0"/>
          </a:p>
        </p:txBody>
      </p:sp>
      <p:sp>
        <p:nvSpPr>
          <p:cNvPr id="3" name="Picture Placeholder 2">
            <a:extLst>
              <a:ext uri="{FF2B5EF4-FFF2-40B4-BE49-F238E27FC236}">
                <a16:creationId xmlns:a16="http://schemas.microsoft.com/office/drawing/2014/main" id="{51B19506-0561-1951-568B-A88FC1449B63}"/>
              </a:ext>
            </a:extLst>
          </p:cNvPr>
          <p:cNvSpPr>
            <a:spLocks noGrp="1"/>
          </p:cNvSpPr>
          <p:nvPr>
            <p:ph type="pic" sz="quarter" idx="91"/>
          </p:nvPr>
        </p:nvSpPr>
        <p:spPr/>
        <p:txBody>
          <a:bodyPr/>
          <a:lstStyle/>
          <a:p>
            <a:pPr marL="0" indent="0" algn="ctr">
              <a:buNone/>
            </a:pPr>
            <a:endParaRPr lang="en-GB"/>
          </a:p>
        </p:txBody>
      </p:sp>
      <p:sp>
        <p:nvSpPr>
          <p:cNvPr id="4" name="Title 3">
            <a:extLst>
              <a:ext uri="{FF2B5EF4-FFF2-40B4-BE49-F238E27FC236}">
                <a16:creationId xmlns:a16="http://schemas.microsoft.com/office/drawing/2014/main" id="{4901956F-8087-A792-25A0-34EBF460FB5B}"/>
              </a:ext>
            </a:extLst>
          </p:cNvPr>
          <p:cNvSpPr>
            <a:spLocks noGrp="1"/>
          </p:cNvSpPr>
          <p:nvPr>
            <p:ph type="ctrTitle"/>
          </p:nvPr>
        </p:nvSpPr>
        <p:spPr>
          <a:xfrm>
            <a:off x="588166" y="526900"/>
            <a:ext cx="4613321" cy="664797"/>
          </a:xfrm>
        </p:spPr>
        <p:txBody>
          <a:bodyPr/>
          <a:lstStyle/>
          <a:p>
            <a:r>
              <a:rPr lang="en-ZA" dirty="0"/>
              <a:t>SLIDE FOR ONE MOBILE PHONE AND SCREEN</a:t>
            </a:r>
            <a:endParaRPr lang="en-GB" dirty="0"/>
          </a:p>
        </p:txBody>
      </p:sp>
      <p:sp>
        <p:nvSpPr>
          <p:cNvPr id="5" name="Text Placeholder 4">
            <a:extLst>
              <a:ext uri="{FF2B5EF4-FFF2-40B4-BE49-F238E27FC236}">
                <a16:creationId xmlns:a16="http://schemas.microsoft.com/office/drawing/2014/main" id="{631EEA6E-5187-781B-BAF3-7EC894D496BF}"/>
              </a:ext>
            </a:extLst>
          </p:cNvPr>
          <p:cNvSpPr>
            <a:spLocks noGrp="1"/>
          </p:cNvSpPr>
          <p:nvPr>
            <p:ph type="body" sz="quarter" idx="38"/>
          </p:nvPr>
        </p:nvSpPr>
        <p:spPr/>
        <p:txBody>
          <a:bodyPr/>
          <a:lstStyle/>
          <a:p>
            <a:endParaRPr lang="en-GB"/>
          </a:p>
        </p:txBody>
      </p:sp>
    </p:spTree>
    <p:extLst>
      <p:ext uri="{BB962C8B-B14F-4D97-AF65-F5344CB8AC3E}">
        <p14:creationId xmlns:p14="http://schemas.microsoft.com/office/powerpoint/2010/main" val="35622323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p12.s09">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157AB8-247F-8FA2-7F70-88EB4852DF47}"/>
              </a:ext>
            </a:extLst>
          </p:cNvPr>
          <p:cNvSpPr>
            <a:spLocks noGrp="1"/>
          </p:cNvSpPr>
          <p:nvPr>
            <p:ph type="body" sz="quarter" idx="84"/>
          </p:nvPr>
        </p:nvSpPr>
        <p:spPr>
          <a:xfrm>
            <a:off x="963971" y="2558739"/>
            <a:ext cx="4889898" cy="153888"/>
          </a:xfrm>
        </p:spPr>
        <p:txBody>
          <a:bodyPr/>
          <a:lstStyle/>
          <a:p>
            <a:r>
              <a:rPr lang="en-GB" noProof="0" dirty="0"/>
              <a:t>Click to edit feature heading</a:t>
            </a:r>
          </a:p>
        </p:txBody>
      </p:sp>
      <p:sp>
        <p:nvSpPr>
          <p:cNvPr id="3" name="Text Placeholder 2">
            <a:extLst>
              <a:ext uri="{FF2B5EF4-FFF2-40B4-BE49-F238E27FC236}">
                <a16:creationId xmlns:a16="http://schemas.microsoft.com/office/drawing/2014/main" id="{7BD5A7CC-EACF-24D6-02D9-402CF52F0215}"/>
              </a:ext>
            </a:extLst>
          </p:cNvPr>
          <p:cNvSpPr>
            <a:spLocks noGrp="1"/>
          </p:cNvSpPr>
          <p:nvPr>
            <p:ph type="body" sz="quarter" idx="88"/>
          </p:nvPr>
        </p:nvSpPr>
        <p:spPr>
          <a:xfrm>
            <a:off x="963971" y="3398660"/>
            <a:ext cx="4889898" cy="153888"/>
          </a:xfrm>
        </p:spPr>
        <p:txBody>
          <a:bodyPr/>
          <a:lstStyle/>
          <a:p>
            <a:r>
              <a:rPr lang="en-GB" noProof="0" dirty="0"/>
              <a:t>Click to edit feature heading</a:t>
            </a:r>
          </a:p>
        </p:txBody>
      </p:sp>
      <p:sp>
        <p:nvSpPr>
          <p:cNvPr id="4" name="Text Placeholder 3">
            <a:extLst>
              <a:ext uri="{FF2B5EF4-FFF2-40B4-BE49-F238E27FC236}">
                <a16:creationId xmlns:a16="http://schemas.microsoft.com/office/drawing/2014/main" id="{E5BE0F73-7545-8BC0-ABA6-0FF59C1042BB}"/>
              </a:ext>
            </a:extLst>
          </p:cNvPr>
          <p:cNvSpPr>
            <a:spLocks noGrp="1"/>
          </p:cNvSpPr>
          <p:nvPr>
            <p:ph type="body" sz="quarter" idx="89"/>
          </p:nvPr>
        </p:nvSpPr>
        <p:spPr>
          <a:xfrm>
            <a:off x="963971" y="4238581"/>
            <a:ext cx="4889898" cy="153888"/>
          </a:xfrm>
        </p:spPr>
        <p:txBody>
          <a:bodyPr/>
          <a:lstStyle/>
          <a:p>
            <a:r>
              <a:rPr lang="en-GB" noProof="0" dirty="0"/>
              <a:t>Click to edit feature heading</a:t>
            </a:r>
          </a:p>
        </p:txBody>
      </p:sp>
      <p:sp>
        <p:nvSpPr>
          <p:cNvPr id="5" name="Text Placeholder 4">
            <a:extLst>
              <a:ext uri="{FF2B5EF4-FFF2-40B4-BE49-F238E27FC236}">
                <a16:creationId xmlns:a16="http://schemas.microsoft.com/office/drawing/2014/main" id="{8A10B98A-36E6-66C9-0A43-0F2B4F7F82AB}"/>
              </a:ext>
            </a:extLst>
          </p:cNvPr>
          <p:cNvSpPr>
            <a:spLocks noGrp="1"/>
          </p:cNvSpPr>
          <p:nvPr>
            <p:ph type="body" sz="quarter" idx="57"/>
          </p:nvPr>
        </p:nvSpPr>
        <p:spPr>
          <a:xfrm>
            <a:off x="588166" y="1763293"/>
            <a:ext cx="5265703" cy="368242"/>
          </a:xfrm>
        </p:spPr>
        <p:txBody>
          <a:bodyPr/>
          <a:lstStyle/>
          <a:p>
            <a:r>
              <a:rPr lang="en-US" dirty="0"/>
              <a:t>Insert introductory text or Sub-heading of slide here. No longer than two lines maximum. Insert introductory text here. No longer than two lines.</a:t>
            </a:r>
            <a:endParaRPr lang="en-ZA" dirty="0"/>
          </a:p>
        </p:txBody>
      </p:sp>
      <p:sp>
        <p:nvSpPr>
          <p:cNvPr id="6" name="Title 5">
            <a:extLst>
              <a:ext uri="{FF2B5EF4-FFF2-40B4-BE49-F238E27FC236}">
                <a16:creationId xmlns:a16="http://schemas.microsoft.com/office/drawing/2014/main" id="{9449B561-9C59-0F51-2475-D12125AA3479}"/>
              </a:ext>
            </a:extLst>
          </p:cNvPr>
          <p:cNvSpPr>
            <a:spLocks noGrp="1"/>
          </p:cNvSpPr>
          <p:nvPr>
            <p:ph type="ctrTitle"/>
          </p:nvPr>
        </p:nvSpPr>
        <p:spPr>
          <a:xfrm>
            <a:off x="588166" y="553026"/>
            <a:ext cx="5265703" cy="664797"/>
          </a:xfrm>
          <a:prstGeom prst="rect">
            <a:avLst/>
          </a:prstGeom>
        </p:spPr>
        <p:txBody>
          <a:bodyPr/>
          <a:lstStyle/>
          <a:p>
            <a:r>
              <a:rPr lang="en-ZA" dirty="0"/>
              <a:t>TOP 5 FEATURES HEADING GOES HERE</a:t>
            </a:r>
            <a:endParaRPr lang="en-GB" dirty="0"/>
          </a:p>
        </p:txBody>
      </p:sp>
      <p:sp>
        <p:nvSpPr>
          <p:cNvPr id="7" name="Text Placeholder 6">
            <a:extLst>
              <a:ext uri="{FF2B5EF4-FFF2-40B4-BE49-F238E27FC236}">
                <a16:creationId xmlns:a16="http://schemas.microsoft.com/office/drawing/2014/main" id="{48B4D46C-058F-7C1A-48E7-923F8A5054CC}"/>
              </a:ext>
            </a:extLst>
          </p:cNvPr>
          <p:cNvSpPr>
            <a:spLocks noGrp="1"/>
          </p:cNvSpPr>
          <p:nvPr>
            <p:ph type="body" sz="quarter" idx="66"/>
          </p:nvPr>
        </p:nvSpPr>
        <p:spPr/>
        <p:txBody>
          <a:bodyPr/>
          <a:lstStyle/>
          <a:p>
            <a:r>
              <a:rPr lang="en-US" dirty="0"/>
              <a:t>Click to edit short description of your feature here. Do not exceed 2 lines of copy here. Click to edit short description of your feature here. Do not exceed 2 lines of copy here.</a:t>
            </a:r>
            <a:endParaRPr lang="en-GB" dirty="0"/>
          </a:p>
        </p:txBody>
      </p:sp>
      <p:sp>
        <p:nvSpPr>
          <p:cNvPr id="8" name="Text Placeholder 7">
            <a:extLst>
              <a:ext uri="{FF2B5EF4-FFF2-40B4-BE49-F238E27FC236}">
                <a16:creationId xmlns:a16="http://schemas.microsoft.com/office/drawing/2014/main" id="{A15C5E38-1017-C0A1-CEAA-3C045A182A8E}"/>
              </a:ext>
            </a:extLst>
          </p:cNvPr>
          <p:cNvSpPr>
            <a:spLocks noGrp="1"/>
          </p:cNvSpPr>
          <p:nvPr>
            <p:ph type="body" sz="quarter" idx="68"/>
          </p:nvPr>
        </p:nvSpPr>
        <p:spPr/>
        <p:txBody>
          <a:bodyPr/>
          <a:lstStyle/>
          <a:p>
            <a:r>
              <a:rPr lang="en-US" dirty="0"/>
              <a:t>Click to edit short description of your feature here. Do not exceed 2 lines of copy here. Click to edit short description of your feature here. Do not exceed 2 lines of copy here.</a:t>
            </a:r>
            <a:endParaRPr lang="en-GB" dirty="0"/>
          </a:p>
        </p:txBody>
      </p:sp>
      <p:sp>
        <p:nvSpPr>
          <p:cNvPr id="9" name="Text Placeholder 8">
            <a:extLst>
              <a:ext uri="{FF2B5EF4-FFF2-40B4-BE49-F238E27FC236}">
                <a16:creationId xmlns:a16="http://schemas.microsoft.com/office/drawing/2014/main" id="{54A5371F-E9E8-6B49-2AD3-9B693418D6EB}"/>
              </a:ext>
            </a:extLst>
          </p:cNvPr>
          <p:cNvSpPr>
            <a:spLocks noGrp="1"/>
          </p:cNvSpPr>
          <p:nvPr>
            <p:ph type="body" sz="quarter" idx="70"/>
          </p:nvPr>
        </p:nvSpPr>
        <p:spPr/>
        <p:txBody>
          <a:bodyPr/>
          <a:lstStyle/>
          <a:p>
            <a:r>
              <a:rPr lang="en-US" dirty="0"/>
              <a:t>Click to edit short description of your feature here. Do not exceed 2 lines of copy here. Click to edit short description of your feature here. Do not exceed 2 lines of copy here.</a:t>
            </a:r>
            <a:endParaRPr lang="en-GB" dirty="0"/>
          </a:p>
        </p:txBody>
      </p:sp>
      <p:sp>
        <p:nvSpPr>
          <p:cNvPr id="10" name="Picture Placeholder 9">
            <a:extLst>
              <a:ext uri="{FF2B5EF4-FFF2-40B4-BE49-F238E27FC236}">
                <a16:creationId xmlns:a16="http://schemas.microsoft.com/office/drawing/2014/main" id="{FA00357B-F498-6A4C-8A3A-8DA0B8A670EF}"/>
              </a:ext>
            </a:extLst>
          </p:cNvPr>
          <p:cNvSpPr>
            <a:spLocks noGrp="1"/>
          </p:cNvSpPr>
          <p:nvPr>
            <p:ph type="pic" sz="quarter" idx="91"/>
          </p:nvPr>
        </p:nvSpPr>
        <p:spPr/>
        <p:txBody>
          <a:bodyPr/>
          <a:lstStyle/>
          <a:p>
            <a:pPr marL="0" indent="0" algn="ctr">
              <a:buNone/>
            </a:pPr>
            <a:endParaRPr lang="en-GB"/>
          </a:p>
        </p:txBody>
      </p:sp>
      <p:sp>
        <p:nvSpPr>
          <p:cNvPr id="11" name="Text Placeholder 10">
            <a:extLst>
              <a:ext uri="{FF2B5EF4-FFF2-40B4-BE49-F238E27FC236}">
                <a16:creationId xmlns:a16="http://schemas.microsoft.com/office/drawing/2014/main" id="{C430C2AC-66D8-DBDC-F924-6C79C0F26F0D}"/>
              </a:ext>
            </a:extLst>
          </p:cNvPr>
          <p:cNvSpPr>
            <a:spLocks noGrp="1"/>
          </p:cNvSpPr>
          <p:nvPr>
            <p:ph type="body" sz="quarter" idx="92"/>
          </p:nvPr>
        </p:nvSpPr>
        <p:spPr>
          <a:xfrm>
            <a:off x="963971" y="5078502"/>
            <a:ext cx="4889898" cy="153888"/>
          </a:xfrm>
        </p:spPr>
        <p:txBody>
          <a:bodyPr/>
          <a:lstStyle/>
          <a:p>
            <a:r>
              <a:rPr lang="en-GB" noProof="0" dirty="0"/>
              <a:t>Click to edit feature heading</a:t>
            </a:r>
          </a:p>
        </p:txBody>
      </p:sp>
      <p:sp>
        <p:nvSpPr>
          <p:cNvPr id="12" name="Text Placeholder 11">
            <a:extLst>
              <a:ext uri="{FF2B5EF4-FFF2-40B4-BE49-F238E27FC236}">
                <a16:creationId xmlns:a16="http://schemas.microsoft.com/office/drawing/2014/main" id="{11920AD7-0B78-1875-A248-03A1DB68DD26}"/>
              </a:ext>
            </a:extLst>
          </p:cNvPr>
          <p:cNvSpPr>
            <a:spLocks noGrp="1"/>
          </p:cNvSpPr>
          <p:nvPr>
            <p:ph type="body" sz="quarter" idx="93"/>
          </p:nvPr>
        </p:nvSpPr>
        <p:spPr/>
        <p:txBody>
          <a:bodyPr/>
          <a:lstStyle/>
          <a:p>
            <a:r>
              <a:rPr lang="en-US" dirty="0"/>
              <a:t>Click to edit short description of your feature here. Do not exceed 2 lines of copy here. Click to edit short description of your feature here. Do not exceed 2 lines of copy here.</a:t>
            </a:r>
            <a:endParaRPr lang="en-GB" dirty="0"/>
          </a:p>
        </p:txBody>
      </p:sp>
      <p:sp>
        <p:nvSpPr>
          <p:cNvPr id="13" name="Text Placeholder 12">
            <a:extLst>
              <a:ext uri="{FF2B5EF4-FFF2-40B4-BE49-F238E27FC236}">
                <a16:creationId xmlns:a16="http://schemas.microsoft.com/office/drawing/2014/main" id="{044A670B-9CB6-ED6C-4713-C555CC8F097A}"/>
              </a:ext>
            </a:extLst>
          </p:cNvPr>
          <p:cNvSpPr>
            <a:spLocks noGrp="1"/>
          </p:cNvSpPr>
          <p:nvPr>
            <p:ph type="body" sz="quarter" idx="94"/>
          </p:nvPr>
        </p:nvSpPr>
        <p:spPr>
          <a:xfrm>
            <a:off x="963971" y="5917902"/>
            <a:ext cx="4889898" cy="153888"/>
          </a:xfrm>
        </p:spPr>
        <p:txBody>
          <a:bodyPr/>
          <a:lstStyle/>
          <a:p>
            <a:r>
              <a:rPr lang="en-GB" noProof="0" dirty="0"/>
              <a:t>Click to edit feature heading</a:t>
            </a:r>
          </a:p>
        </p:txBody>
      </p:sp>
      <p:sp>
        <p:nvSpPr>
          <p:cNvPr id="14" name="Text Placeholder 13">
            <a:extLst>
              <a:ext uri="{FF2B5EF4-FFF2-40B4-BE49-F238E27FC236}">
                <a16:creationId xmlns:a16="http://schemas.microsoft.com/office/drawing/2014/main" id="{8E0585B6-4511-C74A-74C4-ADBE65237AC0}"/>
              </a:ext>
            </a:extLst>
          </p:cNvPr>
          <p:cNvSpPr>
            <a:spLocks noGrp="1"/>
          </p:cNvSpPr>
          <p:nvPr>
            <p:ph type="body" sz="quarter" idx="95"/>
          </p:nvPr>
        </p:nvSpPr>
        <p:spPr/>
        <p:txBody>
          <a:bodyPr/>
          <a:lstStyle/>
          <a:p>
            <a:r>
              <a:rPr lang="en-US" dirty="0"/>
              <a:t>Click to edit short description of your feature here. Do not exceed 2 lines of copy here. Click to edit short description of your feature here. Do not exceed 2 lines of copy here.</a:t>
            </a:r>
            <a:endParaRPr lang="en-GB" dirty="0"/>
          </a:p>
        </p:txBody>
      </p:sp>
    </p:spTree>
    <p:extLst>
      <p:ext uri="{BB962C8B-B14F-4D97-AF65-F5344CB8AC3E}">
        <p14:creationId xmlns:p14="http://schemas.microsoft.com/office/powerpoint/2010/main" val="12592457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p12.s10">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17C4B2-A61C-A719-EB94-D4EC8F9C8647}"/>
              </a:ext>
            </a:extLst>
          </p:cNvPr>
          <p:cNvSpPr>
            <a:spLocks noGrp="1"/>
          </p:cNvSpPr>
          <p:nvPr>
            <p:ph type="body" sz="quarter" idx="57"/>
          </p:nvPr>
        </p:nvSpPr>
        <p:spPr>
          <a:xfrm>
            <a:off x="588167" y="1763292"/>
            <a:ext cx="4214570" cy="560603"/>
          </a:xfrm>
        </p:spPr>
        <p:txBody>
          <a:bodyPr/>
          <a:lstStyle/>
          <a:p>
            <a:r>
              <a:rPr lang="en-US" dirty="0"/>
              <a:t>Insert introductory text or Sub-heading of slide here. No longer than three lines maximum. Insert introductory text here. No longer than three lines.</a:t>
            </a:r>
            <a:endParaRPr lang="en-ZA" dirty="0"/>
          </a:p>
        </p:txBody>
      </p:sp>
      <p:sp>
        <p:nvSpPr>
          <p:cNvPr id="3" name="Title 2">
            <a:extLst>
              <a:ext uri="{FF2B5EF4-FFF2-40B4-BE49-F238E27FC236}">
                <a16:creationId xmlns:a16="http://schemas.microsoft.com/office/drawing/2014/main" id="{29895394-0596-E418-DBEB-F8E8844B3A0B}"/>
              </a:ext>
            </a:extLst>
          </p:cNvPr>
          <p:cNvSpPr>
            <a:spLocks noGrp="1"/>
          </p:cNvSpPr>
          <p:nvPr>
            <p:ph type="ctrTitle"/>
          </p:nvPr>
        </p:nvSpPr>
        <p:spPr>
          <a:xfrm>
            <a:off x="588167" y="553026"/>
            <a:ext cx="4214569" cy="664797"/>
          </a:xfrm>
          <a:prstGeom prst="rect">
            <a:avLst/>
          </a:prstGeom>
        </p:spPr>
        <p:txBody>
          <a:bodyPr/>
          <a:lstStyle/>
          <a:p>
            <a:r>
              <a:rPr lang="en-ZA" dirty="0"/>
              <a:t>TWO PHONE SLIDE HEADING HERE</a:t>
            </a:r>
            <a:endParaRPr lang="en-GB" dirty="0"/>
          </a:p>
        </p:txBody>
      </p:sp>
      <p:sp>
        <p:nvSpPr>
          <p:cNvPr id="4" name="Picture Placeholder 3">
            <a:extLst>
              <a:ext uri="{FF2B5EF4-FFF2-40B4-BE49-F238E27FC236}">
                <a16:creationId xmlns:a16="http://schemas.microsoft.com/office/drawing/2014/main" id="{69F8B715-82B0-C93C-1439-015A3D4E90AA}"/>
              </a:ext>
            </a:extLst>
          </p:cNvPr>
          <p:cNvSpPr>
            <a:spLocks noGrp="1"/>
          </p:cNvSpPr>
          <p:nvPr>
            <p:ph type="pic" sz="quarter" idx="91"/>
          </p:nvPr>
        </p:nvSpPr>
        <p:spPr/>
        <p:txBody>
          <a:bodyPr/>
          <a:lstStyle/>
          <a:p>
            <a:pPr marL="0" indent="0" algn="ctr">
              <a:buNone/>
            </a:pPr>
            <a:endParaRPr lang="en-GB"/>
          </a:p>
        </p:txBody>
      </p:sp>
      <p:sp>
        <p:nvSpPr>
          <p:cNvPr id="5" name="Picture Placeholder 4">
            <a:extLst>
              <a:ext uri="{FF2B5EF4-FFF2-40B4-BE49-F238E27FC236}">
                <a16:creationId xmlns:a16="http://schemas.microsoft.com/office/drawing/2014/main" id="{8B21A5AB-E3AE-B61A-F367-6A58716ED38A}"/>
              </a:ext>
            </a:extLst>
          </p:cNvPr>
          <p:cNvSpPr>
            <a:spLocks noGrp="1"/>
          </p:cNvSpPr>
          <p:nvPr>
            <p:ph type="pic" sz="quarter" idx="92"/>
          </p:nvPr>
        </p:nvSpPr>
        <p:spPr/>
        <p:txBody>
          <a:bodyPr/>
          <a:lstStyle/>
          <a:p>
            <a:pPr marL="0" indent="0" algn="ctr">
              <a:buNone/>
            </a:pPr>
            <a:endParaRPr lang="en-GB"/>
          </a:p>
        </p:txBody>
      </p:sp>
      <p:sp>
        <p:nvSpPr>
          <p:cNvPr id="6" name="Text Placeholder 5">
            <a:extLst>
              <a:ext uri="{FF2B5EF4-FFF2-40B4-BE49-F238E27FC236}">
                <a16:creationId xmlns:a16="http://schemas.microsoft.com/office/drawing/2014/main" id="{0331DE0B-2E78-3AED-D9DD-F3C4708C3C3B}"/>
              </a:ext>
            </a:extLst>
          </p:cNvPr>
          <p:cNvSpPr>
            <a:spLocks noGrp="1"/>
          </p:cNvSpPr>
          <p:nvPr>
            <p:ph type="body" sz="quarter" idx="38"/>
          </p:nvPr>
        </p:nvSpPr>
        <p:spPr/>
        <p:txBody>
          <a:bodyPr/>
          <a:lstStyle/>
          <a:p>
            <a:endParaRPr lang="en-GB"/>
          </a:p>
        </p:txBody>
      </p:sp>
    </p:spTree>
    <p:extLst>
      <p:ext uri="{BB962C8B-B14F-4D97-AF65-F5344CB8AC3E}">
        <p14:creationId xmlns:p14="http://schemas.microsoft.com/office/powerpoint/2010/main" val="9666448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p12.s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18930-20F9-F76B-6BB1-C303B2F3F3A8}"/>
              </a:ext>
            </a:extLst>
          </p:cNvPr>
          <p:cNvSpPr>
            <a:spLocks noGrp="1"/>
          </p:cNvSpPr>
          <p:nvPr>
            <p:ph type="ctrTitle"/>
          </p:nvPr>
        </p:nvSpPr>
        <p:spPr/>
        <p:txBody>
          <a:bodyPr/>
          <a:lstStyle/>
          <a:p>
            <a:r>
              <a:rPr lang="en-ZA" dirty="0"/>
              <a:t>SLIDE FOR THREE PHONE SCREENS</a:t>
            </a:r>
            <a:endParaRPr lang="en-GB" dirty="0"/>
          </a:p>
        </p:txBody>
      </p:sp>
      <p:sp>
        <p:nvSpPr>
          <p:cNvPr id="3" name="Text Placeholder 2">
            <a:extLst>
              <a:ext uri="{FF2B5EF4-FFF2-40B4-BE49-F238E27FC236}">
                <a16:creationId xmlns:a16="http://schemas.microsoft.com/office/drawing/2014/main" id="{08D25B0E-8041-579F-F6CE-00C4B99DBB8C}"/>
              </a:ext>
            </a:extLst>
          </p:cNvPr>
          <p:cNvSpPr>
            <a:spLocks noGrp="1"/>
          </p:cNvSpPr>
          <p:nvPr>
            <p:ph type="body" sz="quarter" idx="38"/>
          </p:nvPr>
        </p:nvSpPr>
        <p:spPr/>
        <p:txBody>
          <a:bodyPr/>
          <a:lstStyle/>
          <a:p>
            <a:endParaRPr lang="en-GB"/>
          </a:p>
        </p:txBody>
      </p:sp>
      <p:sp>
        <p:nvSpPr>
          <p:cNvPr id="4" name="Text Placeholder 3">
            <a:extLst>
              <a:ext uri="{FF2B5EF4-FFF2-40B4-BE49-F238E27FC236}">
                <a16:creationId xmlns:a16="http://schemas.microsoft.com/office/drawing/2014/main" id="{6ABF31A0-D767-B7EC-5825-6EE8D220B221}"/>
              </a:ext>
            </a:extLst>
          </p:cNvPr>
          <p:cNvSpPr>
            <a:spLocks noGrp="1"/>
          </p:cNvSpPr>
          <p:nvPr>
            <p:ph type="body" sz="quarter" idx="39"/>
          </p:nvPr>
        </p:nvSpPr>
        <p:spPr/>
        <p:txBody>
          <a:bodyPr/>
          <a:lstStyle/>
          <a:p>
            <a:r>
              <a:rPr lang="en-ZA" dirty="0"/>
              <a:t>Your heading goes here</a:t>
            </a:r>
            <a:endParaRPr lang="en-GB" dirty="0"/>
          </a:p>
        </p:txBody>
      </p:sp>
      <p:sp>
        <p:nvSpPr>
          <p:cNvPr id="5" name="Text Placeholder 4">
            <a:extLst>
              <a:ext uri="{FF2B5EF4-FFF2-40B4-BE49-F238E27FC236}">
                <a16:creationId xmlns:a16="http://schemas.microsoft.com/office/drawing/2014/main" id="{E3AA1A6E-5A68-D6D7-441C-6FA9A63D13C4}"/>
              </a:ext>
            </a:extLst>
          </p:cNvPr>
          <p:cNvSpPr>
            <a:spLocks noGrp="1"/>
          </p:cNvSpPr>
          <p:nvPr>
            <p:ph type="body" sz="quarter" idx="70"/>
          </p:nvPr>
        </p:nvSpPr>
        <p:spPr>
          <a:xfrm>
            <a:off x="588166" y="1844417"/>
            <a:ext cx="2974185" cy="410369"/>
          </a:xfrm>
        </p:spPr>
        <p:txBody>
          <a:bodyPr/>
          <a:lstStyle/>
          <a:p>
            <a:r>
              <a:rPr lang="en-ZA" dirty="0"/>
              <a:t>Your sub-heading here no longer than three lines</a:t>
            </a:r>
            <a:endParaRPr lang="en-GB" dirty="0"/>
          </a:p>
        </p:txBody>
      </p:sp>
      <p:sp>
        <p:nvSpPr>
          <p:cNvPr id="6" name="Picture Placeholder 5">
            <a:extLst>
              <a:ext uri="{FF2B5EF4-FFF2-40B4-BE49-F238E27FC236}">
                <a16:creationId xmlns:a16="http://schemas.microsoft.com/office/drawing/2014/main" id="{99F66435-234B-47D3-C0B6-DB8C403712A0}"/>
              </a:ext>
            </a:extLst>
          </p:cNvPr>
          <p:cNvSpPr>
            <a:spLocks noGrp="1"/>
          </p:cNvSpPr>
          <p:nvPr>
            <p:ph type="pic" sz="quarter" idx="89"/>
          </p:nvPr>
        </p:nvSpPr>
        <p:spPr/>
        <p:txBody>
          <a:bodyPr/>
          <a:lstStyle/>
          <a:p>
            <a:pPr marL="0" indent="0" algn="ctr">
              <a:buNone/>
            </a:pPr>
            <a:endParaRPr lang="en-GB"/>
          </a:p>
        </p:txBody>
      </p:sp>
      <p:sp>
        <p:nvSpPr>
          <p:cNvPr id="7" name="Picture Placeholder 6">
            <a:extLst>
              <a:ext uri="{FF2B5EF4-FFF2-40B4-BE49-F238E27FC236}">
                <a16:creationId xmlns:a16="http://schemas.microsoft.com/office/drawing/2014/main" id="{04952FB0-D1AF-F3F7-176E-34E3B74A2BAA}"/>
              </a:ext>
            </a:extLst>
          </p:cNvPr>
          <p:cNvSpPr>
            <a:spLocks noGrp="1"/>
          </p:cNvSpPr>
          <p:nvPr>
            <p:ph type="pic" sz="quarter" idx="90"/>
          </p:nvPr>
        </p:nvSpPr>
        <p:spPr/>
        <p:txBody>
          <a:bodyPr/>
          <a:lstStyle/>
          <a:p>
            <a:pPr marL="0" indent="0" algn="ctr">
              <a:buNone/>
            </a:pPr>
            <a:endParaRPr lang="en-GB"/>
          </a:p>
        </p:txBody>
      </p:sp>
      <p:sp>
        <p:nvSpPr>
          <p:cNvPr id="8" name="Picture Placeholder 7">
            <a:extLst>
              <a:ext uri="{FF2B5EF4-FFF2-40B4-BE49-F238E27FC236}">
                <a16:creationId xmlns:a16="http://schemas.microsoft.com/office/drawing/2014/main" id="{6D79E004-447D-AC3D-A0F8-EEAABB63C73A}"/>
              </a:ext>
            </a:extLst>
          </p:cNvPr>
          <p:cNvSpPr>
            <a:spLocks noGrp="1"/>
          </p:cNvSpPr>
          <p:nvPr>
            <p:ph type="pic" sz="quarter" idx="91"/>
          </p:nvPr>
        </p:nvSpPr>
        <p:spPr/>
        <p:txBody>
          <a:bodyPr/>
          <a:lstStyle/>
          <a:p>
            <a:pPr marL="0" indent="0" algn="ctr">
              <a:buNone/>
            </a:pPr>
            <a:endParaRPr lang="en-GB" dirty="0"/>
          </a:p>
        </p:txBody>
      </p:sp>
    </p:spTree>
    <p:extLst>
      <p:ext uri="{BB962C8B-B14F-4D97-AF65-F5344CB8AC3E}">
        <p14:creationId xmlns:p14="http://schemas.microsoft.com/office/powerpoint/2010/main" val="399449513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p13.s02">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167A14-07B5-07BF-110B-E40C04BC4840}"/>
              </a:ext>
            </a:extLst>
          </p:cNvPr>
          <p:cNvSpPr>
            <a:spLocks noGrp="1"/>
          </p:cNvSpPr>
          <p:nvPr>
            <p:ph type="body" sz="quarter" idx="72"/>
          </p:nvPr>
        </p:nvSpPr>
        <p:spPr>
          <a:xfrm>
            <a:off x="1149618" y="5006903"/>
            <a:ext cx="4268416" cy="560603"/>
          </a:xfrm>
        </p:spPr>
        <p:txBody>
          <a:bodyPr/>
          <a:lstStyle/>
          <a:p>
            <a:r>
              <a:rPr lang="en-US" dirty="0"/>
              <a:t>Insert descriptive text for this statistic here. No longer than 3 lines maximum. Insert text here. Insert descriptive text for this statistic here. No longer than 3 lines maximum. </a:t>
            </a:r>
            <a:endParaRPr lang="en-ZA" dirty="0"/>
          </a:p>
        </p:txBody>
      </p:sp>
      <p:sp>
        <p:nvSpPr>
          <p:cNvPr id="3" name="Title 2">
            <a:extLst>
              <a:ext uri="{FF2B5EF4-FFF2-40B4-BE49-F238E27FC236}">
                <a16:creationId xmlns:a16="http://schemas.microsoft.com/office/drawing/2014/main" id="{BD079D41-95BA-2FA7-E603-A7A2364DD856}"/>
              </a:ext>
            </a:extLst>
          </p:cNvPr>
          <p:cNvSpPr>
            <a:spLocks noGrp="1"/>
          </p:cNvSpPr>
          <p:nvPr>
            <p:ph type="ctrTitle"/>
          </p:nvPr>
        </p:nvSpPr>
        <p:spPr/>
        <p:txBody>
          <a:bodyPr/>
          <a:lstStyle/>
          <a:p>
            <a:r>
              <a:rPr lang="en-US" dirty="0"/>
              <a:t>YOUR SLIDE HEADING HERE</a:t>
            </a:r>
            <a:endParaRPr lang="en-GB" dirty="0"/>
          </a:p>
        </p:txBody>
      </p:sp>
      <p:sp>
        <p:nvSpPr>
          <p:cNvPr id="4" name="Text Placeholder 3">
            <a:extLst>
              <a:ext uri="{FF2B5EF4-FFF2-40B4-BE49-F238E27FC236}">
                <a16:creationId xmlns:a16="http://schemas.microsoft.com/office/drawing/2014/main" id="{8AD6500D-CED2-683C-C2D8-B411FDD02CA9}"/>
              </a:ext>
            </a:extLst>
          </p:cNvPr>
          <p:cNvSpPr>
            <a:spLocks noGrp="1"/>
          </p:cNvSpPr>
          <p:nvPr>
            <p:ph type="body" sz="quarter" idx="40"/>
          </p:nvPr>
        </p:nvSpPr>
        <p:spPr>
          <a:xfrm>
            <a:off x="588166" y="1007744"/>
            <a:ext cx="11051375" cy="205184"/>
          </a:xfrm>
        </p:spPr>
        <p:txBody>
          <a:bodyPr/>
          <a:lstStyle/>
          <a:p>
            <a:r>
              <a:rPr lang="en-ZA" dirty="0"/>
              <a:t>Your sub-heading for slide here</a:t>
            </a:r>
            <a:endParaRPr lang="en-GB" dirty="0"/>
          </a:p>
        </p:txBody>
      </p:sp>
      <p:sp>
        <p:nvSpPr>
          <p:cNvPr id="5" name="Text Placeholder 4">
            <a:extLst>
              <a:ext uri="{FF2B5EF4-FFF2-40B4-BE49-F238E27FC236}">
                <a16:creationId xmlns:a16="http://schemas.microsoft.com/office/drawing/2014/main" id="{6AD53812-5659-9D2A-997E-CC679D1FD479}"/>
              </a:ext>
            </a:extLst>
          </p:cNvPr>
          <p:cNvSpPr>
            <a:spLocks noGrp="1"/>
          </p:cNvSpPr>
          <p:nvPr>
            <p:ph type="body" sz="quarter" idx="59"/>
          </p:nvPr>
        </p:nvSpPr>
        <p:spPr/>
        <p:txBody>
          <a:bodyPr/>
          <a:lstStyle/>
          <a:p>
            <a:r>
              <a:rPr lang="en-US" dirty="0"/>
              <a:t>87%</a:t>
            </a:r>
            <a:endParaRPr lang="en-GB" dirty="0"/>
          </a:p>
        </p:txBody>
      </p:sp>
      <p:sp>
        <p:nvSpPr>
          <p:cNvPr id="6" name="Text Placeholder 5">
            <a:extLst>
              <a:ext uri="{FF2B5EF4-FFF2-40B4-BE49-F238E27FC236}">
                <a16:creationId xmlns:a16="http://schemas.microsoft.com/office/drawing/2014/main" id="{F7FB071F-DE6F-C509-39F3-D089530B6C7E}"/>
              </a:ext>
            </a:extLst>
          </p:cNvPr>
          <p:cNvSpPr>
            <a:spLocks noGrp="1"/>
          </p:cNvSpPr>
          <p:nvPr>
            <p:ph type="body" sz="quarter" idx="71"/>
          </p:nvPr>
        </p:nvSpPr>
        <p:spPr/>
        <p:txBody>
          <a:bodyPr/>
          <a:lstStyle/>
          <a:p>
            <a:r>
              <a:rPr lang="en-US" dirty="0"/>
              <a:t>Statistic title</a:t>
            </a:r>
            <a:endParaRPr lang="en-GB" dirty="0"/>
          </a:p>
        </p:txBody>
      </p:sp>
      <p:sp>
        <p:nvSpPr>
          <p:cNvPr id="7" name="Text Placeholder 6">
            <a:extLst>
              <a:ext uri="{FF2B5EF4-FFF2-40B4-BE49-F238E27FC236}">
                <a16:creationId xmlns:a16="http://schemas.microsoft.com/office/drawing/2014/main" id="{43889C08-1E7A-F5A3-5664-111EDD212A44}"/>
              </a:ext>
            </a:extLst>
          </p:cNvPr>
          <p:cNvSpPr>
            <a:spLocks noGrp="1"/>
          </p:cNvSpPr>
          <p:nvPr>
            <p:ph type="body" sz="quarter" idx="67"/>
          </p:nvPr>
        </p:nvSpPr>
        <p:spPr>
          <a:xfrm>
            <a:off x="1149614" y="5790773"/>
            <a:ext cx="4268412" cy="307777"/>
          </a:xfrm>
        </p:spPr>
        <p:txBody>
          <a:bodyPr/>
          <a:lstStyle/>
          <a:p>
            <a:r>
              <a:rPr lang="en-US" dirty="0"/>
              <a:t>Click to edit your secondary text here. Click to edit your secondary text here. Click to edit your secondary text here. Click to edit your secondary text here. </a:t>
            </a:r>
            <a:endParaRPr lang="en-ZA" dirty="0"/>
          </a:p>
        </p:txBody>
      </p:sp>
      <p:pic>
        <p:nvPicPr>
          <p:cNvPr id="10" name="Picture Placeholder 9" descr="A group of people sitting on a couch&#10;&#10;Description automatically generated">
            <a:extLst>
              <a:ext uri="{FF2B5EF4-FFF2-40B4-BE49-F238E27FC236}">
                <a16:creationId xmlns:a16="http://schemas.microsoft.com/office/drawing/2014/main" id="{10D8EB2A-3725-E92E-034C-7C7C8C056080}"/>
              </a:ext>
            </a:extLst>
          </p:cNvPr>
          <p:cNvPicPr>
            <a:picLocks noGrp="1" noChangeAspect="1"/>
          </p:cNvPicPr>
          <p:nvPr>
            <p:ph type="pic" sz="quarter" idx="31"/>
          </p:nvPr>
        </p:nvPicPr>
        <p:blipFill rotWithShape="1">
          <a:blip r:embed="rId2">
            <a:extLst>
              <a:ext uri="{28A0092B-C50C-407E-A947-70E740481C1C}">
                <a14:useLocalDpi xmlns:a14="http://schemas.microsoft.com/office/drawing/2010/main" val="0"/>
              </a:ext>
            </a:extLst>
          </a:blip>
          <a:srcRect l="33137" r="705"/>
          <a:stretch/>
        </p:blipFill>
        <p:spPr>
          <a:xfrm>
            <a:off x="6096000" y="1733678"/>
            <a:ext cx="5543535" cy="4712369"/>
          </a:xfrm>
        </p:spPr>
      </p:pic>
    </p:spTree>
    <p:extLst>
      <p:ext uri="{BB962C8B-B14F-4D97-AF65-F5344CB8AC3E}">
        <p14:creationId xmlns:p14="http://schemas.microsoft.com/office/powerpoint/2010/main" val="328983355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p13.s03">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A6B00B75-C9A2-F755-38EC-D2616EEC47DB}"/>
              </a:ext>
            </a:extLst>
          </p:cNvPr>
          <p:cNvGrpSpPr/>
          <p:nvPr userDrawn="1"/>
        </p:nvGrpSpPr>
        <p:grpSpPr>
          <a:xfrm>
            <a:off x="4508442" y="1535481"/>
            <a:ext cx="2419421" cy="2084370"/>
            <a:chOff x="425472" y="1751301"/>
            <a:chExt cx="1608575" cy="1402571"/>
          </a:xfrm>
        </p:grpSpPr>
        <p:graphicFrame>
          <p:nvGraphicFramePr>
            <p:cNvPr id="29" name="Object 5">
              <a:extLst>
                <a:ext uri="{FF2B5EF4-FFF2-40B4-BE49-F238E27FC236}">
                  <a16:creationId xmlns:a16="http://schemas.microsoft.com/office/drawing/2014/main" id="{5216059D-C6EA-37D8-6918-F0C45A55A508}"/>
                </a:ext>
              </a:extLst>
            </p:cNvPr>
            <p:cNvGraphicFramePr>
              <a:graphicFrameLocks noChangeAspect="1"/>
            </p:cNvGraphicFramePr>
            <p:nvPr>
              <p:extLst>
                <p:ext uri="{D42A27DB-BD31-4B8C-83A1-F6EECF244321}">
                  <p14:modId xmlns:p14="http://schemas.microsoft.com/office/powerpoint/2010/main" val="3949408693"/>
                </p:ext>
              </p:extLst>
            </p:nvPr>
          </p:nvGraphicFramePr>
          <p:xfrm>
            <a:off x="425472" y="1751301"/>
            <a:ext cx="1608575" cy="1402571"/>
          </p:xfrm>
          <a:graphic>
            <a:graphicData uri="http://schemas.openxmlformats.org/drawingml/2006/chart">
              <c:chart xmlns:c="http://schemas.openxmlformats.org/drawingml/2006/chart" r:id="rId5"/>
            </a:graphicData>
          </a:graphic>
        </p:graphicFrame>
        <p:sp>
          <p:nvSpPr>
            <p:cNvPr id="30" name="Chord 29">
              <a:extLst>
                <a:ext uri="{FF2B5EF4-FFF2-40B4-BE49-F238E27FC236}">
                  <a16:creationId xmlns:a16="http://schemas.microsoft.com/office/drawing/2014/main" id="{24352511-741E-BE52-A5A4-0FE12E20731C}"/>
                </a:ext>
              </a:extLst>
            </p:cNvPr>
            <p:cNvSpPr/>
            <p:nvPr userDrawn="1"/>
          </p:nvSpPr>
          <p:spPr>
            <a:xfrm>
              <a:off x="914039" y="2089818"/>
              <a:ext cx="717359" cy="717357"/>
            </a:xfrm>
            <a:prstGeom prst="chord">
              <a:avLst>
                <a:gd name="adj1" fmla="val 10765741"/>
                <a:gd name="adj2" fmla="val 17173"/>
              </a:avLst>
            </a:prstGeom>
            <a:solidFill>
              <a:schemeClr val="accent1"/>
            </a:solidFill>
            <a:ln w="25400" cap="flat" cmpd="sng" algn="ctr">
              <a:noFill/>
              <a:prstDash val="solid"/>
            </a:ln>
            <a:effectLst/>
          </p:spPr>
          <p:txBody>
            <a:bodyPr wrap="none" lIns="0" tIns="0" rIns="0" bIns="0" rtlCol="0" anchor="t" anchorCtr="0"/>
            <a:lstStyle/>
            <a:p>
              <a:pPr marL="0" marR="0" lvl="0" indent="0" algn="ctr" defTabSz="924282"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chemeClr val="bg1"/>
                  </a:solidFill>
                  <a:effectLst/>
                  <a:uLnTx/>
                  <a:uFillTx/>
                  <a:latin typeface="+mj-lt"/>
                  <a:ea typeface="+mn-ea"/>
                  <a:cs typeface="+mn-cs"/>
                </a:rPr>
                <a:t>76%</a:t>
              </a:r>
            </a:p>
          </p:txBody>
        </p:sp>
      </p:grpSp>
      <p:grpSp>
        <p:nvGrpSpPr>
          <p:cNvPr id="39" name="Group 38">
            <a:extLst>
              <a:ext uri="{FF2B5EF4-FFF2-40B4-BE49-F238E27FC236}">
                <a16:creationId xmlns:a16="http://schemas.microsoft.com/office/drawing/2014/main" id="{E4E6DFC6-3FFB-59B1-6EFB-25206C22A93F}"/>
              </a:ext>
            </a:extLst>
          </p:cNvPr>
          <p:cNvGrpSpPr/>
          <p:nvPr userDrawn="1"/>
        </p:nvGrpSpPr>
        <p:grpSpPr>
          <a:xfrm>
            <a:off x="6913870" y="1535481"/>
            <a:ext cx="2419421" cy="2084370"/>
            <a:chOff x="425472" y="1751301"/>
            <a:chExt cx="1608575" cy="1402571"/>
          </a:xfrm>
        </p:grpSpPr>
        <p:graphicFrame>
          <p:nvGraphicFramePr>
            <p:cNvPr id="40" name="Object 5">
              <a:extLst>
                <a:ext uri="{FF2B5EF4-FFF2-40B4-BE49-F238E27FC236}">
                  <a16:creationId xmlns:a16="http://schemas.microsoft.com/office/drawing/2014/main" id="{A7EEB52E-8456-8981-B79F-C252E6500B6C}"/>
                </a:ext>
              </a:extLst>
            </p:cNvPr>
            <p:cNvGraphicFramePr>
              <a:graphicFrameLocks noChangeAspect="1"/>
            </p:cNvGraphicFramePr>
            <p:nvPr>
              <p:extLst>
                <p:ext uri="{D42A27DB-BD31-4B8C-83A1-F6EECF244321}">
                  <p14:modId xmlns:p14="http://schemas.microsoft.com/office/powerpoint/2010/main" val="1322461735"/>
                </p:ext>
              </p:extLst>
            </p:nvPr>
          </p:nvGraphicFramePr>
          <p:xfrm>
            <a:off x="425472" y="1751301"/>
            <a:ext cx="1608575" cy="1402571"/>
          </p:xfrm>
          <a:graphic>
            <a:graphicData uri="http://schemas.openxmlformats.org/drawingml/2006/chart">
              <c:chart xmlns:c="http://schemas.openxmlformats.org/drawingml/2006/chart" r:id="rId6"/>
            </a:graphicData>
          </a:graphic>
        </p:graphicFrame>
        <p:sp>
          <p:nvSpPr>
            <p:cNvPr id="41" name="Chord 40">
              <a:extLst>
                <a:ext uri="{FF2B5EF4-FFF2-40B4-BE49-F238E27FC236}">
                  <a16:creationId xmlns:a16="http://schemas.microsoft.com/office/drawing/2014/main" id="{232E7E16-8D89-725E-DCEE-16E4599711DE}"/>
                </a:ext>
              </a:extLst>
            </p:cNvPr>
            <p:cNvSpPr/>
            <p:nvPr userDrawn="1"/>
          </p:nvSpPr>
          <p:spPr>
            <a:xfrm>
              <a:off x="914039" y="2089818"/>
              <a:ext cx="717359" cy="717357"/>
            </a:xfrm>
            <a:prstGeom prst="chord">
              <a:avLst>
                <a:gd name="adj1" fmla="val 10765741"/>
                <a:gd name="adj2" fmla="val 17173"/>
              </a:avLst>
            </a:prstGeom>
            <a:solidFill>
              <a:schemeClr val="accent1"/>
            </a:solidFill>
            <a:ln w="25400" cap="flat" cmpd="sng" algn="ctr">
              <a:noFill/>
              <a:prstDash val="solid"/>
            </a:ln>
            <a:effectLst/>
          </p:spPr>
          <p:txBody>
            <a:bodyPr wrap="none" lIns="0" tIns="0" rIns="0" bIns="0" rtlCol="0" anchor="t" anchorCtr="0"/>
            <a:lstStyle/>
            <a:p>
              <a:pPr marL="0" marR="0" lvl="0" indent="0" algn="ctr" defTabSz="924282"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chemeClr val="bg1"/>
                  </a:solidFill>
                  <a:effectLst/>
                  <a:uLnTx/>
                  <a:uFillTx/>
                  <a:latin typeface="+mj-lt"/>
                  <a:ea typeface="+mn-ea"/>
                  <a:cs typeface="+mn-cs"/>
                </a:rPr>
                <a:t>27%</a:t>
              </a:r>
            </a:p>
          </p:txBody>
        </p:sp>
      </p:grpSp>
      <p:grpSp>
        <p:nvGrpSpPr>
          <p:cNvPr id="42" name="Group 41">
            <a:extLst>
              <a:ext uri="{FF2B5EF4-FFF2-40B4-BE49-F238E27FC236}">
                <a16:creationId xmlns:a16="http://schemas.microsoft.com/office/drawing/2014/main" id="{B6A4A098-0724-95A0-73EC-114A0A36DEAD}"/>
              </a:ext>
            </a:extLst>
          </p:cNvPr>
          <p:cNvGrpSpPr/>
          <p:nvPr userDrawn="1"/>
        </p:nvGrpSpPr>
        <p:grpSpPr>
          <a:xfrm>
            <a:off x="9319298" y="1535481"/>
            <a:ext cx="2419421" cy="2084370"/>
            <a:chOff x="425472" y="1751301"/>
            <a:chExt cx="1608575" cy="1402571"/>
          </a:xfrm>
        </p:grpSpPr>
        <p:graphicFrame>
          <p:nvGraphicFramePr>
            <p:cNvPr id="43" name="Object 5">
              <a:extLst>
                <a:ext uri="{FF2B5EF4-FFF2-40B4-BE49-F238E27FC236}">
                  <a16:creationId xmlns:a16="http://schemas.microsoft.com/office/drawing/2014/main" id="{49241C73-8EE5-8EB1-C0A8-6D482841EF51}"/>
                </a:ext>
              </a:extLst>
            </p:cNvPr>
            <p:cNvGraphicFramePr>
              <a:graphicFrameLocks noChangeAspect="1"/>
            </p:cNvGraphicFramePr>
            <p:nvPr>
              <p:extLst>
                <p:ext uri="{D42A27DB-BD31-4B8C-83A1-F6EECF244321}">
                  <p14:modId xmlns:p14="http://schemas.microsoft.com/office/powerpoint/2010/main" val="337995551"/>
                </p:ext>
              </p:extLst>
            </p:nvPr>
          </p:nvGraphicFramePr>
          <p:xfrm>
            <a:off x="425472" y="1751301"/>
            <a:ext cx="1608575" cy="1402571"/>
          </p:xfrm>
          <a:graphic>
            <a:graphicData uri="http://schemas.openxmlformats.org/drawingml/2006/chart">
              <c:chart xmlns:c="http://schemas.openxmlformats.org/drawingml/2006/chart" r:id="rId7"/>
            </a:graphicData>
          </a:graphic>
        </p:graphicFrame>
        <p:sp>
          <p:nvSpPr>
            <p:cNvPr id="44" name="Chord 43">
              <a:extLst>
                <a:ext uri="{FF2B5EF4-FFF2-40B4-BE49-F238E27FC236}">
                  <a16:creationId xmlns:a16="http://schemas.microsoft.com/office/drawing/2014/main" id="{DE205C6B-9E15-2184-A1E3-270EBAA58EF3}"/>
                </a:ext>
              </a:extLst>
            </p:cNvPr>
            <p:cNvSpPr/>
            <p:nvPr userDrawn="1"/>
          </p:nvSpPr>
          <p:spPr>
            <a:xfrm>
              <a:off x="914039" y="2089818"/>
              <a:ext cx="717359" cy="717357"/>
            </a:xfrm>
            <a:prstGeom prst="chord">
              <a:avLst>
                <a:gd name="adj1" fmla="val 10765741"/>
                <a:gd name="adj2" fmla="val 17173"/>
              </a:avLst>
            </a:prstGeom>
            <a:solidFill>
              <a:schemeClr val="accent1"/>
            </a:solidFill>
            <a:ln w="25400" cap="flat" cmpd="sng" algn="ctr">
              <a:noFill/>
              <a:prstDash val="solid"/>
            </a:ln>
            <a:effectLst/>
          </p:spPr>
          <p:txBody>
            <a:bodyPr wrap="none" lIns="0" tIns="0" rIns="0" bIns="0" rtlCol="0" anchor="t" anchorCtr="0"/>
            <a:lstStyle/>
            <a:p>
              <a:pPr marL="0" marR="0" lvl="0" indent="0" algn="ctr" defTabSz="924282" rtl="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schemeClr val="bg1"/>
                  </a:solidFill>
                  <a:effectLst/>
                  <a:uLnTx/>
                  <a:uFillTx/>
                  <a:latin typeface="+mj-lt"/>
                  <a:ea typeface="+mn-ea"/>
                  <a:cs typeface="+mn-cs"/>
                </a:rPr>
                <a:t>48%</a:t>
              </a:r>
            </a:p>
          </p:txBody>
        </p:sp>
      </p:grpSp>
      <p:pic>
        <p:nvPicPr>
          <p:cNvPr id="14" name="Picture Placeholder 13" descr="A person applying makeup in front of a mirror&#10;&#10;Description automatically generated">
            <a:extLst>
              <a:ext uri="{FF2B5EF4-FFF2-40B4-BE49-F238E27FC236}">
                <a16:creationId xmlns:a16="http://schemas.microsoft.com/office/drawing/2014/main" id="{208435EA-300E-5222-F724-B2B7E112553A}"/>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t="46" b="46"/>
          <a:stretch>
            <a:fillRect/>
          </a:stretch>
        </p:blipFill>
        <p:spPr/>
      </p:pic>
      <p:sp>
        <p:nvSpPr>
          <p:cNvPr id="3" name="Title 2">
            <a:extLst>
              <a:ext uri="{FF2B5EF4-FFF2-40B4-BE49-F238E27FC236}">
                <a16:creationId xmlns:a16="http://schemas.microsoft.com/office/drawing/2014/main" id="{FEB59CF8-077B-B8EA-2D54-8F31FF8DA803}"/>
              </a:ext>
            </a:extLst>
          </p:cNvPr>
          <p:cNvSpPr>
            <a:spLocks noGrp="1"/>
          </p:cNvSpPr>
          <p:nvPr>
            <p:ph type="ctrTitle"/>
          </p:nvPr>
        </p:nvSpPr>
        <p:spPr>
          <a:xfrm>
            <a:off x="588171" y="1717525"/>
            <a:ext cx="2869409" cy="664797"/>
          </a:xfrm>
        </p:spPr>
        <p:txBody>
          <a:bodyPr/>
          <a:lstStyle/>
          <a:p>
            <a:r>
              <a:rPr lang="en-ZA" dirty="0"/>
              <a:t>INSERT YOUR SLIDE HEADING</a:t>
            </a:r>
            <a:endParaRPr lang="en-GB" dirty="0"/>
          </a:p>
        </p:txBody>
      </p:sp>
      <p:sp>
        <p:nvSpPr>
          <p:cNvPr id="4" name="Text Placeholder 3">
            <a:extLst>
              <a:ext uri="{FF2B5EF4-FFF2-40B4-BE49-F238E27FC236}">
                <a16:creationId xmlns:a16="http://schemas.microsoft.com/office/drawing/2014/main" id="{4E463DC1-0D5D-7E02-AD77-306915220145}"/>
              </a:ext>
            </a:extLst>
          </p:cNvPr>
          <p:cNvSpPr>
            <a:spLocks noGrp="1"/>
          </p:cNvSpPr>
          <p:nvPr>
            <p:ph type="body" sz="quarter" idx="57"/>
          </p:nvPr>
        </p:nvSpPr>
        <p:spPr>
          <a:xfrm>
            <a:off x="588171" y="2941394"/>
            <a:ext cx="2869409" cy="1022268"/>
          </a:xfrm>
        </p:spPr>
        <p:txBody>
          <a:bodyPr/>
          <a:lstStyle/>
          <a:p>
            <a:r>
              <a:rPr lang="en-US" b="1" dirty="0"/>
              <a:t>Insert introductory text or Sub-heading of slide here. </a:t>
            </a:r>
          </a:p>
          <a:p>
            <a:r>
              <a:rPr lang="en-US" dirty="0"/>
              <a:t>Insert introductory text or Sub-heading of slide here. Insert introductory text or Sub-heading of slide here. </a:t>
            </a:r>
          </a:p>
        </p:txBody>
      </p:sp>
      <p:sp>
        <p:nvSpPr>
          <p:cNvPr id="5" name="Text Placeholder 4">
            <a:extLst>
              <a:ext uri="{FF2B5EF4-FFF2-40B4-BE49-F238E27FC236}">
                <a16:creationId xmlns:a16="http://schemas.microsoft.com/office/drawing/2014/main" id="{39AA7DF8-FD97-78D7-AC1E-79048850FE4A}"/>
              </a:ext>
            </a:extLst>
          </p:cNvPr>
          <p:cNvSpPr>
            <a:spLocks noGrp="1"/>
          </p:cNvSpPr>
          <p:nvPr>
            <p:ph type="body" sz="quarter" idx="38"/>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a:t>
            </a:r>
          </a:p>
        </p:txBody>
      </p:sp>
      <p:sp>
        <p:nvSpPr>
          <p:cNvPr id="6" name="Text Placeholder 5">
            <a:extLst>
              <a:ext uri="{FF2B5EF4-FFF2-40B4-BE49-F238E27FC236}">
                <a16:creationId xmlns:a16="http://schemas.microsoft.com/office/drawing/2014/main" id="{68E75059-6EEC-244A-2F90-9FE306828663}"/>
              </a:ext>
            </a:extLst>
          </p:cNvPr>
          <p:cNvSpPr>
            <a:spLocks noGrp="1"/>
          </p:cNvSpPr>
          <p:nvPr>
            <p:ph type="body" sz="quarter" idx="58"/>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a:t>
            </a:r>
          </a:p>
        </p:txBody>
      </p:sp>
      <p:sp>
        <p:nvSpPr>
          <p:cNvPr id="7" name="Text Placeholder 6">
            <a:extLst>
              <a:ext uri="{FF2B5EF4-FFF2-40B4-BE49-F238E27FC236}">
                <a16:creationId xmlns:a16="http://schemas.microsoft.com/office/drawing/2014/main" id="{7C7B4825-FB69-AB82-F156-A64D74BDA2FD}"/>
              </a:ext>
            </a:extLst>
          </p:cNvPr>
          <p:cNvSpPr>
            <a:spLocks noGrp="1"/>
          </p:cNvSpPr>
          <p:nvPr>
            <p:ph type="body" sz="quarter" idx="60"/>
          </p:nvPr>
        </p:nvSpPr>
        <p:spPr/>
        <p:txBody>
          <a:bodyPr/>
          <a:lstStyle/>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 </a:t>
            </a:r>
          </a:p>
          <a:p>
            <a:r>
              <a:rPr lang="en-US" dirty="0">
                <a:solidFill>
                  <a:schemeClr val="accent5">
                    <a:lumMod val="50000"/>
                  </a:schemeClr>
                </a:solidFill>
              </a:rPr>
              <a:t>Click to add your text here. Add your text here. Click to add your text here.</a:t>
            </a:r>
          </a:p>
        </p:txBody>
      </p:sp>
      <p:sp>
        <p:nvSpPr>
          <p:cNvPr id="8" name="Text Placeholder 7">
            <a:extLst>
              <a:ext uri="{FF2B5EF4-FFF2-40B4-BE49-F238E27FC236}">
                <a16:creationId xmlns:a16="http://schemas.microsoft.com/office/drawing/2014/main" id="{9ADB9840-FD78-B824-024B-3901F1326D50}"/>
              </a:ext>
            </a:extLst>
          </p:cNvPr>
          <p:cNvSpPr>
            <a:spLocks noGrp="1"/>
          </p:cNvSpPr>
          <p:nvPr>
            <p:ph type="body" sz="quarter" idx="62"/>
          </p:nvPr>
        </p:nvSpPr>
        <p:spPr>
          <a:xfrm>
            <a:off x="4727527" y="2693216"/>
            <a:ext cx="2086313" cy="181012"/>
          </a:xfrm>
        </p:spPr>
        <p:txBody>
          <a:bodyPr/>
          <a:lstStyle/>
          <a:p>
            <a:r>
              <a:rPr lang="en-ZA" dirty="0"/>
              <a:t>Your short heading</a:t>
            </a:r>
            <a:endParaRPr lang="en-GB" dirty="0"/>
          </a:p>
        </p:txBody>
      </p:sp>
      <p:sp>
        <p:nvSpPr>
          <p:cNvPr id="9" name="Text Placeholder 8">
            <a:extLst>
              <a:ext uri="{FF2B5EF4-FFF2-40B4-BE49-F238E27FC236}">
                <a16:creationId xmlns:a16="http://schemas.microsoft.com/office/drawing/2014/main" id="{52AC0642-CF4D-7E27-16CA-B41E0CD363B9}"/>
              </a:ext>
            </a:extLst>
          </p:cNvPr>
          <p:cNvSpPr>
            <a:spLocks noGrp="1"/>
          </p:cNvSpPr>
          <p:nvPr>
            <p:ph type="body" sz="quarter" idx="63"/>
          </p:nvPr>
        </p:nvSpPr>
        <p:spPr>
          <a:xfrm>
            <a:off x="7140383" y="2693216"/>
            <a:ext cx="2086313" cy="181012"/>
          </a:xfrm>
        </p:spPr>
        <p:txBody>
          <a:bodyPr/>
          <a:lstStyle/>
          <a:p>
            <a:r>
              <a:rPr lang="en-ZA" dirty="0"/>
              <a:t>Your short heading</a:t>
            </a:r>
            <a:endParaRPr lang="en-GB" dirty="0"/>
          </a:p>
        </p:txBody>
      </p:sp>
      <p:sp>
        <p:nvSpPr>
          <p:cNvPr id="10" name="Text Placeholder 9">
            <a:extLst>
              <a:ext uri="{FF2B5EF4-FFF2-40B4-BE49-F238E27FC236}">
                <a16:creationId xmlns:a16="http://schemas.microsoft.com/office/drawing/2014/main" id="{06CB35A6-499C-90F6-5604-C49C5BC4540C}"/>
              </a:ext>
            </a:extLst>
          </p:cNvPr>
          <p:cNvSpPr>
            <a:spLocks noGrp="1"/>
          </p:cNvSpPr>
          <p:nvPr>
            <p:ph type="body" sz="quarter" idx="64"/>
          </p:nvPr>
        </p:nvSpPr>
        <p:spPr>
          <a:xfrm>
            <a:off x="9553238" y="2691143"/>
            <a:ext cx="2086313" cy="181012"/>
          </a:xfrm>
        </p:spPr>
        <p:txBody>
          <a:bodyPr/>
          <a:lstStyle/>
          <a:p>
            <a:r>
              <a:rPr lang="en-ZA" dirty="0"/>
              <a:t>Your short heading</a:t>
            </a:r>
            <a:endParaRPr lang="en-GB" dirty="0"/>
          </a:p>
        </p:txBody>
      </p:sp>
      <p:pic>
        <p:nvPicPr>
          <p:cNvPr id="16" name="Picture Placeholder 15" descr="A person sitting on the floor with a computer&#10;&#10;Description automatically generated">
            <a:extLst>
              <a:ext uri="{FF2B5EF4-FFF2-40B4-BE49-F238E27FC236}">
                <a16:creationId xmlns:a16="http://schemas.microsoft.com/office/drawing/2014/main" id="{2A6CB799-069D-8D37-67A3-B01219F4E47C}"/>
              </a:ext>
            </a:extLst>
          </p:cNvPr>
          <p:cNvPicPr>
            <a:picLocks noGrp="1" noChangeAspect="1"/>
          </p:cNvPicPr>
          <p:nvPr>
            <p:ph type="pic" sz="quarter" idx="65"/>
          </p:nvPr>
        </p:nvPicPr>
        <p:blipFill>
          <a:blip r:embed="rId3">
            <a:extLst>
              <a:ext uri="{28A0092B-C50C-407E-A947-70E740481C1C}">
                <a14:useLocalDpi xmlns:a14="http://schemas.microsoft.com/office/drawing/2010/main" val="0"/>
              </a:ext>
            </a:extLst>
          </a:blip>
          <a:srcRect t="46" b="46"/>
          <a:stretch>
            <a:fillRect/>
          </a:stretch>
        </p:blipFill>
        <p:spPr/>
      </p:pic>
      <p:pic>
        <p:nvPicPr>
          <p:cNvPr id="18" name="Picture Placeholder 17" descr="A person looking at a bottle&#10;&#10;Description automatically generated">
            <a:extLst>
              <a:ext uri="{FF2B5EF4-FFF2-40B4-BE49-F238E27FC236}">
                <a16:creationId xmlns:a16="http://schemas.microsoft.com/office/drawing/2014/main" id="{2E896784-B0C9-96ED-55BA-EA4741B8585C}"/>
              </a:ext>
            </a:extLst>
          </p:cNvPr>
          <p:cNvPicPr>
            <a:picLocks noGrp="1" noChangeAspect="1"/>
          </p:cNvPicPr>
          <p:nvPr>
            <p:ph type="pic" sz="quarter" idx="66"/>
          </p:nvPr>
        </p:nvPicPr>
        <p:blipFill>
          <a:blip r:embed="rId4">
            <a:extLst>
              <a:ext uri="{28A0092B-C50C-407E-A947-70E740481C1C}">
                <a14:useLocalDpi xmlns:a14="http://schemas.microsoft.com/office/drawing/2010/main" val="0"/>
              </a:ext>
            </a:extLst>
          </a:blip>
          <a:srcRect t="46" b="46"/>
          <a:stretch>
            <a:fillRect/>
          </a:stretch>
        </p:blipFill>
        <p:spPr/>
      </p:pic>
    </p:spTree>
    <p:extLst>
      <p:ext uri="{BB962C8B-B14F-4D97-AF65-F5344CB8AC3E}">
        <p14:creationId xmlns:p14="http://schemas.microsoft.com/office/powerpoint/2010/main" val="3338742718"/>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p13.s04">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652CB4-CFEF-1860-13E0-A94C7291CF00}"/>
              </a:ext>
            </a:extLst>
          </p:cNvPr>
          <p:cNvSpPr>
            <a:spLocks noGrp="1"/>
          </p:cNvSpPr>
          <p:nvPr>
            <p:ph type="body" sz="quarter" idx="72"/>
          </p:nvPr>
        </p:nvSpPr>
        <p:spPr>
          <a:xfrm>
            <a:off x="900114" y="2541253"/>
            <a:ext cx="2724120" cy="914096"/>
          </a:xfrm>
        </p:spPr>
        <p:txBody>
          <a:bodyPr/>
          <a:lstStyle/>
          <a:p>
            <a:r>
              <a:rPr lang="en-ZA" dirty="0"/>
              <a:t>56%</a:t>
            </a:r>
            <a:endParaRPr lang="en-GB" dirty="0"/>
          </a:p>
        </p:txBody>
      </p:sp>
      <p:sp>
        <p:nvSpPr>
          <p:cNvPr id="3" name="Title 2">
            <a:extLst>
              <a:ext uri="{FF2B5EF4-FFF2-40B4-BE49-F238E27FC236}">
                <a16:creationId xmlns:a16="http://schemas.microsoft.com/office/drawing/2014/main" id="{FD291D77-D6F0-8E73-DC9E-8E81D5F0B8EF}"/>
              </a:ext>
            </a:extLst>
          </p:cNvPr>
          <p:cNvSpPr>
            <a:spLocks noGrp="1"/>
          </p:cNvSpPr>
          <p:nvPr>
            <p:ph type="ctrTitle"/>
          </p:nvPr>
        </p:nvSpPr>
        <p:spPr/>
        <p:txBody>
          <a:bodyPr/>
          <a:lstStyle/>
          <a:p>
            <a:r>
              <a:rPr lang="en-ZA" dirty="0"/>
              <a:t>YOUR ONE LINE HEADING HERE</a:t>
            </a:r>
            <a:endParaRPr lang="en-GB" dirty="0"/>
          </a:p>
        </p:txBody>
      </p:sp>
      <p:sp>
        <p:nvSpPr>
          <p:cNvPr id="4" name="Text Placeholder 3">
            <a:extLst>
              <a:ext uri="{FF2B5EF4-FFF2-40B4-BE49-F238E27FC236}">
                <a16:creationId xmlns:a16="http://schemas.microsoft.com/office/drawing/2014/main" id="{E13614BF-12C2-3E65-0FFF-8B006C6D3087}"/>
              </a:ext>
            </a:extLst>
          </p:cNvPr>
          <p:cNvSpPr>
            <a:spLocks noGrp="1"/>
          </p:cNvSpPr>
          <p:nvPr>
            <p:ph type="body" sz="quarter" idx="40"/>
          </p:nvPr>
        </p:nvSpPr>
        <p:spPr/>
        <p:txBody>
          <a:bodyPr/>
          <a:lstStyle/>
          <a:p>
            <a:r>
              <a:rPr lang="en-ZA" dirty="0"/>
              <a:t>YOUR SUB-HEADING HERE</a:t>
            </a:r>
            <a:endParaRPr lang="en-GB" dirty="0"/>
          </a:p>
        </p:txBody>
      </p:sp>
      <p:pic>
        <p:nvPicPr>
          <p:cNvPr id="21" name="Picture Placeholder 20" descr="A person in a yellow scarf sitting in a chair&#10;&#10;Description automatically generated">
            <a:extLst>
              <a:ext uri="{FF2B5EF4-FFF2-40B4-BE49-F238E27FC236}">
                <a16:creationId xmlns:a16="http://schemas.microsoft.com/office/drawing/2014/main" id="{D6A9484D-083B-33E5-D3AC-5A428FD17876}"/>
              </a:ext>
            </a:extLst>
          </p:cNvPr>
          <p:cNvPicPr>
            <a:picLocks noGrp="1" noChangeAspect="1"/>
          </p:cNvPicPr>
          <p:nvPr>
            <p:ph type="pic" sz="quarter" idx="31"/>
          </p:nvPr>
        </p:nvPicPr>
        <p:blipFill rotWithShape="1">
          <a:blip r:embed="rId2">
            <a:extLst>
              <a:ext uri="{28A0092B-C50C-407E-A947-70E740481C1C}">
                <a14:useLocalDpi xmlns:a14="http://schemas.microsoft.com/office/drawing/2010/main" val="0"/>
              </a:ext>
            </a:extLst>
          </a:blip>
          <a:srcRect l="7890" r="56250"/>
          <a:stretch/>
        </p:blipFill>
        <p:spPr>
          <a:xfrm>
            <a:off x="8081312" y="0"/>
            <a:ext cx="4110688" cy="6446047"/>
          </a:xfrm>
        </p:spPr>
      </p:pic>
      <p:sp>
        <p:nvSpPr>
          <p:cNvPr id="6" name="Text Placeholder 5">
            <a:extLst>
              <a:ext uri="{FF2B5EF4-FFF2-40B4-BE49-F238E27FC236}">
                <a16:creationId xmlns:a16="http://schemas.microsoft.com/office/drawing/2014/main" id="{DDC395F3-1BCD-BA68-884F-CE6B9266E340}"/>
              </a:ext>
            </a:extLst>
          </p:cNvPr>
          <p:cNvSpPr>
            <a:spLocks noGrp="1"/>
          </p:cNvSpPr>
          <p:nvPr>
            <p:ph type="body" sz="quarter" idx="57"/>
          </p:nvPr>
        </p:nvSpPr>
        <p:spPr>
          <a:xfrm>
            <a:off x="588171" y="1647825"/>
            <a:ext cx="6983398" cy="368242"/>
          </a:xfrm>
        </p:spPr>
        <p:txBody>
          <a:bodyPr/>
          <a:lstStyle/>
          <a:p>
            <a:r>
              <a:rPr lang="en-US" dirty="0"/>
              <a:t>Insert introductory text or Sub-heading of slide here. No longer than two lines maximum. Insert introductory text here. No longer than two lines.</a:t>
            </a:r>
            <a:endParaRPr lang="en-ZA" dirty="0"/>
          </a:p>
        </p:txBody>
      </p:sp>
      <p:sp>
        <p:nvSpPr>
          <p:cNvPr id="7" name="Text Placeholder 6">
            <a:extLst>
              <a:ext uri="{FF2B5EF4-FFF2-40B4-BE49-F238E27FC236}">
                <a16:creationId xmlns:a16="http://schemas.microsoft.com/office/drawing/2014/main" id="{0057C65A-BF3F-16A0-7267-1A5CA3EAE4F7}"/>
              </a:ext>
            </a:extLst>
          </p:cNvPr>
          <p:cNvSpPr>
            <a:spLocks noGrp="1"/>
          </p:cNvSpPr>
          <p:nvPr>
            <p:ph type="body" sz="quarter" idx="71"/>
          </p:nvPr>
        </p:nvSpPr>
        <p:spPr>
          <a:xfrm>
            <a:off x="935700" y="3457671"/>
            <a:ext cx="2683812" cy="184025"/>
          </a:xfrm>
        </p:spPr>
        <p:txBody>
          <a:bodyPr/>
          <a:lstStyle/>
          <a:p>
            <a:r>
              <a:rPr lang="en-ZA" dirty="0"/>
              <a:t>Statistic title here</a:t>
            </a:r>
            <a:endParaRPr lang="en-GB" dirty="0"/>
          </a:p>
        </p:txBody>
      </p:sp>
      <p:sp>
        <p:nvSpPr>
          <p:cNvPr id="8" name="Text Placeholder 7">
            <a:extLst>
              <a:ext uri="{FF2B5EF4-FFF2-40B4-BE49-F238E27FC236}">
                <a16:creationId xmlns:a16="http://schemas.microsoft.com/office/drawing/2014/main" id="{C9B8AC12-FDE2-EE0E-E5F1-A632AF705F8D}"/>
              </a:ext>
            </a:extLst>
          </p:cNvPr>
          <p:cNvSpPr>
            <a:spLocks noGrp="1"/>
          </p:cNvSpPr>
          <p:nvPr>
            <p:ph type="body" sz="quarter" idx="67"/>
          </p:nvPr>
        </p:nvSpPr>
        <p:spPr>
          <a:xfrm>
            <a:off x="935700" y="3766945"/>
            <a:ext cx="2683814" cy="307777"/>
          </a:xfrm>
        </p:spPr>
        <p:txBody>
          <a:bodyPr/>
          <a:lstStyle/>
          <a:p>
            <a:r>
              <a:rPr lang="en-US" dirty="0"/>
              <a:t>Click to edit your two-line brief description. Click to edit your brief description copy here</a:t>
            </a:r>
            <a:endParaRPr lang="en-GB" dirty="0"/>
          </a:p>
        </p:txBody>
      </p:sp>
      <p:sp>
        <p:nvSpPr>
          <p:cNvPr id="9" name="Text Placeholder 8">
            <a:extLst>
              <a:ext uri="{FF2B5EF4-FFF2-40B4-BE49-F238E27FC236}">
                <a16:creationId xmlns:a16="http://schemas.microsoft.com/office/drawing/2014/main" id="{CFEC72B6-8B56-D370-3208-266410C182EC}"/>
              </a:ext>
            </a:extLst>
          </p:cNvPr>
          <p:cNvSpPr>
            <a:spLocks noGrp="1"/>
          </p:cNvSpPr>
          <p:nvPr>
            <p:ph type="body" sz="quarter" idx="73"/>
          </p:nvPr>
        </p:nvSpPr>
        <p:spPr>
          <a:xfrm>
            <a:off x="4599782" y="2541253"/>
            <a:ext cx="2724120" cy="914096"/>
          </a:xfrm>
        </p:spPr>
        <p:txBody>
          <a:bodyPr/>
          <a:lstStyle/>
          <a:p>
            <a:r>
              <a:rPr lang="en-ZA" dirty="0">
                <a:solidFill>
                  <a:schemeClr val="accent2"/>
                </a:solidFill>
              </a:rPr>
              <a:t>38%</a:t>
            </a:r>
            <a:endParaRPr lang="en-GB" dirty="0">
              <a:solidFill>
                <a:schemeClr val="accent2"/>
              </a:solidFill>
            </a:endParaRPr>
          </a:p>
        </p:txBody>
      </p:sp>
      <p:sp>
        <p:nvSpPr>
          <p:cNvPr id="10" name="Text Placeholder 9">
            <a:extLst>
              <a:ext uri="{FF2B5EF4-FFF2-40B4-BE49-F238E27FC236}">
                <a16:creationId xmlns:a16="http://schemas.microsoft.com/office/drawing/2014/main" id="{F818C82E-49D0-07D6-244E-B5D4A98A3615}"/>
              </a:ext>
            </a:extLst>
          </p:cNvPr>
          <p:cNvSpPr>
            <a:spLocks noGrp="1"/>
          </p:cNvSpPr>
          <p:nvPr>
            <p:ph type="body" sz="quarter" idx="74"/>
          </p:nvPr>
        </p:nvSpPr>
        <p:spPr>
          <a:xfrm>
            <a:off x="4635368" y="3457671"/>
            <a:ext cx="2683812" cy="184025"/>
          </a:xfrm>
        </p:spPr>
        <p:txBody>
          <a:bodyPr/>
          <a:lstStyle/>
          <a:p>
            <a:r>
              <a:rPr lang="en-ZA" dirty="0">
                <a:solidFill>
                  <a:schemeClr val="accent2"/>
                </a:solidFill>
              </a:rPr>
              <a:t>Statistic title here</a:t>
            </a:r>
            <a:endParaRPr lang="en-GB" dirty="0">
              <a:solidFill>
                <a:schemeClr val="accent2"/>
              </a:solidFill>
            </a:endParaRPr>
          </a:p>
        </p:txBody>
      </p:sp>
      <p:sp>
        <p:nvSpPr>
          <p:cNvPr id="11" name="Text Placeholder 10">
            <a:extLst>
              <a:ext uri="{FF2B5EF4-FFF2-40B4-BE49-F238E27FC236}">
                <a16:creationId xmlns:a16="http://schemas.microsoft.com/office/drawing/2014/main" id="{380039BD-88CA-D32B-6E0E-18BFE863A750}"/>
              </a:ext>
            </a:extLst>
          </p:cNvPr>
          <p:cNvSpPr>
            <a:spLocks noGrp="1"/>
          </p:cNvSpPr>
          <p:nvPr>
            <p:ph type="body" sz="quarter" idx="75"/>
          </p:nvPr>
        </p:nvSpPr>
        <p:spPr>
          <a:xfrm>
            <a:off x="4635368" y="3766945"/>
            <a:ext cx="2683814" cy="307777"/>
          </a:xfrm>
        </p:spPr>
        <p:txBody>
          <a:bodyPr/>
          <a:lstStyle/>
          <a:p>
            <a:r>
              <a:rPr lang="en-US" dirty="0"/>
              <a:t>Click to edit your two-line brief description. Click to edit your brief description copy here</a:t>
            </a:r>
            <a:endParaRPr lang="en-GB" dirty="0"/>
          </a:p>
        </p:txBody>
      </p:sp>
      <p:sp>
        <p:nvSpPr>
          <p:cNvPr id="12" name="Text Placeholder 11">
            <a:extLst>
              <a:ext uri="{FF2B5EF4-FFF2-40B4-BE49-F238E27FC236}">
                <a16:creationId xmlns:a16="http://schemas.microsoft.com/office/drawing/2014/main" id="{017CC0B4-31A6-C2DB-2C50-2E3B24AE9A62}"/>
              </a:ext>
            </a:extLst>
          </p:cNvPr>
          <p:cNvSpPr>
            <a:spLocks noGrp="1"/>
          </p:cNvSpPr>
          <p:nvPr>
            <p:ph type="body" sz="quarter" idx="76"/>
          </p:nvPr>
        </p:nvSpPr>
        <p:spPr>
          <a:xfrm>
            <a:off x="900109" y="4622940"/>
            <a:ext cx="2724120" cy="914096"/>
          </a:xfrm>
        </p:spPr>
        <p:txBody>
          <a:bodyPr/>
          <a:lstStyle/>
          <a:p>
            <a:r>
              <a:rPr lang="en-ZA" dirty="0">
                <a:solidFill>
                  <a:schemeClr val="accent6"/>
                </a:solidFill>
              </a:rPr>
              <a:t>74%</a:t>
            </a:r>
            <a:endParaRPr lang="en-GB" dirty="0">
              <a:solidFill>
                <a:schemeClr val="accent6"/>
              </a:solidFill>
            </a:endParaRPr>
          </a:p>
        </p:txBody>
      </p:sp>
      <p:sp>
        <p:nvSpPr>
          <p:cNvPr id="13" name="Text Placeholder 12">
            <a:extLst>
              <a:ext uri="{FF2B5EF4-FFF2-40B4-BE49-F238E27FC236}">
                <a16:creationId xmlns:a16="http://schemas.microsoft.com/office/drawing/2014/main" id="{4AA16427-3AF3-B931-319F-8C21DCDD8773}"/>
              </a:ext>
            </a:extLst>
          </p:cNvPr>
          <p:cNvSpPr>
            <a:spLocks noGrp="1"/>
          </p:cNvSpPr>
          <p:nvPr>
            <p:ph type="body" sz="quarter" idx="77"/>
          </p:nvPr>
        </p:nvSpPr>
        <p:spPr>
          <a:xfrm>
            <a:off x="935695" y="5539358"/>
            <a:ext cx="2683812" cy="184025"/>
          </a:xfrm>
        </p:spPr>
        <p:txBody>
          <a:bodyPr/>
          <a:lstStyle/>
          <a:p>
            <a:r>
              <a:rPr lang="en-ZA" dirty="0">
                <a:solidFill>
                  <a:schemeClr val="accent6"/>
                </a:solidFill>
              </a:rPr>
              <a:t>Statistic title here</a:t>
            </a:r>
            <a:endParaRPr lang="en-GB" dirty="0">
              <a:solidFill>
                <a:schemeClr val="accent6"/>
              </a:solidFill>
            </a:endParaRPr>
          </a:p>
        </p:txBody>
      </p:sp>
      <p:sp>
        <p:nvSpPr>
          <p:cNvPr id="14" name="Text Placeholder 13">
            <a:extLst>
              <a:ext uri="{FF2B5EF4-FFF2-40B4-BE49-F238E27FC236}">
                <a16:creationId xmlns:a16="http://schemas.microsoft.com/office/drawing/2014/main" id="{5BECADDF-3AD0-ECC3-9D85-C30B78AA1881}"/>
              </a:ext>
            </a:extLst>
          </p:cNvPr>
          <p:cNvSpPr>
            <a:spLocks noGrp="1"/>
          </p:cNvSpPr>
          <p:nvPr>
            <p:ph type="body" sz="quarter" idx="78"/>
          </p:nvPr>
        </p:nvSpPr>
        <p:spPr>
          <a:xfrm>
            <a:off x="935695" y="5848632"/>
            <a:ext cx="2683814" cy="307777"/>
          </a:xfrm>
        </p:spPr>
        <p:txBody>
          <a:bodyPr/>
          <a:lstStyle/>
          <a:p>
            <a:r>
              <a:rPr lang="en-US" dirty="0"/>
              <a:t>Click to edit your two-line brief description. Click to edit your brief description copy here</a:t>
            </a:r>
            <a:endParaRPr lang="en-GB" dirty="0"/>
          </a:p>
        </p:txBody>
      </p:sp>
      <p:sp>
        <p:nvSpPr>
          <p:cNvPr id="15" name="Text Placeholder 14">
            <a:extLst>
              <a:ext uri="{FF2B5EF4-FFF2-40B4-BE49-F238E27FC236}">
                <a16:creationId xmlns:a16="http://schemas.microsoft.com/office/drawing/2014/main" id="{33F9D25E-8449-4CDE-D0C4-87D423944EB1}"/>
              </a:ext>
            </a:extLst>
          </p:cNvPr>
          <p:cNvSpPr>
            <a:spLocks noGrp="1"/>
          </p:cNvSpPr>
          <p:nvPr>
            <p:ph type="body" sz="quarter" idx="79"/>
          </p:nvPr>
        </p:nvSpPr>
        <p:spPr>
          <a:xfrm>
            <a:off x="4599777" y="4622940"/>
            <a:ext cx="2724120" cy="914096"/>
          </a:xfrm>
        </p:spPr>
        <p:txBody>
          <a:bodyPr/>
          <a:lstStyle/>
          <a:p>
            <a:r>
              <a:rPr lang="en-ZA" dirty="0">
                <a:solidFill>
                  <a:schemeClr val="accent4"/>
                </a:solidFill>
              </a:rPr>
              <a:t>67%</a:t>
            </a:r>
            <a:endParaRPr lang="en-GB" dirty="0">
              <a:solidFill>
                <a:schemeClr val="accent4"/>
              </a:solidFill>
            </a:endParaRPr>
          </a:p>
        </p:txBody>
      </p:sp>
      <p:sp>
        <p:nvSpPr>
          <p:cNvPr id="16" name="Text Placeholder 15">
            <a:extLst>
              <a:ext uri="{FF2B5EF4-FFF2-40B4-BE49-F238E27FC236}">
                <a16:creationId xmlns:a16="http://schemas.microsoft.com/office/drawing/2014/main" id="{2A22B3A7-FF7E-7A54-A540-DD8FB866A5D2}"/>
              </a:ext>
            </a:extLst>
          </p:cNvPr>
          <p:cNvSpPr>
            <a:spLocks noGrp="1"/>
          </p:cNvSpPr>
          <p:nvPr>
            <p:ph type="body" sz="quarter" idx="80"/>
          </p:nvPr>
        </p:nvSpPr>
        <p:spPr>
          <a:xfrm>
            <a:off x="4635363" y="5539358"/>
            <a:ext cx="2683812" cy="184025"/>
          </a:xfrm>
        </p:spPr>
        <p:txBody>
          <a:bodyPr/>
          <a:lstStyle/>
          <a:p>
            <a:r>
              <a:rPr lang="en-ZA" dirty="0">
                <a:solidFill>
                  <a:schemeClr val="accent4"/>
                </a:solidFill>
              </a:rPr>
              <a:t>Statistic title here</a:t>
            </a:r>
            <a:endParaRPr lang="en-GB" dirty="0">
              <a:solidFill>
                <a:schemeClr val="accent4"/>
              </a:solidFill>
            </a:endParaRPr>
          </a:p>
        </p:txBody>
      </p:sp>
      <p:sp>
        <p:nvSpPr>
          <p:cNvPr id="17" name="Text Placeholder 16">
            <a:extLst>
              <a:ext uri="{FF2B5EF4-FFF2-40B4-BE49-F238E27FC236}">
                <a16:creationId xmlns:a16="http://schemas.microsoft.com/office/drawing/2014/main" id="{CF2E33EB-123E-47E5-9777-D7A0CEAB88E2}"/>
              </a:ext>
            </a:extLst>
          </p:cNvPr>
          <p:cNvSpPr>
            <a:spLocks noGrp="1"/>
          </p:cNvSpPr>
          <p:nvPr>
            <p:ph type="body" sz="quarter" idx="81"/>
          </p:nvPr>
        </p:nvSpPr>
        <p:spPr>
          <a:xfrm>
            <a:off x="4635363" y="5848632"/>
            <a:ext cx="2683814" cy="307777"/>
          </a:xfrm>
        </p:spPr>
        <p:txBody>
          <a:bodyPr/>
          <a:lstStyle/>
          <a:p>
            <a:r>
              <a:rPr lang="en-US" dirty="0"/>
              <a:t>Click to edit your two-line brief description. Click to edit your brief description copy here</a:t>
            </a:r>
            <a:endParaRPr lang="en-GB" dirty="0"/>
          </a:p>
        </p:txBody>
      </p:sp>
    </p:spTree>
    <p:extLst>
      <p:ext uri="{BB962C8B-B14F-4D97-AF65-F5344CB8AC3E}">
        <p14:creationId xmlns:p14="http://schemas.microsoft.com/office/powerpoint/2010/main" val="37340300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p13.s0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7E107-AC70-017F-6E85-B30703A1CFB5}"/>
              </a:ext>
            </a:extLst>
          </p:cNvPr>
          <p:cNvSpPr>
            <a:spLocks noGrp="1"/>
          </p:cNvSpPr>
          <p:nvPr>
            <p:ph type="ctrTitle"/>
          </p:nvPr>
        </p:nvSpPr>
        <p:spPr/>
        <p:txBody>
          <a:bodyPr/>
          <a:lstStyle/>
          <a:p>
            <a:r>
              <a:rPr lang="en-ZA" dirty="0"/>
              <a:t>INSERT YOUR SLIDE HEADING HERE</a:t>
            </a:r>
            <a:endParaRPr lang="en-GB" dirty="0"/>
          </a:p>
        </p:txBody>
      </p:sp>
      <p:sp>
        <p:nvSpPr>
          <p:cNvPr id="3" name="Text Placeholder 2">
            <a:extLst>
              <a:ext uri="{FF2B5EF4-FFF2-40B4-BE49-F238E27FC236}">
                <a16:creationId xmlns:a16="http://schemas.microsoft.com/office/drawing/2014/main" id="{10543AE8-680C-B5DC-A197-766B6231C1C8}"/>
              </a:ext>
            </a:extLst>
          </p:cNvPr>
          <p:cNvSpPr>
            <a:spLocks noGrp="1"/>
          </p:cNvSpPr>
          <p:nvPr>
            <p:ph type="body" sz="quarter" idx="40"/>
          </p:nvPr>
        </p:nvSpPr>
        <p:spPr/>
        <p:txBody>
          <a:bodyPr/>
          <a:lstStyle/>
          <a:p>
            <a:r>
              <a:rPr lang="en-ZA" dirty="0"/>
              <a:t>ADD YOUR SUB-HEADING HERE</a:t>
            </a:r>
            <a:endParaRPr lang="en-GB" dirty="0"/>
          </a:p>
        </p:txBody>
      </p:sp>
      <p:sp>
        <p:nvSpPr>
          <p:cNvPr id="4" name="Text Placeholder 3">
            <a:extLst>
              <a:ext uri="{FF2B5EF4-FFF2-40B4-BE49-F238E27FC236}">
                <a16:creationId xmlns:a16="http://schemas.microsoft.com/office/drawing/2014/main" id="{90EE82B9-2F7C-5840-B364-B071606608B4}"/>
              </a:ext>
            </a:extLst>
          </p:cNvPr>
          <p:cNvSpPr>
            <a:spLocks noGrp="1"/>
          </p:cNvSpPr>
          <p:nvPr>
            <p:ph type="body" sz="quarter" idx="72"/>
          </p:nvPr>
        </p:nvSpPr>
        <p:spPr/>
        <p:txBody>
          <a:bodyPr/>
          <a:lstStyle/>
          <a:p>
            <a:r>
              <a:rPr lang="en-ZA" dirty="0"/>
              <a:t>92%</a:t>
            </a:r>
            <a:endParaRPr lang="en-GB" dirty="0"/>
          </a:p>
        </p:txBody>
      </p:sp>
      <p:sp>
        <p:nvSpPr>
          <p:cNvPr id="5" name="Text Placeholder 4">
            <a:extLst>
              <a:ext uri="{FF2B5EF4-FFF2-40B4-BE49-F238E27FC236}">
                <a16:creationId xmlns:a16="http://schemas.microsoft.com/office/drawing/2014/main" id="{2697106A-4C41-C988-DFCC-DD347C866367}"/>
              </a:ext>
            </a:extLst>
          </p:cNvPr>
          <p:cNvSpPr>
            <a:spLocks noGrp="1"/>
          </p:cNvSpPr>
          <p:nvPr>
            <p:ph type="body" sz="quarter" idx="71"/>
          </p:nvPr>
        </p:nvSpPr>
        <p:spPr>
          <a:xfrm>
            <a:off x="585790" y="2963251"/>
            <a:ext cx="2606585" cy="184025"/>
          </a:xfrm>
        </p:spPr>
        <p:txBody>
          <a:bodyPr/>
          <a:lstStyle/>
          <a:p>
            <a:r>
              <a:rPr lang="en-ZA" dirty="0"/>
              <a:t>Statistic title here</a:t>
            </a:r>
            <a:endParaRPr lang="en-GB" dirty="0"/>
          </a:p>
        </p:txBody>
      </p:sp>
      <p:sp>
        <p:nvSpPr>
          <p:cNvPr id="6" name="Text Placeholder 5">
            <a:extLst>
              <a:ext uri="{FF2B5EF4-FFF2-40B4-BE49-F238E27FC236}">
                <a16:creationId xmlns:a16="http://schemas.microsoft.com/office/drawing/2014/main" id="{97EA1E18-6034-0DF9-42C9-076567C0119A}"/>
              </a:ext>
            </a:extLst>
          </p:cNvPr>
          <p:cNvSpPr>
            <a:spLocks noGrp="1"/>
          </p:cNvSpPr>
          <p:nvPr>
            <p:ph type="body" sz="quarter" idx="44"/>
          </p:nvPr>
        </p:nvSpPr>
        <p:spPr>
          <a:xfrm>
            <a:off x="899082" y="4451143"/>
            <a:ext cx="1980000" cy="1520929"/>
          </a:xfrm>
        </p:spPr>
        <p:txBody>
          <a:bodyPr/>
          <a:lstStyle/>
          <a:p>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7" name="Text Placeholder 6">
            <a:extLst>
              <a:ext uri="{FF2B5EF4-FFF2-40B4-BE49-F238E27FC236}">
                <a16:creationId xmlns:a16="http://schemas.microsoft.com/office/drawing/2014/main" id="{E62CB67B-BA87-C3C8-563E-558D6ECFEB27}"/>
              </a:ext>
            </a:extLst>
          </p:cNvPr>
          <p:cNvSpPr>
            <a:spLocks noGrp="1"/>
          </p:cNvSpPr>
          <p:nvPr>
            <p:ph type="body" sz="quarter" idx="73"/>
          </p:nvPr>
        </p:nvSpPr>
        <p:spPr/>
        <p:txBody>
          <a:bodyPr/>
          <a:lstStyle/>
          <a:p>
            <a:r>
              <a:rPr lang="en-ZA" dirty="0"/>
              <a:t>57%</a:t>
            </a:r>
            <a:endParaRPr lang="en-GB" dirty="0"/>
          </a:p>
        </p:txBody>
      </p:sp>
      <p:sp>
        <p:nvSpPr>
          <p:cNvPr id="8" name="Text Placeholder 7">
            <a:extLst>
              <a:ext uri="{FF2B5EF4-FFF2-40B4-BE49-F238E27FC236}">
                <a16:creationId xmlns:a16="http://schemas.microsoft.com/office/drawing/2014/main" id="{3A646245-BC3A-0F1B-771F-D965D41DCCBC}"/>
              </a:ext>
            </a:extLst>
          </p:cNvPr>
          <p:cNvSpPr>
            <a:spLocks noGrp="1"/>
          </p:cNvSpPr>
          <p:nvPr>
            <p:ph type="body" sz="quarter" idx="74"/>
          </p:nvPr>
        </p:nvSpPr>
        <p:spPr>
          <a:xfrm>
            <a:off x="3400718" y="2963251"/>
            <a:ext cx="2606585" cy="184025"/>
          </a:xfrm>
        </p:spPr>
        <p:txBody>
          <a:bodyPr/>
          <a:lstStyle/>
          <a:p>
            <a:r>
              <a:rPr lang="en-ZA" dirty="0"/>
              <a:t>Statistic title here</a:t>
            </a:r>
            <a:endParaRPr lang="en-GB" dirty="0"/>
          </a:p>
        </p:txBody>
      </p:sp>
      <p:sp>
        <p:nvSpPr>
          <p:cNvPr id="9" name="Text Placeholder 8">
            <a:extLst>
              <a:ext uri="{FF2B5EF4-FFF2-40B4-BE49-F238E27FC236}">
                <a16:creationId xmlns:a16="http://schemas.microsoft.com/office/drawing/2014/main" id="{E315F294-E80A-D4B1-3D54-F339676B0042}"/>
              </a:ext>
            </a:extLst>
          </p:cNvPr>
          <p:cNvSpPr>
            <a:spLocks noGrp="1"/>
          </p:cNvSpPr>
          <p:nvPr>
            <p:ph type="body" sz="quarter" idx="75"/>
          </p:nvPr>
        </p:nvSpPr>
        <p:spPr>
          <a:xfrm>
            <a:off x="3714010" y="4451143"/>
            <a:ext cx="1980000" cy="1520929"/>
          </a:xfrm>
        </p:spPr>
        <p:txBody>
          <a:bodyPr/>
          <a:lstStyle/>
          <a:p>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10" name="Text Placeholder 9">
            <a:extLst>
              <a:ext uri="{FF2B5EF4-FFF2-40B4-BE49-F238E27FC236}">
                <a16:creationId xmlns:a16="http://schemas.microsoft.com/office/drawing/2014/main" id="{D038B8AE-1A8D-9729-2BFE-D220B8CF0B07}"/>
              </a:ext>
            </a:extLst>
          </p:cNvPr>
          <p:cNvSpPr>
            <a:spLocks noGrp="1"/>
          </p:cNvSpPr>
          <p:nvPr>
            <p:ph type="body" sz="quarter" idx="76"/>
          </p:nvPr>
        </p:nvSpPr>
        <p:spPr/>
        <p:txBody>
          <a:bodyPr/>
          <a:lstStyle/>
          <a:p>
            <a:r>
              <a:rPr lang="en-ZA" dirty="0"/>
              <a:t>36%</a:t>
            </a:r>
            <a:endParaRPr lang="en-GB" dirty="0"/>
          </a:p>
        </p:txBody>
      </p:sp>
      <p:sp>
        <p:nvSpPr>
          <p:cNvPr id="11" name="Text Placeholder 10">
            <a:extLst>
              <a:ext uri="{FF2B5EF4-FFF2-40B4-BE49-F238E27FC236}">
                <a16:creationId xmlns:a16="http://schemas.microsoft.com/office/drawing/2014/main" id="{FB3F6463-3201-230E-D09D-1E905E896C83}"/>
              </a:ext>
            </a:extLst>
          </p:cNvPr>
          <p:cNvSpPr>
            <a:spLocks noGrp="1"/>
          </p:cNvSpPr>
          <p:nvPr>
            <p:ph type="body" sz="quarter" idx="77"/>
          </p:nvPr>
        </p:nvSpPr>
        <p:spPr>
          <a:xfrm>
            <a:off x="6215649" y="2963251"/>
            <a:ext cx="2606585" cy="184025"/>
          </a:xfrm>
        </p:spPr>
        <p:txBody>
          <a:bodyPr/>
          <a:lstStyle/>
          <a:p>
            <a:r>
              <a:rPr lang="en-ZA" dirty="0"/>
              <a:t>Statistic title here</a:t>
            </a:r>
            <a:endParaRPr lang="en-GB" dirty="0"/>
          </a:p>
        </p:txBody>
      </p:sp>
      <p:sp>
        <p:nvSpPr>
          <p:cNvPr id="12" name="Text Placeholder 11">
            <a:extLst>
              <a:ext uri="{FF2B5EF4-FFF2-40B4-BE49-F238E27FC236}">
                <a16:creationId xmlns:a16="http://schemas.microsoft.com/office/drawing/2014/main" id="{1C22E7AB-63FC-85FA-BC39-E4D7F854CAF4}"/>
              </a:ext>
            </a:extLst>
          </p:cNvPr>
          <p:cNvSpPr>
            <a:spLocks noGrp="1"/>
          </p:cNvSpPr>
          <p:nvPr>
            <p:ph type="body" sz="quarter" idx="78"/>
          </p:nvPr>
        </p:nvSpPr>
        <p:spPr>
          <a:xfrm>
            <a:off x="6528941" y="4451143"/>
            <a:ext cx="1980000" cy="1520929"/>
          </a:xfrm>
        </p:spPr>
        <p:txBody>
          <a:bodyPr/>
          <a:lstStyle/>
          <a:p>
            <a:r>
              <a:rPr lang="en-US" dirty="0"/>
              <a:t>Insert descriptive text here. No longer than 8 lines maximum. Insert introductory text here. No longer than 8 lines of copy maximum. Insert introductory text here. No longer than 8 lines of copy.</a:t>
            </a:r>
            <a:endParaRPr lang="en-ZA" dirty="0"/>
          </a:p>
        </p:txBody>
      </p:sp>
      <p:sp>
        <p:nvSpPr>
          <p:cNvPr id="13" name="Text Placeholder 12">
            <a:extLst>
              <a:ext uri="{FF2B5EF4-FFF2-40B4-BE49-F238E27FC236}">
                <a16:creationId xmlns:a16="http://schemas.microsoft.com/office/drawing/2014/main" id="{0129652E-A694-BD65-2D3D-43F23E68D95A}"/>
              </a:ext>
            </a:extLst>
          </p:cNvPr>
          <p:cNvSpPr>
            <a:spLocks noGrp="1"/>
          </p:cNvSpPr>
          <p:nvPr>
            <p:ph type="body" sz="quarter" idx="79"/>
          </p:nvPr>
        </p:nvSpPr>
        <p:spPr/>
        <p:txBody>
          <a:bodyPr/>
          <a:lstStyle/>
          <a:p>
            <a:r>
              <a:rPr lang="en-ZA" dirty="0"/>
              <a:t>12%</a:t>
            </a:r>
            <a:endParaRPr lang="en-GB" dirty="0"/>
          </a:p>
        </p:txBody>
      </p:sp>
      <p:sp>
        <p:nvSpPr>
          <p:cNvPr id="14" name="Text Placeholder 13">
            <a:extLst>
              <a:ext uri="{FF2B5EF4-FFF2-40B4-BE49-F238E27FC236}">
                <a16:creationId xmlns:a16="http://schemas.microsoft.com/office/drawing/2014/main" id="{9715ACC4-BDEB-EB3D-8485-6A84F6E01454}"/>
              </a:ext>
            </a:extLst>
          </p:cNvPr>
          <p:cNvSpPr>
            <a:spLocks noGrp="1"/>
          </p:cNvSpPr>
          <p:nvPr>
            <p:ph type="body" sz="quarter" idx="80"/>
          </p:nvPr>
        </p:nvSpPr>
        <p:spPr>
          <a:xfrm>
            <a:off x="9030578" y="2963251"/>
            <a:ext cx="2606585" cy="184025"/>
          </a:xfrm>
        </p:spPr>
        <p:txBody>
          <a:bodyPr/>
          <a:lstStyle/>
          <a:p>
            <a:r>
              <a:rPr lang="en-ZA" dirty="0"/>
              <a:t>Statistic title here</a:t>
            </a:r>
            <a:endParaRPr lang="en-GB" dirty="0"/>
          </a:p>
        </p:txBody>
      </p:sp>
      <p:sp>
        <p:nvSpPr>
          <p:cNvPr id="15" name="Text Placeholder 14">
            <a:extLst>
              <a:ext uri="{FF2B5EF4-FFF2-40B4-BE49-F238E27FC236}">
                <a16:creationId xmlns:a16="http://schemas.microsoft.com/office/drawing/2014/main" id="{C61745BB-97D3-8768-92D5-C478746855C7}"/>
              </a:ext>
            </a:extLst>
          </p:cNvPr>
          <p:cNvSpPr>
            <a:spLocks noGrp="1"/>
          </p:cNvSpPr>
          <p:nvPr>
            <p:ph type="body" sz="quarter" idx="81"/>
          </p:nvPr>
        </p:nvSpPr>
        <p:spPr>
          <a:xfrm>
            <a:off x="9343870" y="4451143"/>
            <a:ext cx="1980000" cy="1520929"/>
          </a:xfrm>
        </p:spPr>
        <p:txBody>
          <a:bodyPr/>
          <a:lstStyle/>
          <a:p>
            <a:r>
              <a:rPr lang="en-US" dirty="0"/>
              <a:t>Insert descriptive text here. No longer than 8 lines maximum. Insert introductory text here. No longer than 8 lines of copy maximum. Insert introductory text here. No longer than 8 lines of copy.</a:t>
            </a:r>
            <a:endParaRPr lang="en-ZA" dirty="0"/>
          </a:p>
        </p:txBody>
      </p:sp>
    </p:spTree>
    <p:extLst>
      <p:ext uri="{BB962C8B-B14F-4D97-AF65-F5344CB8AC3E}">
        <p14:creationId xmlns:p14="http://schemas.microsoft.com/office/powerpoint/2010/main" val="136634652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p13.s06">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11461C-C027-EAF6-2E80-0E6828F12DF9}"/>
              </a:ext>
            </a:extLst>
          </p:cNvPr>
          <p:cNvSpPr>
            <a:spLocks noGrp="1"/>
          </p:cNvSpPr>
          <p:nvPr>
            <p:ph type="body" sz="quarter" idx="57"/>
          </p:nvPr>
        </p:nvSpPr>
        <p:spPr>
          <a:xfrm>
            <a:off x="588166" y="1763293"/>
            <a:ext cx="5333663" cy="368242"/>
          </a:xfrm>
        </p:spPr>
        <p:txBody>
          <a:bodyPr/>
          <a:lstStyle/>
          <a:p>
            <a:r>
              <a:rPr lang="en-US" dirty="0"/>
              <a:t>Insert introductory text of slide here. No longer than 2 lines maximum. Insert text here. Insert introductory text of slide here.</a:t>
            </a:r>
            <a:endParaRPr lang="en-ZA" dirty="0"/>
          </a:p>
        </p:txBody>
      </p:sp>
      <p:sp>
        <p:nvSpPr>
          <p:cNvPr id="3" name="Title 2">
            <a:extLst>
              <a:ext uri="{FF2B5EF4-FFF2-40B4-BE49-F238E27FC236}">
                <a16:creationId xmlns:a16="http://schemas.microsoft.com/office/drawing/2014/main" id="{17516B5E-0FD0-1592-0531-BFB57CBCDB03}"/>
              </a:ext>
            </a:extLst>
          </p:cNvPr>
          <p:cNvSpPr>
            <a:spLocks noGrp="1"/>
          </p:cNvSpPr>
          <p:nvPr>
            <p:ph type="ctrTitle"/>
          </p:nvPr>
        </p:nvSpPr>
        <p:spPr>
          <a:xfrm>
            <a:off x="588166" y="526900"/>
            <a:ext cx="5333663" cy="664797"/>
          </a:xfrm>
        </p:spPr>
        <p:txBody>
          <a:bodyPr/>
          <a:lstStyle/>
          <a:p>
            <a:r>
              <a:rPr lang="en-US" dirty="0"/>
              <a:t>ADD YOUR SLIDE HEADING HERE OVER ONE/TWO LINES</a:t>
            </a:r>
            <a:endParaRPr lang="en-GB" dirty="0"/>
          </a:p>
        </p:txBody>
      </p:sp>
      <p:sp>
        <p:nvSpPr>
          <p:cNvPr id="4" name="Text Placeholder 3">
            <a:extLst>
              <a:ext uri="{FF2B5EF4-FFF2-40B4-BE49-F238E27FC236}">
                <a16:creationId xmlns:a16="http://schemas.microsoft.com/office/drawing/2014/main" id="{8F72681B-7068-3E10-6908-6DD036CDF0FF}"/>
              </a:ext>
            </a:extLst>
          </p:cNvPr>
          <p:cNvSpPr>
            <a:spLocks noGrp="1"/>
          </p:cNvSpPr>
          <p:nvPr>
            <p:ph type="body" sz="quarter" idx="70"/>
          </p:nvPr>
        </p:nvSpPr>
        <p:spPr>
          <a:xfrm>
            <a:off x="8786948" y="1850242"/>
            <a:ext cx="2856255" cy="304699"/>
          </a:xfrm>
        </p:spPr>
        <p:txBody>
          <a:bodyPr/>
          <a:lstStyle/>
          <a:p>
            <a:r>
              <a:rPr lang="en-US" dirty="0"/>
              <a:t>Click to edit your paragraph that speaks to this statistic. No longer than 2 lines of copy maximum.</a:t>
            </a:r>
            <a:endParaRPr lang="en-GB" dirty="0"/>
          </a:p>
        </p:txBody>
      </p:sp>
      <p:sp>
        <p:nvSpPr>
          <p:cNvPr id="5" name="Text Placeholder 4">
            <a:extLst>
              <a:ext uri="{FF2B5EF4-FFF2-40B4-BE49-F238E27FC236}">
                <a16:creationId xmlns:a16="http://schemas.microsoft.com/office/drawing/2014/main" id="{44619CB4-1DD0-8ED3-F8A6-7C2EE16E5D82}"/>
              </a:ext>
            </a:extLst>
          </p:cNvPr>
          <p:cNvSpPr>
            <a:spLocks noGrp="1"/>
          </p:cNvSpPr>
          <p:nvPr>
            <p:ph type="body" sz="quarter" idx="39"/>
          </p:nvPr>
        </p:nvSpPr>
        <p:spPr/>
        <p:txBody>
          <a:bodyPr/>
          <a:lstStyle/>
          <a:p>
            <a:endParaRPr lang="en-GB"/>
          </a:p>
        </p:txBody>
      </p:sp>
      <p:pic>
        <p:nvPicPr>
          <p:cNvPr id="19" name="Picture Placeholder 18" descr="A person in a store&#10;&#10;Description automatically generated">
            <a:extLst>
              <a:ext uri="{FF2B5EF4-FFF2-40B4-BE49-F238E27FC236}">
                <a16:creationId xmlns:a16="http://schemas.microsoft.com/office/drawing/2014/main" id="{B8F861BC-B56C-8E59-CE28-3B2E4F8EDA9D}"/>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l="21875" r="21875"/>
          <a:stretch>
            <a:fillRect/>
          </a:stretch>
        </p:blipFill>
        <p:spPr/>
      </p:pic>
      <p:pic>
        <p:nvPicPr>
          <p:cNvPr id="21" name="Picture Placeholder 20" descr="A person in a floral jacket holding a phone in a store&#10;&#10;Description automatically generated">
            <a:extLst>
              <a:ext uri="{FF2B5EF4-FFF2-40B4-BE49-F238E27FC236}">
                <a16:creationId xmlns:a16="http://schemas.microsoft.com/office/drawing/2014/main" id="{5A94EB57-F9AF-0E51-558C-A425BE6565EF}"/>
              </a:ext>
            </a:extLst>
          </p:cNvPr>
          <p:cNvPicPr>
            <a:picLocks noGrp="1" noChangeAspect="1"/>
          </p:cNvPicPr>
          <p:nvPr>
            <p:ph type="pic" sz="quarter" idx="65"/>
          </p:nvPr>
        </p:nvPicPr>
        <p:blipFill>
          <a:blip r:embed="rId3">
            <a:extLst>
              <a:ext uri="{28A0092B-C50C-407E-A947-70E740481C1C}">
                <a14:useLocalDpi xmlns:a14="http://schemas.microsoft.com/office/drawing/2010/main" val="0"/>
              </a:ext>
            </a:extLst>
          </a:blip>
          <a:srcRect l="38" r="38"/>
          <a:stretch>
            <a:fillRect/>
          </a:stretch>
        </p:blipFill>
        <p:spPr/>
      </p:pic>
      <p:pic>
        <p:nvPicPr>
          <p:cNvPr id="25" name="Picture Placeholder 24" descr="A person holding a blue container&#10;&#10;Description automatically generated">
            <a:extLst>
              <a:ext uri="{FF2B5EF4-FFF2-40B4-BE49-F238E27FC236}">
                <a16:creationId xmlns:a16="http://schemas.microsoft.com/office/drawing/2014/main" id="{92AD3CD0-745A-BFB0-299B-A36A65418B8A}"/>
              </a:ext>
            </a:extLst>
          </p:cNvPr>
          <p:cNvPicPr>
            <a:picLocks noGrp="1" noChangeAspect="1"/>
          </p:cNvPicPr>
          <p:nvPr>
            <p:ph type="pic" sz="quarter" idx="66"/>
          </p:nvPr>
        </p:nvPicPr>
        <p:blipFill>
          <a:blip r:embed="rId4">
            <a:extLst>
              <a:ext uri="{28A0092B-C50C-407E-A947-70E740481C1C}">
                <a14:useLocalDpi xmlns:a14="http://schemas.microsoft.com/office/drawing/2010/main" val="0"/>
              </a:ext>
            </a:extLst>
          </a:blip>
          <a:srcRect l="21896" r="21896"/>
          <a:stretch>
            <a:fillRect/>
          </a:stretch>
        </p:blipFill>
        <p:spPr/>
      </p:pic>
      <p:sp>
        <p:nvSpPr>
          <p:cNvPr id="9" name="Text Placeholder 8">
            <a:extLst>
              <a:ext uri="{FF2B5EF4-FFF2-40B4-BE49-F238E27FC236}">
                <a16:creationId xmlns:a16="http://schemas.microsoft.com/office/drawing/2014/main" id="{63A48231-DCEF-AF7E-5186-558D968A7276}"/>
              </a:ext>
            </a:extLst>
          </p:cNvPr>
          <p:cNvSpPr>
            <a:spLocks noGrp="1"/>
          </p:cNvSpPr>
          <p:nvPr>
            <p:ph type="body" sz="quarter" idx="72"/>
          </p:nvPr>
        </p:nvSpPr>
        <p:spPr/>
        <p:txBody>
          <a:bodyPr/>
          <a:lstStyle/>
          <a:p>
            <a:r>
              <a:rPr lang="en-US" dirty="0">
                <a:solidFill>
                  <a:schemeClr val="accent2"/>
                </a:solidFill>
              </a:rPr>
              <a:t>56%</a:t>
            </a:r>
            <a:endParaRPr lang="en-GB" dirty="0">
              <a:solidFill>
                <a:schemeClr val="accent2"/>
              </a:solidFill>
            </a:endParaRPr>
          </a:p>
        </p:txBody>
      </p:sp>
      <p:sp>
        <p:nvSpPr>
          <p:cNvPr id="10" name="Text Placeholder 9">
            <a:extLst>
              <a:ext uri="{FF2B5EF4-FFF2-40B4-BE49-F238E27FC236}">
                <a16:creationId xmlns:a16="http://schemas.microsoft.com/office/drawing/2014/main" id="{86F15A26-19ED-51EB-7273-35472641C3D6}"/>
              </a:ext>
            </a:extLst>
          </p:cNvPr>
          <p:cNvSpPr>
            <a:spLocks noGrp="1"/>
          </p:cNvSpPr>
          <p:nvPr>
            <p:ph type="body" sz="quarter" idx="73"/>
          </p:nvPr>
        </p:nvSpPr>
        <p:spPr>
          <a:xfrm>
            <a:off x="8786948" y="2691878"/>
            <a:ext cx="2856255" cy="304699"/>
          </a:xfrm>
        </p:spPr>
        <p:txBody>
          <a:bodyPr/>
          <a:lstStyle/>
          <a:p>
            <a:r>
              <a:rPr lang="en-US" dirty="0"/>
              <a:t>Click to edit your paragraph that speaks to this statistic. No longer than 2 lines of copy maximum.</a:t>
            </a:r>
            <a:endParaRPr lang="en-GB" dirty="0"/>
          </a:p>
        </p:txBody>
      </p:sp>
      <p:sp>
        <p:nvSpPr>
          <p:cNvPr id="11" name="Text Placeholder 10">
            <a:extLst>
              <a:ext uri="{FF2B5EF4-FFF2-40B4-BE49-F238E27FC236}">
                <a16:creationId xmlns:a16="http://schemas.microsoft.com/office/drawing/2014/main" id="{9CFB4D87-FD27-1871-1D30-910A53C7C7AE}"/>
              </a:ext>
            </a:extLst>
          </p:cNvPr>
          <p:cNvSpPr>
            <a:spLocks noGrp="1"/>
          </p:cNvSpPr>
          <p:nvPr>
            <p:ph type="body" sz="quarter" idx="74"/>
          </p:nvPr>
        </p:nvSpPr>
        <p:spPr/>
        <p:txBody>
          <a:bodyPr/>
          <a:lstStyle/>
          <a:p>
            <a:r>
              <a:rPr lang="en-US" dirty="0">
                <a:solidFill>
                  <a:schemeClr val="accent2"/>
                </a:solidFill>
              </a:rPr>
              <a:t>14%</a:t>
            </a:r>
            <a:endParaRPr lang="en-GB" dirty="0">
              <a:solidFill>
                <a:schemeClr val="accent2"/>
              </a:solidFill>
            </a:endParaRPr>
          </a:p>
        </p:txBody>
      </p:sp>
      <p:sp>
        <p:nvSpPr>
          <p:cNvPr id="12" name="Text Placeholder 11">
            <a:extLst>
              <a:ext uri="{FF2B5EF4-FFF2-40B4-BE49-F238E27FC236}">
                <a16:creationId xmlns:a16="http://schemas.microsoft.com/office/drawing/2014/main" id="{9E1FF0CB-3602-8072-C3FC-8A78E72A9ED4}"/>
              </a:ext>
            </a:extLst>
          </p:cNvPr>
          <p:cNvSpPr>
            <a:spLocks noGrp="1"/>
          </p:cNvSpPr>
          <p:nvPr>
            <p:ph type="body" sz="quarter" idx="75"/>
          </p:nvPr>
        </p:nvSpPr>
        <p:spPr>
          <a:xfrm>
            <a:off x="8786948" y="3533514"/>
            <a:ext cx="2856255" cy="304699"/>
          </a:xfrm>
        </p:spPr>
        <p:txBody>
          <a:bodyPr/>
          <a:lstStyle/>
          <a:p>
            <a:r>
              <a:rPr lang="en-US" dirty="0"/>
              <a:t>Click to edit your paragraph that speaks to this statistic. No longer than 2 lines of copy maximum.</a:t>
            </a:r>
            <a:endParaRPr lang="en-GB" dirty="0"/>
          </a:p>
        </p:txBody>
      </p:sp>
      <p:sp>
        <p:nvSpPr>
          <p:cNvPr id="13" name="Text Placeholder 12">
            <a:extLst>
              <a:ext uri="{FF2B5EF4-FFF2-40B4-BE49-F238E27FC236}">
                <a16:creationId xmlns:a16="http://schemas.microsoft.com/office/drawing/2014/main" id="{A402322F-B94A-FB5C-2381-4F7F146DD294}"/>
              </a:ext>
            </a:extLst>
          </p:cNvPr>
          <p:cNvSpPr>
            <a:spLocks noGrp="1"/>
          </p:cNvSpPr>
          <p:nvPr>
            <p:ph type="body" sz="quarter" idx="76"/>
          </p:nvPr>
        </p:nvSpPr>
        <p:spPr/>
        <p:txBody>
          <a:bodyPr/>
          <a:lstStyle/>
          <a:p>
            <a:r>
              <a:rPr lang="en-US" dirty="0">
                <a:solidFill>
                  <a:schemeClr val="accent2"/>
                </a:solidFill>
              </a:rPr>
              <a:t>83%</a:t>
            </a:r>
            <a:endParaRPr lang="en-GB" dirty="0">
              <a:solidFill>
                <a:schemeClr val="accent2"/>
              </a:solidFill>
            </a:endParaRPr>
          </a:p>
        </p:txBody>
      </p:sp>
      <p:sp>
        <p:nvSpPr>
          <p:cNvPr id="14" name="Text Placeholder 13">
            <a:extLst>
              <a:ext uri="{FF2B5EF4-FFF2-40B4-BE49-F238E27FC236}">
                <a16:creationId xmlns:a16="http://schemas.microsoft.com/office/drawing/2014/main" id="{EAFDF290-1FD1-B24D-6429-611885F6A8D4}"/>
              </a:ext>
            </a:extLst>
          </p:cNvPr>
          <p:cNvSpPr>
            <a:spLocks noGrp="1"/>
          </p:cNvSpPr>
          <p:nvPr>
            <p:ph type="body" sz="quarter" idx="79"/>
          </p:nvPr>
        </p:nvSpPr>
        <p:spPr>
          <a:xfrm>
            <a:off x="8786948" y="4375150"/>
            <a:ext cx="2856255" cy="304699"/>
          </a:xfrm>
        </p:spPr>
        <p:txBody>
          <a:bodyPr/>
          <a:lstStyle/>
          <a:p>
            <a:r>
              <a:rPr lang="en-US" dirty="0"/>
              <a:t>Click to edit your paragraph that speaks to this statistic. No longer than 2 lines of copy maximum.</a:t>
            </a:r>
            <a:endParaRPr lang="en-GB" dirty="0"/>
          </a:p>
        </p:txBody>
      </p:sp>
      <p:sp>
        <p:nvSpPr>
          <p:cNvPr id="15" name="Text Placeholder 14">
            <a:extLst>
              <a:ext uri="{FF2B5EF4-FFF2-40B4-BE49-F238E27FC236}">
                <a16:creationId xmlns:a16="http://schemas.microsoft.com/office/drawing/2014/main" id="{4580AAFE-9055-6EA3-D79C-33980610FAA7}"/>
              </a:ext>
            </a:extLst>
          </p:cNvPr>
          <p:cNvSpPr>
            <a:spLocks noGrp="1"/>
          </p:cNvSpPr>
          <p:nvPr>
            <p:ph type="body" sz="quarter" idx="80"/>
          </p:nvPr>
        </p:nvSpPr>
        <p:spPr/>
        <p:txBody>
          <a:bodyPr/>
          <a:lstStyle/>
          <a:p>
            <a:r>
              <a:rPr lang="en-US" dirty="0">
                <a:solidFill>
                  <a:schemeClr val="accent2"/>
                </a:solidFill>
              </a:rPr>
              <a:t>25%</a:t>
            </a:r>
            <a:endParaRPr lang="en-GB" dirty="0">
              <a:solidFill>
                <a:schemeClr val="accent2"/>
              </a:solidFill>
            </a:endParaRPr>
          </a:p>
        </p:txBody>
      </p:sp>
      <p:sp>
        <p:nvSpPr>
          <p:cNvPr id="16" name="Text Placeholder 15">
            <a:extLst>
              <a:ext uri="{FF2B5EF4-FFF2-40B4-BE49-F238E27FC236}">
                <a16:creationId xmlns:a16="http://schemas.microsoft.com/office/drawing/2014/main" id="{45D9F5A5-8BCD-BBE3-8BD3-41CCEB1F4ADA}"/>
              </a:ext>
            </a:extLst>
          </p:cNvPr>
          <p:cNvSpPr>
            <a:spLocks noGrp="1"/>
          </p:cNvSpPr>
          <p:nvPr>
            <p:ph type="body" sz="quarter" idx="81"/>
          </p:nvPr>
        </p:nvSpPr>
        <p:spPr>
          <a:xfrm>
            <a:off x="8783295" y="5218938"/>
            <a:ext cx="2856255" cy="304699"/>
          </a:xfrm>
        </p:spPr>
        <p:txBody>
          <a:bodyPr/>
          <a:lstStyle/>
          <a:p>
            <a:r>
              <a:rPr lang="en-US" dirty="0"/>
              <a:t>Click to edit your paragraph that speaks to this statistic. No longer than 2 lines of copy maximum.</a:t>
            </a:r>
            <a:endParaRPr lang="en-GB" dirty="0"/>
          </a:p>
        </p:txBody>
      </p:sp>
      <p:sp>
        <p:nvSpPr>
          <p:cNvPr id="17" name="Text Placeholder 16">
            <a:extLst>
              <a:ext uri="{FF2B5EF4-FFF2-40B4-BE49-F238E27FC236}">
                <a16:creationId xmlns:a16="http://schemas.microsoft.com/office/drawing/2014/main" id="{02D3F2E3-8367-ACC3-C9B1-CBD955CBFFE4}"/>
              </a:ext>
            </a:extLst>
          </p:cNvPr>
          <p:cNvSpPr>
            <a:spLocks noGrp="1"/>
          </p:cNvSpPr>
          <p:nvPr>
            <p:ph type="body" sz="quarter" idx="82"/>
          </p:nvPr>
        </p:nvSpPr>
        <p:spPr/>
        <p:txBody>
          <a:bodyPr/>
          <a:lstStyle/>
          <a:p>
            <a:r>
              <a:rPr lang="en-US" dirty="0">
                <a:solidFill>
                  <a:schemeClr val="accent2"/>
                </a:solidFill>
              </a:rPr>
              <a:t>36%</a:t>
            </a:r>
            <a:endParaRPr lang="en-GB" dirty="0">
              <a:solidFill>
                <a:schemeClr val="accent2"/>
              </a:solidFill>
            </a:endParaRPr>
          </a:p>
        </p:txBody>
      </p:sp>
    </p:spTree>
    <p:extLst>
      <p:ext uri="{BB962C8B-B14F-4D97-AF65-F5344CB8AC3E}">
        <p14:creationId xmlns:p14="http://schemas.microsoft.com/office/powerpoint/2010/main" val="204293372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p13.s07">
    <p:spTree>
      <p:nvGrpSpPr>
        <p:cNvPr id="1" name=""/>
        <p:cNvGrpSpPr/>
        <p:nvPr/>
      </p:nvGrpSpPr>
      <p:grpSpPr>
        <a:xfrm>
          <a:off x="0" y="0"/>
          <a:ext cx="0" cy="0"/>
          <a:chOff x="0" y="0"/>
          <a:chExt cx="0" cy="0"/>
        </a:xfrm>
      </p:grpSpPr>
      <p:graphicFrame>
        <p:nvGraphicFramePr>
          <p:cNvPr id="8" name="Chart Placeholder 14">
            <a:extLst>
              <a:ext uri="{FF2B5EF4-FFF2-40B4-BE49-F238E27FC236}">
                <a16:creationId xmlns:a16="http://schemas.microsoft.com/office/drawing/2014/main" id="{2B11141C-169F-C071-87EA-D5EC7FB48C8E}"/>
              </a:ext>
            </a:extLst>
          </p:cNvPr>
          <p:cNvGraphicFramePr>
            <a:graphicFrameLocks/>
          </p:cNvGraphicFramePr>
          <p:nvPr userDrawn="1">
            <p:extLst>
              <p:ext uri="{D42A27DB-BD31-4B8C-83A1-F6EECF244321}">
                <p14:modId xmlns:p14="http://schemas.microsoft.com/office/powerpoint/2010/main" val="3212914276"/>
              </p:ext>
            </p:extLst>
          </p:nvPr>
        </p:nvGraphicFramePr>
        <p:xfrm>
          <a:off x="275623" y="2512704"/>
          <a:ext cx="4965494" cy="3821881"/>
        </p:xfrm>
        <a:graphic>
          <a:graphicData uri="http://schemas.openxmlformats.org/drawingml/2006/chart">
            <c:chart xmlns:c="http://schemas.openxmlformats.org/drawingml/2006/chart" r:id="rId2"/>
          </a:graphicData>
        </a:graphic>
      </p:graphicFrame>
      <p:sp>
        <p:nvSpPr>
          <p:cNvPr id="2" name="Text Placeholder 1">
            <a:extLst>
              <a:ext uri="{FF2B5EF4-FFF2-40B4-BE49-F238E27FC236}">
                <a16:creationId xmlns:a16="http://schemas.microsoft.com/office/drawing/2014/main" id="{D723972A-B77F-D1B9-CDE1-41F6972BB4E5}"/>
              </a:ext>
            </a:extLst>
          </p:cNvPr>
          <p:cNvSpPr>
            <a:spLocks noGrp="1"/>
          </p:cNvSpPr>
          <p:nvPr>
            <p:ph type="body" sz="quarter" idx="57"/>
          </p:nvPr>
        </p:nvSpPr>
        <p:spPr>
          <a:xfrm>
            <a:off x="588166" y="1763293"/>
            <a:ext cx="4340409" cy="368242"/>
          </a:xfrm>
        </p:spPr>
        <p:txBody>
          <a:bodyPr/>
          <a:lstStyle/>
          <a:p>
            <a:r>
              <a:rPr lang="en-US" b="1" dirty="0"/>
              <a:t>Insert introductory text or Sub-heading of slide here. </a:t>
            </a:r>
            <a:br>
              <a:rPr lang="en-US" dirty="0"/>
            </a:br>
            <a:r>
              <a:rPr lang="en-US" dirty="0"/>
              <a:t>No longer than 2 lines maximum. Insert text here.</a:t>
            </a:r>
            <a:endParaRPr lang="en-ZA" dirty="0"/>
          </a:p>
        </p:txBody>
      </p:sp>
      <p:sp>
        <p:nvSpPr>
          <p:cNvPr id="3" name="Title 2">
            <a:extLst>
              <a:ext uri="{FF2B5EF4-FFF2-40B4-BE49-F238E27FC236}">
                <a16:creationId xmlns:a16="http://schemas.microsoft.com/office/drawing/2014/main" id="{4CC08512-E043-A34D-A27A-B17F49401A63}"/>
              </a:ext>
            </a:extLst>
          </p:cNvPr>
          <p:cNvSpPr>
            <a:spLocks noGrp="1"/>
          </p:cNvSpPr>
          <p:nvPr>
            <p:ph type="ctrTitle"/>
          </p:nvPr>
        </p:nvSpPr>
        <p:spPr>
          <a:xfrm>
            <a:off x="588166" y="553026"/>
            <a:ext cx="4340409" cy="664797"/>
          </a:xfrm>
        </p:spPr>
        <p:txBody>
          <a:bodyPr/>
          <a:lstStyle/>
          <a:p>
            <a:r>
              <a:rPr lang="en-US" dirty="0"/>
              <a:t>YOUR SLIDE HEADING GOES HERE</a:t>
            </a:r>
            <a:endParaRPr lang="en-GB" dirty="0"/>
          </a:p>
        </p:txBody>
      </p:sp>
      <p:sp>
        <p:nvSpPr>
          <p:cNvPr id="4" name="Text Placeholder 3">
            <a:extLst>
              <a:ext uri="{FF2B5EF4-FFF2-40B4-BE49-F238E27FC236}">
                <a16:creationId xmlns:a16="http://schemas.microsoft.com/office/drawing/2014/main" id="{00326C96-08D6-2969-076D-966C6D29B664}"/>
              </a:ext>
            </a:extLst>
          </p:cNvPr>
          <p:cNvSpPr>
            <a:spLocks noGrp="1"/>
          </p:cNvSpPr>
          <p:nvPr>
            <p:ph type="body" sz="quarter" idx="59"/>
          </p:nvPr>
        </p:nvSpPr>
        <p:spPr/>
        <p:txBody>
          <a:bodyPr/>
          <a:lstStyle/>
          <a:p>
            <a:r>
              <a:rPr lang="en-US" dirty="0"/>
              <a:t>70%</a:t>
            </a:r>
            <a:endParaRPr lang="en-GB" dirty="0"/>
          </a:p>
        </p:txBody>
      </p:sp>
      <p:sp>
        <p:nvSpPr>
          <p:cNvPr id="5" name="Text Placeholder 4">
            <a:extLst>
              <a:ext uri="{FF2B5EF4-FFF2-40B4-BE49-F238E27FC236}">
                <a16:creationId xmlns:a16="http://schemas.microsoft.com/office/drawing/2014/main" id="{C3BE2765-ED19-B89A-6A05-366CE4B94CBD}"/>
              </a:ext>
            </a:extLst>
          </p:cNvPr>
          <p:cNvSpPr>
            <a:spLocks noGrp="1"/>
          </p:cNvSpPr>
          <p:nvPr>
            <p:ph type="body" sz="quarter" idx="60"/>
          </p:nvPr>
        </p:nvSpPr>
        <p:spPr/>
        <p:txBody>
          <a:bodyPr/>
          <a:lstStyle/>
          <a:p>
            <a:r>
              <a:rPr lang="en-US" dirty="0"/>
              <a:t>30%</a:t>
            </a:r>
            <a:endParaRPr lang="en-GB" dirty="0"/>
          </a:p>
        </p:txBody>
      </p:sp>
      <p:sp>
        <p:nvSpPr>
          <p:cNvPr id="6" name="Text Placeholder 5">
            <a:extLst>
              <a:ext uri="{FF2B5EF4-FFF2-40B4-BE49-F238E27FC236}">
                <a16:creationId xmlns:a16="http://schemas.microsoft.com/office/drawing/2014/main" id="{505D453E-330F-16FF-C235-CF49DA553704}"/>
              </a:ext>
            </a:extLst>
          </p:cNvPr>
          <p:cNvSpPr>
            <a:spLocks noGrp="1"/>
          </p:cNvSpPr>
          <p:nvPr>
            <p:ph type="body" sz="quarter" idx="40"/>
          </p:nvPr>
        </p:nvSpPr>
        <p:spPr/>
        <p:txBody>
          <a:bodyPr/>
          <a:lstStyle/>
          <a:p>
            <a:r>
              <a:rPr lang="en-US" dirty="0"/>
              <a:t>Your sub-heading goes here</a:t>
            </a:r>
            <a:endParaRPr lang="en-GB" dirty="0"/>
          </a:p>
        </p:txBody>
      </p:sp>
      <p:sp>
        <p:nvSpPr>
          <p:cNvPr id="7" name="Text Placeholder 6">
            <a:extLst>
              <a:ext uri="{FF2B5EF4-FFF2-40B4-BE49-F238E27FC236}">
                <a16:creationId xmlns:a16="http://schemas.microsoft.com/office/drawing/2014/main" id="{A73B5B8F-E4EC-586E-E080-0E047EE2C04C}"/>
              </a:ext>
            </a:extLst>
          </p:cNvPr>
          <p:cNvSpPr>
            <a:spLocks noGrp="1"/>
          </p:cNvSpPr>
          <p:nvPr>
            <p:ph type="body" sz="quarter" idx="61"/>
          </p:nvPr>
        </p:nvSpPr>
        <p:spPr>
          <a:xfrm>
            <a:off x="6503972" y="1780805"/>
            <a:ext cx="5135562" cy="889987"/>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will tell the story of the two percentages you are highlighting on this slide. Click to edit your paragraph that will tell the story of the two percentages you are highlighting on this slide. </a:t>
            </a:r>
            <a:endParaRPr lang="en-GB"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paragraph that will tell the story of the two percentages you are highlighting on this slide. </a:t>
            </a:r>
            <a:endParaRPr lang="en-GB" dirty="0"/>
          </a:p>
        </p:txBody>
      </p:sp>
      <p:sp>
        <p:nvSpPr>
          <p:cNvPr id="12" name="Text Placeholder 7">
            <a:extLst>
              <a:ext uri="{FF2B5EF4-FFF2-40B4-BE49-F238E27FC236}">
                <a16:creationId xmlns:a16="http://schemas.microsoft.com/office/drawing/2014/main" id="{DAD453F5-73BC-2C67-E437-BAFCBDC038D0}"/>
              </a:ext>
            </a:extLst>
          </p:cNvPr>
          <p:cNvSpPr>
            <a:spLocks noGrp="1"/>
          </p:cNvSpPr>
          <p:nvPr>
            <p:ph type="body" sz="quarter" idx="62"/>
          </p:nvPr>
        </p:nvSpPr>
        <p:spPr>
          <a:xfrm>
            <a:off x="7967138" y="3325707"/>
            <a:ext cx="3439170" cy="761747"/>
          </a:xfrm>
        </p:spPr>
        <p:txBody>
          <a:bodyPr/>
          <a:lstStyle/>
          <a:p>
            <a:r>
              <a:rPr lang="en-US" dirty="0"/>
              <a:t>Click to edit your paragraph that shares more specific detail about the first percentage. No longer than 5 lines of copy will fit this space. Click to edit your paragraph that shares more specific detail about the first percentage. No longer than 5 lines of copy will fit this space.</a:t>
            </a:r>
            <a:r>
              <a:rPr lang="en-GB" dirty="0"/>
              <a:t> </a:t>
            </a:r>
          </a:p>
        </p:txBody>
      </p:sp>
      <p:sp>
        <p:nvSpPr>
          <p:cNvPr id="9" name="Text Placeholder 8">
            <a:extLst>
              <a:ext uri="{FF2B5EF4-FFF2-40B4-BE49-F238E27FC236}">
                <a16:creationId xmlns:a16="http://schemas.microsoft.com/office/drawing/2014/main" id="{6441EC91-D7C2-039C-0EDA-E6FCE4A992A8}"/>
              </a:ext>
            </a:extLst>
          </p:cNvPr>
          <p:cNvSpPr>
            <a:spLocks noGrp="1"/>
          </p:cNvSpPr>
          <p:nvPr>
            <p:ph type="body" sz="quarter" idx="63"/>
          </p:nvPr>
        </p:nvSpPr>
        <p:spPr/>
        <p:txBody>
          <a:bodyPr/>
          <a:lstStyle/>
          <a:p>
            <a:r>
              <a:rPr lang="en-US" dirty="0"/>
              <a:t>70%</a:t>
            </a:r>
            <a:endParaRPr lang="en-GB" dirty="0"/>
          </a:p>
        </p:txBody>
      </p:sp>
      <p:sp>
        <p:nvSpPr>
          <p:cNvPr id="10" name="Text Placeholder 9">
            <a:extLst>
              <a:ext uri="{FF2B5EF4-FFF2-40B4-BE49-F238E27FC236}">
                <a16:creationId xmlns:a16="http://schemas.microsoft.com/office/drawing/2014/main" id="{DBD7C256-5AAC-ED6D-5678-068B4189505F}"/>
              </a:ext>
            </a:extLst>
          </p:cNvPr>
          <p:cNvSpPr>
            <a:spLocks noGrp="1"/>
          </p:cNvSpPr>
          <p:nvPr>
            <p:ph type="body" sz="quarter" idx="64"/>
          </p:nvPr>
        </p:nvSpPr>
        <p:spPr/>
        <p:txBody>
          <a:bodyPr/>
          <a:lstStyle/>
          <a:p>
            <a:r>
              <a:rPr lang="en-US" dirty="0"/>
              <a:t>30%</a:t>
            </a:r>
            <a:endParaRPr lang="en-GB" dirty="0"/>
          </a:p>
        </p:txBody>
      </p:sp>
      <p:sp>
        <p:nvSpPr>
          <p:cNvPr id="11" name="Text Placeholder 10">
            <a:extLst>
              <a:ext uri="{FF2B5EF4-FFF2-40B4-BE49-F238E27FC236}">
                <a16:creationId xmlns:a16="http://schemas.microsoft.com/office/drawing/2014/main" id="{6B615116-E7B6-3581-CB84-6B37F8FA33CA}"/>
              </a:ext>
            </a:extLst>
          </p:cNvPr>
          <p:cNvSpPr>
            <a:spLocks noGrp="1"/>
          </p:cNvSpPr>
          <p:nvPr>
            <p:ph type="body" sz="quarter" idx="65"/>
          </p:nvPr>
        </p:nvSpPr>
        <p:spPr>
          <a:xfrm>
            <a:off x="7967136" y="4753855"/>
            <a:ext cx="3439170" cy="761747"/>
          </a:xfrm>
        </p:spPr>
        <p:txBody>
          <a:bodyPr/>
          <a:lstStyle/>
          <a:p>
            <a:r>
              <a:rPr lang="en-US" dirty="0"/>
              <a:t>Click to edit your paragraph that shares more specific detail about the first percentage. No longer than 5 lines of copy will fit this space. Click to edit your paragraph that shares more specific detail about the first percentage. No longer than 5 lines of copy will fit this space.</a:t>
            </a:r>
            <a:r>
              <a:rPr lang="en-GB" dirty="0"/>
              <a:t> </a:t>
            </a:r>
          </a:p>
        </p:txBody>
      </p:sp>
    </p:spTree>
    <p:extLst>
      <p:ext uri="{BB962C8B-B14F-4D97-AF65-F5344CB8AC3E}">
        <p14:creationId xmlns:p14="http://schemas.microsoft.com/office/powerpoint/2010/main" val="110171300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p13.s08">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5B511F-E6FD-004B-2C51-687DF188D25C}"/>
              </a:ext>
            </a:extLst>
          </p:cNvPr>
          <p:cNvSpPr>
            <a:spLocks noGrp="1"/>
          </p:cNvSpPr>
          <p:nvPr>
            <p:ph type="body" sz="quarter" idx="72"/>
          </p:nvPr>
        </p:nvSpPr>
        <p:spPr>
          <a:xfrm>
            <a:off x="816332" y="4563713"/>
            <a:ext cx="3161606" cy="945323"/>
          </a:xfrm>
        </p:spPr>
        <p:txBody>
          <a:bodyPr/>
          <a:lstStyle/>
          <a:p>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3" name="Title 2">
            <a:extLst>
              <a:ext uri="{FF2B5EF4-FFF2-40B4-BE49-F238E27FC236}">
                <a16:creationId xmlns:a16="http://schemas.microsoft.com/office/drawing/2014/main" id="{EA6D17DF-AB6A-6234-59AB-85F17828F4FB}"/>
              </a:ext>
            </a:extLst>
          </p:cNvPr>
          <p:cNvSpPr>
            <a:spLocks noGrp="1"/>
          </p:cNvSpPr>
          <p:nvPr>
            <p:ph type="ctrTitle"/>
          </p:nvPr>
        </p:nvSpPr>
        <p:spPr/>
        <p:txBody>
          <a:bodyPr/>
          <a:lstStyle/>
          <a:p>
            <a:r>
              <a:rPr lang="en-ZA" dirty="0"/>
              <a:t>YOUR SLIDE HEADING HERE</a:t>
            </a:r>
            <a:endParaRPr lang="en-GB" dirty="0"/>
          </a:p>
        </p:txBody>
      </p:sp>
      <p:sp>
        <p:nvSpPr>
          <p:cNvPr id="4" name="Text Placeholder 3">
            <a:extLst>
              <a:ext uri="{FF2B5EF4-FFF2-40B4-BE49-F238E27FC236}">
                <a16:creationId xmlns:a16="http://schemas.microsoft.com/office/drawing/2014/main" id="{65301685-8990-F532-0A7B-45888E15FF52}"/>
              </a:ext>
            </a:extLst>
          </p:cNvPr>
          <p:cNvSpPr>
            <a:spLocks noGrp="1"/>
          </p:cNvSpPr>
          <p:nvPr>
            <p:ph type="body" sz="quarter" idx="40"/>
          </p:nvPr>
        </p:nvSpPr>
        <p:spPr/>
        <p:txBody>
          <a:bodyPr/>
          <a:lstStyle/>
          <a:p>
            <a:r>
              <a:rPr lang="en-ZA" dirty="0"/>
              <a:t>Your sub-heading for slide here</a:t>
            </a:r>
            <a:endParaRPr lang="en-GB" dirty="0"/>
          </a:p>
        </p:txBody>
      </p:sp>
      <p:sp>
        <p:nvSpPr>
          <p:cNvPr id="5" name="Text Placeholder 4">
            <a:extLst>
              <a:ext uri="{FF2B5EF4-FFF2-40B4-BE49-F238E27FC236}">
                <a16:creationId xmlns:a16="http://schemas.microsoft.com/office/drawing/2014/main" id="{087E99F9-B0F1-997F-3096-10F505390FC0}"/>
              </a:ext>
            </a:extLst>
          </p:cNvPr>
          <p:cNvSpPr>
            <a:spLocks noGrp="1"/>
          </p:cNvSpPr>
          <p:nvPr>
            <p:ph type="body" sz="quarter" idx="59"/>
          </p:nvPr>
        </p:nvSpPr>
        <p:spPr>
          <a:xfrm>
            <a:off x="816332" y="3471371"/>
            <a:ext cx="3161605" cy="923925"/>
          </a:xfrm>
        </p:spPr>
        <p:txBody>
          <a:bodyPr/>
          <a:lstStyle/>
          <a:p>
            <a:r>
              <a:rPr lang="en-ZA" sz="6600" dirty="0"/>
              <a:t>56%</a:t>
            </a:r>
            <a:endParaRPr lang="en-GB" sz="6600" dirty="0"/>
          </a:p>
        </p:txBody>
      </p:sp>
      <p:sp>
        <p:nvSpPr>
          <p:cNvPr id="6" name="Text Placeholder 5">
            <a:extLst>
              <a:ext uri="{FF2B5EF4-FFF2-40B4-BE49-F238E27FC236}">
                <a16:creationId xmlns:a16="http://schemas.microsoft.com/office/drawing/2014/main" id="{72A848F5-7999-D9E7-CEC2-DF242873BDFB}"/>
              </a:ext>
            </a:extLst>
          </p:cNvPr>
          <p:cNvSpPr>
            <a:spLocks noGrp="1"/>
          </p:cNvSpPr>
          <p:nvPr>
            <p:ph type="body" sz="quarter" idx="71"/>
          </p:nvPr>
        </p:nvSpPr>
        <p:spPr>
          <a:xfrm>
            <a:off x="1371348" y="2420381"/>
            <a:ext cx="2606585" cy="187039"/>
          </a:xfrm>
        </p:spPr>
        <p:txBody>
          <a:bodyPr/>
          <a:lstStyle/>
          <a:p>
            <a:r>
              <a:rPr lang="en-ZA" dirty="0"/>
              <a:t>HEADING ONE</a:t>
            </a:r>
            <a:endParaRPr lang="en-GB" dirty="0"/>
          </a:p>
        </p:txBody>
      </p:sp>
      <p:sp>
        <p:nvSpPr>
          <p:cNvPr id="7" name="Text Placeholder 6">
            <a:extLst>
              <a:ext uri="{FF2B5EF4-FFF2-40B4-BE49-F238E27FC236}">
                <a16:creationId xmlns:a16="http://schemas.microsoft.com/office/drawing/2014/main" id="{81B4AD67-9196-1508-547F-A481BE221CF2}"/>
              </a:ext>
            </a:extLst>
          </p:cNvPr>
          <p:cNvSpPr>
            <a:spLocks noGrp="1"/>
          </p:cNvSpPr>
          <p:nvPr>
            <p:ph type="body" sz="quarter" idx="67"/>
          </p:nvPr>
        </p:nvSpPr>
        <p:spPr>
          <a:xfrm>
            <a:off x="816332" y="5917916"/>
            <a:ext cx="3161599" cy="307777"/>
          </a:xfrm>
        </p:spPr>
        <p:txBody>
          <a:bodyPr/>
          <a:lstStyle/>
          <a:p>
            <a:r>
              <a:rPr lang="en-US" dirty="0"/>
              <a:t>Click to edit your secondary text here. Click to edit your secondary text here. Click to edit your secondary text here. </a:t>
            </a:r>
            <a:endParaRPr lang="en-ZA" dirty="0"/>
          </a:p>
        </p:txBody>
      </p:sp>
      <p:sp>
        <p:nvSpPr>
          <p:cNvPr id="8" name="Text Placeholder 7">
            <a:extLst>
              <a:ext uri="{FF2B5EF4-FFF2-40B4-BE49-F238E27FC236}">
                <a16:creationId xmlns:a16="http://schemas.microsoft.com/office/drawing/2014/main" id="{64F128D9-3074-27CD-DDDE-07669F6F399E}"/>
              </a:ext>
            </a:extLst>
          </p:cNvPr>
          <p:cNvSpPr>
            <a:spLocks noGrp="1"/>
          </p:cNvSpPr>
          <p:nvPr>
            <p:ph type="body" sz="quarter" idx="73"/>
          </p:nvPr>
        </p:nvSpPr>
        <p:spPr>
          <a:xfrm>
            <a:off x="4651369" y="4563713"/>
            <a:ext cx="3161606" cy="945323"/>
          </a:xfrm>
        </p:spPr>
        <p:txBody>
          <a:bodyPr/>
          <a:lstStyle/>
          <a:p>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9" name="Text Placeholder 8">
            <a:extLst>
              <a:ext uri="{FF2B5EF4-FFF2-40B4-BE49-F238E27FC236}">
                <a16:creationId xmlns:a16="http://schemas.microsoft.com/office/drawing/2014/main" id="{37F9282C-168B-3460-BDAE-5303BA28E5AB}"/>
              </a:ext>
            </a:extLst>
          </p:cNvPr>
          <p:cNvSpPr>
            <a:spLocks noGrp="1"/>
          </p:cNvSpPr>
          <p:nvPr>
            <p:ph type="body" sz="quarter" idx="74"/>
          </p:nvPr>
        </p:nvSpPr>
        <p:spPr>
          <a:xfrm>
            <a:off x="4651369" y="3471371"/>
            <a:ext cx="3161605" cy="923925"/>
          </a:xfrm>
        </p:spPr>
        <p:txBody>
          <a:bodyPr/>
          <a:lstStyle/>
          <a:p>
            <a:r>
              <a:rPr lang="en-ZA" sz="6600" dirty="0"/>
              <a:t>83%</a:t>
            </a:r>
            <a:endParaRPr lang="en-GB" sz="6600" dirty="0"/>
          </a:p>
        </p:txBody>
      </p:sp>
      <p:sp>
        <p:nvSpPr>
          <p:cNvPr id="10" name="Text Placeholder 9">
            <a:extLst>
              <a:ext uri="{FF2B5EF4-FFF2-40B4-BE49-F238E27FC236}">
                <a16:creationId xmlns:a16="http://schemas.microsoft.com/office/drawing/2014/main" id="{B407091D-B7CE-DC9F-2C82-43497F92BAFA}"/>
              </a:ext>
            </a:extLst>
          </p:cNvPr>
          <p:cNvSpPr>
            <a:spLocks noGrp="1"/>
          </p:cNvSpPr>
          <p:nvPr>
            <p:ph type="body" sz="quarter" idx="75"/>
          </p:nvPr>
        </p:nvSpPr>
        <p:spPr>
          <a:xfrm>
            <a:off x="5206385" y="2420381"/>
            <a:ext cx="2606585" cy="187039"/>
          </a:xfrm>
        </p:spPr>
        <p:txBody>
          <a:bodyPr/>
          <a:lstStyle/>
          <a:p>
            <a:r>
              <a:rPr lang="en-ZA" dirty="0"/>
              <a:t>HEADING TWO</a:t>
            </a:r>
            <a:endParaRPr lang="en-GB" dirty="0"/>
          </a:p>
        </p:txBody>
      </p:sp>
      <p:sp>
        <p:nvSpPr>
          <p:cNvPr id="11" name="Text Placeholder 10">
            <a:extLst>
              <a:ext uri="{FF2B5EF4-FFF2-40B4-BE49-F238E27FC236}">
                <a16:creationId xmlns:a16="http://schemas.microsoft.com/office/drawing/2014/main" id="{B3744944-C12C-32FB-FB6A-D8510B2BF449}"/>
              </a:ext>
            </a:extLst>
          </p:cNvPr>
          <p:cNvSpPr>
            <a:spLocks noGrp="1"/>
          </p:cNvSpPr>
          <p:nvPr>
            <p:ph type="body" sz="quarter" idx="76"/>
          </p:nvPr>
        </p:nvSpPr>
        <p:spPr>
          <a:xfrm>
            <a:off x="4651369" y="5917916"/>
            <a:ext cx="3161599" cy="307777"/>
          </a:xfrm>
        </p:spPr>
        <p:txBody>
          <a:bodyPr/>
          <a:lstStyle/>
          <a:p>
            <a:r>
              <a:rPr lang="en-US" dirty="0"/>
              <a:t>Click to edit your secondary text here. Click to edit your secondary text here. Click to edit your secondary text here. </a:t>
            </a:r>
            <a:endParaRPr lang="en-ZA" dirty="0"/>
          </a:p>
        </p:txBody>
      </p:sp>
      <p:sp>
        <p:nvSpPr>
          <p:cNvPr id="12" name="Text Placeholder 11">
            <a:extLst>
              <a:ext uri="{FF2B5EF4-FFF2-40B4-BE49-F238E27FC236}">
                <a16:creationId xmlns:a16="http://schemas.microsoft.com/office/drawing/2014/main" id="{67AA0912-A90B-59E8-7548-0186CF81041D}"/>
              </a:ext>
            </a:extLst>
          </p:cNvPr>
          <p:cNvSpPr>
            <a:spLocks noGrp="1"/>
          </p:cNvSpPr>
          <p:nvPr>
            <p:ph type="body" sz="quarter" idx="77"/>
          </p:nvPr>
        </p:nvSpPr>
        <p:spPr>
          <a:xfrm>
            <a:off x="8491578" y="4563713"/>
            <a:ext cx="3161606" cy="945323"/>
          </a:xfrm>
        </p:spPr>
        <p:txBody>
          <a:bodyPr/>
          <a:lstStyle/>
          <a:p>
            <a:r>
              <a:rPr lang="en-US" dirty="0"/>
              <a:t>Insert descriptive text for this statistic here. No longer than 5 lines maximum. Insert text here. Insert descriptive text for this statistic here. No longer than 5 lines maximum. Insert text here.</a:t>
            </a:r>
            <a:endParaRPr lang="en-ZA" dirty="0"/>
          </a:p>
        </p:txBody>
      </p:sp>
      <p:sp>
        <p:nvSpPr>
          <p:cNvPr id="13" name="Text Placeholder 12">
            <a:extLst>
              <a:ext uri="{FF2B5EF4-FFF2-40B4-BE49-F238E27FC236}">
                <a16:creationId xmlns:a16="http://schemas.microsoft.com/office/drawing/2014/main" id="{9E4E6422-FC35-F168-0B46-B65C1B6B57DC}"/>
              </a:ext>
            </a:extLst>
          </p:cNvPr>
          <p:cNvSpPr>
            <a:spLocks noGrp="1"/>
          </p:cNvSpPr>
          <p:nvPr>
            <p:ph type="body" sz="quarter" idx="78"/>
          </p:nvPr>
        </p:nvSpPr>
        <p:spPr>
          <a:xfrm>
            <a:off x="8491578" y="3471371"/>
            <a:ext cx="3161605" cy="923925"/>
          </a:xfrm>
        </p:spPr>
        <p:txBody>
          <a:bodyPr/>
          <a:lstStyle/>
          <a:p>
            <a:r>
              <a:rPr lang="en-ZA" sz="6600" dirty="0"/>
              <a:t>37%</a:t>
            </a:r>
            <a:endParaRPr lang="en-GB" sz="6600" dirty="0"/>
          </a:p>
        </p:txBody>
      </p:sp>
      <p:sp>
        <p:nvSpPr>
          <p:cNvPr id="14" name="Text Placeholder 13">
            <a:extLst>
              <a:ext uri="{FF2B5EF4-FFF2-40B4-BE49-F238E27FC236}">
                <a16:creationId xmlns:a16="http://schemas.microsoft.com/office/drawing/2014/main" id="{4B9AF793-42B1-21AA-9E7B-38CBA257CBB2}"/>
              </a:ext>
            </a:extLst>
          </p:cNvPr>
          <p:cNvSpPr>
            <a:spLocks noGrp="1"/>
          </p:cNvSpPr>
          <p:nvPr>
            <p:ph type="body" sz="quarter" idx="79"/>
          </p:nvPr>
        </p:nvSpPr>
        <p:spPr>
          <a:xfrm>
            <a:off x="9046594" y="2420381"/>
            <a:ext cx="2606585" cy="187039"/>
          </a:xfrm>
        </p:spPr>
        <p:txBody>
          <a:bodyPr/>
          <a:lstStyle/>
          <a:p>
            <a:r>
              <a:rPr lang="en-ZA" dirty="0"/>
              <a:t>HEADING THREE</a:t>
            </a:r>
            <a:endParaRPr lang="en-GB" dirty="0"/>
          </a:p>
        </p:txBody>
      </p:sp>
      <p:sp>
        <p:nvSpPr>
          <p:cNvPr id="15" name="Text Placeholder 14">
            <a:extLst>
              <a:ext uri="{FF2B5EF4-FFF2-40B4-BE49-F238E27FC236}">
                <a16:creationId xmlns:a16="http://schemas.microsoft.com/office/drawing/2014/main" id="{7984D266-FB42-EF66-7BFE-D059B962BD88}"/>
              </a:ext>
            </a:extLst>
          </p:cNvPr>
          <p:cNvSpPr>
            <a:spLocks noGrp="1"/>
          </p:cNvSpPr>
          <p:nvPr>
            <p:ph type="body" sz="quarter" idx="80"/>
          </p:nvPr>
        </p:nvSpPr>
        <p:spPr>
          <a:xfrm>
            <a:off x="8491578" y="5917916"/>
            <a:ext cx="3161599" cy="307777"/>
          </a:xfrm>
        </p:spPr>
        <p:txBody>
          <a:bodyPr/>
          <a:lstStyle/>
          <a:p>
            <a:r>
              <a:rPr lang="en-US" dirty="0"/>
              <a:t>Click to edit your secondary text here. Click to edit your secondary text here. Click to edit your secondary text here. </a:t>
            </a:r>
            <a:endParaRPr lang="en-ZA" dirty="0"/>
          </a:p>
        </p:txBody>
      </p:sp>
    </p:spTree>
    <p:extLst>
      <p:ext uri="{BB962C8B-B14F-4D97-AF65-F5344CB8AC3E}">
        <p14:creationId xmlns:p14="http://schemas.microsoft.com/office/powerpoint/2010/main" val="151920604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p13.s09">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05EA08F-6C4F-D085-BEF1-0A4CBC004627}"/>
              </a:ext>
            </a:extLst>
          </p:cNvPr>
          <p:cNvSpPr>
            <a:spLocks noGrp="1"/>
          </p:cNvSpPr>
          <p:nvPr>
            <p:ph type="body" sz="quarter" idx="57"/>
          </p:nvPr>
        </p:nvSpPr>
        <p:spPr>
          <a:xfrm>
            <a:off x="588166" y="1763293"/>
            <a:ext cx="5374484" cy="368242"/>
          </a:xfrm>
        </p:spPr>
        <p:txBody>
          <a:bodyPr/>
          <a:lstStyle/>
          <a:p>
            <a:r>
              <a:rPr lang="en-US" b="1" dirty="0"/>
              <a:t>Insert introductory text or Sub-heading of slide here. </a:t>
            </a:r>
            <a:br>
              <a:rPr lang="en-US" dirty="0"/>
            </a:br>
            <a:r>
              <a:rPr lang="en-US" dirty="0"/>
              <a:t>No longer than 2 lines maximum. Insert text here.</a:t>
            </a:r>
            <a:endParaRPr lang="en-ZA" dirty="0"/>
          </a:p>
        </p:txBody>
      </p:sp>
      <p:sp>
        <p:nvSpPr>
          <p:cNvPr id="4" name="Title 3">
            <a:extLst>
              <a:ext uri="{FF2B5EF4-FFF2-40B4-BE49-F238E27FC236}">
                <a16:creationId xmlns:a16="http://schemas.microsoft.com/office/drawing/2014/main" id="{4869BA6D-0EDA-5429-684B-957B2932B312}"/>
              </a:ext>
            </a:extLst>
          </p:cNvPr>
          <p:cNvSpPr>
            <a:spLocks noGrp="1"/>
          </p:cNvSpPr>
          <p:nvPr>
            <p:ph type="ctrTitle"/>
          </p:nvPr>
        </p:nvSpPr>
        <p:spPr>
          <a:xfrm>
            <a:off x="588166" y="885424"/>
            <a:ext cx="5374484" cy="332399"/>
          </a:xfrm>
          <a:prstGeom prst="rect">
            <a:avLst/>
          </a:prstGeom>
        </p:spPr>
        <p:txBody>
          <a:bodyPr/>
          <a:lstStyle/>
          <a:p>
            <a:r>
              <a:rPr lang="en-US" dirty="0"/>
              <a:t>YOUR HEADING GOES HERE</a:t>
            </a:r>
            <a:endParaRPr lang="en-GB" dirty="0"/>
          </a:p>
        </p:txBody>
      </p:sp>
      <p:sp>
        <p:nvSpPr>
          <p:cNvPr id="5" name="Text Placeholder 4">
            <a:extLst>
              <a:ext uri="{FF2B5EF4-FFF2-40B4-BE49-F238E27FC236}">
                <a16:creationId xmlns:a16="http://schemas.microsoft.com/office/drawing/2014/main" id="{946B2088-99C1-D69D-62DC-6C72A1BDDBE1}"/>
              </a:ext>
            </a:extLst>
          </p:cNvPr>
          <p:cNvSpPr>
            <a:spLocks noGrp="1"/>
          </p:cNvSpPr>
          <p:nvPr>
            <p:ph type="body" sz="quarter" idx="59"/>
          </p:nvPr>
        </p:nvSpPr>
        <p:spPr>
          <a:xfrm>
            <a:off x="6836230" y="3786482"/>
            <a:ext cx="4803312" cy="923925"/>
          </a:xfrm>
        </p:spPr>
        <p:txBody>
          <a:bodyPr/>
          <a:lstStyle/>
          <a:p>
            <a:r>
              <a:rPr lang="en-ZA" dirty="0"/>
              <a:t>$8,835Mil</a:t>
            </a:r>
            <a:endParaRPr lang="en-GB" dirty="0"/>
          </a:p>
        </p:txBody>
      </p:sp>
      <p:sp>
        <p:nvSpPr>
          <p:cNvPr id="6" name="Text Placeholder 5">
            <a:extLst>
              <a:ext uri="{FF2B5EF4-FFF2-40B4-BE49-F238E27FC236}">
                <a16:creationId xmlns:a16="http://schemas.microsoft.com/office/drawing/2014/main" id="{443BE65D-7431-857B-8ECE-889BA63A9BAB}"/>
              </a:ext>
            </a:extLst>
          </p:cNvPr>
          <p:cNvSpPr>
            <a:spLocks noGrp="1"/>
          </p:cNvSpPr>
          <p:nvPr>
            <p:ph type="body" sz="quarter" idx="60"/>
          </p:nvPr>
        </p:nvSpPr>
        <p:spPr>
          <a:xfrm>
            <a:off x="6836230" y="2703123"/>
            <a:ext cx="4803312" cy="923925"/>
          </a:xfrm>
        </p:spPr>
        <p:txBody>
          <a:bodyPr/>
          <a:lstStyle/>
          <a:p>
            <a:r>
              <a:rPr lang="en-ZA" dirty="0"/>
              <a:t>YEAR TARGET</a:t>
            </a:r>
            <a:endParaRPr lang="en-GB" dirty="0"/>
          </a:p>
        </p:txBody>
      </p:sp>
      <p:sp>
        <p:nvSpPr>
          <p:cNvPr id="7" name="Text Placeholder 6">
            <a:extLst>
              <a:ext uri="{FF2B5EF4-FFF2-40B4-BE49-F238E27FC236}">
                <a16:creationId xmlns:a16="http://schemas.microsoft.com/office/drawing/2014/main" id="{99DD8921-AF61-F3F5-160F-BBE0B7A3B9A0}"/>
              </a:ext>
            </a:extLst>
          </p:cNvPr>
          <p:cNvSpPr>
            <a:spLocks noGrp="1"/>
          </p:cNvSpPr>
          <p:nvPr>
            <p:ph type="body" sz="quarter" idx="61"/>
          </p:nvPr>
        </p:nvSpPr>
        <p:spPr>
          <a:xfrm>
            <a:off x="588166" y="3143573"/>
            <a:ext cx="1884974" cy="387798"/>
          </a:xfrm>
        </p:spPr>
        <p:txBody>
          <a:bodyPr/>
          <a:lstStyle/>
          <a:p>
            <a:r>
              <a:rPr lang="en-ZA" dirty="0"/>
              <a:t>$25,600</a:t>
            </a:r>
            <a:endParaRPr lang="en-GB" dirty="0"/>
          </a:p>
        </p:txBody>
      </p:sp>
      <p:sp>
        <p:nvSpPr>
          <p:cNvPr id="8" name="Text Placeholder 7">
            <a:extLst>
              <a:ext uri="{FF2B5EF4-FFF2-40B4-BE49-F238E27FC236}">
                <a16:creationId xmlns:a16="http://schemas.microsoft.com/office/drawing/2014/main" id="{25C15566-436F-A02F-47E6-7FFF05AC4911}"/>
              </a:ext>
            </a:extLst>
          </p:cNvPr>
          <p:cNvSpPr>
            <a:spLocks noGrp="1"/>
          </p:cNvSpPr>
          <p:nvPr>
            <p:ph type="body" sz="quarter" idx="62"/>
          </p:nvPr>
        </p:nvSpPr>
        <p:spPr>
          <a:xfrm>
            <a:off x="583407" y="3632359"/>
            <a:ext cx="1884974" cy="152349"/>
          </a:xfrm>
        </p:spPr>
        <p:txBody>
          <a:bodyPr/>
          <a:lstStyle/>
          <a:p>
            <a:r>
              <a:rPr lang="en-ZA" dirty="0"/>
              <a:t>Quarter 1</a:t>
            </a:r>
            <a:endParaRPr lang="en-GB" dirty="0"/>
          </a:p>
        </p:txBody>
      </p:sp>
      <p:sp>
        <p:nvSpPr>
          <p:cNvPr id="9" name="Text Placeholder 8">
            <a:extLst>
              <a:ext uri="{FF2B5EF4-FFF2-40B4-BE49-F238E27FC236}">
                <a16:creationId xmlns:a16="http://schemas.microsoft.com/office/drawing/2014/main" id="{17547565-9FE3-3148-C1EC-E757786F44C5}"/>
              </a:ext>
            </a:extLst>
          </p:cNvPr>
          <p:cNvSpPr>
            <a:spLocks noGrp="1"/>
          </p:cNvSpPr>
          <p:nvPr>
            <p:ph type="body" sz="quarter" idx="63"/>
          </p:nvPr>
        </p:nvSpPr>
        <p:spPr>
          <a:xfrm>
            <a:off x="3203265" y="3139011"/>
            <a:ext cx="1884974" cy="387798"/>
          </a:xfrm>
        </p:spPr>
        <p:txBody>
          <a:bodyPr/>
          <a:lstStyle/>
          <a:p>
            <a:r>
              <a:rPr lang="en-ZA" dirty="0"/>
              <a:t>$25,600</a:t>
            </a:r>
            <a:endParaRPr lang="en-GB" dirty="0"/>
          </a:p>
        </p:txBody>
      </p:sp>
      <p:sp>
        <p:nvSpPr>
          <p:cNvPr id="10" name="Text Placeholder 9">
            <a:extLst>
              <a:ext uri="{FF2B5EF4-FFF2-40B4-BE49-F238E27FC236}">
                <a16:creationId xmlns:a16="http://schemas.microsoft.com/office/drawing/2014/main" id="{C665157E-D905-0A7A-F8D9-98CFB75D722F}"/>
              </a:ext>
            </a:extLst>
          </p:cNvPr>
          <p:cNvSpPr>
            <a:spLocks noGrp="1"/>
          </p:cNvSpPr>
          <p:nvPr>
            <p:ph type="body" sz="quarter" idx="64"/>
          </p:nvPr>
        </p:nvSpPr>
        <p:spPr>
          <a:xfrm>
            <a:off x="3198506" y="3627797"/>
            <a:ext cx="1884974" cy="152349"/>
          </a:xfrm>
        </p:spPr>
        <p:txBody>
          <a:bodyPr/>
          <a:lstStyle/>
          <a:p>
            <a:r>
              <a:rPr lang="en-ZA" dirty="0"/>
              <a:t>Quarter 3</a:t>
            </a:r>
            <a:endParaRPr lang="en-GB" dirty="0"/>
          </a:p>
        </p:txBody>
      </p:sp>
      <p:sp>
        <p:nvSpPr>
          <p:cNvPr id="11" name="Text Placeholder 10">
            <a:extLst>
              <a:ext uri="{FF2B5EF4-FFF2-40B4-BE49-F238E27FC236}">
                <a16:creationId xmlns:a16="http://schemas.microsoft.com/office/drawing/2014/main" id="{BE226F1F-D88A-196A-07AA-445FF116FCCC}"/>
              </a:ext>
            </a:extLst>
          </p:cNvPr>
          <p:cNvSpPr>
            <a:spLocks noGrp="1"/>
          </p:cNvSpPr>
          <p:nvPr>
            <p:ph type="body" sz="quarter" idx="65"/>
          </p:nvPr>
        </p:nvSpPr>
        <p:spPr>
          <a:xfrm>
            <a:off x="1895715" y="4202584"/>
            <a:ext cx="1884974" cy="387798"/>
          </a:xfrm>
        </p:spPr>
        <p:txBody>
          <a:bodyPr/>
          <a:lstStyle/>
          <a:p>
            <a:r>
              <a:rPr lang="en-ZA" dirty="0"/>
              <a:t>$25,600</a:t>
            </a:r>
            <a:endParaRPr lang="en-GB" dirty="0"/>
          </a:p>
        </p:txBody>
      </p:sp>
      <p:sp>
        <p:nvSpPr>
          <p:cNvPr id="12" name="Text Placeholder 11">
            <a:extLst>
              <a:ext uri="{FF2B5EF4-FFF2-40B4-BE49-F238E27FC236}">
                <a16:creationId xmlns:a16="http://schemas.microsoft.com/office/drawing/2014/main" id="{558D1EC7-4C40-726A-B5B5-CC28A5FAAC15}"/>
              </a:ext>
            </a:extLst>
          </p:cNvPr>
          <p:cNvSpPr>
            <a:spLocks noGrp="1"/>
          </p:cNvSpPr>
          <p:nvPr>
            <p:ph type="body" sz="quarter" idx="66"/>
          </p:nvPr>
        </p:nvSpPr>
        <p:spPr/>
        <p:txBody>
          <a:bodyPr/>
          <a:lstStyle/>
          <a:p>
            <a:r>
              <a:rPr lang="en-ZA" dirty="0"/>
              <a:t>Quarter 2</a:t>
            </a:r>
            <a:endParaRPr lang="en-GB" dirty="0"/>
          </a:p>
        </p:txBody>
      </p:sp>
      <p:sp>
        <p:nvSpPr>
          <p:cNvPr id="13" name="Text Placeholder 12">
            <a:extLst>
              <a:ext uri="{FF2B5EF4-FFF2-40B4-BE49-F238E27FC236}">
                <a16:creationId xmlns:a16="http://schemas.microsoft.com/office/drawing/2014/main" id="{289BF461-82FD-AE0D-CB2C-F248AA06EE12}"/>
              </a:ext>
            </a:extLst>
          </p:cNvPr>
          <p:cNvSpPr>
            <a:spLocks noGrp="1"/>
          </p:cNvSpPr>
          <p:nvPr>
            <p:ph type="body" sz="quarter" idx="67"/>
          </p:nvPr>
        </p:nvSpPr>
        <p:spPr>
          <a:xfrm>
            <a:off x="4511671" y="4208665"/>
            <a:ext cx="1884974" cy="387798"/>
          </a:xfrm>
        </p:spPr>
        <p:txBody>
          <a:bodyPr/>
          <a:lstStyle/>
          <a:p>
            <a:r>
              <a:rPr lang="en-ZA" dirty="0"/>
              <a:t>$25,600</a:t>
            </a:r>
            <a:endParaRPr lang="en-GB" dirty="0"/>
          </a:p>
        </p:txBody>
      </p:sp>
      <p:sp>
        <p:nvSpPr>
          <p:cNvPr id="14" name="Text Placeholder 13">
            <a:extLst>
              <a:ext uri="{FF2B5EF4-FFF2-40B4-BE49-F238E27FC236}">
                <a16:creationId xmlns:a16="http://schemas.microsoft.com/office/drawing/2014/main" id="{E6B9BBFA-7D15-9B9D-1B90-5A8F1C92F0AD}"/>
              </a:ext>
            </a:extLst>
          </p:cNvPr>
          <p:cNvSpPr>
            <a:spLocks noGrp="1"/>
          </p:cNvSpPr>
          <p:nvPr>
            <p:ph type="body" sz="quarter" idx="68"/>
          </p:nvPr>
        </p:nvSpPr>
        <p:spPr/>
        <p:txBody>
          <a:bodyPr/>
          <a:lstStyle/>
          <a:p>
            <a:r>
              <a:rPr lang="en-ZA" dirty="0"/>
              <a:t>Quarter 4</a:t>
            </a:r>
            <a:endParaRPr lang="en-GB" dirty="0"/>
          </a:p>
        </p:txBody>
      </p:sp>
      <p:sp>
        <p:nvSpPr>
          <p:cNvPr id="18" name="Text Placeholder 14">
            <a:extLst>
              <a:ext uri="{FF2B5EF4-FFF2-40B4-BE49-F238E27FC236}">
                <a16:creationId xmlns:a16="http://schemas.microsoft.com/office/drawing/2014/main" id="{0C418F86-FDDD-89F6-10A9-52F5D1D9C98D}"/>
              </a:ext>
            </a:extLst>
          </p:cNvPr>
          <p:cNvSpPr>
            <a:spLocks noGrp="1"/>
          </p:cNvSpPr>
          <p:nvPr>
            <p:ph type="body" sz="quarter" idx="70"/>
          </p:nvPr>
        </p:nvSpPr>
        <p:spPr>
          <a:xfrm>
            <a:off x="583407" y="5828099"/>
            <a:ext cx="5379243" cy="609398"/>
          </a:xfrm>
        </p:spPr>
        <p:txBody>
          <a:bodyPr/>
          <a:lstStyle/>
          <a:p>
            <a:r>
              <a:rPr lang="en-US" dirty="0"/>
              <a:t>Click to edit your paragraph that will conclude the story on this slide. No longer than four (4) lines of copy should go here. Edit your paragraph to conclude the story on this slide. No longer than 4 lines. Click to edit your paragraph to conclude the story on this slide. No longer than 4 lines will fit in this space. </a:t>
            </a:r>
            <a:endParaRPr lang="en-GB" dirty="0"/>
          </a:p>
        </p:txBody>
      </p:sp>
      <p:sp>
        <p:nvSpPr>
          <p:cNvPr id="19" name="Text Placeholder 1">
            <a:extLst>
              <a:ext uri="{FF2B5EF4-FFF2-40B4-BE49-F238E27FC236}">
                <a16:creationId xmlns:a16="http://schemas.microsoft.com/office/drawing/2014/main" id="{15FC774B-2BDF-8070-3F13-D7821A2FAEF6}"/>
              </a:ext>
            </a:extLst>
          </p:cNvPr>
          <p:cNvSpPr>
            <a:spLocks noGrp="1"/>
          </p:cNvSpPr>
          <p:nvPr>
            <p:ph type="body" sz="quarter" idx="71"/>
          </p:nvPr>
        </p:nvSpPr>
        <p:spPr>
          <a:xfrm>
            <a:off x="6835774" y="1789513"/>
            <a:ext cx="4803311" cy="457048"/>
          </a:xfrm>
        </p:spPr>
        <p:txBody>
          <a:bodyPr/>
          <a:lstStyle/>
          <a:p>
            <a:r>
              <a:rPr lang="en-US" dirty="0"/>
              <a:t>Click to edit your paragraph that introduces the story on this slide. No longer than three 3 lines of copy should go here. Click to edit your paragraph that introduces the story on this slide. No longer than three 3 lines of copy should go here. </a:t>
            </a:r>
            <a:endParaRPr lang="en-GB" dirty="0"/>
          </a:p>
        </p:txBody>
      </p:sp>
    </p:spTree>
    <p:extLst>
      <p:ext uri="{BB962C8B-B14F-4D97-AF65-F5344CB8AC3E}">
        <p14:creationId xmlns:p14="http://schemas.microsoft.com/office/powerpoint/2010/main" val="130210636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p13.s10">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128C33-3432-11DE-D48A-0D46DB5880D0}"/>
              </a:ext>
            </a:extLst>
          </p:cNvPr>
          <p:cNvSpPr>
            <a:spLocks noGrp="1"/>
          </p:cNvSpPr>
          <p:nvPr>
            <p:ph type="body" sz="quarter" idx="73"/>
          </p:nvPr>
        </p:nvSpPr>
        <p:spPr/>
        <p:txBody>
          <a:bodyPr/>
          <a:lstStyle/>
          <a:p>
            <a:r>
              <a:rPr lang="en-ZA" dirty="0"/>
              <a:t>57%</a:t>
            </a:r>
            <a:endParaRPr lang="en-GB" dirty="0"/>
          </a:p>
        </p:txBody>
      </p:sp>
      <p:sp>
        <p:nvSpPr>
          <p:cNvPr id="3" name="Text Placeholder 2">
            <a:extLst>
              <a:ext uri="{FF2B5EF4-FFF2-40B4-BE49-F238E27FC236}">
                <a16:creationId xmlns:a16="http://schemas.microsoft.com/office/drawing/2014/main" id="{AFAEB66A-DF94-5D27-9888-5E1F87C65E34}"/>
              </a:ext>
            </a:extLst>
          </p:cNvPr>
          <p:cNvSpPr>
            <a:spLocks noGrp="1"/>
          </p:cNvSpPr>
          <p:nvPr>
            <p:ph type="body" sz="quarter" idx="74"/>
          </p:nvPr>
        </p:nvSpPr>
        <p:spPr/>
        <p:txBody>
          <a:bodyPr/>
          <a:lstStyle/>
          <a:p>
            <a:r>
              <a:rPr lang="en-ZA" dirty="0"/>
              <a:t>Statistic title</a:t>
            </a:r>
            <a:endParaRPr lang="en-GB" dirty="0"/>
          </a:p>
        </p:txBody>
      </p:sp>
      <p:sp>
        <p:nvSpPr>
          <p:cNvPr id="4" name="Title 3">
            <a:extLst>
              <a:ext uri="{FF2B5EF4-FFF2-40B4-BE49-F238E27FC236}">
                <a16:creationId xmlns:a16="http://schemas.microsoft.com/office/drawing/2014/main" id="{6126F6E3-458D-CE58-8641-CD6A4B879E0F}"/>
              </a:ext>
            </a:extLst>
          </p:cNvPr>
          <p:cNvSpPr>
            <a:spLocks noGrp="1"/>
          </p:cNvSpPr>
          <p:nvPr>
            <p:ph type="ctrTitle"/>
          </p:nvPr>
        </p:nvSpPr>
        <p:spPr/>
        <p:txBody>
          <a:bodyPr/>
          <a:lstStyle/>
          <a:p>
            <a:r>
              <a:rPr lang="en-ZA" dirty="0"/>
              <a:t>INSERT YOUR SLIDE HEADING HERE</a:t>
            </a:r>
            <a:endParaRPr lang="en-GB" dirty="0"/>
          </a:p>
        </p:txBody>
      </p:sp>
      <p:sp>
        <p:nvSpPr>
          <p:cNvPr id="5" name="Text Placeholder 4">
            <a:extLst>
              <a:ext uri="{FF2B5EF4-FFF2-40B4-BE49-F238E27FC236}">
                <a16:creationId xmlns:a16="http://schemas.microsoft.com/office/drawing/2014/main" id="{51AE3213-6E01-6DE1-162D-306989250AD0}"/>
              </a:ext>
            </a:extLst>
          </p:cNvPr>
          <p:cNvSpPr>
            <a:spLocks noGrp="1"/>
          </p:cNvSpPr>
          <p:nvPr>
            <p:ph type="body" sz="quarter" idx="40"/>
          </p:nvPr>
        </p:nvSpPr>
        <p:spPr>
          <a:xfrm>
            <a:off x="588166" y="972641"/>
            <a:ext cx="11051375" cy="214161"/>
          </a:xfrm>
        </p:spPr>
        <p:txBody>
          <a:bodyPr/>
          <a:lstStyle/>
          <a:p>
            <a:r>
              <a:rPr lang="en-ZA" dirty="0"/>
              <a:t>ADD YOUR SUB-HEADING HERE</a:t>
            </a:r>
            <a:endParaRPr lang="en-GB" dirty="0"/>
          </a:p>
        </p:txBody>
      </p:sp>
      <p:pic>
        <p:nvPicPr>
          <p:cNvPr id="16" name="Picture Placeholder 15" descr="A person holding a cell phone&#10;&#10;Description automatically generated">
            <a:extLst>
              <a:ext uri="{FF2B5EF4-FFF2-40B4-BE49-F238E27FC236}">
                <a16:creationId xmlns:a16="http://schemas.microsoft.com/office/drawing/2014/main" id="{D493AF85-D4A7-B4DC-4CB1-D2E1130AEF86}"/>
              </a:ext>
            </a:extLst>
          </p:cNvPr>
          <p:cNvPicPr>
            <a:picLocks noGrp="1" noChangeAspect="1"/>
          </p:cNvPicPr>
          <p:nvPr>
            <p:ph type="pic" sz="quarter" idx="31"/>
          </p:nvPr>
        </p:nvPicPr>
        <p:blipFill>
          <a:blip r:embed="rId2">
            <a:extLst>
              <a:ext uri="{28A0092B-C50C-407E-A947-70E740481C1C}">
                <a14:useLocalDpi xmlns:a14="http://schemas.microsoft.com/office/drawing/2010/main" val="0"/>
              </a:ext>
            </a:extLst>
          </a:blip>
          <a:srcRect/>
          <a:stretch>
            <a:fillRect/>
          </a:stretch>
        </p:blipFill>
        <p:spPr/>
      </p:pic>
      <p:pic>
        <p:nvPicPr>
          <p:cNvPr id="18" name="Picture Placeholder 17" descr="A person looking at a shelf&#10;&#10;Description automatically generated">
            <a:extLst>
              <a:ext uri="{FF2B5EF4-FFF2-40B4-BE49-F238E27FC236}">
                <a16:creationId xmlns:a16="http://schemas.microsoft.com/office/drawing/2014/main" id="{B42D08FC-B74A-FDFD-279B-D04A634740F0}"/>
              </a:ext>
            </a:extLst>
          </p:cNvPr>
          <p:cNvPicPr>
            <a:picLocks noGrp="1" noChangeAspect="1"/>
          </p:cNvPicPr>
          <p:nvPr>
            <p:ph type="pic" sz="quarter" idx="41"/>
          </p:nvPr>
        </p:nvPicPr>
        <p:blipFill>
          <a:blip r:embed="rId3">
            <a:extLst>
              <a:ext uri="{28A0092B-C50C-407E-A947-70E740481C1C}">
                <a14:useLocalDpi xmlns:a14="http://schemas.microsoft.com/office/drawing/2010/main" val="0"/>
              </a:ext>
            </a:extLst>
          </a:blip>
          <a:srcRect t="5540" b="5540"/>
          <a:stretch>
            <a:fillRect/>
          </a:stretch>
        </p:blipFill>
        <p:spPr/>
      </p:pic>
      <p:sp>
        <p:nvSpPr>
          <p:cNvPr id="8" name="Text Placeholder 7">
            <a:extLst>
              <a:ext uri="{FF2B5EF4-FFF2-40B4-BE49-F238E27FC236}">
                <a16:creationId xmlns:a16="http://schemas.microsoft.com/office/drawing/2014/main" id="{1B54CA4F-8B01-8641-8235-CAD57CFE152F}"/>
              </a:ext>
            </a:extLst>
          </p:cNvPr>
          <p:cNvSpPr>
            <a:spLocks noGrp="1"/>
          </p:cNvSpPr>
          <p:nvPr>
            <p:ph type="body" sz="quarter" idx="44"/>
          </p:nvPr>
        </p:nvSpPr>
        <p:spPr>
          <a:xfrm>
            <a:off x="946588" y="2468354"/>
            <a:ext cx="1493431" cy="1328569"/>
          </a:xfrm>
        </p:spPr>
        <p:txBody>
          <a:bodyPr/>
          <a:lstStyle/>
          <a:p>
            <a:r>
              <a:rPr lang="en-US" dirty="0"/>
              <a:t>Insert intro text here. No longer than 7 lines maximum. Insert intro text here. No longer than 7 lines of copy maximum. </a:t>
            </a:r>
            <a:endParaRPr lang="en-ZA" dirty="0"/>
          </a:p>
        </p:txBody>
      </p:sp>
      <p:sp>
        <p:nvSpPr>
          <p:cNvPr id="9" name="Text Placeholder 8">
            <a:extLst>
              <a:ext uri="{FF2B5EF4-FFF2-40B4-BE49-F238E27FC236}">
                <a16:creationId xmlns:a16="http://schemas.microsoft.com/office/drawing/2014/main" id="{F281A7CF-DCDC-802C-B791-131BCA14BE62}"/>
              </a:ext>
            </a:extLst>
          </p:cNvPr>
          <p:cNvSpPr>
            <a:spLocks noGrp="1"/>
          </p:cNvSpPr>
          <p:nvPr>
            <p:ph type="body" sz="quarter" idx="76"/>
          </p:nvPr>
        </p:nvSpPr>
        <p:spPr>
          <a:xfrm>
            <a:off x="5905374" y="2468355"/>
            <a:ext cx="3144622" cy="1328569"/>
          </a:xfrm>
        </p:spPr>
        <p:txBody>
          <a:bodyPr/>
          <a:lstStyle/>
          <a:p>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
        <p:nvSpPr>
          <p:cNvPr id="10" name="Text Placeholder 9">
            <a:extLst>
              <a:ext uri="{FF2B5EF4-FFF2-40B4-BE49-F238E27FC236}">
                <a16:creationId xmlns:a16="http://schemas.microsoft.com/office/drawing/2014/main" id="{A8A1D6F9-7139-1DA4-31B4-08723C1ECE44}"/>
              </a:ext>
            </a:extLst>
          </p:cNvPr>
          <p:cNvSpPr>
            <a:spLocks noGrp="1"/>
          </p:cNvSpPr>
          <p:nvPr>
            <p:ph type="body" sz="quarter" idx="62"/>
          </p:nvPr>
        </p:nvSpPr>
        <p:spPr>
          <a:xfrm>
            <a:off x="9787685" y="2524652"/>
            <a:ext cx="1493431" cy="1215974"/>
          </a:xfrm>
        </p:spPr>
        <p:txBody>
          <a:bodyPr/>
          <a:lstStyle/>
          <a:p>
            <a:r>
              <a:rPr lang="en-US" dirty="0">
                <a:solidFill>
                  <a:srgbClr val="005B5C"/>
                </a:solidFill>
              </a:rPr>
              <a:t>ADD YOUR LARGE STATEMENT THAT YOU WISH TO CALLOUT IN THIS BOX HERE</a:t>
            </a:r>
            <a:endParaRPr lang="en-ZA" dirty="0">
              <a:solidFill>
                <a:srgbClr val="005B5C"/>
              </a:solidFill>
            </a:endParaRPr>
          </a:p>
        </p:txBody>
      </p:sp>
      <p:sp>
        <p:nvSpPr>
          <p:cNvPr id="11" name="Text Placeholder 10">
            <a:extLst>
              <a:ext uri="{FF2B5EF4-FFF2-40B4-BE49-F238E27FC236}">
                <a16:creationId xmlns:a16="http://schemas.microsoft.com/office/drawing/2014/main" id="{FF12ABD7-453C-7B6C-23C1-E41C9A7F4972}"/>
              </a:ext>
            </a:extLst>
          </p:cNvPr>
          <p:cNvSpPr>
            <a:spLocks noGrp="1"/>
          </p:cNvSpPr>
          <p:nvPr>
            <p:ph type="body" sz="quarter" idx="61"/>
          </p:nvPr>
        </p:nvSpPr>
        <p:spPr>
          <a:xfrm>
            <a:off x="3153668" y="4809690"/>
            <a:ext cx="1499811" cy="1066446"/>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edit your copy to tell more of the story you are highlighting on this slide. Click to edit your paragraph to tell more of the story you are highlighting on this slide.</a:t>
            </a:r>
            <a:endParaRPr lang="en-GB" dirty="0"/>
          </a:p>
        </p:txBody>
      </p:sp>
      <p:sp>
        <p:nvSpPr>
          <p:cNvPr id="12" name="Text Placeholder 11">
            <a:extLst>
              <a:ext uri="{FF2B5EF4-FFF2-40B4-BE49-F238E27FC236}">
                <a16:creationId xmlns:a16="http://schemas.microsoft.com/office/drawing/2014/main" id="{96065183-1619-29E9-D495-8DC4E0B76539}"/>
              </a:ext>
            </a:extLst>
          </p:cNvPr>
          <p:cNvSpPr>
            <a:spLocks noGrp="1"/>
          </p:cNvSpPr>
          <p:nvPr>
            <p:ph type="body" sz="quarter" idx="77"/>
          </p:nvPr>
        </p:nvSpPr>
        <p:spPr/>
        <p:txBody>
          <a:bodyPr/>
          <a:lstStyle/>
          <a:p>
            <a:r>
              <a:rPr lang="en-ZA" dirty="0"/>
              <a:t>32%</a:t>
            </a:r>
            <a:endParaRPr lang="en-GB" dirty="0"/>
          </a:p>
        </p:txBody>
      </p:sp>
      <p:sp>
        <p:nvSpPr>
          <p:cNvPr id="13" name="Text Placeholder 12">
            <a:extLst>
              <a:ext uri="{FF2B5EF4-FFF2-40B4-BE49-F238E27FC236}">
                <a16:creationId xmlns:a16="http://schemas.microsoft.com/office/drawing/2014/main" id="{24E4412D-C447-7683-549A-EE60ACD37E0B}"/>
              </a:ext>
            </a:extLst>
          </p:cNvPr>
          <p:cNvSpPr>
            <a:spLocks noGrp="1"/>
          </p:cNvSpPr>
          <p:nvPr>
            <p:ph type="body" sz="quarter" idx="78"/>
          </p:nvPr>
        </p:nvSpPr>
        <p:spPr/>
        <p:txBody>
          <a:bodyPr/>
          <a:lstStyle/>
          <a:p>
            <a:r>
              <a:rPr lang="en-ZA" dirty="0"/>
              <a:t>Statistic title</a:t>
            </a:r>
            <a:endParaRPr lang="en-GB" dirty="0"/>
          </a:p>
        </p:txBody>
      </p:sp>
      <p:sp>
        <p:nvSpPr>
          <p:cNvPr id="14" name="Text Placeholder 13">
            <a:extLst>
              <a:ext uri="{FF2B5EF4-FFF2-40B4-BE49-F238E27FC236}">
                <a16:creationId xmlns:a16="http://schemas.microsoft.com/office/drawing/2014/main" id="{D61AAEEA-08EC-AB7C-B934-10241B97FC87}"/>
              </a:ext>
            </a:extLst>
          </p:cNvPr>
          <p:cNvSpPr>
            <a:spLocks noGrp="1"/>
          </p:cNvSpPr>
          <p:nvPr>
            <p:ph type="body" sz="quarter" idx="79"/>
          </p:nvPr>
        </p:nvSpPr>
        <p:spPr>
          <a:xfrm>
            <a:off x="587375" y="1594211"/>
            <a:ext cx="11052175" cy="185500"/>
          </a:xfrm>
        </p:spPr>
        <p:txBody>
          <a:bodyPr/>
          <a:lstStyle/>
          <a:p>
            <a:r>
              <a:rPr lang="en-US" dirty="0"/>
              <a:t>Insert introductory text here. No longer than 1 line maximum. Insert introductory text here. </a:t>
            </a:r>
            <a:endParaRPr lang="en-ZA" dirty="0"/>
          </a:p>
        </p:txBody>
      </p:sp>
    </p:spTree>
    <p:extLst>
      <p:ext uri="{BB962C8B-B14F-4D97-AF65-F5344CB8AC3E}">
        <p14:creationId xmlns:p14="http://schemas.microsoft.com/office/powerpoint/2010/main" val="373166407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p13.s11">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2123FAD-920D-B6AB-22B2-EF5B4687D3AE}"/>
              </a:ext>
            </a:extLst>
          </p:cNvPr>
          <p:cNvSpPr>
            <a:spLocks noGrp="1"/>
          </p:cNvSpPr>
          <p:nvPr>
            <p:ph type="body" sz="quarter" idx="77"/>
          </p:nvPr>
        </p:nvSpPr>
        <p:spPr/>
        <p:txBody>
          <a:bodyPr/>
          <a:lstStyle/>
          <a:p>
            <a:r>
              <a:rPr lang="en-ZA" dirty="0"/>
              <a:t>57%</a:t>
            </a:r>
            <a:endParaRPr lang="en-GB" dirty="0"/>
          </a:p>
        </p:txBody>
      </p:sp>
      <p:sp>
        <p:nvSpPr>
          <p:cNvPr id="3" name="Text Placeholder 2">
            <a:extLst>
              <a:ext uri="{FF2B5EF4-FFF2-40B4-BE49-F238E27FC236}">
                <a16:creationId xmlns:a16="http://schemas.microsoft.com/office/drawing/2014/main" id="{4ED5CDD9-8AE9-13B8-FD46-1E87774184C0}"/>
              </a:ext>
            </a:extLst>
          </p:cNvPr>
          <p:cNvSpPr>
            <a:spLocks noGrp="1"/>
          </p:cNvSpPr>
          <p:nvPr>
            <p:ph type="body" sz="quarter" idx="78"/>
          </p:nvPr>
        </p:nvSpPr>
        <p:spPr/>
        <p:txBody>
          <a:bodyPr/>
          <a:lstStyle/>
          <a:p>
            <a:r>
              <a:rPr lang="en-ZA" dirty="0"/>
              <a:t>Statistic title</a:t>
            </a:r>
            <a:endParaRPr lang="en-GB" dirty="0"/>
          </a:p>
        </p:txBody>
      </p:sp>
      <p:sp>
        <p:nvSpPr>
          <p:cNvPr id="5" name="Text Placeholder 4">
            <a:extLst>
              <a:ext uri="{FF2B5EF4-FFF2-40B4-BE49-F238E27FC236}">
                <a16:creationId xmlns:a16="http://schemas.microsoft.com/office/drawing/2014/main" id="{081BD822-F2D4-56C6-C8C8-26ABFFDA2C08}"/>
              </a:ext>
            </a:extLst>
          </p:cNvPr>
          <p:cNvSpPr>
            <a:spLocks noGrp="1"/>
          </p:cNvSpPr>
          <p:nvPr>
            <p:ph type="body" sz="quarter" idx="73"/>
          </p:nvPr>
        </p:nvSpPr>
        <p:spPr/>
        <p:txBody>
          <a:bodyPr/>
          <a:lstStyle/>
          <a:p>
            <a:r>
              <a:rPr lang="en-ZA" dirty="0"/>
              <a:t>92%</a:t>
            </a:r>
            <a:endParaRPr lang="en-GB" dirty="0"/>
          </a:p>
        </p:txBody>
      </p:sp>
      <p:sp>
        <p:nvSpPr>
          <p:cNvPr id="6" name="Text Placeholder 5">
            <a:extLst>
              <a:ext uri="{FF2B5EF4-FFF2-40B4-BE49-F238E27FC236}">
                <a16:creationId xmlns:a16="http://schemas.microsoft.com/office/drawing/2014/main" id="{94FEE15C-F981-D1CD-9F1E-DD0FFBF43F97}"/>
              </a:ext>
            </a:extLst>
          </p:cNvPr>
          <p:cNvSpPr>
            <a:spLocks noGrp="1"/>
          </p:cNvSpPr>
          <p:nvPr>
            <p:ph type="body" sz="quarter" idx="74"/>
          </p:nvPr>
        </p:nvSpPr>
        <p:spPr/>
        <p:txBody>
          <a:bodyPr/>
          <a:lstStyle/>
          <a:p>
            <a:r>
              <a:rPr lang="en-ZA" dirty="0"/>
              <a:t>Statistic title</a:t>
            </a:r>
            <a:endParaRPr lang="en-GB" dirty="0"/>
          </a:p>
        </p:txBody>
      </p:sp>
      <p:sp>
        <p:nvSpPr>
          <p:cNvPr id="7" name="Title 6">
            <a:extLst>
              <a:ext uri="{FF2B5EF4-FFF2-40B4-BE49-F238E27FC236}">
                <a16:creationId xmlns:a16="http://schemas.microsoft.com/office/drawing/2014/main" id="{253A612C-A7D5-05F8-7E68-CA3FF6BD10C7}"/>
              </a:ext>
            </a:extLst>
          </p:cNvPr>
          <p:cNvSpPr>
            <a:spLocks noGrp="1"/>
          </p:cNvSpPr>
          <p:nvPr>
            <p:ph type="ctrTitle"/>
          </p:nvPr>
        </p:nvSpPr>
        <p:spPr/>
        <p:txBody>
          <a:bodyPr/>
          <a:lstStyle/>
          <a:p>
            <a:r>
              <a:rPr lang="en-ZA" dirty="0"/>
              <a:t>INSERT YOUR SLIDE HEADING HERE</a:t>
            </a:r>
            <a:endParaRPr lang="en-GB" dirty="0"/>
          </a:p>
        </p:txBody>
      </p:sp>
      <p:sp>
        <p:nvSpPr>
          <p:cNvPr id="8" name="Text Placeholder 7">
            <a:extLst>
              <a:ext uri="{FF2B5EF4-FFF2-40B4-BE49-F238E27FC236}">
                <a16:creationId xmlns:a16="http://schemas.microsoft.com/office/drawing/2014/main" id="{72E74DEC-204E-631E-EC0E-D6B7CB22B434}"/>
              </a:ext>
            </a:extLst>
          </p:cNvPr>
          <p:cNvSpPr>
            <a:spLocks noGrp="1"/>
          </p:cNvSpPr>
          <p:nvPr>
            <p:ph type="body" sz="quarter" idx="40"/>
          </p:nvPr>
        </p:nvSpPr>
        <p:spPr>
          <a:xfrm>
            <a:off x="588166" y="972641"/>
            <a:ext cx="11051375" cy="214161"/>
          </a:xfrm>
        </p:spPr>
        <p:txBody>
          <a:bodyPr/>
          <a:lstStyle/>
          <a:p>
            <a:r>
              <a:rPr lang="en-ZA" dirty="0"/>
              <a:t>ADD YOUR SUB-HEADING HERE</a:t>
            </a:r>
            <a:endParaRPr lang="en-GB" dirty="0"/>
          </a:p>
        </p:txBody>
      </p:sp>
      <p:sp>
        <p:nvSpPr>
          <p:cNvPr id="9" name="Text Placeholder 8">
            <a:extLst>
              <a:ext uri="{FF2B5EF4-FFF2-40B4-BE49-F238E27FC236}">
                <a16:creationId xmlns:a16="http://schemas.microsoft.com/office/drawing/2014/main" id="{474AD044-CE82-13A0-3EF5-F93CD7782D4D}"/>
              </a:ext>
            </a:extLst>
          </p:cNvPr>
          <p:cNvSpPr>
            <a:spLocks noGrp="1"/>
          </p:cNvSpPr>
          <p:nvPr>
            <p:ph type="body" sz="quarter" idx="76"/>
          </p:nvPr>
        </p:nvSpPr>
        <p:spPr>
          <a:xfrm>
            <a:off x="5905374" y="2468355"/>
            <a:ext cx="3144622" cy="1328569"/>
          </a:xfrm>
        </p:spPr>
        <p:txBody>
          <a:bodyPr/>
          <a:lstStyle/>
          <a:p>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
        <p:nvSpPr>
          <p:cNvPr id="10" name="Text Placeholder 9">
            <a:extLst>
              <a:ext uri="{FF2B5EF4-FFF2-40B4-BE49-F238E27FC236}">
                <a16:creationId xmlns:a16="http://schemas.microsoft.com/office/drawing/2014/main" id="{1153A5CB-FF84-9A3A-0CFC-69970BB98514}"/>
              </a:ext>
            </a:extLst>
          </p:cNvPr>
          <p:cNvSpPr>
            <a:spLocks noGrp="1"/>
          </p:cNvSpPr>
          <p:nvPr>
            <p:ph type="body" sz="quarter" idx="79"/>
          </p:nvPr>
        </p:nvSpPr>
        <p:spPr>
          <a:xfrm>
            <a:off x="587375" y="1594211"/>
            <a:ext cx="11052175" cy="185500"/>
          </a:xfrm>
        </p:spPr>
        <p:txBody>
          <a:bodyPr/>
          <a:lstStyle/>
          <a:p>
            <a:r>
              <a:rPr lang="en-US" dirty="0"/>
              <a:t>Insert introductory text here. No longer than 1 line maximum. Insert introductory text here. </a:t>
            </a:r>
            <a:endParaRPr lang="en-ZA" dirty="0"/>
          </a:p>
        </p:txBody>
      </p:sp>
      <p:sp>
        <p:nvSpPr>
          <p:cNvPr id="11" name="Text Placeholder 10">
            <a:extLst>
              <a:ext uri="{FF2B5EF4-FFF2-40B4-BE49-F238E27FC236}">
                <a16:creationId xmlns:a16="http://schemas.microsoft.com/office/drawing/2014/main" id="{7FFD8ED9-D5B2-765B-E612-8068B4C4BA19}"/>
              </a:ext>
            </a:extLst>
          </p:cNvPr>
          <p:cNvSpPr>
            <a:spLocks noGrp="1"/>
          </p:cNvSpPr>
          <p:nvPr>
            <p:ph type="body" sz="quarter" idx="82"/>
          </p:nvPr>
        </p:nvSpPr>
        <p:spPr/>
        <p:txBody>
          <a:bodyPr/>
          <a:lstStyle/>
          <a:p>
            <a:r>
              <a:rPr lang="en-ZA" dirty="0"/>
              <a:t>73%</a:t>
            </a:r>
            <a:endParaRPr lang="en-GB" dirty="0"/>
          </a:p>
        </p:txBody>
      </p:sp>
      <p:sp>
        <p:nvSpPr>
          <p:cNvPr id="12" name="Text Placeholder 11">
            <a:extLst>
              <a:ext uri="{FF2B5EF4-FFF2-40B4-BE49-F238E27FC236}">
                <a16:creationId xmlns:a16="http://schemas.microsoft.com/office/drawing/2014/main" id="{4913DB0A-6DC0-B8A2-9FF5-82619CDA8403}"/>
              </a:ext>
            </a:extLst>
          </p:cNvPr>
          <p:cNvSpPr>
            <a:spLocks noGrp="1"/>
          </p:cNvSpPr>
          <p:nvPr>
            <p:ph type="body" sz="quarter" idx="83"/>
          </p:nvPr>
        </p:nvSpPr>
        <p:spPr>
          <a:xfrm>
            <a:off x="5008708" y="5620015"/>
            <a:ext cx="2210271" cy="184025"/>
          </a:xfrm>
        </p:spPr>
        <p:txBody>
          <a:bodyPr/>
          <a:lstStyle/>
          <a:p>
            <a:r>
              <a:rPr lang="en-ZA" dirty="0"/>
              <a:t>Statistic title</a:t>
            </a:r>
            <a:endParaRPr lang="en-GB" dirty="0"/>
          </a:p>
        </p:txBody>
      </p:sp>
      <p:sp>
        <p:nvSpPr>
          <p:cNvPr id="13" name="Text Placeholder 12">
            <a:extLst>
              <a:ext uri="{FF2B5EF4-FFF2-40B4-BE49-F238E27FC236}">
                <a16:creationId xmlns:a16="http://schemas.microsoft.com/office/drawing/2014/main" id="{DDFDFB24-E50A-7D6D-DB6E-A5B4EDA065F1}"/>
              </a:ext>
            </a:extLst>
          </p:cNvPr>
          <p:cNvSpPr>
            <a:spLocks noGrp="1"/>
          </p:cNvSpPr>
          <p:nvPr>
            <p:ph type="body" sz="quarter" idx="62"/>
          </p:nvPr>
        </p:nvSpPr>
        <p:spPr>
          <a:xfrm>
            <a:off x="7575223" y="4734921"/>
            <a:ext cx="1493431" cy="1215974"/>
          </a:xfrm>
        </p:spPr>
        <p:txBody>
          <a:bodyPr/>
          <a:lstStyle/>
          <a:p>
            <a:r>
              <a:rPr lang="en-US" dirty="0"/>
              <a:t>ADD YOUR LARGE STATEMENT THAT YOU WISH TO CALLOUT IN THIS BOX HERE</a:t>
            </a:r>
            <a:endParaRPr lang="en-ZA" dirty="0"/>
          </a:p>
        </p:txBody>
      </p:sp>
      <p:sp>
        <p:nvSpPr>
          <p:cNvPr id="14" name="Text Placeholder 13">
            <a:extLst>
              <a:ext uri="{FF2B5EF4-FFF2-40B4-BE49-F238E27FC236}">
                <a16:creationId xmlns:a16="http://schemas.microsoft.com/office/drawing/2014/main" id="{5F4CFBE3-FEBB-CF19-8325-3F90E9D3B000}"/>
              </a:ext>
            </a:extLst>
          </p:cNvPr>
          <p:cNvSpPr>
            <a:spLocks noGrp="1"/>
          </p:cNvSpPr>
          <p:nvPr>
            <p:ph type="body" sz="quarter" idx="84"/>
          </p:nvPr>
        </p:nvSpPr>
        <p:spPr>
          <a:xfrm>
            <a:off x="934420" y="2524649"/>
            <a:ext cx="1493431" cy="1215974"/>
          </a:xfrm>
        </p:spPr>
        <p:txBody>
          <a:bodyPr/>
          <a:lstStyle/>
          <a:p>
            <a:r>
              <a:rPr lang="en-US" dirty="0"/>
              <a:t>ADD YOUR LARGE STATEMENT THAT YOU WISH TO CALLOUT IN THIS BOX HERE</a:t>
            </a:r>
            <a:endParaRPr lang="en-ZA" dirty="0"/>
          </a:p>
        </p:txBody>
      </p:sp>
      <p:sp>
        <p:nvSpPr>
          <p:cNvPr id="15" name="Text Placeholder 14">
            <a:extLst>
              <a:ext uri="{FF2B5EF4-FFF2-40B4-BE49-F238E27FC236}">
                <a16:creationId xmlns:a16="http://schemas.microsoft.com/office/drawing/2014/main" id="{BCD800EE-E5B9-822E-0DF5-8C1B5289A971}"/>
              </a:ext>
            </a:extLst>
          </p:cNvPr>
          <p:cNvSpPr>
            <a:spLocks noGrp="1"/>
          </p:cNvSpPr>
          <p:nvPr>
            <p:ph type="body" sz="quarter" idx="71"/>
          </p:nvPr>
        </p:nvSpPr>
        <p:spPr>
          <a:xfrm>
            <a:off x="9777811" y="4733510"/>
            <a:ext cx="1513155" cy="1371145"/>
          </a:xfrm>
        </p:spPr>
        <p:txBody>
          <a:bodyPr/>
          <a:lstStyle/>
          <a:p>
            <a:r>
              <a:rPr lang="en-US" dirty="0"/>
              <a:t>Insert descriptive text for this statistic here. No longer than 9 lines maximum. Insert descriptive text for this statistic here. No longer than 9 lines maximum. Insert descriptive text for this statistic here. </a:t>
            </a:r>
            <a:endParaRPr lang="en-GB" dirty="0"/>
          </a:p>
        </p:txBody>
      </p:sp>
      <p:sp>
        <p:nvSpPr>
          <p:cNvPr id="16" name="Text Placeholder 1">
            <a:extLst>
              <a:ext uri="{FF2B5EF4-FFF2-40B4-BE49-F238E27FC236}">
                <a16:creationId xmlns:a16="http://schemas.microsoft.com/office/drawing/2014/main" id="{C5EE22A3-2685-5D54-55C6-85EA896E4CD6}"/>
              </a:ext>
            </a:extLst>
          </p:cNvPr>
          <p:cNvSpPr>
            <a:spLocks noGrp="1"/>
          </p:cNvSpPr>
          <p:nvPr>
            <p:ph type="body" sz="quarter" idx="85"/>
          </p:nvPr>
        </p:nvSpPr>
        <p:spPr>
          <a:xfrm>
            <a:off x="953370" y="4774804"/>
            <a:ext cx="3137840" cy="1136208"/>
          </a:xfrm>
        </p:spPr>
        <p:txBody>
          <a:bodyPr/>
          <a:lstStyle/>
          <a:p>
            <a:r>
              <a:rPr lang="en-US" dirty="0"/>
              <a:t>Insert descriptive text for this statistic here. No longer than 7 lines maximum. Insert text here. Insert descriptive text for this statistic here. No longer than 7 lines maximum. Insert text here. Insert descriptive text for this statistic here. Insert descriptive text for this statistic here. </a:t>
            </a:r>
            <a:endParaRPr lang="en-ZA" dirty="0"/>
          </a:p>
        </p:txBody>
      </p:sp>
    </p:spTree>
    <p:extLst>
      <p:ext uri="{BB962C8B-B14F-4D97-AF65-F5344CB8AC3E}">
        <p14:creationId xmlns:p14="http://schemas.microsoft.com/office/powerpoint/2010/main" val="389405683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p13.s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4D1BB-167B-7D71-65F3-6F522AE9F8D9}"/>
              </a:ext>
            </a:extLst>
          </p:cNvPr>
          <p:cNvSpPr>
            <a:spLocks noGrp="1"/>
          </p:cNvSpPr>
          <p:nvPr>
            <p:ph type="ctrTitle"/>
          </p:nvPr>
        </p:nvSpPr>
        <p:spPr/>
        <p:txBody>
          <a:bodyPr/>
          <a:lstStyle/>
          <a:p>
            <a:r>
              <a:rPr lang="en-ZA" dirty="0"/>
              <a:t>INSERT YOUR SLIDE HEADING HERE</a:t>
            </a:r>
            <a:endParaRPr lang="en-GB" dirty="0"/>
          </a:p>
        </p:txBody>
      </p:sp>
      <p:sp>
        <p:nvSpPr>
          <p:cNvPr id="3" name="Text Placeholder 2">
            <a:extLst>
              <a:ext uri="{FF2B5EF4-FFF2-40B4-BE49-F238E27FC236}">
                <a16:creationId xmlns:a16="http://schemas.microsoft.com/office/drawing/2014/main" id="{FA16D254-0B55-4480-3C04-0B2998159E36}"/>
              </a:ext>
            </a:extLst>
          </p:cNvPr>
          <p:cNvSpPr>
            <a:spLocks noGrp="1"/>
          </p:cNvSpPr>
          <p:nvPr>
            <p:ph type="body" sz="quarter" idx="40"/>
          </p:nvPr>
        </p:nvSpPr>
        <p:spPr/>
        <p:txBody>
          <a:bodyPr/>
          <a:lstStyle/>
          <a:p>
            <a:r>
              <a:rPr lang="en-ZA" dirty="0"/>
              <a:t>ADD YOUR SUB-HEADING HERE</a:t>
            </a:r>
            <a:endParaRPr lang="en-GB" dirty="0"/>
          </a:p>
        </p:txBody>
      </p:sp>
      <p:sp>
        <p:nvSpPr>
          <p:cNvPr id="5" name="Text Placeholder 4">
            <a:extLst>
              <a:ext uri="{FF2B5EF4-FFF2-40B4-BE49-F238E27FC236}">
                <a16:creationId xmlns:a16="http://schemas.microsoft.com/office/drawing/2014/main" id="{7BC64E42-B4B4-3909-E184-A223503A1571}"/>
              </a:ext>
            </a:extLst>
          </p:cNvPr>
          <p:cNvSpPr>
            <a:spLocks noGrp="1"/>
          </p:cNvSpPr>
          <p:nvPr>
            <p:ph type="body" sz="quarter" idx="73"/>
          </p:nvPr>
        </p:nvSpPr>
        <p:spPr/>
        <p:txBody>
          <a:bodyPr/>
          <a:lstStyle/>
          <a:p>
            <a:r>
              <a:rPr lang="en-ZA" dirty="0"/>
              <a:t>63%</a:t>
            </a:r>
            <a:endParaRPr lang="en-GB" dirty="0"/>
          </a:p>
        </p:txBody>
      </p:sp>
      <p:sp>
        <p:nvSpPr>
          <p:cNvPr id="6" name="Text Placeholder 5">
            <a:extLst>
              <a:ext uri="{FF2B5EF4-FFF2-40B4-BE49-F238E27FC236}">
                <a16:creationId xmlns:a16="http://schemas.microsoft.com/office/drawing/2014/main" id="{D571D550-F368-31DB-0B09-A5D6A95668D8}"/>
              </a:ext>
            </a:extLst>
          </p:cNvPr>
          <p:cNvSpPr>
            <a:spLocks noGrp="1"/>
          </p:cNvSpPr>
          <p:nvPr>
            <p:ph type="body" sz="quarter" idx="74"/>
          </p:nvPr>
        </p:nvSpPr>
        <p:spPr>
          <a:xfrm>
            <a:off x="865013" y="3702211"/>
            <a:ext cx="1620000" cy="184025"/>
          </a:xfrm>
        </p:spPr>
        <p:txBody>
          <a:bodyPr/>
          <a:lstStyle/>
          <a:p>
            <a:r>
              <a:rPr lang="en-ZA" dirty="0"/>
              <a:t>STATISTIC TITLE</a:t>
            </a:r>
            <a:endParaRPr lang="en-GB" dirty="0"/>
          </a:p>
        </p:txBody>
      </p:sp>
      <p:sp>
        <p:nvSpPr>
          <p:cNvPr id="7" name="Text Placeholder 6">
            <a:extLst>
              <a:ext uri="{FF2B5EF4-FFF2-40B4-BE49-F238E27FC236}">
                <a16:creationId xmlns:a16="http://schemas.microsoft.com/office/drawing/2014/main" id="{70922834-D405-6ED6-7E2E-47BA9C29C1BE}"/>
              </a:ext>
            </a:extLst>
          </p:cNvPr>
          <p:cNvSpPr>
            <a:spLocks noGrp="1"/>
          </p:cNvSpPr>
          <p:nvPr>
            <p:ph type="body" sz="quarter" idx="38"/>
          </p:nvPr>
        </p:nvSpPr>
        <p:spPr/>
        <p:txBody>
          <a:bodyPr/>
          <a:lstStyle/>
          <a:p>
            <a:r>
              <a:rPr lang="en-US" dirty="0"/>
              <a:t>Click to add your text here. Add your text here. Click to add your text here. </a:t>
            </a:r>
          </a:p>
          <a:p>
            <a:r>
              <a:rPr lang="en-US" dirty="0"/>
              <a:t>Click to add your text here. Add your text here. Click to add your text here.</a:t>
            </a:r>
            <a:endParaRPr lang="en-GB" dirty="0"/>
          </a:p>
        </p:txBody>
      </p:sp>
      <p:sp>
        <p:nvSpPr>
          <p:cNvPr id="8" name="Text Placeholder 7">
            <a:extLst>
              <a:ext uri="{FF2B5EF4-FFF2-40B4-BE49-F238E27FC236}">
                <a16:creationId xmlns:a16="http://schemas.microsoft.com/office/drawing/2014/main" id="{BBA7E903-B52F-1CE6-79F4-19333E4860B7}"/>
              </a:ext>
            </a:extLst>
          </p:cNvPr>
          <p:cNvSpPr>
            <a:spLocks noGrp="1"/>
          </p:cNvSpPr>
          <p:nvPr>
            <p:ph type="body" sz="quarter" idx="80"/>
          </p:nvPr>
        </p:nvSpPr>
        <p:spPr/>
        <p:txBody>
          <a:bodyPr/>
          <a:lstStyle/>
          <a:p>
            <a:r>
              <a:rPr lang="en-ZA" dirty="0"/>
              <a:t>25%</a:t>
            </a:r>
            <a:endParaRPr lang="en-GB" dirty="0"/>
          </a:p>
        </p:txBody>
      </p:sp>
      <p:sp>
        <p:nvSpPr>
          <p:cNvPr id="9" name="Text Placeholder 8">
            <a:extLst>
              <a:ext uri="{FF2B5EF4-FFF2-40B4-BE49-F238E27FC236}">
                <a16:creationId xmlns:a16="http://schemas.microsoft.com/office/drawing/2014/main" id="{BE4B4F0E-E8FB-FEEA-4625-CA95CF832189}"/>
              </a:ext>
            </a:extLst>
          </p:cNvPr>
          <p:cNvSpPr>
            <a:spLocks noGrp="1"/>
          </p:cNvSpPr>
          <p:nvPr>
            <p:ph type="body" sz="quarter" idx="81"/>
          </p:nvPr>
        </p:nvSpPr>
        <p:spPr>
          <a:xfrm>
            <a:off x="3803897" y="3702211"/>
            <a:ext cx="1620000" cy="184025"/>
          </a:xfrm>
        </p:spPr>
        <p:txBody>
          <a:bodyPr/>
          <a:lstStyle/>
          <a:p>
            <a:r>
              <a:rPr lang="en-ZA" dirty="0"/>
              <a:t>STATISTIC TITLE</a:t>
            </a:r>
            <a:endParaRPr lang="en-GB" dirty="0"/>
          </a:p>
        </p:txBody>
      </p:sp>
      <p:sp>
        <p:nvSpPr>
          <p:cNvPr id="10" name="Text Placeholder 9">
            <a:extLst>
              <a:ext uri="{FF2B5EF4-FFF2-40B4-BE49-F238E27FC236}">
                <a16:creationId xmlns:a16="http://schemas.microsoft.com/office/drawing/2014/main" id="{1D706961-9582-C593-1180-5DE2A96685CE}"/>
              </a:ext>
            </a:extLst>
          </p:cNvPr>
          <p:cNvSpPr>
            <a:spLocks noGrp="1"/>
          </p:cNvSpPr>
          <p:nvPr>
            <p:ph type="body" sz="quarter" idx="82"/>
          </p:nvPr>
        </p:nvSpPr>
        <p:spPr/>
        <p:txBody>
          <a:bodyPr/>
          <a:lstStyle/>
          <a:p>
            <a:r>
              <a:rPr lang="en-US" dirty="0"/>
              <a:t>Click to add your text here. Add your text here. Click to add your text here. </a:t>
            </a:r>
          </a:p>
          <a:p>
            <a:r>
              <a:rPr lang="en-US" dirty="0"/>
              <a:t>Click to add your text here. Add your text here. Click to add your text here.</a:t>
            </a:r>
            <a:endParaRPr lang="en-GB" dirty="0"/>
          </a:p>
        </p:txBody>
      </p:sp>
      <p:sp>
        <p:nvSpPr>
          <p:cNvPr id="11" name="Text Placeholder 10">
            <a:extLst>
              <a:ext uri="{FF2B5EF4-FFF2-40B4-BE49-F238E27FC236}">
                <a16:creationId xmlns:a16="http://schemas.microsoft.com/office/drawing/2014/main" id="{3D286E06-CC25-9059-4200-B2875EC97075}"/>
              </a:ext>
            </a:extLst>
          </p:cNvPr>
          <p:cNvSpPr>
            <a:spLocks noGrp="1"/>
          </p:cNvSpPr>
          <p:nvPr>
            <p:ph type="body" sz="quarter" idx="83"/>
          </p:nvPr>
        </p:nvSpPr>
        <p:spPr/>
        <p:txBody>
          <a:bodyPr/>
          <a:lstStyle/>
          <a:p>
            <a:r>
              <a:rPr lang="en-ZA" dirty="0"/>
              <a:t>75%</a:t>
            </a:r>
            <a:endParaRPr lang="en-GB" dirty="0"/>
          </a:p>
        </p:txBody>
      </p:sp>
      <p:sp>
        <p:nvSpPr>
          <p:cNvPr id="12" name="Text Placeholder 11">
            <a:extLst>
              <a:ext uri="{FF2B5EF4-FFF2-40B4-BE49-F238E27FC236}">
                <a16:creationId xmlns:a16="http://schemas.microsoft.com/office/drawing/2014/main" id="{E4769FF6-95AD-B468-73B7-4951C2B75608}"/>
              </a:ext>
            </a:extLst>
          </p:cNvPr>
          <p:cNvSpPr>
            <a:spLocks noGrp="1"/>
          </p:cNvSpPr>
          <p:nvPr>
            <p:ph type="body" sz="quarter" idx="84"/>
          </p:nvPr>
        </p:nvSpPr>
        <p:spPr>
          <a:xfrm>
            <a:off x="6745358" y="3702211"/>
            <a:ext cx="1620000" cy="184025"/>
          </a:xfrm>
        </p:spPr>
        <p:txBody>
          <a:bodyPr/>
          <a:lstStyle/>
          <a:p>
            <a:r>
              <a:rPr lang="en-ZA" dirty="0"/>
              <a:t>STATISTIC TITLE</a:t>
            </a:r>
            <a:endParaRPr lang="en-GB" dirty="0"/>
          </a:p>
        </p:txBody>
      </p:sp>
      <p:sp>
        <p:nvSpPr>
          <p:cNvPr id="13" name="Text Placeholder 12">
            <a:extLst>
              <a:ext uri="{FF2B5EF4-FFF2-40B4-BE49-F238E27FC236}">
                <a16:creationId xmlns:a16="http://schemas.microsoft.com/office/drawing/2014/main" id="{7C5CEE5E-2626-20AF-3A40-98ECC1C961D4}"/>
              </a:ext>
            </a:extLst>
          </p:cNvPr>
          <p:cNvSpPr>
            <a:spLocks noGrp="1"/>
          </p:cNvSpPr>
          <p:nvPr>
            <p:ph type="body" sz="quarter" idx="85"/>
          </p:nvPr>
        </p:nvSpPr>
        <p:spPr/>
        <p:txBody>
          <a:bodyPr/>
          <a:lstStyle/>
          <a:p>
            <a:r>
              <a:rPr lang="en-US" dirty="0"/>
              <a:t>Click to add your text here. Add your text here. Click to add your text here. </a:t>
            </a:r>
          </a:p>
          <a:p>
            <a:r>
              <a:rPr lang="en-US" dirty="0"/>
              <a:t>Click to add your text here. Add your text here. Click to add your text here.</a:t>
            </a:r>
            <a:endParaRPr lang="en-GB" dirty="0"/>
          </a:p>
        </p:txBody>
      </p:sp>
      <p:sp>
        <p:nvSpPr>
          <p:cNvPr id="14" name="Text Placeholder 13">
            <a:extLst>
              <a:ext uri="{FF2B5EF4-FFF2-40B4-BE49-F238E27FC236}">
                <a16:creationId xmlns:a16="http://schemas.microsoft.com/office/drawing/2014/main" id="{1141B714-4D38-BE7E-E1AD-736C35CCA0B1}"/>
              </a:ext>
            </a:extLst>
          </p:cNvPr>
          <p:cNvSpPr>
            <a:spLocks noGrp="1"/>
          </p:cNvSpPr>
          <p:nvPr>
            <p:ph type="body" sz="quarter" idx="86"/>
          </p:nvPr>
        </p:nvSpPr>
        <p:spPr/>
        <p:txBody>
          <a:bodyPr/>
          <a:lstStyle/>
          <a:p>
            <a:r>
              <a:rPr lang="en-ZA" dirty="0"/>
              <a:t>15%</a:t>
            </a:r>
            <a:endParaRPr lang="en-GB" dirty="0"/>
          </a:p>
        </p:txBody>
      </p:sp>
      <p:sp>
        <p:nvSpPr>
          <p:cNvPr id="15" name="Text Placeholder 14">
            <a:extLst>
              <a:ext uri="{FF2B5EF4-FFF2-40B4-BE49-F238E27FC236}">
                <a16:creationId xmlns:a16="http://schemas.microsoft.com/office/drawing/2014/main" id="{1C87B4E8-CC6B-E09D-88D3-8A2FC94B638E}"/>
              </a:ext>
            </a:extLst>
          </p:cNvPr>
          <p:cNvSpPr>
            <a:spLocks noGrp="1"/>
          </p:cNvSpPr>
          <p:nvPr>
            <p:ph type="body" sz="quarter" idx="87"/>
          </p:nvPr>
        </p:nvSpPr>
        <p:spPr>
          <a:xfrm>
            <a:off x="9685532" y="3702211"/>
            <a:ext cx="1620000" cy="184025"/>
          </a:xfrm>
        </p:spPr>
        <p:txBody>
          <a:bodyPr/>
          <a:lstStyle/>
          <a:p>
            <a:r>
              <a:rPr lang="en-ZA" dirty="0"/>
              <a:t>STATISTIC TITLE</a:t>
            </a:r>
            <a:endParaRPr lang="en-GB" dirty="0"/>
          </a:p>
        </p:txBody>
      </p:sp>
      <p:sp>
        <p:nvSpPr>
          <p:cNvPr id="16" name="Text Placeholder 15">
            <a:extLst>
              <a:ext uri="{FF2B5EF4-FFF2-40B4-BE49-F238E27FC236}">
                <a16:creationId xmlns:a16="http://schemas.microsoft.com/office/drawing/2014/main" id="{4E6AB07A-5758-F1B4-93AF-6022D10811F1}"/>
              </a:ext>
            </a:extLst>
          </p:cNvPr>
          <p:cNvSpPr>
            <a:spLocks noGrp="1"/>
          </p:cNvSpPr>
          <p:nvPr>
            <p:ph type="body" sz="quarter" idx="88"/>
          </p:nvPr>
        </p:nvSpPr>
        <p:spPr/>
        <p:txBody>
          <a:bodyPr/>
          <a:lstStyle/>
          <a:p>
            <a:r>
              <a:rPr lang="en-US" dirty="0"/>
              <a:t>Click to add your text here. Add your text here. Click to add your text here. </a:t>
            </a:r>
          </a:p>
          <a:p>
            <a:r>
              <a:rPr lang="en-US" dirty="0"/>
              <a:t>Click to add your text here. Add your text here. Click to add your text here.</a:t>
            </a:r>
            <a:endParaRPr lang="en-GB" dirty="0"/>
          </a:p>
        </p:txBody>
      </p:sp>
    </p:spTree>
    <p:extLst>
      <p:ext uri="{BB962C8B-B14F-4D97-AF65-F5344CB8AC3E}">
        <p14:creationId xmlns:p14="http://schemas.microsoft.com/office/powerpoint/2010/main" val="54902616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p14.s02">
    <p:spTree>
      <p:nvGrpSpPr>
        <p:cNvPr id="1" name=""/>
        <p:cNvGrpSpPr/>
        <p:nvPr/>
      </p:nvGrpSpPr>
      <p:grpSpPr>
        <a:xfrm>
          <a:off x="0" y="0"/>
          <a:ext cx="0" cy="0"/>
          <a:chOff x="0" y="0"/>
          <a:chExt cx="0" cy="0"/>
        </a:xfrm>
      </p:grpSpPr>
      <p:sp>
        <p:nvSpPr>
          <p:cNvPr id="54" name="Title 3">
            <a:extLst>
              <a:ext uri="{FF2B5EF4-FFF2-40B4-BE49-F238E27FC236}">
                <a16:creationId xmlns:a16="http://schemas.microsoft.com/office/drawing/2014/main" id="{AC541C1C-3F35-07F1-A3D4-CC380D24D20B}"/>
              </a:ext>
            </a:extLst>
          </p:cNvPr>
          <p:cNvSpPr txBox="1">
            <a:spLocks/>
          </p:cNvSpPr>
          <p:nvPr userDrawn="1"/>
        </p:nvSpPr>
        <p:spPr>
          <a:xfrm>
            <a:off x="792819" y="3756666"/>
            <a:ext cx="2221200" cy="4431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600" spc="30" baseline="0" dirty="0">
                <a:solidFill>
                  <a:schemeClr val="bg1"/>
                </a:solidFill>
              </a:rPr>
              <a:t>AN EXCEPTIONAL OFFER</a:t>
            </a:r>
          </a:p>
        </p:txBody>
      </p:sp>
      <p:sp>
        <p:nvSpPr>
          <p:cNvPr id="55" name="Title 3">
            <a:extLst>
              <a:ext uri="{FF2B5EF4-FFF2-40B4-BE49-F238E27FC236}">
                <a16:creationId xmlns:a16="http://schemas.microsoft.com/office/drawing/2014/main" id="{1D5C693B-E8A4-5411-05B7-49385E73F94C}"/>
              </a:ext>
            </a:extLst>
          </p:cNvPr>
          <p:cNvSpPr txBox="1">
            <a:spLocks/>
          </p:cNvSpPr>
          <p:nvPr userDrawn="1"/>
        </p:nvSpPr>
        <p:spPr>
          <a:xfrm>
            <a:off x="3601094" y="3756666"/>
            <a:ext cx="2221200" cy="4431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600" spc="30" baseline="0" dirty="0">
                <a:solidFill>
                  <a:schemeClr val="bg1"/>
                </a:solidFill>
              </a:rPr>
              <a:t>A GLOBAL</a:t>
            </a:r>
            <a:br>
              <a:rPr lang="en-ZA" sz="1600" spc="30" baseline="0" dirty="0">
                <a:solidFill>
                  <a:schemeClr val="bg1"/>
                </a:solidFill>
              </a:rPr>
            </a:br>
            <a:r>
              <a:rPr lang="en-ZA" sz="1600" spc="30" baseline="0" dirty="0">
                <a:solidFill>
                  <a:schemeClr val="bg1"/>
                </a:solidFill>
              </a:rPr>
              <a:t>BUSINESS</a:t>
            </a:r>
          </a:p>
        </p:txBody>
      </p:sp>
      <p:sp>
        <p:nvSpPr>
          <p:cNvPr id="56" name="Title 3">
            <a:extLst>
              <a:ext uri="{FF2B5EF4-FFF2-40B4-BE49-F238E27FC236}">
                <a16:creationId xmlns:a16="http://schemas.microsoft.com/office/drawing/2014/main" id="{7A7D06DA-8719-DEDA-E469-985AAD700FF7}"/>
              </a:ext>
            </a:extLst>
          </p:cNvPr>
          <p:cNvSpPr txBox="1">
            <a:spLocks/>
          </p:cNvSpPr>
          <p:nvPr userDrawn="1"/>
        </p:nvSpPr>
        <p:spPr>
          <a:xfrm>
            <a:off x="6406350" y="3756666"/>
            <a:ext cx="2219325" cy="4431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600" spc="30" baseline="0" dirty="0">
                <a:solidFill>
                  <a:schemeClr val="bg1"/>
                </a:solidFill>
              </a:rPr>
              <a:t>AN ADVANCED OPERATING MODEL</a:t>
            </a:r>
          </a:p>
        </p:txBody>
      </p:sp>
      <p:sp>
        <p:nvSpPr>
          <p:cNvPr id="57" name="Title 3">
            <a:extLst>
              <a:ext uri="{FF2B5EF4-FFF2-40B4-BE49-F238E27FC236}">
                <a16:creationId xmlns:a16="http://schemas.microsoft.com/office/drawing/2014/main" id="{873B3D97-088C-AC85-3522-9A72E0F47D24}"/>
              </a:ext>
            </a:extLst>
          </p:cNvPr>
          <p:cNvSpPr txBox="1">
            <a:spLocks/>
          </p:cNvSpPr>
          <p:nvPr userDrawn="1"/>
        </p:nvSpPr>
        <p:spPr>
          <a:xfrm>
            <a:off x="9209727" y="3756666"/>
            <a:ext cx="2221200" cy="4431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600" spc="30" baseline="0" dirty="0">
                <a:solidFill>
                  <a:schemeClr val="bg1"/>
                </a:solidFill>
              </a:rPr>
              <a:t>A GREAT PLACE</a:t>
            </a:r>
            <a:br>
              <a:rPr lang="en-ZA" sz="1600" spc="30" baseline="0" dirty="0">
                <a:solidFill>
                  <a:schemeClr val="bg1"/>
                </a:solidFill>
              </a:rPr>
            </a:br>
            <a:r>
              <a:rPr lang="en-ZA" sz="1600" spc="30" baseline="0" dirty="0">
                <a:solidFill>
                  <a:schemeClr val="bg1"/>
                </a:solidFill>
              </a:rPr>
              <a:t>TO WORK</a:t>
            </a:r>
          </a:p>
        </p:txBody>
      </p:sp>
      <p:sp>
        <p:nvSpPr>
          <p:cNvPr id="58" name="Title 3">
            <a:extLst>
              <a:ext uri="{FF2B5EF4-FFF2-40B4-BE49-F238E27FC236}">
                <a16:creationId xmlns:a16="http://schemas.microsoft.com/office/drawing/2014/main" id="{090C44C8-05EA-C32F-5621-3135BE9B3B88}"/>
              </a:ext>
            </a:extLst>
          </p:cNvPr>
          <p:cNvSpPr txBox="1">
            <a:spLocks/>
          </p:cNvSpPr>
          <p:nvPr userDrawn="1"/>
        </p:nvSpPr>
        <p:spPr>
          <a:xfrm>
            <a:off x="879816" y="4662237"/>
            <a:ext cx="2047205" cy="641714"/>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400" spc="40" baseline="0" dirty="0">
                <a:solidFill>
                  <a:schemeClr val="bg1"/>
                </a:solidFill>
              </a:rPr>
              <a:t>A broad range of services and integrated solutions</a:t>
            </a:r>
          </a:p>
        </p:txBody>
      </p:sp>
      <p:sp>
        <p:nvSpPr>
          <p:cNvPr id="59" name="Title 3">
            <a:extLst>
              <a:ext uri="{FF2B5EF4-FFF2-40B4-BE49-F238E27FC236}">
                <a16:creationId xmlns:a16="http://schemas.microsoft.com/office/drawing/2014/main" id="{29B3F146-E9F0-A087-4AC1-A1CC555276D3}"/>
              </a:ext>
            </a:extLst>
          </p:cNvPr>
          <p:cNvSpPr txBox="1">
            <a:spLocks/>
          </p:cNvSpPr>
          <p:nvPr userDrawn="1"/>
        </p:nvSpPr>
        <p:spPr>
          <a:xfrm>
            <a:off x="3764914" y="4662237"/>
            <a:ext cx="1893559" cy="641714"/>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400" spc="40" baseline="0" dirty="0">
                <a:solidFill>
                  <a:schemeClr val="bg1"/>
                </a:solidFill>
              </a:rPr>
              <a:t>We can work locally, regionally and globally</a:t>
            </a:r>
          </a:p>
        </p:txBody>
      </p:sp>
      <p:sp>
        <p:nvSpPr>
          <p:cNvPr id="60" name="Title 3">
            <a:extLst>
              <a:ext uri="{FF2B5EF4-FFF2-40B4-BE49-F238E27FC236}">
                <a16:creationId xmlns:a16="http://schemas.microsoft.com/office/drawing/2014/main" id="{007B24CD-7C03-0565-B997-D6400DF209C9}"/>
              </a:ext>
            </a:extLst>
          </p:cNvPr>
          <p:cNvSpPr txBox="1">
            <a:spLocks/>
          </p:cNvSpPr>
          <p:nvPr userDrawn="1"/>
        </p:nvSpPr>
        <p:spPr>
          <a:xfrm>
            <a:off x="6566452" y="4662237"/>
            <a:ext cx="1899117" cy="641714"/>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400" spc="40" baseline="0" dirty="0">
                <a:solidFill>
                  <a:schemeClr val="bg1"/>
                </a:solidFill>
              </a:rPr>
              <a:t>Agility, pace, precision and insight</a:t>
            </a:r>
          </a:p>
        </p:txBody>
      </p:sp>
      <p:sp>
        <p:nvSpPr>
          <p:cNvPr id="61" name="Title 3">
            <a:extLst>
              <a:ext uri="{FF2B5EF4-FFF2-40B4-BE49-F238E27FC236}">
                <a16:creationId xmlns:a16="http://schemas.microsoft.com/office/drawing/2014/main" id="{B1DE7029-0873-D6EE-1420-940B5715EAAF}"/>
              </a:ext>
            </a:extLst>
          </p:cNvPr>
          <p:cNvSpPr txBox="1">
            <a:spLocks/>
          </p:cNvSpPr>
          <p:nvPr userDrawn="1"/>
        </p:nvSpPr>
        <p:spPr>
          <a:xfrm>
            <a:off x="9296724" y="4662237"/>
            <a:ext cx="2047205" cy="641714"/>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400" spc="40" baseline="0" dirty="0">
                <a:solidFill>
                  <a:schemeClr val="bg1"/>
                </a:solidFill>
              </a:rPr>
              <a:t>Highly engaged people to drive performance</a:t>
            </a:r>
          </a:p>
        </p:txBody>
      </p:sp>
      <p:sp>
        <p:nvSpPr>
          <p:cNvPr id="2" name="Title 1">
            <a:extLst>
              <a:ext uri="{FF2B5EF4-FFF2-40B4-BE49-F238E27FC236}">
                <a16:creationId xmlns:a16="http://schemas.microsoft.com/office/drawing/2014/main" id="{CA715B46-15FD-19B0-0667-C4E8C848403D}"/>
              </a:ext>
            </a:extLst>
          </p:cNvPr>
          <p:cNvSpPr>
            <a:spLocks noGrp="1"/>
          </p:cNvSpPr>
          <p:nvPr>
            <p:ph type="ctrTitle"/>
          </p:nvPr>
        </p:nvSpPr>
        <p:spPr/>
        <p:txBody>
          <a:bodyPr/>
          <a:lstStyle/>
          <a:p>
            <a:endParaRPr lang="en-GB"/>
          </a:p>
        </p:txBody>
      </p:sp>
      <p:sp>
        <p:nvSpPr>
          <p:cNvPr id="3" name="Text Placeholder 2">
            <a:extLst>
              <a:ext uri="{FF2B5EF4-FFF2-40B4-BE49-F238E27FC236}">
                <a16:creationId xmlns:a16="http://schemas.microsoft.com/office/drawing/2014/main" id="{24BBE2CE-7938-A341-94A0-1EA937AEC152}"/>
              </a:ext>
            </a:extLst>
          </p:cNvPr>
          <p:cNvSpPr>
            <a:spLocks noGrp="1"/>
          </p:cNvSpPr>
          <p:nvPr>
            <p:ph type="body" sz="quarter" idx="40"/>
          </p:nvPr>
        </p:nvSpPr>
        <p:spPr/>
        <p:txBody>
          <a:bodyPr/>
          <a:lstStyle/>
          <a:p>
            <a:endParaRPr lang="en-GB"/>
          </a:p>
        </p:txBody>
      </p:sp>
    </p:spTree>
    <p:extLst>
      <p:ext uri="{BB962C8B-B14F-4D97-AF65-F5344CB8AC3E}">
        <p14:creationId xmlns:p14="http://schemas.microsoft.com/office/powerpoint/2010/main" val="347852104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p14.s03">
    <p:spTree>
      <p:nvGrpSpPr>
        <p:cNvPr id="1" name=""/>
        <p:cNvGrpSpPr/>
        <p:nvPr/>
      </p:nvGrpSpPr>
      <p:grpSpPr>
        <a:xfrm>
          <a:off x="0" y="0"/>
          <a:ext cx="0" cy="0"/>
          <a:chOff x="0" y="0"/>
          <a:chExt cx="0" cy="0"/>
        </a:xfrm>
      </p:grpSpPr>
      <p:sp>
        <p:nvSpPr>
          <p:cNvPr id="54" name="Title 3">
            <a:extLst>
              <a:ext uri="{FF2B5EF4-FFF2-40B4-BE49-F238E27FC236}">
                <a16:creationId xmlns:a16="http://schemas.microsoft.com/office/drawing/2014/main" id="{AC541C1C-3F35-07F1-A3D4-CC380D24D20B}"/>
              </a:ext>
            </a:extLst>
          </p:cNvPr>
          <p:cNvSpPr txBox="1">
            <a:spLocks/>
          </p:cNvSpPr>
          <p:nvPr userDrawn="1"/>
        </p:nvSpPr>
        <p:spPr>
          <a:xfrm>
            <a:off x="792819" y="4591771"/>
            <a:ext cx="2221200"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400" spc="30" baseline="0" dirty="0">
                <a:solidFill>
                  <a:schemeClr val="bg1"/>
                </a:solidFill>
              </a:rPr>
              <a:t>AN EXCEPTIONAL OFFER</a:t>
            </a:r>
          </a:p>
        </p:txBody>
      </p:sp>
      <p:sp>
        <p:nvSpPr>
          <p:cNvPr id="55" name="Title 3">
            <a:extLst>
              <a:ext uri="{FF2B5EF4-FFF2-40B4-BE49-F238E27FC236}">
                <a16:creationId xmlns:a16="http://schemas.microsoft.com/office/drawing/2014/main" id="{1D5C693B-E8A4-5411-05B7-49385E73F94C}"/>
              </a:ext>
            </a:extLst>
          </p:cNvPr>
          <p:cNvSpPr txBox="1">
            <a:spLocks/>
          </p:cNvSpPr>
          <p:nvPr userDrawn="1"/>
        </p:nvSpPr>
        <p:spPr>
          <a:xfrm>
            <a:off x="3601094" y="4591771"/>
            <a:ext cx="2221200"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400" spc="30" baseline="0" dirty="0">
                <a:solidFill>
                  <a:schemeClr val="bg1"/>
                </a:solidFill>
              </a:rPr>
              <a:t>A GLOBAL</a:t>
            </a:r>
            <a:br>
              <a:rPr lang="en-ZA" sz="1400" spc="30" baseline="0" dirty="0">
                <a:solidFill>
                  <a:schemeClr val="bg1"/>
                </a:solidFill>
              </a:rPr>
            </a:br>
            <a:r>
              <a:rPr lang="en-ZA" sz="1400" spc="30" baseline="0" dirty="0">
                <a:solidFill>
                  <a:schemeClr val="bg1"/>
                </a:solidFill>
              </a:rPr>
              <a:t>BUSINESS</a:t>
            </a:r>
          </a:p>
        </p:txBody>
      </p:sp>
      <p:sp>
        <p:nvSpPr>
          <p:cNvPr id="56" name="Title 3">
            <a:extLst>
              <a:ext uri="{FF2B5EF4-FFF2-40B4-BE49-F238E27FC236}">
                <a16:creationId xmlns:a16="http://schemas.microsoft.com/office/drawing/2014/main" id="{7A7D06DA-8719-DEDA-E469-985AAD700FF7}"/>
              </a:ext>
            </a:extLst>
          </p:cNvPr>
          <p:cNvSpPr txBox="1">
            <a:spLocks/>
          </p:cNvSpPr>
          <p:nvPr userDrawn="1"/>
        </p:nvSpPr>
        <p:spPr>
          <a:xfrm>
            <a:off x="6406350" y="4591771"/>
            <a:ext cx="2219325"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400" spc="30" baseline="0" dirty="0">
                <a:solidFill>
                  <a:schemeClr val="bg1"/>
                </a:solidFill>
              </a:rPr>
              <a:t>AN ADVANCED OPERATING MODEL</a:t>
            </a:r>
          </a:p>
        </p:txBody>
      </p:sp>
      <p:sp>
        <p:nvSpPr>
          <p:cNvPr id="57" name="Title 3">
            <a:extLst>
              <a:ext uri="{FF2B5EF4-FFF2-40B4-BE49-F238E27FC236}">
                <a16:creationId xmlns:a16="http://schemas.microsoft.com/office/drawing/2014/main" id="{873B3D97-088C-AC85-3522-9A72E0F47D24}"/>
              </a:ext>
            </a:extLst>
          </p:cNvPr>
          <p:cNvSpPr txBox="1">
            <a:spLocks/>
          </p:cNvSpPr>
          <p:nvPr userDrawn="1"/>
        </p:nvSpPr>
        <p:spPr>
          <a:xfrm>
            <a:off x="9209727" y="4591771"/>
            <a:ext cx="2221200" cy="387798"/>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ZA" sz="1400" spc="30" baseline="0" dirty="0">
                <a:solidFill>
                  <a:schemeClr val="bg1"/>
                </a:solidFill>
              </a:rPr>
              <a:t>A GREAT PLACE</a:t>
            </a:r>
            <a:br>
              <a:rPr lang="en-ZA" sz="1400" spc="30" baseline="0" dirty="0">
                <a:solidFill>
                  <a:schemeClr val="bg1"/>
                </a:solidFill>
              </a:rPr>
            </a:br>
            <a:r>
              <a:rPr lang="en-ZA" sz="1400" spc="30" baseline="0" dirty="0">
                <a:solidFill>
                  <a:schemeClr val="bg1"/>
                </a:solidFill>
              </a:rPr>
              <a:t>TO WORK</a:t>
            </a:r>
          </a:p>
        </p:txBody>
      </p:sp>
      <p:sp>
        <p:nvSpPr>
          <p:cNvPr id="58" name="Title 3">
            <a:extLst>
              <a:ext uri="{FF2B5EF4-FFF2-40B4-BE49-F238E27FC236}">
                <a16:creationId xmlns:a16="http://schemas.microsoft.com/office/drawing/2014/main" id="{090C44C8-05EA-C32F-5621-3135BE9B3B88}"/>
              </a:ext>
            </a:extLst>
          </p:cNvPr>
          <p:cNvSpPr txBox="1">
            <a:spLocks/>
          </p:cNvSpPr>
          <p:nvPr userDrawn="1"/>
        </p:nvSpPr>
        <p:spPr>
          <a:xfrm>
            <a:off x="1027272" y="5437521"/>
            <a:ext cx="1752289" cy="641714"/>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200" spc="40" baseline="0" dirty="0">
                <a:solidFill>
                  <a:schemeClr val="bg1"/>
                </a:solidFill>
              </a:rPr>
              <a:t>A broad range of services and integrated solutions</a:t>
            </a:r>
          </a:p>
        </p:txBody>
      </p:sp>
      <p:sp>
        <p:nvSpPr>
          <p:cNvPr id="59" name="Title 3">
            <a:extLst>
              <a:ext uri="{FF2B5EF4-FFF2-40B4-BE49-F238E27FC236}">
                <a16:creationId xmlns:a16="http://schemas.microsoft.com/office/drawing/2014/main" id="{29B3F146-E9F0-A087-4AC1-A1CC555276D3}"/>
              </a:ext>
            </a:extLst>
          </p:cNvPr>
          <p:cNvSpPr txBox="1">
            <a:spLocks/>
          </p:cNvSpPr>
          <p:nvPr userDrawn="1"/>
        </p:nvSpPr>
        <p:spPr>
          <a:xfrm>
            <a:off x="3970590" y="5437521"/>
            <a:ext cx="1482204" cy="635687"/>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200" spc="40" baseline="0" dirty="0">
                <a:solidFill>
                  <a:schemeClr val="bg1"/>
                </a:solidFill>
              </a:rPr>
              <a:t>We can work locally, regionally and globally</a:t>
            </a:r>
          </a:p>
        </p:txBody>
      </p:sp>
      <p:sp>
        <p:nvSpPr>
          <p:cNvPr id="60" name="Title 3">
            <a:extLst>
              <a:ext uri="{FF2B5EF4-FFF2-40B4-BE49-F238E27FC236}">
                <a16:creationId xmlns:a16="http://schemas.microsoft.com/office/drawing/2014/main" id="{007B24CD-7C03-0565-B997-D6400DF209C9}"/>
              </a:ext>
            </a:extLst>
          </p:cNvPr>
          <p:cNvSpPr txBox="1">
            <a:spLocks/>
          </p:cNvSpPr>
          <p:nvPr userDrawn="1"/>
        </p:nvSpPr>
        <p:spPr>
          <a:xfrm>
            <a:off x="6808010" y="5437521"/>
            <a:ext cx="1406774" cy="635687"/>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200" spc="40" baseline="0" dirty="0">
                <a:solidFill>
                  <a:schemeClr val="bg1"/>
                </a:solidFill>
              </a:rPr>
              <a:t>Agility, pace, precision and insight</a:t>
            </a:r>
          </a:p>
        </p:txBody>
      </p:sp>
      <p:sp>
        <p:nvSpPr>
          <p:cNvPr id="61" name="Title 3">
            <a:extLst>
              <a:ext uri="{FF2B5EF4-FFF2-40B4-BE49-F238E27FC236}">
                <a16:creationId xmlns:a16="http://schemas.microsoft.com/office/drawing/2014/main" id="{B1DE7029-0873-D6EE-1420-940B5715EAAF}"/>
              </a:ext>
            </a:extLst>
          </p:cNvPr>
          <p:cNvSpPr txBox="1">
            <a:spLocks/>
          </p:cNvSpPr>
          <p:nvPr userDrawn="1"/>
        </p:nvSpPr>
        <p:spPr>
          <a:xfrm>
            <a:off x="9559199" y="5437521"/>
            <a:ext cx="1522252" cy="635687"/>
          </a:xfrm>
          <a:prstGeom prst="rect">
            <a:avLst/>
          </a:prstGeom>
        </p:spPr>
        <p:txBody>
          <a:bodyPr wrap="square" lIns="0" tIns="0" rIns="0" bIns="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700"/>
              </a:lnSpc>
            </a:pPr>
            <a:r>
              <a:rPr lang="en-ZA" sz="1200" spc="40" baseline="0" dirty="0">
                <a:solidFill>
                  <a:schemeClr val="bg1"/>
                </a:solidFill>
              </a:rPr>
              <a:t>Highly engaged people to drive performance</a:t>
            </a:r>
          </a:p>
        </p:txBody>
      </p:sp>
      <p:sp>
        <p:nvSpPr>
          <p:cNvPr id="2" name="Title 1">
            <a:extLst>
              <a:ext uri="{FF2B5EF4-FFF2-40B4-BE49-F238E27FC236}">
                <a16:creationId xmlns:a16="http://schemas.microsoft.com/office/drawing/2014/main" id="{A3DB4ADA-C908-9619-7112-29EA080A23A7}"/>
              </a:ext>
            </a:extLst>
          </p:cNvPr>
          <p:cNvSpPr>
            <a:spLocks noGrp="1"/>
          </p:cNvSpPr>
          <p:nvPr>
            <p:ph type="ctrTitle"/>
          </p:nvPr>
        </p:nvSpPr>
        <p:spPr/>
        <p:txBody>
          <a:bodyPr/>
          <a:lstStyle/>
          <a:p>
            <a:endParaRPr lang="en-GB"/>
          </a:p>
        </p:txBody>
      </p:sp>
      <p:sp>
        <p:nvSpPr>
          <p:cNvPr id="3" name="Text Placeholder 2">
            <a:extLst>
              <a:ext uri="{FF2B5EF4-FFF2-40B4-BE49-F238E27FC236}">
                <a16:creationId xmlns:a16="http://schemas.microsoft.com/office/drawing/2014/main" id="{D1ED59AC-EBD6-A1FF-20E8-0D8974F71545}"/>
              </a:ext>
            </a:extLst>
          </p:cNvPr>
          <p:cNvSpPr>
            <a:spLocks noGrp="1"/>
          </p:cNvSpPr>
          <p:nvPr>
            <p:ph type="body" sz="quarter" idx="40"/>
          </p:nvPr>
        </p:nvSpPr>
        <p:spPr/>
        <p:txBody>
          <a:bodyPr/>
          <a:lstStyle/>
          <a:p>
            <a:endParaRPr lang="en-GB"/>
          </a:p>
        </p:txBody>
      </p:sp>
      <p:sp>
        <p:nvSpPr>
          <p:cNvPr id="4" name="Picture Placeholder 3">
            <a:extLst>
              <a:ext uri="{FF2B5EF4-FFF2-40B4-BE49-F238E27FC236}">
                <a16:creationId xmlns:a16="http://schemas.microsoft.com/office/drawing/2014/main" id="{B08B1BF2-C4B0-8B5F-DBD5-4975863FC59C}"/>
              </a:ext>
            </a:extLst>
          </p:cNvPr>
          <p:cNvSpPr>
            <a:spLocks noGrp="1"/>
          </p:cNvSpPr>
          <p:nvPr>
            <p:ph type="pic" sz="quarter" idx="75"/>
          </p:nvPr>
        </p:nvSpPr>
        <p:spPr/>
        <p:txBody>
          <a:bodyPr/>
          <a:lstStyle/>
          <a:p>
            <a:endParaRPr lang="en-GB"/>
          </a:p>
        </p:txBody>
      </p:sp>
      <p:sp>
        <p:nvSpPr>
          <p:cNvPr id="5" name="Picture Placeholder 4">
            <a:extLst>
              <a:ext uri="{FF2B5EF4-FFF2-40B4-BE49-F238E27FC236}">
                <a16:creationId xmlns:a16="http://schemas.microsoft.com/office/drawing/2014/main" id="{102CD572-084F-50FD-3209-F02FA6A78357}"/>
              </a:ext>
            </a:extLst>
          </p:cNvPr>
          <p:cNvSpPr>
            <a:spLocks noGrp="1"/>
          </p:cNvSpPr>
          <p:nvPr>
            <p:ph type="pic" sz="quarter" idx="76"/>
          </p:nvPr>
        </p:nvSpPr>
        <p:spPr/>
        <p:txBody>
          <a:bodyPr/>
          <a:lstStyle/>
          <a:p>
            <a:endParaRPr lang="en-GB"/>
          </a:p>
        </p:txBody>
      </p:sp>
      <p:sp>
        <p:nvSpPr>
          <p:cNvPr id="6" name="Picture Placeholder 5">
            <a:extLst>
              <a:ext uri="{FF2B5EF4-FFF2-40B4-BE49-F238E27FC236}">
                <a16:creationId xmlns:a16="http://schemas.microsoft.com/office/drawing/2014/main" id="{50797D43-126E-876F-B03C-E7AB95E10D92}"/>
              </a:ext>
            </a:extLst>
          </p:cNvPr>
          <p:cNvSpPr>
            <a:spLocks noGrp="1"/>
          </p:cNvSpPr>
          <p:nvPr>
            <p:ph type="pic" sz="quarter" idx="77"/>
          </p:nvPr>
        </p:nvSpPr>
        <p:spPr/>
        <p:txBody>
          <a:bodyPr/>
          <a:lstStyle/>
          <a:p>
            <a:endParaRPr lang="en-GB"/>
          </a:p>
        </p:txBody>
      </p:sp>
      <p:sp>
        <p:nvSpPr>
          <p:cNvPr id="7" name="Picture Placeholder 6">
            <a:extLst>
              <a:ext uri="{FF2B5EF4-FFF2-40B4-BE49-F238E27FC236}">
                <a16:creationId xmlns:a16="http://schemas.microsoft.com/office/drawing/2014/main" id="{36BC2010-417A-C3C3-4B94-9CC88FEA19FD}"/>
              </a:ext>
            </a:extLst>
          </p:cNvPr>
          <p:cNvSpPr>
            <a:spLocks noGrp="1"/>
          </p:cNvSpPr>
          <p:nvPr>
            <p:ph type="pic" sz="quarter" idx="78"/>
          </p:nvPr>
        </p:nvSpPr>
        <p:spPr/>
        <p:txBody>
          <a:bodyPr/>
          <a:lstStyle/>
          <a:p>
            <a:endParaRPr lang="en-GB"/>
          </a:p>
        </p:txBody>
      </p:sp>
    </p:spTree>
    <p:extLst>
      <p:ext uri="{BB962C8B-B14F-4D97-AF65-F5344CB8AC3E}">
        <p14:creationId xmlns:p14="http://schemas.microsoft.com/office/powerpoint/2010/main" val="360328777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p14.s04">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B987988-0770-E8DC-9C72-BC95E6674634}"/>
              </a:ext>
            </a:extLst>
          </p:cNvPr>
          <p:cNvGraphicFramePr>
            <a:graphicFrameLocks noGrp="1"/>
          </p:cNvGraphicFramePr>
          <p:nvPr userDrawn="1">
            <p:extLst>
              <p:ext uri="{D42A27DB-BD31-4B8C-83A1-F6EECF244321}">
                <p14:modId xmlns:p14="http://schemas.microsoft.com/office/powerpoint/2010/main" val="523191509"/>
              </p:ext>
            </p:extLst>
          </p:nvPr>
        </p:nvGraphicFramePr>
        <p:xfrm>
          <a:off x="5057620" y="571275"/>
          <a:ext cx="3073142" cy="13653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algn="l">
                        <a:lnSpc>
                          <a:spcPts val="1100"/>
                        </a:lnSpc>
                      </a:pPr>
                      <a:r>
                        <a:rPr lang="en-ZA" sz="1000" b="1" spc="30" baseline="0" dirty="0">
                          <a:solidFill>
                            <a:schemeClr val="accent2"/>
                          </a:solidFill>
                          <a:latin typeface="+mj-lt"/>
                        </a:rPr>
                        <a:t>YOUR DIFFERENTIATOR HEADING GOES HERE. </a:t>
                      </a:r>
                      <a:r>
                        <a:rPr lang="en-ZA" sz="1000" b="1" kern="1200" spc="30" baseline="0" dirty="0">
                          <a:solidFill>
                            <a:schemeClr val="accent2"/>
                          </a:solidFill>
                          <a:latin typeface="+mj-lt"/>
                          <a:ea typeface="+mn-ea"/>
                          <a:cs typeface="+mn-cs"/>
                        </a:rPr>
                        <a:t>YOUR DIFFERENTIATOR HEADING HERE.</a:t>
                      </a:r>
                      <a:endParaRPr lang="en-GB" sz="1000" b="1" spc="30" baseline="0" dirty="0">
                        <a:solidFill>
                          <a:schemeClr val="accent2"/>
                        </a:solidFill>
                        <a:latin typeface="+mj-lt"/>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4" name="Table 23">
            <a:extLst>
              <a:ext uri="{FF2B5EF4-FFF2-40B4-BE49-F238E27FC236}">
                <a16:creationId xmlns:a16="http://schemas.microsoft.com/office/drawing/2014/main" id="{69F77D9F-BE42-5F32-A7C4-02B7B6292A78}"/>
              </a:ext>
            </a:extLst>
          </p:cNvPr>
          <p:cNvGraphicFramePr>
            <a:graphicFrameLocks noGrp="1"/>
          </p:cNvGraphicFramePr>
          <p:nvPr userDrawn="1">
            <p:extLst>
              <p:ext uri="{D42A27DB-BD31-4B8C-83A1-F6EECF244321}">
                <p14:modId xmlns:p14="http://schemas.microsoft.com/office/powerpoint/2010/main" val="2026788889"/>
              </p:ext>
            </p:extLst>
          </p:nvPr>
        </p:nvGraphicFramePr>
        <p:xfrm>
          <a:off x="5057620" y="1974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5" name="Table 24">
            <a:extLst>
              <a:ext uri="{FF2B5EF4-FFF2-40B4-BE49-F238E27FC236}">
                <a16:creationId xmlns:a16="http://schemas.microsoft.com/office/drawing/2014/main" id="{21AD7AD6-307F-EE11-9D85-F537DB5E7489}"/>
              </a:ext>
            </a:extLst>
          </p:cNvPr>
          <p:cNvGraphicFramePr>
            <a:graphicFrameLocks noGrp="1"/>
          </p:cNvGraphicFramePr>
          <p:nvPr userDrawn="1">
            <p:extLst>
              <p:ext uri="{D42A27DB-BD31-4B8C-83A1-F6EECF244321}">
                <p14:modId xmlns:p14="http://schemas.microsoft.com/office/powerpoint/2010/main" val="2808020478"/>
              </p:ext>
            </p:extLst>
          </p:nvPr>
        </p:nvGraphicFramePr>
        <p:xfrm>
          <a:off x="8566398" y="571275"/>
          <a:ext cx="3073142" cy="122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6" name="Table 25">
            <a:extLst>
              <a:ext uri="{FF2B5EF4-FFF2-40B4-BE49-F238E27FC236}">
                <a16:creationId xmlns:a16="http://schemas.microsoft.com/office/drawing/2014/main" id="{0ABFA8C8-229C-C3F9-2DBD-4F7FB0A9A254}"/>
              </a:ext>
            </a:extLst>
          </p:cNvPr>
          <p:cNvGraphicFramePr>
            <a:graphicFrameLocks noGrp="1"/>
          </p:cNvGraphicFramePr>
          <p:nvPr userDrawn="1">
            <p:extLst>
              <p:ext uri="{D42A27DB-BD31-4B8C-83A1-F6EECF244321}">
                <p14:modId xmlns:p14="http://schemas.microsoft.com/office/powerpoint/2010/main" val="754417152"/>
              </p:ext>
            </p:extLst>
          </p:nvPr>
        </p:nvGraphicFramePr>
        <p:xfrm>
          <a:off x="5057620" y="3585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7" name="Table 26">
            <a:extLst>
              <a:ext uri="{FF2B5EF4-FFF2-40B4-BE49-F238E27FC236}">
                <a16:creationId xmlns:a16="http://schemas.microsoft.com/office/drawing/2014/main" id="{60600286-5B57-8F56-FE10-0696D657E7D3}"/>
              </a:ext>
            </a:extLst>
          </p:cNvPr>
          <p:cNvGraphicFramePr>
            <a:graphicFrameLocks noGrp="1"/>
          </p:cNvGraphicFramePr>
          <p:nvPr userDrawn="1">
            <p:extLst>
              <p:ext uri="{D42A27DB-BD31-4B8C-83A1-F6EECF244321}">
                <p14:modId xmlns:p14="http://schemas.microsoft.com/office/powerpoint/2010/main" val="3264718720"/>
              </p:ext>
            </p:extLst>
          </p:nvPr>
        </p:nvGraphicFramePr>
        <p:xfrm>
          <a:off x="5057620" y="51966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1" name="Table 30">
            <a:extLst>
              <a:ext uri="{FF2B5EF4-FFF2-40B4-BE49-F238E27FC236}">
                <a16:creationId xmlns:a16="http://schemas.microsoft.com/office/drawing/2014/main" id="{702D611F-8EC0-FC33-645B-C38C0AA7B882}"/>
              </a:ext>
            </a:extLst>
          </p:cNvPr>
          <p:cNvGraphicFramePr>
            <a:graphicFrameLocks noGrp="1"/>
          </p:cNvGraphicFramePr>
          <p:nvPr userDrawn="1">
            <p:extLst>
              <p:ext uri="{D42A27DB-BD31-4B8C-83A1-F6EECF244321}">
                <p14:modId xmlns:p14="http://schemas.microsoft.com/office/powerpoint/2010/main" val="180885659"/>
              </p:ext>
            </p:extLst>
          </p:nvPr>
        </p:nvGraphicFramePr>
        <p:xfrm>
          <a:off x="8566402" y="1822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3" name="Table 32">
            <a:extLst>
              <a:ext uri="{FF2B5EF4-FFF2-40B4-BE49-F238E27FC236}">
                <a16:creationId xmlns:a16="http://schemas.microsoft.com/office/drawing/2014/main" id="{D410EB69-25C5-FDC4-10DA-E8E57950C2EC}"/>
              </a:ext>
            </a:extLst>
          </p:cNvPr>
          <p:cNvGraphicFramePr>
            <a:graphicFrameLocks noGrp="1"/>
          </p:cNvGraphicFramePr>
          <p:nvPr userDrawn="1">
            <p:extLst>
              <p:ext uri="{D42A27DB-BD31-4B8C-83A1-F6EECF244321}">
                <p14:modId xmlns:p14="http://schemas.microsoft.com/office/powerpoint/2010/main" val="2469335460"/>
              </p:ext>
            </p:extLst>
          </p:nvPr>
        </p:nvGraphicFramePr>
        <p:xfrm>
          <a:off x="8566402" y="3433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4" name="Table 33">
            <a:extLst>
              <a:ext uri="{FF2B5EF4-FFF2-40B4-BE49-F238E27FC236}">
                <a16:creationId xmlns:a16="http://schemas.microsoft.com/office/drawing/2014/main" id="{2F1ADAE3-0735-6896-C156-BD6796233586}"/>
              </a:ext>
            </a:extLst>
          </p:cNvPr>
          <p:cNvGraphicFramePr>
            <a:graphicFrameLocks noGrp="1"/>
          </p:cNvGraphicFramePr>
          <p:nvPr userDrawn="1">
            <p:extLst>
              <p:ext uri="{D42A27DB-BD31-4B8C-83A1-F6EECF244321}">
                <p14:modId xmlns:p14="http://schemas.microsoft.com/office/powerpoint/2010/main" val="3202378797"/>
              </p:ext>
            </p:extLst>
          </p:nvPr>
        </p:nvGraphicFramePr>
        <p:xfrm>
          <a:off x="8566402" y="50442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sp>
        <p:nvSpPr>
          <p:cNvPr id="2" name="Title 1">
            <a:extLst>
              <a:ext uri="{FF2B5EF4-FFF2-40B4-BE49-F238E27FC236}">
                <a16:creationId xmlns:a16="http://schemas.microsoft.com/office/drawing/2014/main" id="{60C8129A-3883-CF8F-5EC5-72031651423C}"/>
              </a:ext>
            </a:extLst>
          </p:cNvPr>
          <p:cNvSpPr>
            <a:spLocks noGrp="1"/>
          </p:cNvSpPr>
          <p:nvPr>
            <p:ph type="ctrTitle"/>
          </p:nvPr>
        </p:nvSpPr>
        <p:spPr>
          <a:xfrm>
            <a:off x="588171" y="1717524"/>
            <a:ext cx="3231799" cy="664797"/>
          </a:xfrm>
        </p:spPr>
        <p:txBody>
          <a:bodyPr/>
          <a:lstStyle/>
          <a:p>
            <a:r>
              <a:rPr lang="en-ZA" dirty="0"/>
              <a:t>WHAT MAKES SMOLLAN UNIQUE?</a:t>
            </a:r>
            <a:endParaRPr lang="en-GB" dirty="0"/>
          </a:p>
        </p:txBody>
      </p:sp>
      <p:sp>
        <p:nvSpPr>
          <p:cNvPr id="3" name="Text Placeholder 2">
            <a:extLst>
              <a:ext uri="{FF2B5EF4-FFF2-40B4-BE49-F238E27FC236}">
                <a16:creationId xmlns:a16="http://schemas.microsoft.com/office/drawing/2014/main" id="{39DDE76C-CB5C-F84B-529F-9FF9173C22C7}"/>
              </a:ext>
            </a:extLst>
          </p:cNvPr>
          <p:cNvSpPr>
            <a:spLocks noGrp="1"/>
          </p:cNvSpPr>
          <p:nvPr>
            <p:ph type="body" sz="quarter" idx="40"/>
          </p:nvPr>
        </p:nvSpPr>
        <p:spPr>
          <a:xfrm>
            <a:off x="588165" y="4225356"/>
            <a:ext cx="3231799" cy="615553"/>
          </a:xfrm>
        </p:spPr>
        <p:txBody>
          <a:bodyPr/>
          <a:lstStyle/>
          <a:p>
            <a:r>
              <a:rPr lang="en-GB" noProof="0" dirty="0"/>
              <a:t>Introductory paragraph that is [Client] specific to introduce your custom differentiators</a:t>
            </a:r>
          </a:p>
        </p:txBody>
      </p:sp>
    </p:spTree>
    <p:extLst>
      <p:ext uri="{BB962C8B-B14F-4D97-AF65-F5344CB8AC3E}">
        <p14:creationId xmlns:p14="http://schemas.microsoft.com/office/powerpoint/2010/main" val="6628414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p14.s05">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B987988-0770-E8DC-9C72-BC95E6674634}"/>
              </a:ext>
            </a:extLst>
          </p:cNvPr>
          <p:cNvGraphicFramePr>
            <a:graphicFrameLocks noGrp="1"/>
          </p:cNvGraphicFramePr>
          <p:nvPr userDrawn="1">
            <p:extLst>
              <p:ext uri="{D42A27DB-BD31-4B8C-83A1-F6EECF244321}">
                <p14:modId xmlns:p14="http://schemas.microsoft.com/office/powerpoint/2010/main" val="523191509"/>
              </p:ext>
            </p:extLst>
          </p:nvPr>
        </p:nvGraphicFramePr>
        <p:xfrm>
          <a:off x="5057620" y="571275"/>
          <a:ext cx="3073142" cy="13653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algn="l">
                        <a:lnSpc>
                          <a:spcPts val="1100"/>
                        </a:lnSpc>
                      </a:pPr>
                      <a:r>
                        <a:rPr lang="en-ZA" sz="1000" b="1" spc="30" baseline="0" dirty="0">
                          <a:solidFill>
                            <a:schemeClr val="accent2"/>
                          </a:solidFill>
                          <a:latin typeface="+mj-lt"/>
                        </a:rPr>
                        <a:t>YOUR DIFFERENTIATOR HEADING GOES HERE. </a:t>
                      </a:r>
                      <a:r>
                        <a:rPr lang="en-ZA" sz="1000" b="1" kern="1200" spc="30" baseline="0" dirty="0">
                          <a:solidFill>
                            <a:schemeClr val="accent2"/>
                          </a:solidFill>
                          <a:latin typeface="+mj-lt"/>
                          <a:ea typeface="+mn-ea"/>
                          <a:cs typeface="+mn-cs"/>
                        </a:rPr>
                        <a:t>YOUR DIFFERENTIATOR HEADING HERE.</a:t>
                      </a:r>
                      <a:endParaRPr lang="en-GB" sz="1000" b="1" spc="30" baseline="0" dirty="0">
                        <a:solidFill>
                          <a:schemeClr val="accent2"/>
                        </a:solidFill>
                        <a:latin typeface="+mj-lt"/>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4" name="Table 23">
            <a:extLst>
              <a:ext uri="{FF2B5EF4-FFF2-40B4-BE49-F238E27FC236}">
                <a16:creationId xmlns:a16="http://schemas.microsoft.com/office/drawing/2014/main" id="{69F77D9F-BE42-5F32-A7C4-02B7B6292A78}"/>
              </a:ext>
            </a:extLst>
          </p:cNvPr>
          <p:cNvGraphicFramePr>
            <a:graphicFrameLocks noGrp="1"/>
          </p:cNvGraphicFramePr>
          <p:nvPr userDrawn="1">
            <p:extLst>
              <p:ext uri="{D42A27DB-BD31-4B8C-83A1-F6EECF244321}">
                <p14:modId xmlns:p14="http://schemas.microsoft.com/office/powerpoint/2010/main" val="2026788889"/>
              </p:ext>
            </p:extLst>
          </p:nvPr>
        </p:nvGraphicFramePr>
        <p:xfrm>
          <a:off x="5057620" y="1974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5" name="Table 24">
            <a:extLst>
              <a:ext uri="{FF2B5EF4-FFF2-40B4-BE49-F238E27FC236}">
                <a16:creationId xmlns:a16="http://schemas.microsoft.com/office/drawing/2014/main" id="{21AD7AD6-307F-EE11-9D85-F537DB5E7489}"/>
              </a:ext>
            </a:extLst>
          </p:cNvPr>
          <p:cNvGraphicFramePr>
            <a:graphicFrameLocks noGrp="1"/>
          </p:cNvGraphicFramePr>
          <p:nvPr userDrawn="1">
            <p:extLst>
              <p:ext uri="{D42A27DB-BD31-4B8C-83A1-F6EECF244321}">
                <p14:modId xmlns:p14="http://schemas.microsoft.com/office/powerpoint/2010/main" val="2808020478"/>
              </p:ext>
            </p:extLst>
          </p:nvPr>
        </p:nvGraphicFramePr>
        <p:xfrm>
          <a:off x="8566398" y="571275"/>
          <a:ext cx="3073142" cy="122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6" name="Table 25">
            <a:extLst>
              <a:ext uri="{FF2B5EF4-FFF2-40B4-BE49-F238E27FC236}">
                <a16:creationId xmlns:a16="http://schemas.microsoft.com/office/drawing/2014/main" id="{0ABFA8C8-229C-C3F9-2DBD-4F7FB0A9A254}"/>
              </a:ext>
            </a:extLst>
          </p:cNvPr>
          <p:cNvGraphicFramePr>
            <a:graphicFrameLocks noGrp="1"/>
          </p:cNvGraphicFramePr>
          <p:nvPr userDrawn="1">
            <p:extLst>
              <p:ext uri="{D42A27DB-BD31-4B8C-83A1-F6EECF244321}">
                <p14:modId xmlns:p14="http://schemas.microsoft.com/office/powerpoint/2010/main" val="754417152"/>
              </p:ext>
            </p:extLst>
          </p:nvPr>
        </p:nvGraphicFramePr>
        <p:xfrm>
          <a:off x="5057620" y="3585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7" name="Table 26">
            <a:extLst>
              <a:ext uri="{FF2B5EF4-FFF2-40B4-BE49-F238E27FC236}">
                <a16:creationId xmlns:a16="http://schemas.microsoft.com/office/drawing/2014/main" id="{60600286-5B57-8F56-FE10-0696D657E7D3}"/>
              </a:ext>
            </a:extLst>
          </p:cNvPr>
          <p:cNvGraphicFramePr>
            <a:graphicFrameLocks noGrp="1"/>
          </p:cNvGraphicFramePr>
          <p:nvPr userDrawn="1">
            <p:extLst>
              <p:ext uri="{D42A27DB-BD31-4B8C-83A1-F6EECF244321}">
                <p14:modId xmlns:p14="http://schemas.microsoft.com/office/powerpoint/2010/main" val="3264718720"/>
              </p:ext>
            </p:extLst>
          </p:nvPr>
        </p:nvGraphicFramePr>
        <p:xfrm>
          <a:off x="5057620" y="51966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1" name="Table 30">
            <a:extLst>
              <a:ext uri="{FF2B5EF4-FFF2-40B4-BE49-F238E27FC236}">
                <a16:creationId xmlns:a16="http://schemas.microsoft.com/office/drawing/2014/main" id="{702D611F-8EC0-FC33-645B-C38C0AA7B882}"/>
              </a:ext>
            </a:extLst>
          </p:cNvPr>
          <p:cNvGraphicFramePr>
            <a:graphicFrameLocks noGrp="1"/>
          </p:cNvGraphicFramePr>
          <p:nvPr userDrawn="1">
            <p:extLst>
              <p:ext uri="{D42A27DB-BD31-4B8C-83A1-F6EECF244321}">
                <p14:modId xmlns:p14="http://schemas.microsoft.com/office/powerpoint/2010/main" val="180885659"/>
              </p:ext>
            </p:extLst>
          </p:nvPr>
        </p:nvGraphicFramePr>
        <p:xfrm>
          <a:off x="8566402" y="1822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3" name="Table 32">
            <a:extLst>
              <a:ext uri="{FF2B5EF4-FFF2-40B4-BE49-F238E27FC236}">
                <a16:creationId xmlns:a16="http://schemas.microsoft.com/office/drawing/2014/main" id="{D410EB69-25C5-FDC4-10DA-E8E57950C2EC}"/>
              </a:ext>
            </a:extLst>
          </p:cNvPr>
          <p:cNvGraphicFramePr>
            <a:graphicFrameLocks noGrp="1"/>
          </p:cNvGraphicFramePr>
          <p:nvPr userDrawn="1">
            <p:extLst>
              <p:ext uri="{D42A27DB-BD31-4B8C-83A1-F6EECF244321}">
                <p14:modId xmlns:p14="http://schemas.microsoft.com/office/powerpoint/2010/main" val="2469335460"/>
              </p:ext>
            </p:extLst>
          </p:nvPr>
        </p:nvGraphicFramePr>
        <p:xfrm>
          <a:off x="8566402" y="3433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4" name="Table 33">
            <a:extLst>
              <a:ext uri="{FF2B5EF4-FFF2-40B4-BE49-F238E27FC236}">
                <a16:creationId xmlns:a16="http://schemas.microsoft.com/office/drawing/2014/main" id="{2F1ADAE3-0735-6896-C156-BD6796233586}"/>
              </a:ext>
            </a:extLst>
          </p:cNvPr>
          <p:cNvGraphicFramePr>
            <a:graphicFrameLocks noGrp="1"/>
          </p:cNvGraphicFramePr>
          <p:nvPr userDrawn="1">
            <p:extLst>
              <p:ext uri="{D42A27DB-BD31-4B8C-83A1-F6EECF244321}">
                <p14:modId xmlns:p14="http://schemas.microsoft.com/office/powerpoint/2010/main" val="3202378797"/>
              </p:ext>
            </p:extLst>
          </p:nvPr>
        </p:nvGraphicFramePr>
        <p:xfrm>
          <a:off x="8566402" y="50442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sp>
        <p:nvSpPr>
          <p:cNvPr id="2" name="Title 1">
            <a:extLst>
              <a:ext uri="{FF2B5EF4-FFF2-40B4-BE49-F238E27FC236}">
                <a16:creationId xmlns:a16="http://schemas.microsoft.com/office/drawing/2014/main" id="{74A728D8-32F1-8822-925B-73A234FF436B}"/>
              </a:ext>
            </a:extLst>
          </p:cNvPr>
          <p:cNvSpPr>
            <a:spLocks noGrp="1"/>
          </p:cNvSpPr>
          <p:nvPr>
            <p:ph type="ctrTitle"/>
          </p:nvPr>
        </p:nvSpPr>
        <p:spPr>
          <a:xfrm>
            <a:off x="588171" y="2674653"/>
            <a:ext cx="3231799" cy="664797"/>
          </a:xfrm>
        </p:spPr>
        <p:txBody>
          <a:bodyPr/>
          <a:lstStyle/>
          <a:p>
            <a:r>
              <a:rPr lang="en-ZA" dirty="0"/>
              <a:t>WHAT MAKES SMOLLAN UNIQUE?</a:t>
            </a:r>
            <a:endParaRPr lang="en-GB" dirty="0"/>
          </a:p>
        </p:txBody>
      </p:sp>
      <p:sp>
        <p:nvSpPr>
          <p:cNvPr id="3" name="Text Placeholder 2">
            <a:extLst>
              <a:ext uri="{FF2B5EF4-FFF2-40B4-BE49-F238E27FC236}">
                <a16:creationId xmlns:a16="http://schemas.microsoft.com/office/drawing/2014/main" id="{D5118B5A-863F-3FEE-3876-065E42C1F5DC}"/>
              </a:ext>
            </a:extLst>
          </p:cNvPr>
          <p:cNvSpPr>
            <a:spLocks noGrp="1"/>
          </p:cNvSpPr>
          <p:nvPr>
            <p:ph type="body" sz="quarter" idx="40"/>
          </p:nvPr>
        </p:nvSpPr>
        <p:spPr>
          <a:xfrm>
            <a:off x="588165" y="5182485"/>
            <a:ext cx="3231799" cy="615553"/>
          </a:xfrm>
        </p:spPr>
        <p:txBody>
          <a:bodyPr/>
          <a:lstStyle/>
          <a:p>
            <a:r>
              <a:rPr lang="en-GB" noProof="0" dirty="0"/>
              <a:t>Introductory paragraph that is [Client] specific to introduce your custom differentiators</a:t>
            </a:r>
          </a:p>
        </p:txBody>
      </p:sp>
    </p:spTree>
    <p:extLst>
      <p:ext uri="{BB962C8B-B14F-4D97-AF65-F5344CB8AC3E}">
        <p14:creationId xmlns:p14="http://schemas.microsoft.com/office/powerpoint/2010/main" val="349662271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p14.s06">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B987988-0770-E8DC-9C72-BC95E6674634}"/>
              </a:ext>
            </a:extLst>
          </p:cNvPr>
          <p:cNvGraphicFramePr>
            <a:graphicFrameLocks noGrp="1"/>
          </p:cNvGraphicFramePr>
          <p:nvPr userDrawn="1">
            <p:extLst>
              <p:ext uri="{D42A27DB-BD31-4B8C-83A1-F6EECF244321}">
                <p14:modId xmlns:p14="http://schemas.microsoft.com/office/powerpoint/2010/main" val="3186851954"/>
              </p:ext>
            </p:extLst>
          </p:nvPr>
        </p:nvGraphicFramePr>
        <p:xfrm>
          <a:off x="5057620" y="571275"/>
          <a:ext cx="3073142" cy="8623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algn="l">
                        <a:lnSpc>
                          <a:spcPts val="1100"/>
                        </a:lnSpc>
                      </a:pPr>
                      <a:r>
                        <a:rPr lang="en-ZA" sz="1000" b="1" spc="30" baseline="0" dirty="0">
                          <a:solidFill>
                            <a:schemeClr val="accent2"/>
                          </a:solidFill>
                          <a:latin typeface="+mj-lt"/>
                        </a:rPr>
                        <a:t>YOUR DIFFERENTIATOR HEADING GOES HERE. </a:t>
                      </a:r>
                      <a:r>
                        <a:rPr lang="en-ZA" sz="1000" b="1" kern="1200" spc="30" baseline="0" dirty="0">
                          <a:solidFill>
                            <a:schemeClr val="accent2"/>
                          </a:solidFill>
                          <a:latin typeface="+mj-lt"/>
                          <a:ea typeface="+mn-ea"/>
                          <a:cs typeface="+mn-cs"/>
                        </a:rPr>
                        <a:t>YOUR DIFFERENTIATOR HEADING HERE.</a:t>
                      </a:r>
                      <a:endParaRPr lang="en-GB" sz="1000" b="1" spc="30" baseline="0" dirty="0">
                        <a:solidFill>
                          <a:schemeClr val="accent2"/>
                        </a:solidFill>
                        <a:latin typeface="+mj-lt"/>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4" name="Table 23">
            <a:extLst>
              <a:ext uri="{FF2B5EF4-FFF2-40B4-BE49-F238E27FC236}">
                <a16:creationId xmlns:a16="http://schemas.microsoft.com/office/drawing/2014/main" id="{69F77D9F-BE42-5F32-A7C4-02B7B6292A78}"/>
              </a:ext>
            </a:extLst>
          </p:cNvPr>
          <p:cNvGraphicFramePr>
            <a:graphicFrameLocks noGrp="1"/>
          </p:cNvGraphicFramePr>
          <p:nvPr userDrawn="1">
            <p:extLst>
              <p:ext uri="{D42A27DB-BD31-4B8C-83A1-F6EECF244321}">
                <p14:modId xmlns:p14="http://schemas.microsoft.com/office/powerpoint/2010/main" val="4066177662"/>
              </p:ext>
            </p:extLst>
          </p:nvPr>
        </p:nvGraphicFramePr>
        <p:xfrm>
          <a:off x="5057620" y="1974675"/>
          <a:ext cx="3073142" cy="12223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5" name="Table 24">
            <a:extLst>
              <a:ext uri="{FF2B5EF4-FFF2-40B4-BE49-F238E27FC236}">
                <a16:creationId xmlns:a16="http://schemas.microsoft.com/office/drawing/2014/main" id="{21AD7AD6-307F-EE11-9D85-F537DB5E7489}"/>
              </a:ext>
            </a:extLst>
          </p:cNvPr>
          <p:cNvGraphicFramePr>
            <a:graphicFrameLocks noGrp="1"/>
          </p:cNvGraphicFramePr>
          <p:nvPr userDrawn="1">
            <p:extLst>
              <p:ext uri="{D42A27DB-BD31-4B8C-83A1-F6EECF244321}">
                <p14:modId xmlns:p14="http://schemas.microsoft.com/office/powerpoint/2010/main" val="2581646932"/>
              </p:ext>
            </p:extLst>
          </p:nvPr>
        </p:nvGraphicFramePr>
        <p:xfrm>
          <a:off x="8566398" y="571275"/>
          <a:ext cx="3073142" cy="9385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6" name="Table 25">
            <a:extLst>
              <a:ext uri="{FF2B5EF4-FFF2-40B4-BE49-F238E27FC236}">
                <a16:creationId xmlns:a16="http://schemas.microsoft.com/office/drawing/2014/main" id="{0ABFA8C8-229C-C3F9-2DBD-4F7FB0A9A254}"/>
              </a:ext>
            </a:extLst>
          </p:cNvPr>
          <p:cNvGraphicFramePr>
            <a:graphicFrameLocks noGrp="1"/>
          </p:cNvGraphicFramePr>
          <p:nvPr userDrawn="1">
            <p:extLst>
              <p:ext uri="{D42A27DB-BD31-4B8C-83A1-F6EECF244321}">
                <p14:modId xmlns:p14="http://schemas.microsoft.com/office/powerpoint/2010/main" val="197819360"/>
              </p:ext>
            </p:extLst>
          </p:nvPr>
        </p:nvGraphicFramePr>
        <p:xfrm>
          <a:off x="5057620" y="3585675"/>
          <a:ext cx="3073142" cy="12223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7" name="Table 26">
            <a:extLst>
              <a:ext uri="{FF2B5EF4-FFF2-40B4-BE49-F238E27FC236}">
                <a16:creationId xmlns:a16="http://schemas.microsoft.com/office/drawing/2014/main" id="{60600286-5B57-8F56-FE10-0696D657E7D3}"/>
              </a:ext>
            </a:extLst>
          </p:cNvPr>
          <p:cNvGraphicFramePr>
            <a:graphicFrameLocks noGrp="1"/>
          </p:cNvGraphicFramePr>
          <p:nvPr userDrawn="1">
            <p:extLst>
              <p:ext uri="{D42A27DB-BD31-4B8C-83A1-F6EECF244321}">
                <p14:modId xmlns:p14="http://schemas.microsoft.com/office/powerpoint/2010/main" val="4169784910"/>
              </p:ext>
            </p:extLst>
          </p:nvPr>
        </p:nvGraphicFramePr>
        <p:xfrm>
          <a:off x="5057620" y="5196675"/>
          <a:ext cx="3073142" cy="12985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1" name="Table 30">
            <a:extLst>
              <a:ext uri="{FF2B5EF4-FFF2-40B4-BE49-F238E27FC236}">
                <a16:creationId xmlns:a16="http://schemas.microsoft.com/office/drawing/2014/main" id="{702D611F-8EC0-FC33-645B-C38C0AA7B882}"/>
              </a:ext>
            </a:extLst>
          </p:cNvPr>
          <p:cNvGraphicFramePr>
            <a:graphicFrameLocks noGrp="1"/>
          </p:cNvGraphicFramePr>
          <p:nvPr userDrawn="1">
            <p:extLst>
              <p:ext uri="{D42A27DB-BD31-4B8C-83A1-F6EECF244321}">
                <p14:modId xmlns:p14="http://schemas.microsoft.com/office/powerpoint/2010/main" val="2721696941"/>
              </p:ext>
            </p:extLst>
          </p:nvPr>
        </p:nvGraphicFramePr>
        <p:xfrm>
          <a:off x="8566402" y="1822275"/>
          <a:ext cx="3073142" cy="12223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3" name="Table 32">
            <a:extLst>
              <a:ext uri="{FF2B5EF4-FFF2-40B4-BE49-F238E27FC236}">
                <a16:creationId xmlns:a16="http://schemas.microsoft.com/office/drawing/2014/main" id="{D410EB69-25C5-FDC4-10DA-E8E57950C2EC}"/>
              </a:ext>
            </a:extLst>
          </p:cNvPr>
          <p:cNvGraphicFramePr>
            <a:graphicFrameLocks noGrp="1"/>
          </p:cNvGraphicFramePr>
          <p:nvPr userDrawn="1">
            <p:extLst>
              <p:ext uri="{D42A27DB-BD31-4B8C-83A1-F6EECF244321}">
                <p14:modId xmlns:p14="http://schemas.microsoft.com/office/powerpoint/2010/main" val="1546551255"/>
              </p:ext>
            </p:extLst>
          </p:nvPr>
        </p:nvGraphicFramePr>
        <p:xfrm>
          <a:off x="8566402" y="3433275"/>
          <a:ext cx="3073142" cy="12223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4" name="Table 33">
            <a:extLst>
              <a:ext uri="{FF2B5EF4-FFF2-40B4-BE49-F238E27FC236}">
                <a16:creationId xmlns:a16="http://schemas.microsoft.com/office/drawing/2014/main" id="{2F1ADAE3-0735-6896-C156-BD6796233586}"/>
              </a:ext>
            </a:extLst>
          </p:cNvPr>
          <p:cNvGraphicFramePr>
            <a:graphicFrameLocks noGrp="1"/>
          </p:cNvGraphicFramePr>
          <p:nvPr userDrawn="1">
            <p:extLst>
              <p:ext uri="{D42A27DB-BD31-4B8C-83A1-F6EECF244321}">
                <p14:modId xmlns:p14="http://schemas.microsoft.com/office/powerpoint/2010/main" val="3524544982"/>
              </p:ext>
            </p:extLst>
          </p:nvPr>
        </p:nvGraphicFramePr>
        <p:xfrm>
          <a:off x="8566402" y="5044275"/>
          <a:ext cx="3073142" cy="106998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sp>
        <p:nvSpPr>
          <p:cNvPr id="2" name="Title 1">
            <a:extLst>
              <a:ext uri="{FF2B5EF4-FFF2-40B4-BE49-F238E27FC236}">
                <a16:creationId xmlns:a16="http://schemas.microsoft.com/office/drawing/2014/main" id="{6A19779F-BEE3-C5C2-F1DC-07EEB0BB0C9E}"/>
              </a:ext>
            </a:extLst>
          </p:cNvPr>
          <p:cNvSpPr>
            <a:spLocks noGrp="1"/>
          </p:cNvSpPr>
          <p:nvPr>
            <p:ph type="ctrTitle"/>
          </p:nvPr>
        </p:nvSpPr>
        <p:spPr/>
        <p:txBody>
          <a:bodyPr/>
          <a:lstStyle/>
          <a:p>
            <a:r>
              <a:rPr lang="en-ZA" dirty="0"/>
              <a:t>WHAT MAKES SMOLLAN UNIQUE?</a:t>
            </a:r>
            <a:endParaRPr lang="en-GB" dirty="0"/>
          </a:p>
        </p:txBody>
      </p:sp>
      <p:sp>
        <p:nvSpPr>
          <p:cNvPr id="3" name="Text Placeholder 2">
            <a:extLst>
              <a:ext uri="{FF2B5EF4-FFF2-40B4-BE49-F238E27FC236}">
                <a16:creationId xmlns:a16="http://schemas.microsoft.com/office/drawing/2014/main" id="{8532ACD4-4C63-566A-FC44-CB6A2FBC87AF}"/>
              </a:ext>
            </a:extLst>
          </p:cNvPr>
          <p:cNvSpPr>
            <a:spLocks noGrp="1"/>
          </p:cNvSpPr>
          <p:nvPr>
            <p:ph type="body" sz="quarter" idx="4294967295"/>
          </p:nvPr>
        </p:nvSpPr>
        <p:spPr>
          <a:xfrm>
            <a:off x="588165" y="5182485"/>
            <a:ext cx="3231799" cy="615553"/>
          </a:xfrm>
          <a:prstGeom prst="rect">
            <a:avLst/>
          </a:prstGeom>
        </p:spPr>
        <p:txBody>
          <a:bodyPr/>
          <a:lstStyle/>
          <a:p>
            <a:r>
              <a:rPr lang="en-GB" noProof="0" dirty="0"/>
              <a:t>Introductory paragraph that is [Client] specific to introduce your custom differentiators</a:t>
            </a:r>
          </a:p>
        </p:txBody>
      </p:sp>
    </p:spTree>
    <p:extLst>
      <p:ext uri="{BB962C8B-B14F-4D97-AF65-F5344CB8AC3E}">
        <p14:creationId xmlns:p14="http://schemas.microsoft.com/office/powerpoint/2010/main" val="378881051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p14.s07">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B987988-0770-E8DC-9C72-BC95E6674634}"/>
              </a:ext>
            </a:extLst>
          </p:cNvPr>
          <p:cNvGraphicFramePr>
            <a:graphicFrameLocks noGrp="1"/>
          </p:cNvGraphicFramePr>
          <p:nvPr userDrawn="1">
            <p:extLst>
              <p:ext uri="{D42A27DB-BD31-4B8C-83A1-F6EECF244321}">
                <p14:modId xmlns:p14="http://schemas.microsoft.com/office/powerpoint/2010/main" val="129718884"/>
              </p:ext>
            </p:extLst>
          </p:nvPr>
        </p:nvGraphicFramePr>
        <p:xfrm>
          <a:off x="5057620" y="571275"/>
          <a:ext cx="3073142" cy="13653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algn="l">
                        <a:lnSpc>
                          <a:spcPts val="1100"/>
                        </a:lnSpc>
                      </a:pPr>
                      <a:r>
                        <a:rPr lang="en-ZA" sz="1000" b="1" spc="30" baseline="0" dirty="0">
                          <a:solidFill>
                            <a:schemeClr val="accent2"/>
                          </a:solidFill>
                          <a:latin typeface="+mj-lt"/>
                        </a:rPr>
                        <a:t>YOUR DIFFERENTIATOR HEADING GOES HERE. </a:t>
                      </a:r>
                      <a:r>
                        <a:rPr lang="en-ZA" sz="1000" b="1" kern="1200" spc="30" baseline="0" dirty="0">
                          <a:solidFill>
                            <a:schemeClr val="accent2"/>
                          </a:solidFill>
                          <a:latin typeface="+mj-lt"/>
                          <a:ea typeface="+mn-ea"/>
                          <a:cs typeface="+mn-cs"/>
                        </a:rPr>
                        <a:t>YOUR DIFFERENTIATOR HEADING HERE.</a:t>
                      </a:r>
                      <a:endParaRPr lang="en-GB" sz="1000" b="1" spc="30" baseline="0" dirty="0">
                        <a:solidFill>
                          <a:schemeClr val="accent2"/>
                        </a:solidFill>
                        <a:latin typeface="+mj-lt"/>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4" name="Table 23">
            <a:extLst>
              <a:ext uri="{FF2B5EF4-FFF2-40B4-BE49-F238E27FC236}">
                <a16:creationId xmlns:a16="http://schemas.microsoft.com/office/drawing/2014/main" id="{69F77D9F-BE42-5F32-A7C4-02B7B6292A78}"/>
              </a:ext>
            </a:extLst>
          </p:cNvPr>
          <p:cNvGraphicFramePr>
            <a:graphicFrameLocks noGrp="1"/>
          </p:cNvGraphicFramePr>
          <p:nvPr userDrawn="1">
            <p:extLst>
              <p:ext uri="{D42A27DB-BD31-4B8C-83A1-F6EECF244321}">
                <p14:modId xmlns:p14="http://schemas.microsoft.com/office/powerpoint/2010/main" val="2026788889"/>
              </p:ext>
            </p:extLst>
          </p:nvPr>
        </p:nvGraphicFramePr>
        <p:xfrm>
          <a:off x="5057620" y="1974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5" name="Table 24">
            <a:extLst>
              <a:ext uri="{FF2B5EF4-FFF2-40B4-BE49-F238E27FC236}">
                <a16:creationId xmlns:a16="http://schemas.microsoft.com/office/drawing/2014/main" id="{21AD7AD6-307F-EE11-9D85-F537DB5E7489}"/>
              </a:ext>
            </a:extLst>
          </p:cNvPr>
          <p:cNvGraphicFramePr>
            <a:graphicFrameLocks noGrp="1"/>
          </p:cNvGraphicFramePr>
          <p:nvPr userDrawn="1">
            <p:extLst>
              <p:ext uri="{D42A27DB-BD31-4B8C-83A1-F6EECF244321}">
                <p14:modId xmlns:p14="http://schemas.microsoft.com/office/powerpoint/2010/main" val="2808020478"/>
              </p:ext>
            </p:extLst>
          </p:nvPr>
        </p:nvGraphicFramePr>
        <p:xfrm>
          <a:off x="8566398" y="571275"/>
          <a:ext cx="3073142" cy="122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6" name="Table 25">
            <a:extLst>
              <a:ext uri="{FF2B5EF4-FFF2-40B4-BE49-F238E27FC236}">
                <a16:creationId xmlns:a16="http://schemas.microsoft.com/office/drawing/2014/main" id="{0ABFA8C8-229C-C3F9-2DBD-4F7FB0A9A254}"/>
              </a:ext>
            </a:extLst>
          </p:cNvPr>
          <p:cNvGraphicFramePr>
            <a:graphicFrameLocks noGrp="1"/>
          </p:cNvGraphicFramePr>
          <p:nvPr userDrawn="1">
            <p:extLst>
              <p:ext uri="{D42A27DB-BD31-4B8C-83A1-F6EECF244321}">
                <p14:modId xmlns:p14="http://schemas.microsoft.com/office/powerpoint/2010/main" val="754417152"/>
              </p:ext>
            </p:extLst>
          </p:nvPr>
        </p:nvGraphicFramePr>
        <p:xfrm>
          <a:off x="5057620" y="35856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27" name="Table 26">
            <a:extLst>
              <a:ext uri="{FF2B5EF4-FFF2-40B4-BE49-F238E27FC236}">
                <a16:creationId xmlns:a16="http://schemas.microsoft.com/office/drawing/2014/main" id="{60600286-5B57-8F56-FE10-0696D657E7D3}"/>
              </a:ext>
            </a:extLst>
          </p:cNvPr>
          <p:cNvGraphicFramePr>
            <a:graphicFrameLocks noGrp="1"/>
          </p:cNvGraphicFramePr>
          <p:nvPr userDrawn="1">
            <p:extLst>
              <p:ext uri="{D42A27DB-BD31-4B8C-83A1-F6EECF244321}">
                <p14:modId xmlns:p14="http://schemas.microsoft.com/office/powerpoint/2010/main" val="3264718720"/>
              </p:ext>
            </p:extLst>
          </p:nvPr>
        </p:nvGraphicFramePr>
        <p:xfrm>
          <a:off x="5057620" y="51966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1" name="Table 30">
            <a:extLst>
              <a:ext uri="{FF2B5EF4-FFF2-40B4-BE49-F238E27FC236}">
                <a16:creationId xmlns:a16="http://schemas.microsoft.com/office/drawing/2014/main" id="{702D611F-8EC0-FC33-645B-C38C0AA7B882}"/>
              </a:ext>
            </a:extLst>
          </p:cNvPr>
          <p:cNvGraphicFramePr>
            <a:graphicFrameLocks noGrp="1"/>
          </p:cNvGraphicFramePr>
          <p:nvPr userDrawn="1">
            <p:extLst>
              <p:ext uri="{D42A27DB-BD31-4B8C-83A1-F6EECF244321}">
                <p14:modId xmlns:p14="http://schemas.microsoft.com/office/powerpoint/2010/main" val="180885659"/>
              </p:ext>
            </p:extLst>
          </p:nvPr>
        </p:nvGraphicFramePr>
        <p:xfrm>
          <a:off x="8566402" y="1822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3" name="Table 32">
            <a:extLst>
              <a:ext uri="{FF2B5EF4-FFF2-40B4-BE49-F238E27FC236}">
                <a16:creationId xmlns:a16="http://schemas.microsoft.com/office/drawing/2014/main" id="{D410EB69-25C5-FDC4-10DA-E8E57950C2EC}"/>
              </a:ext>
            </a:extLst>
          </p:cNvPr>
          <p:cNvGraphicFramePr>
            <a:graphicFrameLocks noGrp="1"/>
          </p:cNvGraphicFramePr>
          <p:nvPr userDrawn="1">
            <p:extLst>
              <p:ext uri="{D42A27DB-BD31-4B8C-83A1-F6EECF244321}">
                <p14:modId xmlns:p14="http://schemas.microsoft.com/office/powerpoint/2010/main" val="2469335460"/>
              </p:ext>
            </p:extLst>
          </p:nvPr>
        </p:nvGraphicFramePr>
        <p:xfrm>
          <a:off x="8566402" y="3433275"/>
          <a:ext cx="3073142" cy="1585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a:t>
                      </a:r>
                      <a:r>
                        <a:rPr lang="en-GB" sz="1050" dirty="0">
                          <a:solidFill>
                            <a:schemeClr val="accent5">
                              <a:lumMod val="50000"/>
                            </a:schemeClr>
                          </a:solidFill>
                        </a:rPr>
                        <a:t> </a:t>
                      </a:r>
                      <a:r>
                        <a:rPr lang="en-ZA" sz="1050" dirty="0">
                          <a:solidFill>
                            <a:schemeClr val="accent5">
                              <a:lumMod val="50000"/>
                            </a:schemeClr>
                          </a:solidFill>
                        </a:rPr>
                        <a:t>Your description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graphicFrame>
        <p:nvGraphicFramePr>
          <p:cNvPr id="34" name="Table 33">
            <a:extLst>
              <a:ext uri="{FF2B5EF4-FFF2-40B4-BE49-F238E27FC236}">
                <a16:creationId xmlns:a16="http://schemas.microsoft.com/office/drawing/2014/main" id="{2F1ADAE3-0735-6896-C156-BD6796233586}"/>
              </a:ext>
            </a:extLst>
          </p:cNvPr>
          <p:cNvGraphicFramePr>
            <a:graphicFrameLocks noGrp="1"/>
          </p:cNvGraphicFramePr>
          <p:nvPr userDrawn="1">
            <p:extLst>
              <p:ext uri="{D42A27DB-BD31-4B8C-83A1-F6EECF244321}">
                <p14:modId xmlns:p14="http://schemas.microsoft.com/office/powerpoint/2010/main" val="3202378797"/>
              </p:ext>
            </p:extLst>
          </p:nvPr>
        </p:nvGraphicFramePr>
        <p:xfrm>
          <a:off x="8566402" y="5044275"/>
          <a:ext cx="3073142" cy="1204600"/>
        </p:xfrm>
        <a:graphic>
          <a:graphicData uri="http://schemas.openxmlformats.org/drawingml/2006/table">
            <a:tbl>
              <a:tblPr firstRow="1" bandRow="1">
                <a:tableStyleId>{2D5ABB26-0587-4C30-8999-92F81FD0307C}</a:tableStyleId>
              </a:tblPr>
              <a:tblGrid>
                <a:gridCol w="257864">
                  <a:extLst>
                    <a:ext uri="{9D8B030D-6E8A-4147-A177-3AD203B41FA5}">
                      <a16:colId xmlns:a16="http://schemas.microsoft.com/office/drawing/2014/main" val="997210265"/>
                    </a:ext>
                  </a:extLst>
                </a:gridCol>
                <a:gridCol w="2815278">
                  <a:extLst>
                    <a:ext uri="{9D8B030D-6E8A-4147-A177-3AD203B41FA5}">
                      <a16:colId xmlns:a16="http://schemas.microsoft.com/office/drawing/2014/main" val="2027200143"/>
                    </a:ext>
                  </a:extLst>
                </a:gridCol>
              </a:tblGrid>
              <a:tr h="360000">
                <a:tc>
                  <a:txBody>
                    <a:bodyPr/>
                    <a:lstStyle/>
                    <a:p>
                      <a:pPr algn="l"/>
                      <a:endParaRPr lang="en-GB" sz="1200" b="0" spc="30" baseline="0" dirty="0">
                        <a:solidFill>
                          <a:schemeClr val="tx1">
                            <a:lumMod val="75000"/>
                          </a:schemeClr>
                        </a:solidFill>
                        <a:latin typeface="+mn-lt"/>
                      </a:endParaRPr>
                    </a:p>
                  </a:txBody>
                  <a:tcPr marL="0" marR="0" marT="0" marB="108000"/>
                </a:tc>
                <a:tc>
                  <a:txBody>
                    <a:bodyPr/>
                    <a:lstStyle/>
                    <a:p>
                      <a:pPr algn="l"/>
                      <a:endParaRPr lang="en-GB" sz="1200" b="0" spc="30" baseline="0" dirty="0">
                        <a:solidFill>
                          <a:schemeClr val="accent2"/>
                        </a:solidFill>
                        <a:latin typeface="+mn-lt"/>
                      </a:endParaRPr>
                    </a:p>
                  </a:txBody>
                  <a:tcPr marL="0" marR="0" marT="0" marB="108000"/>
                </a:tc>
                <a:extLst>
                  <a:ext uri="{0D108BD9-81ED-4DB2-BD59-A6C34878D82A}">
                    <a16:rowId xmlns:a16="http://schemas.microsoft.com/office/drawing/2014/main" val="2324564269"/>
                  </a:ext>
                </a:extLst>
              </a:tr>
              <a:tr h="144000">
                <a:tc>
                  <a:txBody>
                    <a:bodyPr/>
                    <a:lstStyle/>
                    <a:p>
                      <a:pPr algn="l"/>
                      <a:r>
                        <a:rPr lang="en-GB" sz="950" b="1" spc="30" baseline="0" dirty="0">
                          <a:solidFill>
                            <a:schemeClr val="tx1">
                              <a:lumMod val="75000"/>
                            </a:schemeClr>
                          </a:solidFill>
                          <a:latin typeface="+mj-lt"/>
                          <a:sym typeface="Wingdings 2" panose="05020102010507070707" pitchFamily="18" charset="2"/>
                        </a:rPr>
                        <a:t></a:t>
                      </a:r>
                      <a:endParaRPr lang="en-GB" sz="950" b="1" spc="30" baseline="0" dirty="0">
                        <a:solidFill>
                          <a:schemeClr val="tx1">
                            <a:lumMod val="75000"/>
                          </a:schemeClr>
                        </a:solidFill>
                        <a:latin typeface="+mj-lt"/>
                      </a:endParaRPr>
                    </a:p>
                  </a:txBody>
                  <a:tcPr marL="0" marR="0" marT="0" marB="108000"/>
                </a:tc>
                <a:tc>
                  <a:txBody>
                    <a:bodyPr/>
                    <a:lstStyle/>
                    <a:p>
                      <a:pPr marL="0" algn="l" defTabSz="914400" rtl="0" eaLnBrk="1" latinLnBrk="0" hangingPunct="1">
                        <a:lnSpc>
                          <a:spcPts val="1100"/>
                        </a:lnSpc>
                      </a:pPr>
                      <a:r>
                        <a:rPr lang="en-ZA" sz="1000" b="1" kern="1200" spc="30" baseline="0" dirty="0">
                          <a:solidFill>
                            <a:schemeClr val="accent2"/>
                          </a:solidFill>
                          <a:latin typeface="+mj-lt"/>
                          <a:ea typeface="+mn-ea"/>
                          <a:cs typeface="+mn-cs"/>
                        </a:rPr>
                        <a:t>INSERT YOUR DIFFERENTIATOR HEADING HERE. </a:t>
                      </a:r>
                      <a:endParaRPr lang="en-GB" sz="1000" b="1" kern="1200" spc="30" baseline="0" dirty="0">
                        <a:solidFill>
                          <a:schemeClr val="accent2"/>
                        </a:solidFill>
                        <a:latin typeface="+mj-lt"/>
                        <a:ea typeface="+mn-ea"/>
                        <a:cs typeface="+mn-cs"/>
                      </a:endParaRPr>
                    </a:p>
                  </a:txBody>
                  <a:tcPr marL="0" marR="0" marT="0" marB="108000"/>
                </a:tc>
                <a:extLst>
                  <a:ext uri="{0D108BD9-81ED-4DB2-BD59-A6C34878D82A}">
                    <a16:rowId xmlns:a16="http://schemas.microsoft.com/office/drawing/2014/main" val="90861159"/>
                  </a:ext>
                </a:extLst>
              </a:tr>
              <a:tr h="370840">
                <a:tc>
                  <a:txBody>
                    <a:bodyPr/>
                    <a:lstStyle/>
                    <a:p>
                      <a:pPr>
                        <a:lnSpc>
                          <a:spcPts val="1200"/>
                        </a:lnSpc>
                        <a:spcBef>
                          <a:spcPts val="600"/>
                        </a:spcBef>
                      </a:pPr>
                      <a:endParaRPr lang="en-GB" sz="1100" dirty="0"/>
                    </a:p>
                  </a:txBody>
                  <a:tcPr marL="0" marR="0" marT="0" marB="0"/>
                </a:tc>
                <a:tc>
                  <a:txBody>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lang="en-ZA" sz="1050" dirty="0">
                          <a:solidFill>
                            <a:schemeClr val="accent5">
                              <a:lumMod val="50000"/>
                            </a:schemeClr>
                          </a:solidFill>
                        </a:rPr>
                        <a:t>Your description of what your differentiator is goes here. Your description of what your differentiator is goes here.</a:t>
                      </a:r>
                      <a:endParaRPr lang="en-GB" sz="1050" dirty="0">
                        <a:solidFill>
                          <a:schemeClr val="accent5">
                            <a:lumMod val="50000"/>
                          </a:schemeClr>
                        </a:solidFill>
                      </a:endParaRPr>
                    </a:p>
                  </a:txBody>
                  <a:tcPr marL="0" marR="0" marT="0" marB="0"/>
                </a:tc>
                <a:extLst>
                  <a:ext uri="{0D108BD9-81ED-4DB2-BD59-A6C34878D82A}">
                    <a16:rowId xmlns:a16="http://schemas.microsoft.com/office/drawing/2014/main" val="2715928560"/>
                  </a:ext>
                </a:extLst>
              </a:tr>
            </a:tbl>
          </a:graphicData>
        </a:graphic>
      </p:graphicFrame>
      <p:sp>
        <p:nvSpPr>
          <p:cNvPr id="2" name="Title 1">
            <a:extLst>
              <a:ext uri="{FF2B5EF4-FFF2-40B4-BE49-F238E27FC236}">
                <a16:creationId xmlns:a16="http://schemas.microsoft.com/office/drawing/2014/main" id="{C29498CD-6E99-74C9-EFBA-94E32A7B5208}"/>
              </a:ext>
            </a:extLst>
          </p:cNvPr>
          <p:cNvSpPr>
            <a:spLocks noGrp="1"/>
          </p:cNvSpPr>
          <p:nvPr>
            <p:ph type="ctrTitle"/>
          </p:nvPr>
        </p:nvSpPr>
        <p:spPr/>
        <p:txBody>
          <a:bodyPr/>
          <a:lstStyle/>
          <a:p>
            <a:r>
              <a:rPr lang="en-ZA" dirty="0"/>
              <a:t>WHAT MAKES SMOLLAN UNIQUE?</a:t>
            </a:r>
            <a:endParaRPr lang="en-GB" dirty="0"/>
          </a:p>
        </p:txBody>
      </p:sp>
      <p:sp>
        <p:nvSpPr>
          <p:cNvPr id="3" name="Text Placeholder 2">
            <a:extLst>
              <a:ext uri="{FF2B5EF4-FFF2-40B4-BE49-F238E27FC236}">
                <a16:creationId xmlns:a16="http://schemas.microsoft.com/office/drawing/2014/main" id="{389C707D-D26A-6BAE-18D5-F2E687EAC9A2}"/>
              </a:ext>
            </a:extLst>
          </p:cNvPr>
          <p:cNvSpPr>
            <a:spLocks noGrp="1"/>
          </p:cNvSpPr>
          <p:nvPr>
            <p:ph type="body" sz="quarter" idx="40"/>
          </p:nvPr>
        </p:nvSpPr>
        <p:spPr>
          <a:xfrm>
            <a:off x="588165" y="5182485"/>
            <a:ext cx="3231799" cy="615553"/>
          </a:xfrm>
        </p:spPr>
        <p:txBody>
          <a:bodyPr/>
          <a:lstStyle/>
          <a:p>
            <a:r>
              <a:rPr lang="en-GB" noProof="0" dirty="0"/>
              <a:t>Introductory paragraph that is [Client] specific to introduce your custom differentiators</a:t>
            </a:r>
          </a:p>
        </p:txBody>
      </p:sp>
    </p:spTree>
    <p:extLst>
      <p:ext uri="{BB962C8B-B14F-4D97-AF65-F5344CB8AC3E}">
        <p14:creationId xmlns:p14="http://schemas.microsoft.com/office/powerpoint/2010/main" val="1828818933"/>
      </p:ext>
    </p:extLst>
  </p:cSld>
  <p:clrMapOvr>
    <a:masterClrMapping/>
  </p:clrMapOvr>
</p:sld>
</file>

<file path=ppt/theme/theme1.xml><?xml version="1.0" encoding="utf-8"?>
<a:theme xmlns:a="http://schemas.openxmlformats.org/drawingml/2006/main" name="Office Theme">
  <a:themeElements>
    <a:clrScheme name="SMOLLAN 2021">
      <a:dk1>
        <a:srgbClr val="B4C3CE"/>
      </a:dk1>
      <a:lt1>
        <a:srgbClr val="FFFFFF"/>
      </a:lt1>
      <a:dk2>
        <a:srgbClr val="00284E"/>
      </a:dk2>
      <a:lt2>
        <a:srgbClr val="EFF2F6"/>
      </a:lt2>
      <a:accent1>
        <a:srgbClr val="005083"/>
      </a:accent1>
      <a:accent2>
        <a:srgbClr val="16B795"/>
      </a:accent2>
      <a:accent3>
        <a:srgbClr val="0079C0"/>
      </a:accent3>
      <a:accent4>
        <a:srgbClr val="00BBF0"/>
      </a:accent4>
      <a:accent5>
        <a:srgbClr val="37465B"/>
      </a:accent5>
      <a:accent6>
        <a:srgbClr val="8AC546"/>
      </a:accent6>
      <a:hlink>
        <a:srgbClr val="549AD3"/>
      </a:hlink>
      <a:folHlink>
        <a:srgbClr val="0E1D29"/>
      </a:folHlink>
    </a:clrScheme>
    <a:fontScheme name="SMOLLAN FONTS">
      <a:majorFont>
        <a:latin typeface="Montserra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psosCURRENT">
    <a:dk1>
      <a:srgbClr val="222223"/>
    </a:dk1>
    <a:lt1>
      <a:sysClr val="window" lastClr="FFFFFF"/>
    </a:lt1>
    <a:dk2>
      <a:srgbClr val="1B365D"/>
    </a:dk2>
    <a:lt2>
      <a:srgbClr val="888B8D"/>
    </a:lt2>
    <a:accent1>
      <a:srgbClr val="E87722"/>
    </a:accent1>
    <a:accent2>
      <a:srgbClr val="F1BE48"/>
    </a:accent2>
    <a:accent3>
      <a:srgbClr val="B7BF12"/>
    </a:accent3>
    <a:accent4>
      <a:srgbClr val="C8C9C7"/>
    </a:accent4>
    <a:accent5>
      <a:srgbClr val="71B2C9"/>
    </a:accent5>
    <a:accent6>
      <a:srgbClr val="007681"/>
    </a:accent6>
    <a:hlink>
      <a:srgbClr val="485CC7"/>
    </a:hlink>
    <a:folHlink>
      <a:srgbClr val="00B2A9"/>
    </a:folHlink>
  </a:clrScheme>
  <a:fontScheme name="Ipsos MO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IpsosCURRENT">
    <a:dk1>
      <a:srgbClr val="222223"/>
    </a:dk1>
    <a:lt1>
      <a:sysClr val="window" lastClr="FFFFFF"/>
    </a:lt1>
    <a:dk2>
      <a:srgbClr val="1B365D"/>
    </a:dk2>
    <a:lt2>
      <a:srgbClr val="888B8D"/>
    </a:lt2>
    <a:accent1>
      <a:srgbClr val="E87722"/>
    </a:accent1>
    <a:accent2>
      <a:srgbClr val="F1BE48"/>
    </a:accent2>
    <a:accent3>
      <a:srgbClr val="B7BF12"/>
    </a:accent3>
    <a:accent4>
      <a:srgbClr val="C8C9C7"/>
    </a:accent4>
    <a:accent5>
      <a:srgbClr val="71B2C9"/>
    </a:accent5>
    <a:accent6>
      <a:srgbClr val="007681"/>
    </a:accent6>
    <a:hlink>
      <a:srgbClr val="485CC7"/>
    </a:hlink>
    <a:folHlink>
      <a:srgbClr val="00B2A9"/>
    </a:folHlink>
  </a:clrScheme>
  <a:fontScheme name="Ipsos MO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IpsosCURRENT">
    <a:dk1>
      <a:srgbClr val="222223"/>
    </a:dk1>
    <a:lt1>
      <a:sysClr val="window" lastClr="FFFFFF"/>
    </a:lt1>
    <a:dk2>
      <a:srgbClr val="1B365D"/>
    </a:dk2>
    <a:lt2>
      <a:srgbClr val="888B8D"/>
    </a:lt2>
    <a:accent1>
      <a:srgbClr val="E87722"/>
    </a:accent1>
    <a:accent2>
      <a:srgbClr val="F1BE48"/>
    </a:accent2>
    <a:accent3>
      <a:srgbClr val="B7BF12"/>
    </a:accent3>
    <a:accent4>
      <a:srgbClr val="C8C9C7"/>
    </a:accent4>
    <a:accent5>
      <a:srgbClr val="71B2C9"/>
    </a:accent5>
    <a:accent6>
      <a:srgbClr val="007681"/>
    </a:accent6>
    <a:hlink>
      <a:srgbClr val="485CC7"/>
    </a:hlink>
    <a:folHlink>
      <a:srgbClr val="00B2A9"/>
    </a:folHlink>
  </a:clrScheme>
  <a:fontScheme name="Ipsos MO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134</TotalTime>
  <Words>25</Words>
  <Application>Microsoft Office PowerPoint</Application>
  <PresentationFormat>Widescreen</PresentationFormat>
  <Paragraphs>3</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HOW TO USE THIS PACK</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Smollan master template</dc:title>
  <dc:creator>Smollan Design System</dc:creator>
  <cp:lastModifiedBy>Smollan Design System</cp:lastModifiedBy>
  <cp:revision>28</cp:revision>
  <dcterms:created xsi:type="dcterms:W3CDTF">2024-02-06T14:31:56Z</dcterms:created>
  <dcterms:modified xsi:type="dcterms:W3CDTF">2024-02-25T11:22:04Z</dcterms:modified>
  <dc:description/>
  <cp:keywords/>
  <dc:subject/>
</cp:coreProperties>
</file>